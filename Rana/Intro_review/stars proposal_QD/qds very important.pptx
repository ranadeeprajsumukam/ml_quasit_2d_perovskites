
<file path=[Content_Types].xml><?xml version="1.0" encoding="utf-8"?>
<Types xmlns="http://schemas.openxmlformats.org/package/2006/content-types">
  <Default Extension="glb" ContentType="model/gltf.binary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8" r:id="rId3"/>
    <p:sldId id="259" r:id="rId4"/>
    <p:sldId id="257" r:id="rId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68" d="100"/>
          <a:sy n="68" d="100"/>
        </p:scale>
        <p:origin x="792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viewProps" Target="view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presProps" Target="presProps.xml"/><Relationship Id="rId5" Type="http://schemas.openxmlformats.org/officeDocument/2006/relationships/slide" Target="slides/slide4.xml"/><Relationship Id="rId4" Type="http://schemas.openxmlformats.org/officeDocument/2006/relationships/slide" Target="slides/slide3.xml"/><Relationship Id="rId9" Type="http://schemas.openxmlformats.org/officeDocument/2006/relationships/tableStyles" Target="tableStyle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9737E7-9EDA-4F85-BAA6-00CD5B603B1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438BD6-5C74-4BB1-94D9-FADE1DA530D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4BDADBE-EBBC-42B8-A21A-F0736E8931D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8B66BE-D397-40E2-A916-3F41AC0A6D34}" type="datetimeFigureOut">
              <a:rPr lang="en-IN" smtClean="0"/>
              <a:t>04-07-2019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52B634A-840F-469E-892D-C81FCEE4AB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6F4139-80F9-4E59-8F0D-3DDC3A8D07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761BEF3-0C71-4C75-86B9-5CE93300036C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24618474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C36287E-550B-45DF-9710-BF50CB4664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E4BE177-35EA-49EE-A8AC-425875A10D5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6B0E211-8AED-4DAE-A263-DBC4BA998C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8B66BE-D397-40E2-A916-3F41AC0A6D34}" type="datetimeFigureOut">
              <a:rPr lang="en-IN" smtClean="0"/>
              <a:t>04-07-2019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1C37807-486A-4419-94F6-61F56084D4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8CC330-31E7-4E09-9323-5F6446FC16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761BEF3-0C71-4C75-86B9-5CE93300036C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34971812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99FD7C-1F13-462C-90B1-7D205A0D10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D86C738-BD87-41CE-9C9C-0EF042CCB0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69FB3A5-A97D-42E6-B495-39E8AC80E4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8B66BE-D397-40E2-A916-3F41AC0A6D34}" type="datetimeFigureOut">
              <a:rPr lang="en-IN" smtClean="0"/>
              <a:t>04-07-2019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C42C29F-247A-4C17-9E7B-6813931EE3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EAB51EC-54D3-4DF7-BF18-1E2C7B92A0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761BEF3-0C71-4C75-86B9-5CE93300036C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0396034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DF4D27-63F8-4E6D-B2F1-926BE087FC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522CA5-B1CC-452B-9DF5-77CD631CE36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2F1EA1C-8072-41B1-8ACA-120B14F6335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E30F4EF-7893-4612-AE8D-75934B9A16E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8B66BE-D397-40E2-A916-3F41AC0A6D34}" type="datetimeFigureOut">
              <a:rPr lang="en-IN" smtClean="0"/>
              <a:t>04-07-2019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36F4EB3-6142-46C6-ACD6-2CDB5293A1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F89AD1A-5A45-44B1-B7C9-8215FADCE7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761BEF3-0C71-4C75-86B9-5CE93300036C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25850146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8E3D629-08F9-464E-90AF-24564C4D23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00D141C-D864-4CDC-A351-02DC364F289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82C0B60-E5D8-48DC-830E-6DE0FCB5A4A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EC54D0D-7B1C-4E5A-845C-2CD9E70AA8D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48E01BF-B23C-4EF6-B642-FF12CC82D3C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0DD18C2-17F8-4A1D-80FE-9D2267E226C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8B66BE-D397-40E2-A916-3F41AC0A6D34}" type="datetimeFigureOut">
              <a:rPr lang="en-IN" smtClean="0"/>
              <a:t>04-07-2019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C79CC38-E571-4849-B3AD-68AB274869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70D05D7A-0AE6-4D81-90C8-AD46E53036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761BEF3-0C71-4C75-86B9-5CE93300036C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05700909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821E995-6D0F-46B8-A079-0D24BCA4E9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4BF1C6C-EB8B-4574-86E0-C8285EB7E71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8B66BE-D397-40E2-A916-3F41AC0A6D34}" type="datetimeFigureOut">
              <a:rPr lang="en-IN" smtClean="0"/>
              <a:t>04-07-2019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EC6688D-5A6A-43DC-99D1-B91505AD58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0DB098D-55B0-40F3-9938-B82FCE5100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761BEF3-0C71-4C75-86B9-5CE93300036C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1922760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C38FBCB-E211-496E-8E4E-10BB920502A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8B66BE-D397-40E2-A916-3F41AC0A6D34}" type="datetimeFigureOut">
              <a:rPr lang="en-IN" smtClean="0"/>
              <a:t>04-07-2019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FDF6551-5D75-4A97-A014-6D8F3343E7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5BAAC4C-9F92-405E-BB2F-2EB4895080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761BEF3-0C71-4C75-86B9-5CE93300036C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73745906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26727B-1FAD-47F4-8863-D966D38CD4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67D0637-58E8-4E08-9D95-19B93D81C4C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C765749-1619-48A4-BCDA-A8B23101F40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D45C395-6736-4577-BA42-4CE8C3A31F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8B66BE-D397-40E2-A916-3F41AC0A6D34}" type="datetimeFigureOut">
              <a:rPr lang="en-IN" smtClean="0"/>
              <a:t>04-07-2019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D3328-FA5E-40E6-A83E-97637884FA0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AC2DD5F-95A2-4568-AB42-CC22A58CD1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761BEF3-0C71-4C75-86B9-5CE93300036C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0242577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B73A79-B23A-49BE-8388-CAC7F34695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270CD7C-54D7-46CF-9282-4BE90D532E2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FD7D39E-7296-4742-99CD-16090D94EE2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E0FBE11-BAB6-4A33-AC74-4934D7C0FE6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8B66BE-D397-40E2-A916-3F41AC0A6D34}" type="datetimeFigureOut">
              <a:rPr lang="en-IN" smtClean="0"/>
              <a:t>04-07-2019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F8028FF-D2DA-4E5B-BE31-7338E172E9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F061BEA-A689-4BE6-A1F1-6231616DE8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761BEF3-0C71-4C75-86B9-5CE93300036C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17173997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4FCE1F5-6B52-4EA5-BCE5-BB7CB5F9A2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96F7D9C1-C3F2-4B4B-9707-9A9923EA5A1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CEFADD0-39C3-4B09-87E6-0958AAC7D1E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8B66BE-D397-40E2-A916-3F41AC0A6D34}" type="datetimeFigureOut">
              <a:rPr lang="en-IN" smtClean="0"/>
              <a:t>04-07-2019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F31BF51-86AE-4EA6-8136-01759800DF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B95E4A2-4763-400B-8C95-3763726B00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761BEF3-0C71-4C75-86B9-5CE93300036C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03341354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A948418C-7806-41AA-ACC3-3D9E253C1DBC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ACF1EA3-9F1F-4203-8219-B37AEA44799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B52C22B-BE45-4AC8-BFD1-D69679968C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8B66BE-D397-40E2-A916-3F41AC0A6D34}" type="datetimeFigureOut">
              <a:rPr lang="en-IN" smtClean="0"/>
              <a:t>04-07-2019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A1DDE33-DCE3-4222-B913-EA4279B324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51C0313-DDC8-4A5C-8879-84E9F1FE6A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761BEF3-0C71-4C75-86B9-5CE93300036C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7481135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80D292B9-204F-4F12-BE8A-DAE60D527E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B148C34-B8DA-4FD4-A7E6-372F73D53CE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827A3E9-9E0B-4DCA-8E6F-520E976E91F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E8B66BE-D397-40E2-A916-3F41AC0A6D34}" type="datetimeFigureOut">
              <a:rPr lang="en-IN" smtClean="0"/>
              <a:t>04-07-2019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32AC99D-0007-412E-A453-29DF4079BE7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9338A99-6522-406B-BCEE-5B83B0A1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761BEF3-0C71-4C75-86B9-5CE93300036C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146803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.png"/><Relationship Id="rId18" Type="http://schemas.openxmlformats.org/officeDocument/2006/relationships/image" Target="../media/image12.png"/><Relationship Id="rId26" Type="http://schemas.openxmlformats.org/officeDocument/2006/relationships/image" Target="../media/image16.png"/><Relationship Id="rId39" Type="http://schemas.openxmlformats.org/officeDocument/2006/relationships/image" Target="../media/image70.png"/><Relationship Id="rId21" Type="http://schemas.openxmlformats.org/officeDocument/2006/relationships/image" Target="../media/image14.png"/><Relationship Id="rId34" Type="http://schemas.openxmlformats.org/officeDocument/2006/relationships/image" Target="../media/image21.png"/><Relationship Id="rId42" Type="http://schemas.openxmlformats.org/officeDocument/2006/relationships/image" Target="../media/image80.png"/><Relationship Id="rId7" Type="http://schemas.openxmlformats.org/officeDocument/2006/relationships/image" Target="../media/image2.png"/><Relationship Id="rId2" Type="http://schemas.microsoft.com/office/2017/06/relationships/model3d" Target="../media/model3d1.glb"/><Relationship Id="rId16" Type="http://schemas.openxmlformats.org/officeDocument/2006/relationships/image" Target="../media/image10.png"/><Relationship Id="rId20" Type="http://schemas.openxmlformats.org/officeDocument/2006/relationships/image" Target="../media/image10.png"/><Relationship Id="rId29" Type="http://schemas.openxmlformats.org/officeDocument/2006/relationships/image" Target="../media/image18.png"/><Relationship Id="rId41" Type="http://schemas.openxmlformats.org/officeDocument/2006/relationships/image" Target="../media/image2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11" Type="http://schemas.openxmlformats.org/officeDocument/2006/relationships/image" Target="../media/image4.png"/><Relationship Id="rId24" Type="http://schemas.openxmlformats.org/officeDocument/2006/relationships/image" Target="../media/image70.png"/><Relationship Id="rId32" Type="http://schemas.openxmlformats.org/officeDocument/2006/relationships/image" Target="../media/image19.png"/><Relationship Id="rId37" Type="http://schemas.openxmlformats.org/officeDocument/2006/relationships/image" Target="../media/image60.png"/><Relationship Id="rId40" Type="http://schemas.openxmlformats.org/officeDocument/2006/relationships/image" Target="../media/image70.png"/><Relationship Id="rId45" Type="http://schemas.openxmlformats.org/officeDocument/2006/relationships/image" Target="../media/image60.png"/><Relationship Id="rId15" Type="http://schemas.openxmlformats.org/officeDocument/2006/relationships/image" Target="../media/image9.png"/><Relationship Id="rId23" Type="http://schemas.openxmlformats.org/officeDocument/2006/relationships/image" Target="../media/image15.png"/><Relationship Id="rId28" Type="http://schemas.openxmlformats.org/officeDocument/2006/relationships/image" Target="../media/image17.png"/><Relationship Id="rId36" Type="http://schemas.openxmlformats.org/officeDocument/2006/relationships/image" Target="../media/image23.png"/><Relationship Id="rId10" Type="http://schemas.openxmlformats.org/officeDocument/2006/relationships/image" Target="../media/image7.png"/><Relationship Id="rId19" Type="http://schemas.openxmlformats.org/officeDocument/2006/relationships/image" Target="../media/image13.png"/><Relationship Id="rId31" Type="http://schemas.openxmlformats.org/officeDocument/2006/relationships/image" Target="../media/image60.png"/><Relationship Id="rId44" Type="http://schemas.openxmlformats.org/officeDocument/2006/relationships/image" Target="../media/image90.png"/><Relationship Id="rId4" Type="http://schemas.openxmlformats.org/officeDocument/2006/relationships/image" Target="../media/image1.png"/><Relationship Id="rId9" Type="http://schemas.openxmlformats.org/officeDocument/2006/relationships/image" Target="../media/image3.png"/><Relationship Id="rId14" Type="http://schemas.openxmlformats.org/officeDocument/2006/relationships/image" Target="../media/image5.png"/><Relationship Id="rId22" Type="http://schemas.openxmlformats.org/officeDocument/2006/relationships/image" Target="../media/image60.png"/><Relationship Id="rId27" Type="http://schemas.openxmlformats.org/officeDocument/2006/relationships/image" Target="../media/image80.png"/><Relationship Id="rId30" Type="http://schemas.openxmlformats.org/officeDocument/2006/relationships/image" Target="../media/image90.png"/><Relationship Id="rId35" Type="http://schemas.openxmlformats.org/officeDocument/2006/relationships/image" Target="../media/image22.png"/><Relationship Id="rId43" Type="http://schemas.openxmlformats.org/officeDocument/2006/relationships/image" Target="../media/image26.png"/><Relationship Id="rId8" Type="http://schemas.openxmlformats.org/officeDocument/2006/relationships/image" Target="../media/image7.png"/><Relationship Id="rId3" Type="http://schemas.openxmlformats.org/officeDocument/2006/relationships/hyperlink" Target="https://www.remix3d.com/details/G009SX7VFKX3" TargetMode="External"/><Relationship Id="rId12" Type="http://schemas.openxmlformats.org/officeDocument/2006/relationships/image" Target="../media/image8.png"/><Relationship Id="rId17" Type="http://schemas.openxmlformats.org/officeDocument/2006/relationships/image" Target="../media/image11.png"/><Relationship Id="rId25" Type="http://schemas.openxmlformats.org/officeDocument/2006/relationships/image" Target="../media/image70.png"/><Relationship Id="rId33" Type="http://schemas.openxmlformats.org/officeDocument/2006/relationships/image" Target="../media/image20.png"/><Relationship Id="rId38" Type="http://schemas.openxmlformats.org/officeDocument/2006/relationships/image" Target="../media/image24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6.png"/><Relationship Id="rId3" Type="http://schemas.openxmlformats.org/officeDocument/2006/relationships/hyperlink" Target="https://www.remix3d.com/details/G009SX7VFKX3" TargetMode="External"/><Relationship Id="rId7" Type="http://schemas.openxmlformats.org/officeDocument/2006/relationships/image" Target="../media/image2.png"/><Relationship Id="rId12" Type="http://schemas.openxmlformats.org/officeDocument/2006/relationships/image" Target="../media/image8.png"/><Relationship Id="rId2" Type="http://schemas.microsoft.com/office/2017/06/relationships/model3d" Target="../media/model3d1.glb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11" Type="http://schemas.openxmlformats.org/officeDocument/2006/relationships/image" Target="../media/image4.png"/><Relationship Id="rId15" Type="http://schemas.openxmlformats.org/officeDocument/2006/relationships/image" Target="../media/image9.png"/><Relationship Id="rId10" Type="http://schemas.openxmlformats.org/officeDocument/2006/relationships/image" Target="../media/image7.png"/><Relationship Id="rId4" Type="http://schemas.openxmlformats.org/officeDocument/2006/relationships/image" Target="../media/image1.png"/><Relationship Id="rId9" Type="http://schemas.openxmlformats.org/officeDocument/2006/relationships/image" Target="../media/image3.png"/><Relationship Id="rId1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6.png"/><Relationship Id="rId3" Type="http://schemas.openxmlformats.org/officeDocument/2006/relationships/hyperlink" Target="https://www.remix3d.com/details/G009SX7VFKX3" TargetMode="External"/><Relationship Id="rId7" Type="http://schemas.openxmlformats.org/officeDocument/2006/relationships/image" Target="../media/image2.png"/><Relationship Id="rId12" Type="http://schemas.openxmlformats.org/officeDocument/2006/relationships/image" Target="../media/image8.png"/><Relationship Id="rId2" Type="http://schemas.microsoft.com/office/2017/06/relationships/model3d" Target="../media/model3d1.glb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11" Type="http://schemas.openxmlformats.org/officeDocument/2006/relationships/image" Target="../media/image4.png"/><Relationship Id="rId15" Type="http://schemas.openxmlformats.org/officeDocument/2006/relationships/image" Target="../media/image9.png"/><Relationship Id="rId10" Type="http://schemas.openxmlformats.org/officeDocument/2006/relationships/image" Target="../media/image7.png"/><Relationship Id="rId4" Type="http://schemas.openxmlformats.org/officeDocument/2006/relationships/image" Target="../media/image1.png"/><Relationship Id="rId9" Type="http://schemas.openxmlformats.org/officeDocument/2006/relationships/image" Target="../media/image3.png"/><Relationship Id="rId14" Type="http://schemas.openxmlformats.org/officeDocument/2006/relationships/image" Target="../media/image5.png"/></Relationships>
</file>

<file path=ppt/slides/_rels/slide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B1C6F501-BDFA-4F92-AC57-C5090DBBFB06}"/>
              </a:ext>
            </a:extLst>
          </p:cNvPr>
          <p:cNvGrpSpPr/>
          <p:nvPr/>
        </p:nvGrpSpPr>
        <p:grpSpPr>
          <a:xfrm>
            <a:off x="365516" y="1153552"/>
            <a:ext cx="1632097" cy="1471934"/>
            <a:chOff x="163719" y="1822501"/>
            <a:chExt cx="3062199" cy="3047160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7A677386-FD5F-4C76-8388-1D990C76614A}"/>
                </a:ext>
              </a:extLst>
            </p:cNvPr>
            <p:cNvGrpSpPr/>
            <p:nvPr/>
          </p:nvGrpSpPr>
          <p:grpSpPr>
            <a:xfrm>
              <a:off x="163719" y="1822501"/>
              <a:ext cx="3062199" cy="3047160"/>
              <a:chOff x="163719" y="1822501"/>
              <a:chExt cx="3062199" cy="3047160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386CE593-D631-4C8E-A77E-CA59CAD55B24}"/>
                  </a:ext>
                </a:extLst>
              </p:cNvPr>
              <p:cNvGrpSpPr/>
              <p:nvPr/>
            </p:nvGrpSpPr>
            <p:grpSpPr>
              <a:xfrm rot="5037398" flipV="1">
                <a:off x="1683131" y="3844124"/>
                <a:ext cx="731274" cy="157011"/>
                <a:chOff x="2620172" y="2546175"/>
                <a:chExt cx="834986" cy="143092"/>
              </a:xfrm>
            </p:grpSpPr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49B1C598-044B-416D-B632-EF9E17F6C94E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67" name="Rectangle: Rounded Corners 366">
                  <a:extLst>
                    <a:ext uri="{FF2B5EF4-FFF2-40B4-BE49-F238E27FC236}">
                      <a16:creationId xmlns:a16="http://schemas.microsoft.com/office/drawing/2014/main" id="{DA1EBF80-5B07-4377-B991-DA27F5130974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51341B02-E838-4234-8B35-73D119CA0659}"/>
                  </a:ext>
                </a:extLst>
              </p:cNvPr>
              <p:cNvGrpSpPr/>
              <p:nvPr/>
            </p:nvGrpSpPr>
            <p:grpSpPr>
              <a:xfrm rot="5037398" flipV="1">
                <a:off x="1123013" y="4110752"/>
                <a:ext cx="731274" cy="157011"/>
                <a:chOff x="2620172" y="2546175"/>
                <a:chExt cx="834986" cy="143092"/>
              </a:xfrm>
            </p:grpSpPr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8FCACF7E-37C5-4BF2-8915-ED28CDACDB6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65" name="Rectangle: Rounded Corners 364">
                  <a:extLst>
                    <a:ext uri="{FF2B5EF4-FFF2-40B4-BE49-F238E27FC236}">
                      <a16:creationId xmlns:a16="http://schemas.microsoft.com/office/drawing/2014/main" id="{6981F817-84E5-4A92-94A2-8CE4F2040CB1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9" name="Group 8">
                <a:extLst>
                  <a:ext uri="{FF2B5EF4-FFF2-40B4-BE49-F238E27FC236}">
                    <a16:creationId xmlns:a16="http://schemas.microsoft.com/office/drawing/2014/main" id="{C2DC1076-64A3-4EB9-85BA-7A30687187FA}"/>
                  </a:ext>
                </a:extLst>
              </p:cNvPr>
              <p:cNvGrpSpPr/>
              <p:nvPr/>
            </p:nvGrpSpPr>
            <p:grpSpPr>
              <a:xfrm>
                <a:off x="860260" y="2440902"/>
                <a:ext cx="1730523" cy="1839492"/>
                <a:chOff x="420511" y="1784768"/>
                <a:chExt cx="1730523" cy="1839492"/>
              </a:xfrm>
            </p:grpSpPr>
            <p:grpSp>
              <p:nvGrpSpPr>
                <p:cNvPr id="82" name="Group 81">
                  <a:extLst>
                    <a:ext uri="{FF2B5EF4-FFF2-40B4-BE49-F238E27FC236}">
                      <a16:creationId xmlns:a16="http://schemas.microsoft.com/office/drawing/2014/main" id="{A9BEE9C9-A3E4-4A65-AD72-84F766054BA0}"/>
                    </a:ext>
                  </a:extLst>
                </p:cNvPr>
                <p:cNvGrpSpPr/>
                <p:nvPr/>
              </p:nvGrpSpPr>
              <p:grpSpPr>
                <a:xfrm>
                  <a:off x="1069572" y="1784768"/>
                  <a:ext cx="1081462" cy="1476716"/>
                  <a:chOff x="2089993" y="1523034"/>
                  <a:chExt cx="1081462" cy="1476716"/>
                </a:xfrm>
              </p:grpSpPr>
              <p:grpSp>
                <p:nvGrpSpPr>
                  <p:cNvPr id="303" name="Group 302">
                    <a:extLst>
                      <a:ext uri="{FF2B5EF4-FFF2-40B4-BE49-F238E27FC236}">
                        <a16:creationId xmlns:a16="http://schemas.microsoft.com/office/drawing/2014/main" id="{BDAFA73F-0C74-4A77-B992-C765E6B292EC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70705"/>
                    <a:ext cx="101484" cy="1016226"/>
                    <a:chOff x="1800622" y="2364951"/>
                    <a:chExt cx="101484" cy="1016226"/>
                  </a:xfrm>
                </p:grpSpPr>
                <p:sp>
                  <p:nvSpPr>
                    <p:cNvPr id="360" name="Flowchart: Connector 359">
                      <a:extLst>
                        <a:ext uri="{FF2B5EF4-FFF2-40B4-BE49-F238E27FC236}">
                          <a16:creationId xmlns:a16="http://schemas.microsoft.com/office/drawing/2014/main" id="{A5D0BEC5-27EC-4870-B370-442715D90E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61" name="Flowchart: Connector 360">
                      <a:extLst>
                        <a:ext uri="{FF2B5EF4-FFF2-40B4-BE49-F238E27FC236}">
                          <a16:creationId xmlns:a16="http://schemas.microsoft.com/office/drawing/2014/main" id="{69838707-025F-40B9-98BE-03EDF5DA83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62" name="Flowchart: Connector 361">
                      <a:extLst>
                        <a:ext uri="{FF2B5EF4-FFF2-40B4-BE49-F238E27FC236}">
                          <a16:creationId xmlns:a16="http://schemas.microsoft.com/office/drawing/2014/main" id="{0CE64825-99AE-4754-BCD1-B74C4C7CB45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63" name="Flowchart: Connector 362">
                      <a:extLst>
                        <a:ext uri="{FF2B5EF4-FFF2-40B4-BE49-F238E27FC236}">
                          <a16:creationId xmlns:a16="http://schemas.microsoft.com/office/drawing/2014/main" id="{4204063C-9A6A-4B37-BC2B-4D2E8DAD86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649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304" name="Group 303">
                    <a:extLst>
                      <a:ext uri="{FF2B5EF4-FFF2-40B4-BE49-F238E27FC236}">
                        <a16:creationId xmlns:a16="http://schemas.microsoft.com/office/drawing/2014/main" id="{25C0CC45-BA8E-4AC2-A275-5DB93CCDEF3D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23034"/>
                    <a:ext cx="1057223" cy="1476716"/>
                    <a:chOff x="2114232" y="1523034"/>
                    <a:chExt cx="1057223" cy="1476716"/>
                  </a:xfrm>
                </p:grpSpPr>
                <p:grpSp>
                  <p:nvGrpSpPr>
                    <p:cNvPr id="305" name="Group 304">
                      <a:extLst>
                        <a:ext uri="{FF2B5EF4-FFF2-40B4-BE49-F238E27FC236}">
                          <a16:creationId xmlns:a16="http://schemas.microsoft.com/office/drawing/2014/main" id="{F70A2BEA-A03D-4F35-AF54-E61475D1FE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47544" cy="539639"/>
                      <a:chOff x="3717189" y="1719497"/>
                      <a:chExt cx="1047544" cy="539639"/>
                    </a:xfrm>
                  </p:grpSpPr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3" name="3D Model 352" descr="Sphere">
                            <a:extLst>
                              <a:ext uri="{FF2B5EF4-FFF2-40B4-BE49-F238E27FC236}">
                                <a16:creationId xmlns:a16="http://schemas.microsoft.com/office/drawing/2014/main" id="{CAD7BEBA-C6D1-40EF-A977-6B18CD33E2D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86930954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4" name="Flowchart: Connector 353">
                        <a:extLst>
                          <a:ext uri="{FF2B5EF4-FFF2-40B4-BE49-F238E27FC236}">
                            <a16:creationId xmlns:a16="http://schemas.microsoft.com/office/drawing/2014/main" id="{EC4E2942-8D56-4826-AAE0-1E0E3618849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5" name="3D Model 354" descr="Sphere">
                            <a:extLst>
                              <a:ext uri="{FF2B5EF4-FFF2-40B4-BE49-F238E27FC236}">
                                <a16:creationId xmlns:a16="http://schemas.microsoft.com/office/drawing/2014/main" id="{F1000258-C293-46F5-A3BA-4E1FB04126C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88785141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6" name="Flowchart: Connector 355">
                        <a:extLst>
                          <a:ext uri="{FF2B5EF4-FFF2-40B4-BE49-F238E27FC236}">
                            <a16:creationId xmlns:a16="http://schemas.microsoft.com/office/drawing/2014/main" id="{257BE039-9262-4AEA-BAB2-181E0F74C78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7" name="3D Model 356" descr="Sphere">
                            <a:extLst>
                              <a:ext uri="{FF2B5EF4-FFF2-40B4-BE49-F238E27FC236}">
                                <a16:creationId xmlns:a16="http://schemas.microsoft.com/office/drawing/2014/main" id="{99B04E44-A5FC-4996-B8B4-128B16481A8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99638197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8" name="Flowchart: Connector 357">
                        <a:extLst>
                          <a:ext uri="{FF2B5EF4-FFF2-40B4-BE49-F238E27FC236}">
                            <a16:creationId xmlns:a16="http://schemas.microsoft.com/office/drawing/2014/main" id="{DBFA0AE2-E178-4929-865F-AA71D7B72E1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9" name="3D Model 358" descr="Sphere">
                            <a:extLst>
                              <a:ext uri="{FF2B5EF4-FFF2-40B4-BE49-F238E27FC236}">
                                <a16:creationId xmlns:a16="http://schemas.microsoft.com/office/drawing/2014/main" id="{42CD37EE-602F-483F-94EE-0538C9A9948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61730434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7"/>
                              </am3d:raster>
                              <am3d:objViewport viewportSz="16405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306" name="Group 305">
                      <a:extLst>
                        <a:ext uri="{FF2B5EF4-FFF2-40B4-BE49-F238E27FC236}">
                          <a16:creationId xmlns:a16="http://schemas.microsoft.com/office/drawing/2014/main" id="{AC1C13F7-71F4-4381-AF07-C9DE2C818B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338" name="Flowchart: Connector 337">
                        <a:extLst>
                          <a:ext uri="{FF2B5EF4-FFF2-40B4-BE49-F238E27FC236}">
                            <a16:creationId xmlns:a16="http://schemas.microsoft.com/office/drawing/2014/main" id="{1DA0F3BD-BDC8-4411-A63F-9E42F07EA86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39" name="Flowchart: Connector 338">
                        <a:extLst>
                          <a:ext uri="{FF2B5EF4-FFF2-40B4-BE49-F238E27FC236}">
                            <a16:creationId xmlns:a16="http://schemas.microsoft.com/office/drawing/2014/main" id="{EF022D53-50FC-4441-864D-7AFBA5D223E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0" name="Flowchart: Connector 339">
                        <a:extLst>
                          <a:ext uri="{FF2B5EF4-FFF2-40B4-BE49-F238E27FC236}">
                            <a16:creationId xmlns:a16="http://schemas.microsoft.com/office/drawing/2014/main" id="{ED7A82C1-5213-4E25-A532-992B89E2BE3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1" name="Flowchart: Connector 340">
                        <a:extLst>
                          <a:ext uri="{FF2B5EF4-FFF2-40B4-BE49-F238E27FC236}">
                            <a16:creationId xmlns:a16="http://schemas.microsoft.com/office/drawing/2014/main" id="{31FFF8BE-93B5-4BE9-A3D5-0FC69F7363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2" name="Flowchart: Connector 341">
                        <a:extLst>
                          <a:ext uri="{FF2B5EF4-FFF2-40B4-BE49-F238E27FC236}">
                            <a16:creationId xmlns:a16="http://schemas.microsoft.com/office/drawing/2014/main" id="{E9725AF1-CFCB-4142-8C17-0E8FECAEFE7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3" name="Flowchart: Connector 342">
                        <a:extLst>
                          <a:ext uri="{FF2B5EF4-FFF2-40B4-BE49-F238E27FC236}">
                            <a16:creationId xmlns:a16="http://schemas.microsoft.com/office/drawing/2014/main" id="{93BD3514-DE7E-4F4E-AA8E-9FB3FAEBF17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4" name="Flowchart: Connector 343">
                        <a:extLst>
                          <a:ext uri="{FF2B5EF4-FFF2-40B4-BE49-F238E27FC236}">
                            <a16:creationId xmlns:a16="http://schemas.microsoft.com/office/drawing/2014/main" id="{BD5E5B18-478C-49BF-8FA7-FC33C5A026A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5" name="Flowchart: Connector 344">
                        <a:extLst>
                          <a:ext uri="{FF2B5EF4-FFF2-40B4-BE49-F238E27FC236}">
                            <a16:creationId xmlns:a16="http://schemas.microsoft.com/office/drawing/2014/main" id="{CB705C89-0B61-4276-A372-58234B23FE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6" name="3D Model 345" descr="Sphere">
                            <a:extLst>
                              <a:ext uri="{FF2B5EF4-FFF2-40B4-BE49-F238E27FC236}">
                                <a16:creationId xmlns:a16="http://schemas.microsoft.com/office/drawing/2014/main" id="{5BF283F9-B4E1-4669-9F6C-630DF25C034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46814442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7" name="Flowchart: Connector 346">
                        <a:extLst>
                          <a:ext uri="{FF2B5EF4-FFF2-40B4-BE49-F238E27FC236}">
                            <a16:creationId xmlns:a16="http://schemas.microsoft.com/office/drawing/2014/main" id="{6D231251-63FD-4296-B237-AE2A95C616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8" name="3D Model 347" descr="Sphere">
                            <a:extLst>
                              <a:ext uri="{FF2B5EF4-FFF2-40B4-BE49-F238E27FC236}">
                                <a16:creationId xmlns:a16="http://schemas.microsoft.com/office/drawing/2014/main" id="{3B92E96A-E83D-49D2-8143-3C022A7C903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1779375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9" name="Flowchart: Connector 348">
                        <a:extLst>
                          <a:ext uri="{FF2B5EF4-FFF2-40B4-BE49-F238E27FC236}">
                            <a16:creationId xmlns:a16="http://schemas.microsoft.com/office/drawing/2014/main" id="{A8727A0A-D1C4-48ED-AAB2-D03C7B89D1D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0" name="3D Model 349" descr="Sphere">
                            <a:extLst>
                              <a:ext uri="{FF2B5EF4-FFF2-40B4-BE49-F238E27FC236}">
                                <a16:creationId xmlns:a16="http://schemas.microsoft.com/office/drawing/2014/main" id="{CFDFF798-2F9A-4838-91C5-CAA6680D306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33028975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1" name="Flowchart: Connector 350">
                        <a:extLst>
                          <a:ext uri="{FF2B5EF4-FFF2-40B4-BE49-F238E27FC236}">
                            <a16:creationId xmlns:a16="http://schemas.microsoft.com/office/drawing/2014/main" id="{A05496C7-7E76-415D-800A-07B4E7E28F7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2" name="3D Model 351" descr="Sphere">
                            <a:extLst>
                              <a:ext uri="{FF2B5EF4-FFF2-40B4-BE49-F238E27FC236}">
                                <a16:creationId xmlns:a16="http://schemas.microsoft.com/office/drawing/2014/main" id="{CD8F8B9A-57D8-44B8-8E50-E60768565A9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7749290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307" name="Group 306">
                      <a:extLst>
                        <a:ext uri="{FF2B5EF4-FFF2-40B4-BE49-F238E27FC236}">
                          <a16:creationId xmlns:a16="http://schemas.microsoft.com/office/drawing/2014/main" id="{E30BAD86-F514-45FF-B070-033855CCCB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323" name="Flowchart: Connector 322">
                        <a:extLst>
                          <a:ext uri="{FF2B5EF4-FFF2-40B4-BE49-F238E27FC236}">
                            <a16:creationId xmlns:a16="http://schemas.microsoft.com/office/drawing/2014/main" id="{34989EAD-57DD-41A8-BBCD-B6C8E96D17B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4" name="Flowchart: Connector 323">
                        <a:extLst>
                          <a:ext uri="{FF2B5EF4-FFF2-40B4-BE49-F238E27FC236}">
                            <a16:creationId xmlns:a16="http://schemas.microsoft.com/office/drawing/2014/main" id="{6ECA40C0-BEBA-4A1E-AFFE-57EFA547CB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5" name="Flowchart: Connector 324">
                        <a:extLst>
                          <a:ext uri="{FF2B5EF4-FFF2-40B4-BE49-F238E27FC236}">
                            <a16:creationId xmlns:a16="http://schemas.microsoft.com/office/drawing/2014/main" id="{820353AC-76D1-4F7F-920B-314AC7D1179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6" name="Flowchart: Connector 325">
                        <a:extLst>
                          <a:ext uri="{FF2B5EF4-FFF2-40B4-BE49-F238E27FC236}">
                            <a16:creationId xmlns:a16="http://schemas.microsoft.com/office/drawing/2014/main" id="{E0DE4282-C04A-4F1B-8B6D-C865AB8220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7" name="Flowchart: Connector 326">
                        <a:extLst>
                          <a:ext uri="{FF2B5EF4-FFF2-40B4-BE49-F238E27FC236}">
                            <a16:creationId xmlns:a16="http://schemas.microsoft.com/office/drawing/2014/main" id="{20363853-DB52-4025-BF51-80372D7EA0D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8" name="Flowchart: Connector 327">
                        <a:extLst>
                          <a:ext uri="{FF2B5EF4-FFF2-40B4-BE49-F238E27FC236}">
                            <a16:creationId xmlns:a16="http://schemas.microsoft.com/office/drawing/2014/main" id="{BC77E31E-33F5-4B5C-A408-BF2C5229F70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9" name="Flowchart: Connector 328">
                        <a:extLst>
                          <a:ext uri="{FF2B5EF4-FFF2-40B4-BE49-F238E27FC236}">
                            <a16:creationId xmlns:a16="http://schemas.microsoft.com/office/drawing/2014/main" id="{94D993B3-081F-4F44-A01D-0A28C976CC1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30" name="Flowchart: Connector 329">
                        <a:extLst>
                          <a:ext uri="{FF2B5EF4-FFF2-40B4-BE49-F238E27FC236}">
                            <a16:creationId xmlns:a16="http://schemas.microsoft.com/office/drawing/2014/main" id="{1D6D51C0-B176-48F2-A356-AF489B0522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31" name="3D Model 330" descr="Sphere">
                            <a:extLst>
                              <a:ext uri="{FF2B5EF4-FFF2-40B4-BE49-F238E27FC236}">
                                <a16:creationId xmlns:a16="http://schemas.microsoft.com/office/drawing/2014/main" id="{4FA95E5F-DD61-40CC-9C29-D81B302D7CD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5209895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32" name="Flowchart: Connector 331">
                        <a:extLst>
                          <a:ext uri="{FF2B5EF4-FFF2-40B4-BE49-F238E27FC236}">
                            <a16:creationId xmlns:a16="http://schemas.microsoft.com/office/drawing/2014/main" id="{0CD4DCA0-3979-4509-BFD8-A76DA8B749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33" name="3D Model 332" descr="Sphere">
                            <a:extLst>
                              <a:ext uri="{FF2B5EF4-FFF2-40B4-BE49-F238E27FC236}">
                                <a16:creationId xmlns:a16="http://schemas.microsoft.com/office/drawing/2014/main" id="{7635C863-A725-4AFC-BCC2-864DD6EF4FE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54903261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34" name="Flowchart: Connector 333">
                        <a:extLst>
                          <a:ext uri="{FF2B5EF4-FFF2-40B4-BE49-F238E27FC236}">
                            <a16:creationId xmlns:a16="http://schemas.microsoft.com/office/drawing/2014/main" id="{E3201D41-BFC8-4C9E-83F5-2CA640AE46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35" name="3D Model 334" descr="Sphere">
                            <a:extLst>
                              <a:ext uri="{FF2B5EF4-FFF2-40B4-BE49-F238E27FC236}">
                                <a16:creationId xmlns:a16="http://schemas.microsoft.com/office/drawing/2014/main" id="{54B6A917-9222-487C-9E04-2A8B41B844B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3868236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36" name="Flowchart: Connector 335">
                        <a:extLst>
                          <a:ext uri="{FF2B5EF4-FFF2-40B4-BE49-F238E27FC236}">
                            <a16:creationId xmlns:a16="http://schemas.microsoft.com/office/drawing/2014/main" id="{5043FF04-EA02-47F5-8C69-D265B397FB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37" name="3D Model 336" descr="Sphere">
                            <a:extLst>
                              <a:ext uri="{FF2B5EF4-FFF2-40B4-BE49-F238E27FC236}">
                                <a16:creationId xmlns:a16="http://schemas.microsoft.com/office/drawing/2014/main" id="{92ED4AA6-AD94-4191-AE6D-240946539BA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500512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308" name="Flowchart: Connector 307">
                      <a:extLst>
                        <a:ext uri="{FF2B5EF4-FFF2-40B4-BE49-F238E27FC236}">
                          <a16:creationId xmlns:a16="http://schemas.microsoft.com/office/drawing/2014/main" id="{557E4A62-C4CA-4CD4-8126-119077EB9CF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09" name="Flowchart: Connector 308">
                      <a:extLst>
                        <a:ext uri="{FF2B5EF4-FFF2-40B4-BE49-F238E27FC236}">
                          <a16:creationId xmlns:a16="http://schemas.microsoft.com/office/drawing/2014/main" id="{2D5FB1BA-5F9F-4E11-B793-6123FD8EE35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0" name="Flowchart: Connector 309">
                      <a:extLst>
                        <a:ext uri="{FF2B5EF4-FFF2-40B4-BE49-F238E27FC236}">
                          <a16:creationId xmlns:a16="http://schemas.microsoft.com/office/drawing/2014/main" id="{8326D752-0801-48B1-B65C-03A32E145F2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1" name="Flowchart: Connector 310">
                      <a:extLst>
                        <a:ext uri="{FF2B5EF4-FFF2-40B4-BE49-F238E27FC236}">
                          <a16:creationId xmlns:a16="http://schemas.microsoft.com/office/drawing/2014/main" id="{B7F228FD-070A-41D1-AD2A-F9EA35E9F9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2" name="Flowchart: Connector 311">
                      <a:extLst>
                        <a:ext uri="{FF2B5EF4-FFF2-40B4-BE49-F238E27FC236}">
                          <a16:creationId xmlns:a16="http://schemas.microsoft.com/office/drawing/2014/main" id="{1B9F3805-5275-496D-BD66-41B145741A3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3" name="Flowchart: Connector 312">
                      <a:extLst>
                        <a:ext uri="{FF2B5EF4-FFF2-40B4-BE49-F238E27FC236}">
                          <a16:creationId xmlns:a16="http://schemas.microsoft.com/office/drawing/2014/main" id="{2D753D7F-43CB-44D2-BABF-93535A4CFF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4" name="Flowchart: Connector 313">
                      <a:extLst>
                        <a:ext uri="{FF2B5EF4-FFF2-40B4-BE49-F238E27FC236}">
                          <a16:creationId xmlns:a16="http://schemas.microsoft.com/office/drawing/2014/main" id="{78EF3AF4-D659-4D51-BACC-6E92ADAA3DF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5" name="Flowchart: Connector 314">
                      <a:extLst>
                        <a:ext uri="{FF2B5EF4-FFF2-40B4-BE49-F238E27FC236}">
                          <a16:creationId xmlns:a16="http://schemas.microsoft.com/office/drawing/2014/main" id="{3323E938-ECC5-4674-BE43-4AE3374A7E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16" name="3D Model 315" descr="Sphere">
                          <a:extLst>
                            <a:ext uri="{FF2B5EF4-FFF2-40B4-BE49-F238E27FC236}">
                              <a16:creationId xmlns:a16="http://schemas.microsoft.com/office/drawing/2014/main" id="{D4413D4D-DDA6-4D06-BCD5-FA9B6E6B052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539679260"/>
                            </p:ext>
                          </p:extLst>
                        </p:nvPr>
                      </p:nvGraphicFramePr>
                      <p:xfrm>
                        <a:off x="2134543" y="1523034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6" name="3D Model 315" descr="Sphere">
                          <a:extLst>
                            <a:ext uri="{FF2B5EF4-FFF2-40B4-BE49-F238E27FC236}">
                              <a16:creationId xmlns:a16="http://schemas.microsoft.com/office/drawing/2014/main" id="{94CEC40E-A38A-4B0D-A79B-E09B750E6BC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16517" y="257416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17" name="Flowchart: Connector 316">
                      <a:extLst>
                        <a:ext uri="{FF2B5EF4-FFF2-40B4-BE49-F238E27FC236}">
                          <a16:creationId xmlns:a16="http://schemas.microsoft.com/office/drawing/2014/main" id="{BAFCAD41-E3C5-466A-B484-47884FF9489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18" name="3D Model 317" descr="Sphere">
                          <a:extLst>
                            <a:ext uri="{FF2B5EF4-FFF2-40B4-BE49-F238E27FC236}">
                              <a16:creationId xmlns:a16="http://schemas.microsoft.com/office/drawing/2014/main" id="{CE1083C8-E8EE-4831-9939-020A9C15362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181345896"/>
                            </p:ext>
                          </p:extLst>
                        </p:nvPr>
                      </p:nvGraphicFramePr>
                      <p:xfrm>
                        <a:off x="2371307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8" name="3D Model 317" descr="Sphere">
                          <a:extLst>
                            <a:ext uri="{FF2B5EF4-FFF2-40B4-BE49-F238E27FC236}">
                              <a16:creationId xmlns:a16="http://schemas.microsoft.com/office/drawing/2014/main" id="{2BEBEC1A-1AF1-4D15-819D-9B7F535C5F3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53281" y="263088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19" name="Flowchart: Connector 318">
                      <a:extLst>
                        <a:ext uri="{FF2B5EF4-FFF2-40B4-BE49-F238E27FC236}">
                          <a16:creationId xmlns:a16="http://schemas.microsoft.com/office/drawing/2014/main" id="{E721358C-DDC1-4481-AD92-58F4B3FC18C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20" name="3D Model 319" descr="Sphere">
                          <a:extLst>
                            <a:ext uri="{FF2B5EF4-FFF2-40B4-BE49-F238E27FC236}">
                              <a16:creationId xmlns:a16="http://schemas.microsoft.com/office/drawing/2014/main" id="{30F08066-448C-47D1-A1F7-936E67EC278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164218928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0" name="3D Model 319" descr="Sphere">
                          <a:extLst>
                            <a:ext uri="{FF2B5EF4-FFF2-40B4-BE49-F238E27FC236}">
                              <a16:creationId xmlns:a16="http://schemas.microsoft.com/office/drawing/2014/main" id="{1A28C680-4EF8-400E-9656-44FEB9047F9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991151" y="269268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21" name="Flowchart: Connector 320">
                      <a:extLst>
                        <a:ext uri="{FF2B5EF4-FFF2-40B4-BE49-F238E27FC236}">
                          <a16:creationId xmlns:a16="http://schemas.microsoft.com/office/drawing/2014/main" id="{B80A533A-C391-456F-A04D-C5F39DBCD1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22" name="3D Model 321" descr="Sphere">
                          <a:extLst>
                            <a:ext uri="{FF2B5EF4-FFF2-40B4-BE49-F238E27FC236}">
                              <a16:creationId xmlns:a16="http://schemas.microsoft.com/office/drawing/2014/main" id="{D86D3723-B8B2-491E-B06A-51C8BFF41B44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508781783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2" name="3D Model 321" descr="Sphere">
                          <a:extLst>
                            <a:ext uri="{FF2B5EF4-FFF2-40B4-BE49-F238E27FC236}">
                              <a16:creationId xmlns:a16="http://schemas.microsoft.com/office/drawing/2014/main" id="{14AA6C24-5D08-45CB-ACEC-CB80EC94130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2259569" y="2779722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83" name="Group 82">
                  <a:extLst>
                    <a:ext uri="{FF2B5EF4-FFF2-40B4-BE49-F238E27FC236}">
                      <a16:creationId xmlns:a16="http://schemas.microsoft.com/office/drawing/2014/main" id="{0F37BE48-888B-4328-8009-81BA1B81C534}"/>
                    </a:ext>
                  </a:extLst>
                </p:cNvPr>
                <p:cNvGrpSpPr/>
                <p:nvPr/>
              </p:nvGrpSpPr>
              <p:grpSpPr>
                <a:xfrm>
                  <a:off x="1773325" y="2268938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300" name="Flowchart: Connector 299">
                    <a:extLst>
                      <a:ext uri="{FF2B5EF4-FFF2-40B4-BE49-F238E27FC236}">
                        <a16:creationId xmlns:a16="http://schemas.microsoft.com/office/drawing/2014/main" id="{B1FDD331-E53B-417B-9DAA-BFFD7ADCD2E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01" name="Flowchart: Connector 300">
                    <a:extLst>
                      <a:ext uri="{FF2B5EF4-FFF2-40B4-BE49-F238E27FC236}">
                        <a16:creationId xmlns:a16="http://schemas.microsoft.com/office/drawing/2014/main" id="{D5AA677A-67B0-4F7B-B7B4-187F15DD0F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02" name="Flowchart: Connector 301">
                    <a:extLst>
                      <a:ext uri="{FF2B5EF4-FFF2-40B4-BE49-F238E27FC236}">
                        <a16:creationId xmlns:a16="http://schemas.microsoft.com/office/drawing/2014/main" id="{E5D0D08F-C469-4308-89D2-B39E6AAC718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84" name="Flowchart: Connector 83">
                  <a:extLst>
                    <a:ext uri="{FF2B5EF4-FFF2-40B4-BE49-F238E27FC236}">
                      <a16:creationId xmlns:a16="http://schemas.microsoft.com/office/drawing/2014/main" id="{3358DD4C-DC8A-4F19-BB18-D4E9878A886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37026" y="201261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85" name="Flowchart: Connector 84">
                  <a:extLst>
                    <a:ext uri="{FF2B5EF4-FFF2-40B4-BE49-F238E27FC236}">
                      <a16:creationId xmlns:a16="http://schemas.microsoft.com/office/drawing/2014/main" id="{CCFC5A3E-CDD2-44B1-A65D-3823698B119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88002" y="208727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516B87E7-D282-4083-91F9-62D12A73057A}"/>
                    </a:ext>
                  </a:extLst>
                </p:cNvPr>
                <p:cNvGrpSpPr/>
                <p:nvPr/>
              </p:nvGrpSpPr>
              <p:grpSpPr>
                <a:xfrm rot="21228750">
                  <a:off x="1171220" y="1918660"/>
                  <a:ext cx="698062" cy="387533"/>
                  <a:chOff x="854933" y="2290871"/>
                  <a:chExt cx="698062" cy="387533"/>
                </a:xfrm>
              </p:grpSpPr>
              <p:sp>
                <p:nvSpPr>
                  <p:cNvPr id="297" name="Flowchart: Connector 296">
                    <a:extLst>
                      <a:ext uri="{FF2B5EF4-FFF2-40B4-BE49-F238E27FC236}">
                        <a16:creationId xmlns:a16="http://schemas.microsoft.com/office/drawing/2014/main" id="{4BF803A1-50FD-451F-AE67-7995BD81D28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3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98" name="Flowchart: Connector 297">
                    <a:extLst>
                      <a:ext uri="{FF2B5EF4-FFF2-40B4-BE49-F238E27FC236}">
                        <a16:creationId xmlns:a16="http://schemas.microsoft.com/office/drawing/2014/main" id="{FA615554-A970-400B-B2CD-1B776D58A8E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5206" y="23778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99" name="Flowchart: Connector 298">
                    <a:extLst>
                      <a:ext uri="{FF2B5EF4-FFF2-40B4-BE49-F238E27FC236}">
                        <a16:creationId xmlns:a16="http://schemas.microsoft.com/office/drawing/2014/main" id="{A05906CB-3AFC-40AA-BB48-987DD5182DB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41136" y="2462404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B1E2F30E-059D-4CF5-81F5-2F02C088B268}"/>
                    </a:ext>
                  </a:extLst>
                </p:cNvPr>
                <p:cNvGrpSpPr/>
                <p:nvPr/>
              </p:nvGrpSpPr>
              <p:grpSpPr>
                <a:xfrm>
                  <a:off x="849741" y="1890320"/>
                  <a:ext cx="1098636" cy="1497980"/>
                  <a:chOff x="2089993" y="1501770"/>
                  <a:chExt cx="1098636" cy="1497980"/>
                </a:xfrm>
              </p:grpSpPr>
              <p:grpSp>
                <p:nvGrpSpPr>
                  <p:cNvPr id="232" name="Group 231">
                    <a:extLst>
                      <a:ext uri="{FF2B5EF4-FFF2-40B4-BE49-F238E27FC236}">
                        <a16:creationId xmlns:a16="http://schemas.microsoft.com/office/drawing/2014/main" id="{3F06E764-8451-4C01-B6EC-F6815A473FA7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34990"/>
                    <a:ext cx="101484" cy="1051941"/>
                    <a:chOff x="1800622" y="2329236"/>
                    <a:chExt cx="101484" cy="1051941"/>
                  </a:xfrm>
                </p:grpSpPr>
                <p:sp>
                  <p:nvSpPr>
                    <p:cNvPr id="293" name="Flowchart: Connector 292">
                      <a:extLst>
                        <a:ext uri="{FF2B5EF4-FFF2-40B4-BE49-F238E27FC236}">
                          <a16:creationId xmlns:a16="http://schemas.microsoft.com/office/drawing/2014/main" id="{5C9DFCC6-A299-4E0E-B05F-0A909A41D7B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94" name="Flowchart: Connector 293">
                      <a:extLst>
                        <a:ext uri="{FF2B5EF4-FFF2-40B4-BE49-F238E27FC236}">
                          <a16:creationId xmlns:a16="http://schemas.microsoft.com/office/drawing/2014/main" id="{2286038E-ABC2-4793-A69C-644D2CCBE0D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95" name="Flowchart: Connector 294">
                      <a:extLst>
                        <a:ext uri="{FF2B5EF4-FFF2-40B4-BE49-F238E27FC236}">
                          <a16:creationId xmlns:a16="http://schemas.microsoft.com/office/drawing/2014/main" id="{2EA8F9E7-59CA-4AE6-8B5F-33B162C7A24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96" name="Flowchart: Connector 295">
                      <a:extLst>
                        <a:ext uri="{FF2B5EF4-FFF2-40B4-BE49-F238E27FC236}">
                          <a16:creationId xmlns:a16="http://schemas.microsoft.com/office/drawing/2014/main" id="{917C66CC-EA57-4F65-96B6-9ACE8690CEC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2923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233" name="Group 232">
                    <a:extLst>
                      <a:ext uri="{FF2B5EF4-FFF2-40B4-BE49-F238E27FC236}">
                        <a16:creationId xmlns:a16="http://schemas.microsoft.com/office/drawing/2014/main" id="{41A4793C-F0A0-4C4E-B19E-06CCDD5377E3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01770"/>
                    <a:ext cx="1074397" cy="1497980"/>
                    <a:chOff x="2114232" y="1501770"/>
                    <a:chExt cx="1074397" cy="1497980"/>
                  </a:xfrm>
                </p:grpSpPr>
                <p:grpSp>
                  <p:nvGrpSpPr>
                    <p:cNvPr id="234" name="Group 233">
                      <a:extLst>
                        <a:ext uri="{FF2B5EF4-FFF2-40B4-BE49-F238E27FC236}">
                          <a16:creationId xmlns:a16="http://schemas.microsoft.com/office/drawing/2014/main" id="{E5DBAB10-1D6B-4318-A4B1-58232E4C67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285" name="Flowchart: Connector 284">
                        <a:extLst>
                          <a:ext uri="{FF2B5EF4-FFF2-40B4-BE49-F238E27FC236}">
                            <a16:creationId xmlns:a16="http://schemas.microsoft.com/office/drawing/2014/main" id="{F7592179-8B72-4489-ADCD-E09DFE6985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6" name="3D Model 285" descr="Sphere">
                            <a:extLst>
                              <a:ext uri="{FF2B5EF4-FFF2-40B4-BE49-F238E27FC236}">
                                <a16:creationId xmlns:a16="http://schemas.microsoft.com/office/drawing/2014/main" id="{36A95CBC-023D-4F12-9DD8-26AB1087DEB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36933820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7" name="Flowchart: Connector 286">
                        <a:extLst>
                          <a:ext uri="{FF2B5EF4-FFF2-40B4-BE49-F238E27FC236}">
                            <a16:creationId xmlns:a16="http://schemas.microsoft.com/office/drawing/2014/main" id="{ED0DB6AB-9EDD-424E-9A9E-82892A33509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8" name="3D Model 287" descr="Sphere">
                            <a:extLst>
                              <a:ext uri="{FF2B5EF4-FFF2-40B4-BE49-F238E27FC236}">
                                <a16:creationId xmlns:a16="http://schemas.microsoft.com/office/drawing/2014/main" id="{7E34DC14-91E1-486C-BF0A-95EB58F351D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75514367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9" name="Flowchart: Connector 288">
                        <a:extLst>
                          <a:ext uri="{FF2B5EF4-FFF2-40B4-BE49-F238E27FC236}">
                            <a16:creationId xmlns:a16="http://schemas.microsoft.com/office/drawing/2014/main" id="{5D8DF6CB-3D97-4BB4-9E5B-793A8C15C96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0" name="3D Model 289" descr="Sphere">
                            <a:extLst>
                              <a:ext uri="{FF2B5EF4-FFF2-40B4-BE49-F238E27FC236}">
                                <a16:creationId xmlns:a16="http://schemas.microsoft.com/office/drawing/2014/main" id="{328647B5-4772-4072-8EB5-C3F53AED9F9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22133204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91" name="Flowchart: Connector 290">
                        <a:extLst>
                          <a:ext uri="{FF2B5EF4-FFF2-40B4-BE49-F238E27FC236}">
                            <a16:creationId xmlns:a16="http://schemas.microsoft.com/office/drawing/2014/main" id="{B25A3962-8077-4712-ADF9-E2493D7094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2" name="3D Model 291" descr="Sphere">
                            <a:extLst>
                              <a:ext uri="{FF2B5EF4-FFF2-40B4-BE49-F238E27FC236}">
                                <a16:creationId xmlns:a16="http://schemas.microsoft.com/office/drawing/2014/main" id="{18C666A0-740C-42A6-96C9-0555947F3FF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567047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7"/>
                              </am3d:raster>
                              <am3d:objViewport viewportSz="16405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35" name="Group 234">
                      <a:extLst>
                        <a:ext uri="{FF2B5EF4-FFF2-40B4-BE49-F238E27FC236}">
                          <a16:creationId xmlns:a16="http://schemas.microsoft.com/office/drawing/2014/main" id="{E8229D49-3F1D-446A-8573-0004B2655D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69" name="Flowchart: Connector 268">
                        <a:extLst>
                          <a:ext uri="{FF2B5EF4-FFF2-40B4-BE49-F238E27FC236}">
                            <a16:creationId xmlns:a16="http://schemas.microsoft.com/office/drawing/2014/main" id="{E936CCB5-9077-44E3-B1BE-33E7E91E381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0" name="Flowchart: Connector 269">
                        <a:extLst>
                          <a:ext uri="{FF2B5EF4-FFF2-40B4-BE49-F238E27FC236}">
                            <a16:creationId xmlns:a16="http://schemas.microsoft.com/office/drawing/2014/main" id="{D84AFB12-B728-49AF-BC44-A244AFB3B2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1" name="Flowchart: Connector 270">
                        <a:extLst>
                          <a:ext uri="{FF2B5EF4-FFF2-40B4-BE49-F238E27FC236}">
                            <a16:creationId xmlns:a16="http://schemas.microsoft.com/office/drawing/2014/main" id="{316C1E94-2389-4144-ADCC-20B81C80309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2" name="Flowchart: Connector 271">
                        <a:extLst>
                          <a:ext uri="{FF2B5EF4-FFF2-40B4-BE49-F238E27FC236}">
                            <a16:creationId xmlns:a16="http://schemas.microsoft.com/office/drawing/2014/main" id="{1ADA166B-7426-43B9-A2FE-8205ABA33A5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3" name="Flowchart: Connector 272">
                        <a:extLst>
                          <a:ext uri="{FF2B5EF4-FFF2-40B4-BE49-F238E27FC236}">
                            <a16:creationId xmlns:a16="http://schemas.microsoft.com/office/drawing/2014/main" id="{1E48D2CB-C1CA-4DBD-A823-428064AB86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4" name="Flowchart: Connector 273">
                        <a:extLst>
                          <a:ext uri="{FF2B5EF4-FFF2-40B4-BE49-F238E27FC236}">
                            <a16:creationId xmlns:a16="http://schemas.microsoft.com/office/drawing/2014/main" id="{B7FB14D2-54F9-41B7-AEF1-CB708A70E07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5" name="Flowchart: Connector 274">
                        <a:extLst>
                          <a:ext uri="{FF2B5EF4-FFF2-40B4-BE49-F238E27FC236}">
                            <a16:creationId xmlns:a16="http://schemas.microsoft.com/office/drawing/2014/main" id="{FD3FD556-AFFB-4D38-96F5-3487B50F927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6" name="Flowchart: Connector 275">
                        <a:extLst>
                          <a:ext uri="{FF2B5EF4-FFF2-40B4-BE49-F238E27FC236}">
                            <a16:creationId xmlns:a16="http://schemas.microsoft.com/office/drawing/2014/main" id="{574D842E-CCFA-460A-A569-A315220BC3E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7" name="Flowchart: Connector 276">
                        <a:extLst>
                          <a:ext uri="{FF2B5EF4-FFF2-40B4-BE49-F238E27FC236}">
                            <a16:creationId xmlns:a16="http://schemas.microsoft.com/office/drawing/2014/main" id="{D880206E-EDB2-40E1-B5E3-CAA90E17B9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8" name="3D Model 277" descr="Sphere">
                            <a:extLst>
                              <a:ext uri="{FF2B5EF4-FFF2-40B4-BE49-F238E27FC236}">
                                <a16:creationId xmlns:a16="http://schemas.microsoft.com/office/drawing/2014/main" id="{1C29FBB4-12CD-4BD3-9FEA-D207130526F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56920785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79" name="Flowchart: Connector 278">
                        <a:extLst>
                          <a:ext uri="{FF2B5EF4-FFF2-40B4-BE49-F238E27FC236}">
                            <a16:creationId xmlns:a16="http://schemas.microsoft.com/office/drawing/2014/main" id="{4571D1F4-7414-423B-B36F-80890A69372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0" name="3D Model 279" descr="Sphere">
                            <a:extLst>
                              <a:ext uri="{FF2B5EF4-FFF2-40B4-BE49-F238E27FC236}">
                                <a16:creationId xmlns:a16="http://schemas.microsoft.com/office/drawing/2014/main" id="{1FD22B4C-1429-4FA9-9290-2E87D0DA777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68878061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1" name="Flowchart: Connector 280">
                        <a:extLst>
                          <a:ext uri="{FF2B5EF4-FFF2-40B4-BE49-F238E27FC236}">
                            <a16:creationId xmlns:a16="http://schemas.microsoft.com/office/drawing/2014/main" id="{F6F53F08-113A-435D-960A-F7D6FFFC35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2" name="3D Model 281" descr="Sphere">
                            <a:extLst>
                              <a:ext uri="{FF2B5EF4-FFF2-40B4-BE49-F238E27FC236}">
                                <a16:creationId xmlns:a16="http://schemas.microsoft.com/office/drawing/2014/main" id="{F3B2EC1B-774E-437C-894C-03826EAB8BA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8025357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3" name="Flowchart: Connector 282">
                        <a:extLst>
                          <a:ext uri="{FF2B5EF4-FFF2-40B4-BE49-F238E27FC236}">
                            <a16:creationId xmlns:a16="http://schemas.microsoft.com/office/drawing/2014/main" id="{3ED79703-032B-493D-B01C-AA13596C75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4" name="3D Model 283" descr="Sphere">
                            <a:extLst>
                              <a:ext uri="{FF2B5EF4-FFF2-40B4-BE49-F238E27FC236}">
                                <a16:creationId xmlns:a16="http://schemas.microsoft.com/office/drawing/2014/main" id="{3D0A748E-D0E2-409E-9774-F6D321BAFA6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2442380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36" name="Group 235">
                      <a:extLst>
                        <a:ext uri="{FF2B5EF4-FFF2-40B4-BE49-F238E27FC236}">
                          <a16:creationId xmlns:a16="http://schemas.microsoft.com/office/drawing/2014/main" id="{12C36C76-85AF-41A3-80B0-1A38B423B1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53" name="Flowchart: Connector 252">
                        <a:extLst>
                          <a:ext uri="{FF2B5EF4-FFF2-40B4-BE49-F238E27FC236}">
                            <a16:creationId xmlns:a16="http://schemas.microsoft.com/office/drawing/2014/main" id="{4A94470E-8EC7-4E24-BFEA-96A3D81C38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4" name="Flowchart: Connector 253">
                        <a:extLst>
                          <a:ext uri="{FF2B5EF4-FFF2-40B4-BE49-F238E27FC236}">
                            <a16:creationId xmlns:a16="http://schemas.microsoft.com/office/drawing/2014/main" id="{0933FD03-80FD-441D-9916-2FB7D3F694A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5" name="Flowchart: Connector 254">
                        <a:extLst>
                          <a:ext uri="{FF2B5EF4-FFF2-40B4-BE49-F238E27FC236}">
                            <a16:creationId xmlns:a16="http://schemas.microsoft.com/office/drawing/2014/main" id="{881C6894-BB9F-4418-BBEF-253B8C19FED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6" name="Flowchart: Connector 255">
                        <a:extLst>
                          <a:ext uri="{FF2B5EF4-FFF2-40B4-BE49-F238E27FC236}">
                            <a16:creationId xmlns:a16="http://schemas.microsoft.com/office/drawing/2014/main" id="{D0DB8C13-A0BD-446F-9EA1-F6826365879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7" name="Flowchart: Connector 256">
                        <a:extLst>
                          <a:ext uri="{FF2B5EF4-FFF2-40B4-BE49-F238E27FC236}">
                            <a16:creationId xmlns:a16="http://schemas.microsoft.com/office/drawing/2014/main" id="{7DEF9609-1FAB-4A81-9681-0C4E04370C2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8" name="Flowchart: Connector 257">
                        <a:extLst>
                          <a:ext uri="{FF2B5EF4-FFF2-40B4-BE49-F238E27FC236}">
                            <a16:creationId xmlns:a16="http://schemas.microsoft.com/office/drawing/2014/main" id="{A00D9375-12CF-4C94-9EE6-77BBDE796CD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9" name="Flowchart: Connector 258">
                        <a:extLst>
                          <a:ext uri="{FF2B5EF4-FFF2-40B4-BE49-F238E27FC236}">
                            <a16:creationId xmlns:a16="http://schemas.microsoft.com/office/drawing/2014/main" id="{88B886DE-09F7-4D5E-9462-5871E7769AC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60" name="Flowchart: Connector 259">
                        <a:extLst>
                          <a:ext uri="{FF2B5EF4-FFF2-40B4-BE49-F238E27FC236}">
                            <a16:creationId xmlns:a16="http://schemas.microsoft.com/office/drawing/2014/main" id="{A13292D4-DE45-4F2E-9BA3-09F3A0FB9EE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61" name="Flowchart: Connector 260">
                        <a:extLst>
                          <a:ext uri="{FF2B5EF4-FFF2-40B4-BE49-F238E27FC236}">
                            <a16:creationId xmlns:a16="http://schemas.microsoft.com/office/drawing/2014/main" id="{16C5580E-4E18-496C-B2B2-94248EF4430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62" name="3D Model 261" descr="Sphere">
                            <a:extLst>
                              <a:ext uri="{FF2B5EF4-FFF2-40B4-BE49-F238E27FC236}">
                                <a16:creationId xmlns:a16="http://schemas.microsoft.com/office/drawing/2014/main" id="{C181A28B-D0A1-4CBD-AD38-0B4D609CCB6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50538999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63" name="Flowchart: Connector 262">
                        <a:extLst>
                          <a:ext uri="{FF2B5EF4-FFF2-40B4-BE49-F238E27FC236}">
                            <a16:creationId xmlns:a16="http://schemas.microsoft.com/office/drawing/2014/main" id="{4DE5D8DD-5B31-4D43-B8C7-736C18A6AEC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64" name="3D Model 263" descr="Sphere">
                            <a:extLst>
                              <a:ext uri="{FF2B5EF4-FFF2-40B4-BE49-F238E27FC236}">
                                <a16:creationId xmlns:a16="http://schemas.microsoft.com/office/drawing/2014/main" id="{37253DA3-70B1-40AB-9909-E9759E9CD08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2373634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65" name="Flowchart: Connector 264">
                        <a:extLst>
                          <a:ext uri="{FF2B5EF4-FFF2-40B4-BE49-F238E27FC236}">
                            <a16:creationId xmlns:a16="http://schemas.microsoft.com/office/drawing/2014/main" id="{97F18017-4841-4215-8591-DA1574881B8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66" name="3D Model 265" descr="Sphere">
                            <a:extLst>
                              <a:ext uri="{FF2B5EF4-FFF2-40B4-BE49-F238E27FC236}">
                                <a16:creationId xmlns:a16="http://schemas.microsoft.com/office/drawing/2014/main" id="{4EDDBA3E-47E9-434F-B099-E65509B9C5B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71206215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67" name="Flowchart: Connector 266">
                        <a:extLst>
                          <a:ext uri="{FF2B5EF4-FFF2-40B4-BE49-F238E27FC236}">
                            <a16:creationId xmlns:a16="http://schemas.microsoft.com/office/drawing/2014/main" id="{3E38CC67-DA29-4381-8EFF-E5EC9A07CF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68" name="3D Model 267" descr="Sphere">
                            <a:extLst>
                              <a:ext uri="{FF2B5EF4-FFF2-40B4-BE49-F238E27FC236}">
                                <a16:creationId xmlns:a16="http://schemas.microsoft.com/office/drawing/2014/main" id="{E91BC196-1D6C-4566-A75C-07447B8BF4E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7974601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237" name="Flowchart: Connector 236">
                      <a:extLst>
                        <a:ext uri="{FF2B5EF4-FFF2-40B4-BE49-F238E27FC236}">
                          <a16:creationId xmlns:a16="http://schemas.microsoft.com/office/drawing/2014/main" id="{AE169ACF-98C9-4FAF-9E73-7F6E5FD015B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8" name="Flowchart: Connector 237">
                      <a:extLst>
                        <a:ext uri="{FF2B5EF4-FFF2-40B4-BE49-F238E27FC236}">
                          <a16:creationId xmlns:a16="http://schemas.microsoft.com/office/drawing/2014/main" id="{1238EADF-136E-414A-A310-C6E76C034FB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9" name="Flowchart: Connector 238">
                      <a:extLst>
                        <a:ext uri="{FF2B5EF4-FFF2-40B4-BE49-F238E27FC236}">
                          <a16:creationId xmlns:a16="http://schemas.microsoft.com/office/drawing/2014/main" id="{C73371EA-C1E0-48BD-A1E7-7E06AC6710A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0" name="Flowchart: Connector 239">
                      <a:extLst>
                        <a:ext uri="{FF2B5EF4-FFF2-40B4-BE49-F238E27FC236}">
                          <a16:creationId xmlns:a16="http://schemas.microsoft.com/office/drawing/2014/main" id="{4723B800-F680-41A3-B9DA-2AD5B4F605B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1" name="Flowchart: Connector 240">
                      <a:extLst>
                        <a:ext uri="{FF2B5EF4-FFF2-40B4-BE49-F238E27FC236}">
                          <a16:creationId xmlns:a16="http://schemas.microsoft.com/office/drawing/2014/main" id="{A01DBACC-F8B0-4C4B-AEA0-34C98F954DA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2" name="Flowchart: Connector 241">
                      <a:extLst>
                        <a:ext uri="{FF2B5EF4-FFF2-40B4-BE49-F238E27FC236}">
                          <a16:creationId xmlns:a16="http://schemas.microsoft.com/office/drawing/2014/main" id="{7842C79A-1F19-4095-9EC0-DD11BC3327D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3" name="Flowchart: Connector 242">
                      <a:extLst>
                        <a:ext uri="{FF2B5EF4-FFF2-40B4-BE49-F238E27FC236}">
                          <a16:creationId xmlns:a16="http://schemas.microsoft.com/office/drawing/2014/main" id="{76500C12-58EB-4FC7-9631-8796EB6654F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4" name="Flowchart: Connector 243">
                      <a:extLst>
                        <a:ext uri="{FF2B5EF4-FFF2-40B4-BE49-F238E27FC236}">
                          <a16:creationId xmlns:a16="http://schemas.microsoft.com/office/drawing/2014/main" id="{BE6CB4AB-3224-48DF-9C1A-19180024BD7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5" name="Flowchart: Connector 244">
                      <a:extLst>
                        <a:ext uri="{FF2B5EF4-FFF2-40B4-BE49-F238E27FC236}">
                          <a16:creationId xmlns:a16="http://schemas.microsoft.com/office/drawing/2014/main" id="{79CA7B5A-EFA3-4E12-9C41-344FE9B89D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46" name="3D Model 245" descr="Sphere">
                          <a:extLst>
                            <a:ext uri="{FF2B5EF4-FFF2-40B4-BE49-F238E27FC236}">
                              <a16:creationId xmlns:a16="http://schemas.microsoft.com/office/drawing/2014/main" id="{7A38F77C-157E-4B15-9DB0-3EE216DFA26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773955308"/>
                            </p:ext>
                          </p:extLst>
                        </p:nvPr>
                      </p:nvGraphicFramePr>
                      <p:xfrm>
                        <a:off x="2123911" y="1501770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6" name="3D Model 245" descr="Sphere">
                          <a:extLst>
                            <a:ext uri="{FF2B5EF4-FFF2-40B4-BE49-F238E27FC236}">
                              <a16:creationId xmlns:a16="http://schemas.microsoft.com/office/drawing/2014/main" id="{577274C7-8617-4369-B298-B9B4DA1BC5D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286054" y="267971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47" name="Flowchart: Connector 246">
                      <a:extLst>
                        <a:ext uri="{FF2B5EF4-FFF2-40B4-BE49-F238E27FC236}">
                          <a16:creationId xmlns:a16="http://schemas.microsoft.com/office/drawing/2014/main" id="{7E292C98-AC28-4795-A9C0-041C94E10E5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48" name="3D Model 247" descr="Sphere">
                          <a:extLst>
                            <a:ext uri="{FF2B5EF4-FFF2-40B4-BE49-F238E27FC236}">
                              <a16:creationId xmlns:a16="http://schemas.microsoft.com/office/drawing/2014/main" id="{2F294310-5940-41E9-A3C0-58F57B09A1C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348189071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8" name="3D Model 247" descr="Sphere">
                          <a:extLst>
                            <a:ext uri="{FF2B5EF4-FFF2-40B4-BE49-F238E27FC236}">
                              <a16:creationId xmlns:a16="http://schemas.microsoft.com/office/drawing/2014/main" id="{BC4E9140-BDC8-4E93-8770-30C4F9B0F09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26824" y="275770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49" name="Flowchart: Connector 248">
                      <a:extLst>
                        <a:ext uri="{FF2B5EF4-FFF2-40B4-BE49-F238E27FC236}">
                          <a16:creationId xmlns:a16="http://schemas.microsoft.com/office/drawing/2014/main" id="{D880B441-81F0-404B-84F3-82C2147AD81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93292" y="17177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50" name="3D Model 249" descr="Sphere">
                          <a:extLst>
                            <a:ext uri="{FF2B5EF4-FFF2-40B4-BE49-F238E27FC236}">
                              <a16:creationId xmlns:a16="http://schemas.microsoft.com/office/drawing/2014/main" id="{917606A5-F9A9-45AE-B1EF-8EE818778CE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038398488"/>
                            </p:ext>
                          </p:extLst>
                        </p:nvPr>
                      </p:nvGraphicFramePr>
                      <p:xfrm>
                        <a:off x="2622429" y="163823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0" name="3D Model 249" descr="Sphere">
                          <a:extLst>
                            <a:ext uri="{FF2B5EF4-FFF2-40B4-BE49-F238E27FC236}">
                              <a16:creationId xmlns:a16="http://schemas.microsoft.com/office/drawing/2014/main" id="{C1AF7886-B135-485F-A801-5B21B530E01D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84572" y="281618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51" name="Flowchart: Connector 250">
                      <a:extLst>
                        <a:ext uri="{FF2B5EF4-FFF2-40B4-BE49-F238E27FC236}">
                          <a16:creationId xmlns:a16="http://schemas.microsoft.com/office/drawing/2014/main" id="{1713E5AB-B106-4931-AE6F-774C7081DD9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52" name="3D Model 251" descr="Sphere">
                          <a:extLst>
                            <a:ext uri="{FF2B5EF4-FFF2-40B4-BE49-F238E27FC236}">
                              <a16:creationId xmlns:a16="http://schemas.microsoft.com/office/drawing/2014/main" id="{368C8828-1755-41E3-8286-A656B3271FC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168121324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2" name="3D Model 251" descr="Sphere">
                          <a:extLst>
                            <a:ext uri="{FF2B5EF4-FFF2-40B4-BE49-F238E27FC236}">
                              <a16:creationId xmlns:a16="http://schemas.microsoft.com/office/drawing/2014/main" id="{EB68E7E5-FF10-4BB5-8F5E-DD6D67E5C06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2039738" y="290653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88" name="Group 87">
                  <a:extLst>
                    <a:ext uri="{FF2B5EF4-FFF2-40B4-BE49-F238E27FC236}">
                      <a16:creationId xmlns:a16="http://schemas.microsoft.com/office/drawing/2014/main" id="{64859AE4-7034-45C9-B7A8-A5640E63E4E8}"/>
                    </a:ext>
                  </a:extLst>
                </p:cNvPr>
                <p:cNvGrpSpPr/>
                <p:nvPr/>
              </p:nvGrpSpPr>
              <p:grpSpPr>
                <a:xfrm>
                  <a:off x="1547436" y="2361226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229" name="Flowchart: Connector 228">
                    <a:extLst>
                      <a:ext uri="{FF2B5EF4-FFF2-40B4-BE49-F238E27FC236}">
                        <a16:creationId xmlns:a16="http://schemas.microsoft.com/office/drawing/2014/main" id="{0BE16F15-D775-4861-B142-B5AEB5666F6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0" name="Flowchart: Connector 229">
                    <a:extLst>
                      <a:ext uri="{FF2B5EF4-FFF2-40B4-BE49-F238E27FC236}">
                        <a16:creationId xmlns:a16="http://schemas.microsoft.com/office/drawing/2014/main" id="{F3D54B66-27D1-4363-846D-27C1FE0E4E4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1" name="Flowchart: Connector 230">
                    <a:extLst>
                      <a:ext uri="{FF2B5EF4-FFF2-40B4-BE49-F238E27FC236}">
                        <a16:creationId xmlns:a16="http://schemas.microsoft.com/office/drawing/2014/main" id="{B3F978BA-5DE3-4989-A8D2-E2B4180E5C8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89" name="Flowchart: Connector 88">
                  <a:extLst>
                    <a:ext uri="{FF2B5EF4-FFF2-40B4-BE49-F238E27FC236}">
                      <a16:creationId xmlns:a16="http://schemas.microsoft.com/office/drawing/2014/main" id="{67B6FD87-2412-461B-9029-FF79E1B0E5B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19794" y="212254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90" name="Flowchart: Connector 89">
                  <a:extLst>
                    <a:ext uri="{FF2B5EF4-FFF2-40B4-BE49-F238E27FC236}">
                      <a16:creationId xmlns:a16="http://schemas.microsoft.com/office/drawing/2014/main" id="{F4B1C9A0-03D5-4756-A719-FC4B1A6C559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74020" y="218539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91" name="Group 90">
                  <a:extLst>
                    <a:ext uri="{FF2B5EF4-FFF2-40B4-BE49-F238E27FC236}">
                      <a16:creationId xmlns:a16="http://schemas.microsoft.com/office/drawing/2014/main" id="{0CA137E6-1288-410D-A4A3-EC42150B239F}"/>
                    </a:ext>
                  </a:extLst>
                </p:cNvPr>
                <p:cNvGrpSpPr/>
                <p:nvPr/>
              </p:nvGrpSpPr>
              <p:grpSpPr>
                <a:xfrm rot="21418957">
                  <a:off x="941432" y="2025443"/>
                  <a:ext cx="710250" cy="369080"/>
                  <a:chOff x="854932" y="2290871"/>
                  <a:chExt cx="710250" cy="369080"/>
                </a:xfrm>
              </p:grpSpPr>
              <p:sp>
                <p:nvSpPr>
                  <p:cNvPr id="226" name="Flowchart: Connector 225">
                    <a:extLst>
                      <a:ext uri="{FF2B5EF4-FFF2-40B4-BE49-F238E27FC236}">
                        <a16:creationId xmlns:a16="http://schemas.microsoft.com/office/drawing/2014/main" id="{3A8A6563-B153-433F-A7B8-1B58662269C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2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27" name="Flowchart: Connector 226">
                    <a:extLst>
                      <a:ext uri="{FF2B5EF4-FFF2-40B4-BE49-F238E27FC236}">
                        <a16:creationId xmlns:a16="http://schemas.microsoft.com/office/drawing/2014/main" id="{A5781974-4436-4CF9-8211-41ECA65C7D1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1897" y="2377722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28" name="Flowchart: Connector 227">
                    <a:extLst>
                      <a:ext uri="{FF2B5EF4-FFF2-40B4-BE49-F238E27FC236}">
                        <a16:creationId xmlns:a16="http://schemas.microsoft.com/office/drawing/2014/main" id="{E70ECDC1-340C-4EFA-865F-FA137C1D535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53323" y="244395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92" name="Group 91">
                  <a:extLst>
                    <a:ext uri="{FF2B5EF4-FFF2-40B4-BE49-F238E27FC236}">
                      <a16:creationId xmlns:a16="http://schemas.microsoft.com/office/drawing/2014/main" id="{F45CB2F1-BA35-4277-B8BC-E6AB7E125789}"/>
                    </a:ext>
                  </a:extLst>
                </p:cNvPr>
                <p:cNvGrpSpPr/>
                <p:nvPr/>
              </p:nvGrpSpPr>
              <p:grpSpPr>
                <a:xfrm>
                  <a:off x="621287" y="1995259"/>
                  <a:ext cx="1102917" cy="1484052"/>
                  <a:chOff x="2085712" y="1515698"/>
                  <a:chExt cx="1102917" cy="1484052"/>
                </a:xfrm>
              </p:grpSpPr>
              <p:grpSp>
                <p:nvGrpSpPr>
                  <p:cNvPr id="161" name="Group 160">
                    <a:extLst>
                      <a:ext uri="{FF2B5EF4-FFF2-40B4-BE49-F238E27FC236}">
                        <a16:creationId xmlns:a16="http://schemas.microsoft.com/office/drawing/2014/main" id="{4F8E2847-452A-4DBA-9F5F-FEDD4D04255B}"/>
                      </a:ext>
                    </a:extLst>
                  </p:cNvPr>
                  <p:cNvGrpSpPr/>
                  <p:nvPr/>
                </p:nvGrpSpPr>
                <p:grpSpPr>
                  <a:xfrm>
                    <a:off x="2085712" y="1648950"/>
                    <a:ext cx="105765" cy="1037981"/>
                    <a:chOff x="1796341" y="2343196"/>
                    <a:chExt cx="105765" cy="1037981"/>
                  </a:xfrm>
                </p:grpSpPr>
                <p:sp>
                  <p:nvSpPr>
                    <p:cNvPr id="222" name="Flowchart: Connector 221">
                      <a:extLst>
                        <a:ext uri="{FF2B5EF4-FFF2-40B4-BE49-F238E27FC236}">
                          <a16:creationId xmlns:a16="http://schemas.microsoft.com/office/drawing/2014/main" id="{7C4D0E0B-9D46-4C14-8D06-230AC564864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23" name="Flowchart: Connector 222">
                      <a:extLst>
                        <a:ext uri="{FF2B5EF4-FFF2-40B4-BE49-F238E27FC236}">
                          <a16:creationId xmlns:a16="http://schemas.microsoft.com/office/drawing/2014/main" id="{814E09B0-7095-4D14-9299-9D50A3DC689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24" name="Flowchart: Connector 223">
                      <a:extLst>
                        <a:ext uri="{FF2B5EF4-FFF2-40B4-BE49-F238E27FC236}">
                          <a16:creationId xmlns:a16="http://schemas.microsoft.com/office/drawing/2014/main" id="{88BF1316-8C9A-41E9-A61A-90ECC94738D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25" name="Flowchart: Connector 224">
                      <a:extLst>
                        <a:ext uri="{FF2B5EF4-FFF2-40B4-BE49-F238E27FC236}">
                          <a16:creationId xmlns:a16="http://schemas.microsoft.com/office/drawing/2014/main" id="{9CE8B687-A5FB-4ED4-9808-1617C15620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796341" y="2343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62" name="Group 161">
                    <a:extLst>
                      <a:ext uri="{FF2B5EF4-FFF2-40B4-BE49-F238E27FC236}">
                        <a16:creationId xmlns:a16="http://schemas.microsoft.com/office/drawing/2014/main" id="{43927DA5-1F37-4DD2-B53C-CC81192B781E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15698"/>
                    <a:ext cx="1074397" cy="1484052"/>
                    <a:chOff x="2114232" y="1515698"/>
                    <a:chExt cx="1074397" cy="1484052"/>
                  </a:xfrm>
                </p:grpSpPr>
                <p:grpSp>
                  <p:nvGrpSpPr>
                    <p:cNvPr id="163" name="Group 162">
                      <a:extLst>
                        <a:ext uri="{FF2B5EF4-FFF2-40B4-BE49-F238E27FC236}">
                          <a16:creationId xmlns:a16="http://schemas.microsoft.com/office/drawing/2014/main" id="{A8326FEE-FE65-49FF-9DA0-8946C25F7E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214" name="Flowchart: Connector 213">
                        <a:extLst>
                          <a:ext uri="{FF2B5EF4-FFF2-40B4-BE49-F238E27FC236}">
                            <a16:creationId xmlns:a16="http://schemas.microsoft.com/office/drawing/2014/main" id="{8D16A4CC-6444-45F4-93D8-7C721BC71D2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5" name="3D Model 214" descr="Sphere">
                            <a:extLst>
                              <a:ext uri="{FF2B5EF4-FFF2-40B4-BE49-F238E27FC236}">
                                <a16:creationId xmlns:a16="http://schemas.microsoft.com/office/drawing/2014/main" id="{D5A6D1BF-BF9F-4335-AFAB-480D2A93A46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74232982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6" name="Flowchart: Connector 215">
                        <a:extLst>
                          <a:ext uri="{FF2B5EF4-FFF2-40B4-BE49-F238E27FC236}">
                            <a16:creationId xmlns:a16="http://schemas.microsoft.com/office/drawing/2014/main" id="{24350E00-4C88-4FD3-9536-7C080ABF99F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7" name="3D Model 216" descr="Sphere">
                            <a:extLst>
                              <a:ext uri="{FF2B5EF4-FFF2-40B4-BE49-F238E27FC236}">
                                <a16:creationId xmlns:a16="http://schemas.microsoft.com/office/drawing/2014/main" id="{FA031E6F-56E6-4B6E-83B3-E4A721729F2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18964093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8" name="Flowchart: Connector 217">
                        <a:extLst>
                          <a:ext uri="{FF2B5EF4-FFF2-40B4-BE49-F238E27FC236}">
                            <a16:creationId xmlns:a16="http://schemas.microsoft.com/office/drawing/2014/main" id="{F6F9A472-E1F6-4FAE-9713-E17A87EB3C9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9" name="3D Model 218" descr="Sphere">
                            <a:extLst>
                              <a:ext uri="{FF2B5EF4-FFF2-40B4-BE49-F238E27FC236}">
                                <a16:creationId xmlns:a16="http://schemas.microsoft.com/office/drawing/2014/main" id="{35312559-2DDB-4B4B-8C41-BB07D294567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45235112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20" name="Flowchart: Connector 219">
                        <a:extLst>
                          <a:ext uri="{FF2B5EF4-FFF2-40B4-BE49-F238E27FC236}">
                            <a16:creationId xmlns:a16="http://schemas.microsoft.com/office/drawing/2014/main" id="{789C72EE-E369-4908-A4FB-B601C1A9A7F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21" name="3D Model 220" descr="Sphere">
                            <a:extLst>
                              <a:ext uri="{FF2B5EF4-FFF2-40B4-BE49-F238E27FC236}">
                                <a16:creationId xmlns:a16="http://schemas.microsoft.com/office/drawing/2014/main" id="{773B479F-E800-4DF9-8182-1A983E3D690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21967401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7"/>
                              </am3d:raster>
                              <am3d:objViewport viewportSz="16405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64" name="Group 163">
                      <a:extLst>
                        <a:ext uri="{FF2B5EF4-FFF2-40B4-BE49-F238E27FC236}">
                          <a16:creationId xmlns:a16="http://schemas.microsoft.com/office/drawing/2014/main" id="{776D9863-1B8B-4BD9-802B-5523E8DB8E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198" name="Flowchart: Connector 197">
                        <a:extLst>
                          <a:ext uri="{FF2B5EF4-FFF2-40B4-BE49-F238E27FC236}">
                            <a16:creationId xmlns:a16="http://schemas.microsoft.com/office/drawing/2014/main" id="{03A80E78-6993-4CB3-8D5A-5894C1E4AA6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99" name="Flowchart: Connector 198">
                        <a:extLst>
                          <a:ext uri="{FF2B5EF4-FFF2-40B4-BE49-F238E27FC236}">
                            <a16:creationId xmlns:a16="http://schemas.microsoft.com/office/drawing/2014/main" id="{AF0DD5C3-5959-440D-B57C-9999064C5C4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0" name="Flowchart: Connector 199">
                        <a:extLst>
                          <a:ext uri="{FF2B5EF4-FFF2-40B4-BE49-F238E27FC236}">
                            <a16:creationId xmlns:a16="http://schemas.microsoft.com/office/drawing/2014/main" id="{7EFD317F-F54E-4F33-937D-6B53467947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1" name="Flowchart: Connector 200">
                        <a:extLst>
                          <a:ext uri="{FF2B5EF4-FFF2-40B4-BE49-F238E27FC236}">
                            <a16:creationId xmlns:a16="http://schemas.microsoft.com/office/drawing/2014/main" id="{7DEB92C5-E566-4738-9EF4-4C9E98FC3B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2" name="Flowchart: Connector 201">
                        <a:extLst>
                          <a:ext uri="{FF2B5EF4-FFF2-40B4-BE49-F238E27FC236}">
                            <a16:creationId xmlns:a16="http://schemas.microsoft.com/office/drawing/2014/main" id="{5A905380-3829-494C-B3D3-F86DAF3EA78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3" name="Flowchart: Connector 202">
                        <a:extLst>
                          <a:ext uri="{FF2B5EF4-FFF2-40B4-BE49-F238E27FC236}">
                            <a16:creationId xmlns:a16="http://schemas.microsoft.com/office/drawing/2014/main" id="{14D5832F-1E65-46CE-ABB6-7C873B601B0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4" name="Flowchart: Connector 203">
                        <a:extLst>
                          <a:ext uri="{FF2B5EF4-FFF2-40B4-BE49-F238E27FC236}">
                            <a16:creationId xmlns:a16="http://schemas.microsoft.com/office/drawing/2014/main" id="{F60769F8-5219-4233-86FF-6CB5677C4D2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5" name="Flowchart: Connector 204">
                        <a:extLst>
                          <a:ext uri="{FF2B5EF4-FFF2-40B4-BE49-F238E27FC236}">
                            <a16:creationId xmlns:a16="http://schemas.microsoft.com/office/drawing/2014/main" id="{ECCD53C9-51C4-4775-B357-7A48561A942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6" name="Flowchart: Connector 205">
                        <a:extLst>
                          <a:ext uri="{FF2B5EF4-FFF2-40B4-BE49-F238E27FC236}">
                            <a16:creationId xmlns:a16="http://schemas.microsoft.com/office/drawing/2014/main" id="{F25E10DB-14E3-4805-AA53-589C1DADF2C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7" name="3D Model 206" descr="Sphere">
                            <a:extLst>
                              <a:ext uri="{FF2B5EF4-FFF2-40B4-BE49-F238E27FC236}">
                                <a16:creationId xmlns:a16="http://schemas.microsoft.com/office/drawing/2014/main" id="{F9AA034A-F333-4792-B9E9-96416DBD437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1949375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08" name="Flowchart: Connector 207">
                        <a:extLst>
                          <a:ext uri="{FF2B5EF4-FFF2-40B4-BE49-F238E27FC236}">
                            <a16:creationId xmlns:a16="http://schemas.microsoft.com/office/drawing/2014/main" id="{D34F45BF-8982-4BA3-8C1E-F3D2751ABBA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9" name="3D Model 208" descr="Sphere">
                            <a:extLst>
                              <a:ext uri="{FF2B5EF4-FFF2-40B4-BE49-F238E27FC236}">
                                <a16:creationId xmlns:a16="http://schemas.microsoft.com/office/drawing/2014/main" id="{4C8E29FC-E55F-4603-ADBD-54F13C33F1F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2513754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0" name="Flowchart: Connector 209">
                        <a:extLst>
                          <a:ext uri="{FF2B5EF4-FFF2-40B4-BE49-F238E27FC236}">
                            <a16:creationId xmlns:a16="http://schemas.microsoft.com/office/drawing/2014/main" id="{5FFD1026-9F4A-49BD-B3F6-CE34E900504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1" name="3D Model 210" descr="Sphere">
                            <a:extLst>
                              <a:ext uri="{FF2B5EF4-FFF2-40B4-BE49-F238E27FC236}">
                                <a16:creationId xmlns:a16="http://schemas.microsoft.com/office/drawing/2014/main" id="{0F407820-5C49-49DE-8145-14FED2A127A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966839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2" name="Flowchart: Connector 211">
                        <a:extLst>
                          <a:ext uri="{FF2B5EF4-FFF2-40B4-BE49-F238E27FC236}">
                            <a16:creationId xmlns:a16="http://schemas.microsoft.com/office/drawing/2014/main" id="{B90B33BD-3D19-4EF4-AF8B-95F66697DB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3" name="3D Model 212" descr="Sphere">
                            <a:extLst>
                              <a:ext uri="{FF2B5EF4-FFF2-40B4-BE49-F238E27FC236}">
                                <a16:creationId xmlns:a16="http://schemas.microsoft.com/office/drawing/2014/main" id="{AB5095CD-67A8-4196-BF1A-00ECBE6724E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0132337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65" name="Group 164">
                      <a:extLst>
                        <a:ext uri="{FF2B5EF4-FFF2-40B4-BE49-F238E27FC236}">
                          <a16:creationId xmlns:a16="http://schemas.microsoft.com/office/drawing/2014/main" id="{5D5BB4DE-C8F3-405A-A354-64AB0F1C8F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182" name="Flowchart: Connector 181">
                        <a:extLst>
                          <a:ext uri="{FF2B5EF4-FFF2-40B4-BE49-F238E27FC236}">
                            <a16:creationId xmlns:a16="http://schemas.microsoft.com/office/drawing/2014/main" id="{43AFAF36-9B40-471E-A503-5757A0E1CDB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3" name="Flowchart: Connector 182">
                        <a:extLst>
                          <a:ext uri="{FF2B5EF4-FFF2-40B4-BE49-F238E27FC236}">
                            <a16:creationId xmlns:a16="http://schemas.microsoft.com/office/drawing/2014/main" id="{0CB9537E-3372-4D09-AD74-7DEBEDE02FB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4" name="Flowchart: Connector 183">
                        <a:extLst>
                          <a:ext uri="{FF2B5EF4-FFF2-40B4-BE49-F238E27FC236}">
                            <a16:creationId xmlns:a16="http://schemas.microsoft.com/office/drawing/2014/main" id="{20FA44ED-0899-449E-93C5-BE83BB8E14C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5" name="Flowchart: Connector 184">
                        <a:extLst>
                          <a:ext uri="{FF2B5EF4-FFF2-40B4-BE49-F238E27FC236}">
                            <a16:creationId xmlns:a16="http://schemas.microsoft.com/office/drawing/2014/main" id="{22AE14E7-6DFE-4897-A8C2-B0478C2BBB3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6" name="Flowchart: Connector 185">
                        <a:extLst>
                          <a:ext uri="{FF2B5EF4-FFF2-40B4-BE49-F238E27FC236}">
                            <a16:creationId xmlns:a16="http://schemas.microsoft.com/office/drawing/2014/main" id="{7FB11DCA-43A8-4D5D-83DE-06EAFBEB54A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7" name="Flowchart: Connector 186">
                        <a:extLst>
                          <a:ext uri="{FF2B5EF4-FFF2-40B4-BE49-F238E27FC236}">
                            <a16:creationId xmlns:a16="http://schemas.microsoft.com/office/drawing/2014/main" id="{AFEACC25-3640-45AE-98AB-0B4349F593A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8" name="Flowchart: Connector 187">
                        <a:extLst>
                          <a:ext uri="{FF2B5EF4-FFF2-40B4-BE49-F238E27FC236}">
                            <a16:creationId xmlns:a16="http://schemas.microsoft.com/office/drawing/2014/main" id="{C372C1A1-08FB-417A-8D3F-1963C69488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9" name="Flowchart: Connector 188">
                        <a:extLst>
                          <a:ext uri="{FF2B5EF4-FFF2-40B4-BE49-F238E27FC236}">
                            <a16:creationId xmlns:a16="http://schemas.microsoft.com/office/drawing/2014/main" id="{B46B5971-1ACD-4EB5-A06B-ED34EDBA478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90" name="Flowchart: Connector 189">
                        <a:extLst>
                          <a:ext uri="{FF2B5EF4-FFF2-40B4-BE49-F238E27FC236}">
                            <a16:creationId xmlns:a16="http://schemas.microsoft.com/office/drawing/2014/main" id="{52E5E491-7B10-4CBE-945E-D55BBD191D4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91" name="3D Model 190" descr="Sphere">
                            <a:extLst>
                              <a:ext uri="{FF2B5EF4-FFF2-40B4-BE49-F238E27FC236}">
                                <a16:creationId xmlns:a16="http://schemas.microsoft.com/office/drawing/2014/main" id="{A0289571-4F8A-45CB-B8D8-F064B63FFB7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67075438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92" name="Flowchart: Connector 191">
                        <a:extLst>
                          <a:ext uri="{FF2B5EF4-FFF2-40B4-BE49-F238E27FC236}">
                            <a16:creationId xmlns:a16="http://schemas.microsoft.com/office/drawing/2014/main" id="{10B10337-7BD7-43A9-8789-CF8E36F6C2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93" name="3D Model 192" descr="Sphere">
                            <a:extLst>
                              <a:ext uri="{FF2B5EF4-FFF2-40B4-BE49-F238E27FC236}">
                                <a16:creationId xmlns:a16="http://schemas.microsoft.com/office/drawing/2014/main" id="{7E350881-C99B-499A-94BA-8BF7E68B8A5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46697251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94" name="Flowchart: Connector 193">
                        <a:extLst>
                          <a:ext uri="{FF2B5EF4-FFF2-40B4-BE49-F238E27FC236}">
                            <a16:creationId xmlns:a16="http://schemas.microsoft.com/office/drawing/2014/main" id="{FEF73569-4269-4D9C-ABEF-2CD37C0F51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95" name="3D Model 194" descr="Sphere">
                            <a:extLst>
                              <a:ext uri="{FF2B5EF4-FFF2-40B4-BE49-F238E27FC236}">
                                <a16:creationId xmlns:a16="http://schemas.microsoft.com/office/drawing/2014/main" id="{0738EDFD-4FAB-4A5B-8487-56103635D39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61684394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96" name="Flowchart: Connector 195">
                        <a:extLst>
                          <a:ext uri="{FF2B5EF4-FFF2-40B4-BE49-F238E27FC236}">
                            <a16:creationId xmlns:a16="http://schemas.microsoft.com/office/drawing/2014/main" id="{B122B572-6E26-4131-8D68-3342C8A4730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97" name="3D Model 196" descr="Sphere">
                            <a:extLst>
                              <a:ext uri="{FF2B5EF4-FFF2-40B4-BE49-F238E27FC236}">
                                <a16:creationId xmlns:a16="http://schemas.microsoft.com/office/drawing/2014/main" id="{779C927F-D470-414F-B984-23EFBFE548A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53515967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66" name="Flowchart: Connector 165">
                      <a:extLst>
                        <a:ext uri="{FF2B5EF4-FFF2-40B4-BE49-F238E27FC236}">
                          <a16:creationId xmlns:a16="http://schemas.microsoft.com/office/drawing/2014/main" id="{9EC3B01C-26D4-493B-BE5B-61ADD88ED86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7" name="Flowchart: Connector 166">
                      <a:extLst>
                        <a:ext uri="{FF2B5EF4-FFF2-40B4-BE49-F238E27FC236}">
                          <a16:creationId xmlns:a16="http://schemas.microsoft.com/office/drawing/2014/main" id="{B5AE0E69-3B4C-4584-A7F3-7A19A867D9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8" name="Flowchart: Connector 167">
                      <a:extLst>
                        <a:ext uri="{FF2B5EF4-FFF2-40B4-BE49-F238E27FC236}">
                          <a16:creationId xmlns:a16="http://schemas.microsoft.com/office/drawing/2014/main" id="{CADDFED0-2E14-4F17-BDF3-FB16F5BCD9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9" name="Flowchart: Connector 168">
                      <a:extLst>
                        <a:ext uri="{FF2B5EF4-FFF2-40B4-BE49-F238E27FC236}">
                          <a16:creationId xmlns:a16="http://schemas.microsoft.com/office/drawing/2014/main" id="{0F723D3C-8271-4D97-BDB0-5859FF182D9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0" name="Flowchart: Connector 169">
                      <a:extLst>
                        <a:ext uri="{FF2B5EF4-FFF2-40B4-BE49-F238E27FC236}">
                          <a16:creationId xmlns:a16="http://schemas.microsoft.com/office/drawing/2014/main" id="{F1070BFB-317C-404D-8AA7-E70BD03E82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1" name="Flowchart: Connector 170">
                      <a:extLst>
                        <a:ext uri="{FF2B5EF4-FFF2-40B4-BE49-F238E27FC236}">
                          <a16:creationId xmlns:a16="http://schemas.microsoft.com/office/drawing/2014/main" id="{119C2884-C607-4D56-94F3-E6FFA466C59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2" name="Flowchart: Connector 171">
                      <a:extLst>
                        <a:ext uri="{FF2B5EF4-FFF2-40B4-BE49-F238E27FC236}">
                          <a16:creationId xmlns:a16="http://schemas.microsoft.com/office/drawing/2014/main" id="{934AC000-5A75-4F99-A1D8-83145E9BDB3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3" name="Flowchart: Connector 172">
                      <a:extLst>
                        <a:ext uri="{FF2B5EF4-FFF2-40B4-BE49-F238E27FC236}">
                          <a16:creationId xmlns:a16="http://schemas.microsoft.com/office/drawing/2014/main" id="{1A7F0687-550B-4A31-8370-F20CDAC4905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4" name="Flowchart: Connector 173">
                      <a:extLst>
                        <a:ext uri="{FF2B5EF4-FFF2-40B4-BE49-F238E27FC236}">
                          <a16:creationId xmlns:a16="http://schemas.microsoft.com/office/drawing/2014/main" id="{AFDF7638-2827-4F80-97A6-097340CE96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5" name="3D Model 174" descr="Sphere">
                          <a:extLst>
                            <a:ext uri="{FF2B5EF4-FFF2-40B4-BE49-F238E27FC236}">
                              <a16:creationId xmlns:a16="http://schemas.microsoft.com/office/drawing/2014/main" id="{99C3505B-A08A-4B52-8EB4-17A76BA809C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055955059"/>
                            </p:ext>
                          </p:extLst>
                        </p:nvPr>
                      </p:nvGraphicFramePr>
                      <p:xfrm>
                        <a:off x="2127272" y="1515698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9755" cy="14478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1"/>
                            </am3d:raster>
                            <am3d:objViewport viewportSz="162787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5" name="3D Model 174" descr="Sphere">
                          <a:extLst>
                            <a:ext uri="{FF2B5EF4-FFF2-40B4-BE49-F238E27FC236}">
                              <a16:creationId xmlns:a16="http://schemas.microsoft.com/office/drawing/2014/main" id="{0F441D18-6D9C-4C48-BBF1-C28CF9A13BF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1065242" y="2784657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76" name="Flowchart: Connector 175">
                      <a:extLst>
                        <a:ext uri="{FF2B5EF4-FFF2-40B4-BE49-F238E27FC236}">
                          <a16:creationId xmlns:a16="http://schemas.microsoft.com/office/drawing/2014/main" id="{D4E4B9EE-8594-493C-9CAB-240B04F569C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7" name="3D Model 176" descr="Sphere">
                          <a:extLst>
                            <a:ext uri="{FF2B5EF4-FFF2-40B4-BE49-F238E27FC236}">
                              <a16:creationId xmlns:a16="http://schemas.microsoft.com/office/drawing/2014/main" id="{703735DB-EB58-4C06-9D81-CED6DC8A872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522609568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7" name="3D Model 176" descr="Sphere">
                          <a:extLst>
                            <a:ext uri="{FF2B5EF4-FFF2-40B4-BE49-F238E27FC236}">
                              <a16:creationId xmlns:a16="http://schemas.microsoft.com/office/drawing/2014/main" id="{653ADD8A-AFB8-4BB3-8461-2EBD4DD6515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302651" y="284871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78" name="Flowchart: Connector 177">
                      <a:extLst>
                        <a:ext uri="{FF2B5EF4-FFF2-40B4-BE49-F238E27FC236}">
                          <a16:creationId xmlns:a16="http://schemas.microsoft.com/office/drawing/2014/main" id="{94E21843-EB94-4E44-ABBC-659C2239E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6940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9" name="3D Model 178" descr="Sphere">
                          <a:extLst>
                            <a:ext uri="{FF2B5EF4-FFF2-40B4-BE49-F238E27FC236}">
                              <a16:creationId xmlns:a16="http://schemas.microsoft.com/office/drawing/2014/main" id="{D95D1BD2-940C-4B7A-83B1-3AEA095997DA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495367541"/>
                            </p:ext>
                          </p:extLst>
                        </p:nvPr>
                      </p:nvGraphicFramePr>
                      <p:xfrm>
                        <a:off x="2609177" y="164853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9" name="3D Model 178" descr="Sphere">
                          <a:extLst>
                            <a:ext uri="{FF2B5EF4-FFF2-40B4-BE49-F238E27FC236}">
                              <a16:creationId xmlns:a16="http://schemas.microsoft.com/office/drawing/2014/main" id="{04097741-C651-416C-B6DD-C24D5A1D138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3"/>
                        <a:stretch>
                          <a:fillRect/>
                        </a:stretch>
                      </p:blipFill>
                      <p:spPr>
                        <a:xfrm>
                          <a:off x="1547147" y="291749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80" name="Flowchart: Connector 179">
                      <a:extLst>
                        <a:ext uri="{FF2B5EF4-FFF2-40B4-BE49-F238E27FC236}">
                          <a16:creationId xmlns:a16="http://schemas.microsoft.com/office/drawing/2014/main" id="{10A8EB98-2582-400C-B89F-8C9AA955D3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81" name="3D Model 180" descr="Sphere">
                          <a:extLst>
                            <a:ext uri="{FF2B5EF4-FFF2-40B4-BE49-F238E27FC236}">
                              <a16:creationId xmlns:a16="http://schemas.microsoft.com/office/drawing/2014/main" id="{3F80EE30-8A8E-40F2-94EA-4C4ADA7FCAE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367562188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81" name="3D Model 180" descr="Sphere">
                          <a:extLst>
                            <a:ext uri="{FF2B5EF4-FFF2-40B4-BE49-F238E27FC236}">
                              <a16:creationId xmlns:a16="http://schemas.microsoft.com/office/drawing/2014/main" id="{C85FB5A0-5213-4020-B74F-0E33E70A3593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1815565" y="2997549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93" name="Flowchart: Connector 92">
                  <a:extLst>
                    <a:ext uri="{FF2B5EF4-FFF2-40B4-BE49-F238E27FC236}">
                      <a16:creationId xmlns:a16="http://schemas.microsoft.com/office/drawing/2014/main" id="{BAE3ECD9-888A-4732-BA29-A124130B027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6374" y="213847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4" name="Flowchart: Connector 93">
                  <a:extLst>
                    <a:ext uri="{FF2B5EF4-FFF2-40B4-BE49-F238E27FC236}">
                      <a16:creationId xmlns:a16="http://schemas.microsoft.com/office/drawing/2014/main" id="{94785A7E-F473-4815-9284-8129D236546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86236" y="2232263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5" name="Flowchart: Connector 94">
                  <a:extLst>
                    <a:ext uri="{FF2B5EF4-FFF2-40B4-BE49-F238E27FC236}">
                      <a16:creationId xmlns:a16="http://schemas.microsoft.com/office/drawing/2014/main" id="{9C370CBB-D30F-427E-AA35-9721C4103CF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52806" y="2225497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6" name="Flowchart: Connector 95">
                  <a:extLst>
                    <a:ext uri="{FF2B5EF4-FFF2-40B4-BE49-F238E27FC236}">
                      <a16:creationId xmlns:a16="http://schemas.microsoft.com/office/drawing/2014/main" id="{859F9A42-3E30-4BED-B153-EDB2F156183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0272" y="2504090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7" name="Flowchart: Connector 96">
                  <a:extLst>
                    <a:ext uri="{FF2B5EF4-FFF2-40B4-BE49-F238E27FC236}">
                      <a16:creationId xmlns:a16="http://schemas.microsoft.com/office/drawing/2014/main" id="{F886B2DB-352A-45E4-B322-C35A7036AF4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20633" y="2830105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8" name="Flowchart: Connector 97">
                  <a:extLst>
                    <a:ext uri="{FF2B5EF4-FFF2-40B4-BE49-F238E27FC236}">
                      <a16:creationId xmlns:a16="http://schemas.microsoft.com/office/drawing/2014/main" id="{FF7A5917-0109-467E-B0EC-8261149FD89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29128" y="231321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99" name="Flowchart: Connector 98">
                  <a:extLst>
                    <a:ext uri="{FF2B5EF4-FFF2-40B4-BE49-F238E27FC236}">
                      <a16:creationId xmlns:a16="http://schemas.microsoft.com/office/drawing/2014/main" id="{915E3C09-F5F3-4ECB-B3EF-DB9105A598C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11385" y="2302378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00" name="Flowchart: Connector 99">
                  <a:extLst>
                    <a:ext uri="{FF2B5EF4-FFF2-40B4-BE49-F238E27FC236}">
                      <a16:creationId xmlns:a16="http://schemas.microsoft.com/office/drawing/2014/main" id="{9154F482-0C13-4F0A-B197-AADCF56A4C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1097" y="314849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grpSp>
              <p:nvGrpSpPr>
                <p:cNvPr id="101" name="Group 100">
                  <a:extLst>
                    <a:ext uri="{FF2B5EF4-FFF2-40B4-BE49-F238E27FC236}">
                      <a16:creationId xmlns:a16="http://schemas.microsoft.com/office/drawing/2014/main" id="{3589D73D-5EA6-47E6-8F5A-F0009CF8D051}"/>
                    </a:ext>
                  </a:extLst>
                </p:cNvPr>
                <p:cNvGrpSpPr/>
                <p:nvPr/>
              </p:nvGrpSpPr>
              <p:grpSpPr>
                <a:xfrm>
                  <a:off x="420511" y="2127869"/>
                  <a:ext cx="1073693" cy="1496391"/>
                  <a:chOff x="2114936" y="1503359"/>
                  <a:chExt cx="1073693" cy="1496391"/>
                </a:xfrm>
              </p:grpSpPr>
              <p:grpSp>
                <p:nvGrpSpPr>
                  <p:cNvPr id="102" name="Group 101">
                    <a:extLst>
                      <a:ext uri="{FF2B5EF4-FFF2-40B4-BE49-F238E27FC236}">
                        <a16:creationId xmlns:a16="http://schemas.microsoft.com/office/drawing/2014/main" id="{EAAA269C-7137-4A43-AD3C-092DD63A6EB4}"/>
                      </a:ext>
                    </a:extLst>
                  </p:cNvPr>
                  <p:cNvGrpSpPr/>
                  <p:nvPr/>
                </p:nvGrpSpPr>
                <p:grpSpPr>
                  <a:xfrm>
                    <a:off x="2127974" y="2474038"/>
                    <a:ext cx="1060655" cy="525712"/>
                    <a:chOff x="3721252" y="1733424"/>
                    <a:chExt cx="1060655" cy="525712"/>
                  </a:xfrm>
                </p:grpSpPr>
                <p:sp>
                  <p:nvSpPr>
                    <p:cNvPr id="153" name="Flowchart: Connector 152">
                      <a:extLst>
                        <a:ext uri="{FF2B5EF4-FFF2-40B4-BE49-F238E27FC236}">
                          <a16:creationId xmlns:a16="http://schemas.microsoft.com/office/drawing/2014/main" id="{23DC7963-07C0-4A6B-8B0F-2542EBA05B8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4" name="3D Model 153" descr="Sphere">
                          <a:extLst>
                            <a:ext uri="{FF2B5EF4-FFF2-40B4-BE49-F238E27FC236}">
                              <a16:creationId xmlns:a16="http://schemas.microsoft.com/office/drawing/2014/main" id="{CA79792B-0D43-4955-85B1-5923C4CABB2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123423626"/>
                            </p:ext>
                          </p:extLst>
                        </p:nvPr>
                      </p:nvGraphicFramePr>
                      <p:xfrm>
                        <a:off x="3721252" y="1733424"/>
                        <a:ext cx="299739" cy="299738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9755" cy="14478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1"/>
                            </am3d:raster>
                            <am3d:objViewport viewportSz="162787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54" name="3D Model 153" descr="Sphere">
                          <a:extLst>
                            <a:ext uri="{FF2B5EF4-FFF2-40B4-BE49-F238E27FC236}">
                              <a16:creationId xmlns:a16="http://schemas.microsoft.com/office/drawing/2014/main" id="{59D6F9AA-09E2-4338-90EA-68FFD8CCDA4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835944" y="3887946"/>
                          <a:ext cx="299739" cy="299738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5" name="Flowchart: Connector 154">
                      <a:extLst>
                        <a:ext uri="{FF2B5EF4-FFF2-40B4-BE49-F238E27FC236}">
                          <a16:creationId xmlns:a16="http://schemas.microsoft.com/office/drawing/2014/main" id="{73B3554E-5E4D-48EE-9C60-5A8EFC6C712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6" name="3D Model 155" descr="Sphere">
                          <a:extLst>
                            <a:ext uri="{FF2B5EF4-FFF2-40B4-BE49-F238E27FC236}">
                              <a16:creationId xmlns:a16="http://schemas.microsoft.com/office/drawing/2014/main" id="{3E993576-93B0-4C1C-9FDE-8E599594B37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652352476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1" name="3D Model 540" descr="Sphere">
                          <a:extLst>
                            <a:ext uri="{FF2B5EF4-FFF2-40B4-BE49-F238E27FC236}">
                              <a16:creationId xmlns:a16="http://schemas.microsoft.com/office/drawing/2014/main" id="{AB17CB10-4F93-4434-BA14-50AFAFF4946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666235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7" name="Flowchart: Connector 156">
                      <a:extLst>
                        <a:ext uri="{FF2B5EF4-FFF2-40B4-BE49-F238E27FC236}">
                          <a16:creationId xmlns:a16="http://schemas.microsoft.com/office/drawing/2014/main" id="{E0F1270D-747E-49BD-8D4D-23AE446070D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8" name="3D Model 157" descr="Sphere">
                          <a:extLst>
                            <a:ext uri="{FF2B5EF4-FFF2-40B4-BE49-F238E27FC236}">
                              <a16:creationId xmlns:a16="http://schemas.microsoft.com/office/drawing/2014/main" id="{F91CEAD2-F261-4ACD-B50D-6E2C0B7AED7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980647910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3" name="3D Model 542" descr="Sphere">
                          <a:extLst>
                            <a:ext uri="{FF2B5EF4-FFF2-40B4-BE49-F238E27FC236}">
                              <a16:creationId xmlns:a16="http://schemas.microsoft.com/office/drawing/2014/main" id="{503D28F6-C92A-40B9-96B8-4050B0C4C9A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72803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9" name="Flowchart: Connector 158">
                      <a:extLst>
                        <a:ext uri="{FF2B5EF4-FFF2-40B4-BE49-F238E27FC236}">
                          <a16:creationId xmlns:a16="http://schemas.microsoft.com/office/drawing/2014/main" id="{8200D7F2-D58B-4831-9FA0-C9F4465655A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0" name="3D Model 159" descr="Sphere">
                          <a:extLst>
                            <a:ext uri="{FF2B5EF4-FFF2-40B4-BE49-F238E27FC236}">
                              <a16:creationId xmlns:a16="http://schemas.microsoft.com/office/drawing/2014/main" id="{82DD60FA-9186-476A-87AE-65CF35DE563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057226284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5" name="3D Model 544" descr="Sphere">
                          <a:extLst>
                            <a:ext uri="{FF2B5EF4-FFF2-40B4-BE49-F238E27FC236}">
                              <a16:creationId xmlns:a16="http://schemas.microsoft.com/office/drawing/2014/main" id="{226A18F8-2383-4285-9223-CF3CEC25C574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815073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103" name="Group 102">
                    <a:extLst>
                      <a:ext uri="{FF2B5EF4-FFF2-40B4-BE49-F238E27FC236}">
                        <a16:creationId xmlns:a16="http://schemas.microsoft.com/office/drawing/2014/main" id="{2E1D32AA-E162-4F27-95CB-B81A6E080A5F}"/>
                      </a:ext>
                    </a:extLst>
                  </p:cNvPr>
                  <p:cNvGrpSpPr/>
                  <p:nvPr/>
                </p:nvGrpSpPr>
                <p:grpSpPr>
                  <a:xfrm>
                    <a:off x="2124615" y="2140429"/>
                    <a:ext cx="1064014" cy="637179"/>
                    <a:chOff x="3717893" y="1719497"/>
                    <a:chExt cx="1064014" cy="637179"/>
                  </a:xfrm>
                </p:grpSpPr>
                <p:sp>
                  <p:nvSpPr>
                    <p:cNvPr id="137" name="Flowchart: Connector 136">
                      <a:extLst>
                        <a:ext uri="{FF2B5EF4-FFF2-40B4-BE49-F238E27FC236}">
                          <a16:creationId xmlns:a16="http://schemas.microsoft.com/office/drawing/2014/main" id="{82EB86C9-5176-43F1-A71D-337F69B4A59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8" name="Flowchart: Connector 137">
                      <a:extLst>
                        <a:ext uri="{FF2B5EF4-FFF2-40B4-BE49-F238E27FC236}">
                          <a16:creationId xmlns:a16="http://schemas.microsoft.com/office/drawing/2014/main" id="{C23814C8-CD72-4226-BBBC-1BB25AED86F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9" name="Flowchart: Connector 138">
                      <a:extLst>
                        <a:ext uri="{FF2B5EF4-FFF2-40B4-BE49-F238E27FC236}">
                          <a16:creationId xmlns:a16="http://schemas.microsoft.com/office/drawing/2014/main" id="{91E71AD4-B2A2-419A-AB84-638F4DEAEE1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0" name="Flowchart: Connector 139">
                      <a:extLst>
                        <a:ext uri="{FF2B5EF4-FFF2-40B4-BE49-F238E27FC236}">
                          <a16:creationId xmlns:a16="http://schemas.microsoft.com/office/drawing/2014/main" id="{D1902E28-0C1D-4C02-8E32-20DD9D401B6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1" name="Flowchart: Connector 140">
                      <a:extLst>
                        <a:ext uri="{FF2B5EF4-FFF2-40B4-BE49-F238E27FC236}">
                          <a16:creationId xmlns:a16="http://schemas.microsoft.com/office/drawing/2014/main" id="{279071E4-19D5-49A5-8145-9F4FB2E3226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2" name="Flowchart: Connector 141">
                      <a:extLst>
                        <a:ext uri="{FF2B5EF4-FFF2-40B4-BE49-F238E27FC236}">
                          <a16:creationId xmlns:a16="http://schemas.microsoft.com/office/drawing/2014/main" id="{566144FA-0BBD-4B12-BDB4-0E15910A951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3" name="Flowchart: Connector 142">
                      <a:extLst>
                        <a:ext uri="{FF2B5EF4-FFF2-40B4-BE49-F238E27FC236}">
                          <a16:creationId xmlns:a16="http://schemas.microsoft.com/office/drawing/2014/main" id="{72FA5262-7852-470C-B44F-14775EEA9B3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4" name="Flowchart: Connector 143">
                      <a:extLst>
                        <a:ext uri="{FF2B5EF4-FFF2-40B4-BE49-F238E27FC236}">
                          <a16:creationId xmlns:a16="http://schemas.microsoft.com/office/drawing/2014/main" id="{D01A201F-A0D0-443A-9E65-1E744043649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5" name="Flowchart: Connector 144">
                      <a:extLst>
                        <a:ext uri="{FF2B5EF4-FFF2-40B4-BE49-F238E27FC236}">
                          <a16:creationId xmlns:a16="http://schemas.microsoft.com/office/drawing/2014/main" id="{4E1EA9DC-91AD-4A93-9BB1-414554125AC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6" name="3D Model 145" descr="Sphere">
                          <a:extLst>
                            <a:ext uri="{FF2B5EF4-FFF2-40B4-BE49-F238E27FC236}">
                              <a16:creationId xmlns:a16="http://schemas.microsoft.com/office/drawing/2014/main" id="{FC1648B6-22AF-470D-8867-2DE9E53A87F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323031442"/>
                            </p:ext>
                          </p:extLst>
                        </p:nvPr>
                      </p:nvGraphicFramePr>
                      <p:xfrm>
                        <a:off x="3717893" y="1719497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46" name="3D Model 145" descr="Sphere">
                          <a:extLst>
                            <a:ext uri="{FF2B5EF4-FFF2-40B4-BE49-F238E27FC236}">
                              <a16:creationId xmlns:a16="http://schemas.microsoft.com/office/drawing/2014/main" id="{756B16C5-4508-40A0-B7F3-162B4744EE2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32585" y="3554337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7" name="Flowchart: Connector 146">
                      <a:extLst>
                        <a:ext uri="{FF2B5EF4-FFF2-40B4-BE49-F238E27FC236}">
                          <a16:creationId xmlns:a16="http://schemas.microsoft.com/office/drawing/2014/main" id="{0EC4B24F-B703-42B3-93E3-AF6B6C40DC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8" name="3D Model 147" descr="Sphere">
                          <a:extLst>
                            <a:ext uri="{FF2B5EF4-FFF2-40B4-BE49-F238E27FC236}">
                              <a16:creationId xmlns:a16="http://schemas.microsoft.com/office/drawing/2014/main" id="{FE703E44-F567-4239-8915-A4FC9CFA747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31309035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7" name="3D Model 556" descr="Sphere">
                          <a:extLst>
                            <a:ext uri="{FF2B5EF4-FFF2-40B4-BE49-F238E27FC236}">
                              <a16:creationId xmlns:a16="http://schemas.microsoft.com/office/drawing/2014/main" id="{A2534F90-63A2-4E00-9F6F-62444BCD921C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34655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9" name="Flowchart: Connector 148">
                      <a:extLst>
                        <a:ext uri="{FF2B5EF4-FFF2-40B4-BE49-F238E27FC236}">
                          <a16:creationId xmlns:a16="http://schemas.microsoft.com/office/drawing/2014/main" id="{D4C89C48-4145-4581-8FEF-3C4CAC58C9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0" name="3D Model 149" descr="Sphere">
                          <a:extLst>
                            <a:ext uri="{FF2B5EF4-FFF2-40B4-BE49-F238E27FC236}">
                              <a16:creationId xmlns:a16="http://schemas.microsoft.com/office/drawing/2014/main" id="{062ABE53-121D-4CAB-992A-F5CF81D93D2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241103324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9" name="3D Model 558" descr="Sphere">
                          <a:extLst>
                            <a:ext uri="{FF2B5EF4-FFF2-40B4-BE49-F238E27FC236}">
                              <a16:creationId xmlns:a16="http://schemas.microsoft.com/office/drawing/2014/main" id="{3144521F-B4C2-4106-B2F3-D31F5890AAB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408352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1" name="Flowchart: Connector 150">
                      <a:extLst>
                        <a:ext uri="{FF2B5EF4-FFF2-40B4-BE49-F238E27FC236}">
                          <a16:creationId xmlns:a16="http://schemas.microsoft.com/office/drawing/2014/main" id="{997374D5-5329-4C2C-9CB1-2792C5C39B6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2" name="3D Model 151" descr="Sphere">
                          <a:extLst>
                            <a:ext uri="{FF2B5EF4-FFF2-40B4-BE49-F238E27FC236}">
                              <a16:creationId xmlns:a16="http://schemas.microsoft.com/office/drawing/2014/main" id="{C7167892-9588-4715-B8A7-105483BE51E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411417076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61" name="3D Model 560" descr="Sphere">
                          <a:extLst>
                            <a:ext uri="{FF2B5EF4-FFF2-40B4-BE49-F238E27FC236}">
                              <a16:creationId xmlns:a16="http://schemas.microsoft.com/office/drawing/2014/main" id="{81B1584C-E839-495C-A926-920C4CB7DA9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495391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104" name="Group 103">
                    <a:extLst>
                      <a:ext uri="{FF2B5EF4-FFF2-40B4-BE49-F238E27FC236}">
                        <a16:creationId xmlns:a16="http://schemas.microsoft.com/office/drawing/2014/main" id="{F480538A-6285-4069-9D68-26D804FF7107}"/>
                      </a:ext>
                    </a:extLst>
                  </p:cNvPr>
                  <p:cNvGrpSpPr/>
                  <p:nvPr/>
                </p:nvGrpSpPr>
                <p:grpSpPr>
                  <a:xfrm>
                    <a:off x="2114936" y="1817250"/>
                    <a:ext cx="1064014" cy="643455"/>
                    <a:chOff x="3717893" y="1713221"/>
                    <a:chExt cx="1064014" cy="643455"/>
                  </a:xfrm>
                </p:grpSpPr>
                <p:sp>
                  <p:nvSpPr>
                    <p:cNvPr id="121" name="Flowchart: Connector 120">
                      <a:extLst>
                        <a:ext uri="{FF2B5EF4-FFF2-40B4-BE49-F238E27FC236}">
                          <a16:creationId xmlns:a16="http://schemas.microsoft.com/office/drawing/2014/main" id="{E62AE7FC-D55B-4E0F-A021-6EAB97B7527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2" name="Flowchart: Connector 121">
                      <a:extLst>
                        <a:ext uri="{FF2B5EF4-FFF2-40B4-BE49-F238E27FC236}">
                          <a16:creationId xmlns:a16="http://schemas.microsoft.com/office/drawing/2014/main" id="{13726845-E20F-4C64-86AA-2D166F85D8E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3" name="Flowchart: Connector 122">
                      <a:extLst>
                        <a:ext uri="{FF2B5EF4-FFF2-40B4-BE49-F238E27FC236}">
                          <a16:creationId xmlns:a16="http://schemas.microsoft.com/office/drawing/2014/main" id="{130D9CF1-8438-41D0-93F4-8F4C64E38F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4" name="Flowchart: Connector 123">
                      <a:extLst>
                        <a:ext uri="{FF2B5EF4-FFF2-40B4-BE49-F238E27FC236}">
                          <a16:creationId xmlns:a16="http://schemas.microsoft.com/office/drawing/2014/main" id="{CCC1CCEE-1FC2-4924-9EC6-49B369D3BCA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5" name="Flowchart: Connector 124">
                      <a:extLst>
                        <a:ext uri="{FF2B5EF4-FFF2-40B4-BE49-F238E27FC236}">
                          <a16:creationId xmlns:a16="http://schemas.microsoft.com/office/drawing/2014/main" id="{BA3A470A-4405-4BCB-AEF6-183CD7A3120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6" name="Flowchart: Connector 125">
                      <a:extLst>
                        <a:ext uri="{FF2B5EF4-FFF2-40B4-BE49-F238E27FC236}">
                          <a16:creationId xmlns:a16="http://schemas.microsoft.com/office/drawing/2014/main" id="{C35AEAC6-208B-4CD5-8941-49E6458F6BE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7" name="Flowchart: Connector 126">
                      <a:extLst>
                        <a:ext uri="{FF2B5EF4-FFF2-40B4-BE49-F238E27FC236}">
                          <a16:creationId xmlns:a16="http://schemas.microsoft.com/office/drawing/2014/main" id="{3D8EAA34-6E0B-44FA-B000-5460230292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8" name="Flowchart: Connector 127">
                      <a:extLst>
                        <a:ext uri="{FF2B5EF4-FFF2-40B4-BE49-F238E27FC236}">
                          <a16:creationId xmlns:a16="http://schemas.microsoft.com/office/drawing/2014/main" id="{0E1E31EE-2693-4C9F-8EF9-F313102B0A3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9" name="Flowchart: Connector 128">
                      <a:extLst>
                        <a:ext uri="{FF2B5EF4-FFF2-40B4-BE49-F238E27FC236}">
                          <a16:creationId xmlns:a16="http://schemas.microsoft.com/office/drawing/2014/main" id="{9842F864-9ACE-4FD4-AC0C-173A69BE92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0" name="3D Model 129" descr="Sphere">
                          <a:extLst>
                            <a:ext uri="{FF2B5EF4-FFF2-40B4-BE49-F238E27FC236}">
                              <a16:creationId xmlns:a16="http://schemas.microsoft.com/office/drawing/2014/main" id="{2AC1DCF1-B92D-4DF4-8316-D25B45E871A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184839817"/>
                            </p:ext>
                          </p:extLst>
                        </p:nvPr>
                      </p:nvGraphicFramePr>
                      <p:xfrm>
                        <a:off x="3717893" y="171322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0" name="3D Model 129" descr="Sphere">
                          <a:extLst>
                            <a:ext uri="{FF2B5EF4-FFF2-40B4-BE49-F238E27FC236}">
                              <a16:creationId xmlns:a16="http://schemas.microsoft.com/office/drawing/2014/main" id="{47D4A59F-7345-4303-916A-A0AC6A0CF64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22906" y="323115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31" name="Flowchart: Connector 130">
                      <a:extLst>
                        <a:ext uri="{FF2B5EF4-FFF2-40B4-BE49-F238E27FC236}">
                          <a16:creationId xmlns:a16="http://schemas.microsoft.com/office/drawing/2014/main" id="{298C97FE-535C-4613-A585-CE5D57D1EB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2" name="3D Model 131" descr="Sphere">
                          <a:extLst>
                            <a:ext uri="{FF2B5EF4-FFF2-40B4-BE49-F238E27FC236}">
                              <a16:creationId xmlns:a16="http://schemas.microsoft.com/office/drawing/2014/main" id="{7CA97EE4-8E6F-4D1D-80C5-76CBF5C9EA5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475076862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2" name="3D Model 131" descr="Sphere">
                          <a:extLst>
                            <a:ext uri="{FF2B5EF4-FFF2-40B4-BE49-F238E27FC236}">
                              <a16:creationId xmlns:a16="http://schemas.microsoft.com/office/drawing/2014/main" id="{2B44DAD8-B15B-485D-9084-36E08051076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062972" y="331541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33" name="Flowchart: Connector 132">
                      <a:extLst>
                        <a:ext uri="{FF2B5EF4-FFF2-40B4-BE49-F238E27FC236}">
                          <a16:creationId xmlns:a16="http://schemas.microsoft.com/office/drawing/2014/main" id="{C7636B20-4D45-4BA7-A502-4BB8EF6813F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4" name="3D Model 133" descr="Sphere">
                          <a:extLst>
                            <a:ext uri="{FF2B5EF4-FFF2-40B4-BE49-F238E27FC236}">
                              <a16:creationId xmlns:a16="http://schemas.microsoft.com/office/drawing/2014/main" id="{E893A1CB-57CC-449C-8FF4-23558DD4BD1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652129332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5" name="3D Model 574" descr="Sphere">
                          <a:extLst>
                            <a:ext uri="{FF2B5EF4-FFF2-40B4-BE49-F238E27FC236}">
                              <a16:creationId xmlns:a16="http://schemas.microsoft.com/office/drawing/2014/main" id="{A31C2113-6FBF-4DA7-9B5E-8D9B60E9FEAB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03560" y="3091449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35" name="Flowchart: Connector 134">
                      <a:extLst>
                        <a:ext uri="{FF2B5EF4-FFF2-40B4-BE49-F238E27FC236}">
                          <a16:creationId xmlns:a16="http://schemas.microsoft.com/office/drawing/2014/main" id="{6D5FF1EB-1D78-4700-BDE0-E8AAD503906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6" name="3D Model 135" descr="Sphere">
                          <a:extLst>
                            <a:ext uri="{FF2B5EF4-FFF2-40B4-BE49-F238E27FC236}">
                              <a16:creationId xmlns:a16="http://schemas.microsoft.com/office/drawing/2014/main" id="{05FF33A4-BC40-4FED-AE49-1348F70857B2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550051870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7" name="3D Model 576" descr="Sphere">
                          <a:extLst>
                            <a:ext uri="{FF2B5EF4-FFF2-40B4-BE49-F238E27FC236}">
                              <a16:creationId xmlns:a16="http://schemas.microsoft.com/office/drawing/2014/main" id="{69CA7D75-9569-459B-AA3F-BFD6D15B257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71978" y="317848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sp>
                <p:nvSpPr>
                  <p:cNvPr id="105" name="Flowchart: Connector 104">
                    <a:extLst>
                      <a:ext uri="{FF2B5EF4-FFF2-40B4-BE49-F238E27FC236}">
                        <a16:creationId xmlns:a16="http://schemas.microsoft.com/office/drawing/2014/main" id="{F15ED893-2B96-4A98-81C1-4D63FFB6AB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22159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6" name="Flowchart: Connector 105">
                    <a:extLst>
                      <a:ext uri="{FF2B5EF4-FFF2-40B4-BE49-F238E27FC236}">
                        <a16:creationId xmlns:a16="http://schemas.microsoft.com/office/drawing/2014/main" id="{DCE20032-3FE1-4FF6-AB8A-6A0FBC31456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096824" y="178425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7" name="Flowchart: Connector 106">
                    <a:extLst>
                      <a:ext uri="{FF2B5EF4-FFF2-40B4-BE49-F238E27FC236}">
                        <a16:creationId xmlns:a16="http://schemas.microsoft.com/office/drawing/2014/main" id="{F2A05519-B8F0-454F-9F73-CF0BF6FF61B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226347" y="1773345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8" name="Flowchart: Connector 107">
                    <a:extLst>
                      <a:ext uri="{FF2B5EF4-FFF2-40B4-BE49-F238E27FC236}">
                        <a16:creationId xmlns:a16="http://schemas.microsoft.com/office/drawing/2014/main" id="{F5F56D7E-B31A-48F6-B94E-4202923411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283299" y="175226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9" name="Flowchart: Connector 108">
                    <a:extLst>
                      <a:ext uri="{FF2B5EF4-FFF2-40B4-BE49-F238E27FC236}">
                        <a16:creationId xmlns:a16="http://schemas.microsoft.com/office/drawing/2014/main" id="{4D86C730-B7A1-4838-9631-3E724A29BC8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472010" y="184465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10" name="Flowchart: Connector 109">
                    <a:extLst>
                      <a:ext uri="{FF2B5EF4-FFF2-40B4-BE49-F238E27FC236}">
                        <a16:creationId xmlns:a16="http://schemas.microsoft.com/office/drawing/2014/main" id="{DB777957-6F8B-4400-9CC6-B43853813E3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527678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11" name="Flowchart: Connector 110">
                    <a:extLst>
                      <a:ext uri="{FF2B5EF4-FFF2-40B4-BE49-F238E27FC236}">
                        <a16:creationId xmlns:a16="http://schemas.microsoft.com/office/drawing/2014/main" id="{D31A3891-0105-441C-BB89-E08F02C5F8E9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716506" y="192146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12" name="Flowchart: Connector 111">
                    <a:extLst>
                      <a:ext uri="{FF2B5EF4-FFF2-40B4-BE49-F238E27FC236}">
                        <a16:creationId xmlns:a16="http://schemas.microsoft.com/office/drawing/2014/main" id="{FAB1FEEE-C2AF-4081-88EF-A9561B6D08D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88047" y="192294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13" name="Flowchart: Connector 112">
                    <a:extLst>
                      <a:ext uri="{FF2B5EF4-FFF2-40B4-BE49-F238E27FC236}">
                        <a16:creationId xmlns:a16="http://schemas.microsoft.com/office/drawing/2014/main" id="{532EC401-00DE-460F-B952-FEAC99B3C1C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981405" y="200468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14" name="3D Model 113" descr="Sphere">
                        <a:extLst>
                          <a:ext uri="{FF2B5EF4-FFF2-40B4-BE49-F238E27FC236}">
                            <a16:creationId xmlns:a16="http://schemas.microsoft.com/office/drawing/2014/main" id="{DC69EC2E-1AE4-45D8-A6A5-5838E5B7A3F8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851804576"/>
                          </p:ext>
                        </p:extLst>
                      </p:nvPr>
                    </p:nvGraphicFramePr>
                    <p:xfrm>
                      <a:off x="2122087" y="1503359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59755" cy="14478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433448" ay="1433014" az="-1105299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4"/>
                          </am3d:raster>
                          <am3d:objViewport viewportSz="149143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4" name="3D Model 113" descr="Sphere">
                        <a:extLst>
                          <a:ext uri="{FF2B5EF4-FFF2-40B4-BE49-F238E27FC236}">
                            <a16:creationId xmlns:a16="http://schemas.microsoft.com/office/drawing/2014/main" id="{56A2AB05-F072-40CA-90AE-FD36A7808D3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830057" y="2917267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15" name="Flowchart: Connector 114">
                    <a:extLst>
                      <a:ext uri="{FF2B5EF4-FFF2-40B4-BE49-F238E27FC236}">
                        <a16:creationId xmlns:a16="http://schemas.microsoft.com/office/drawing/2014/main" id="{52FCC320-3306-455E-B0DB-016CDEFE89D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345380" y="165330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16" name="3D Model 115" descr="Sphere">
                        <a:extLst>
                          <a:ext uri="{FF2B5EF4-FFF2-40B4-BE49-F238E27FC236}">
                            <a16:creationId xmlns:a16="http://schemas.microsoft.com/office/drawing/2014/main" id="{A300B04A-99D0-424E-ABFD-5113A3765221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26600387"/>
                          </p:ext>
                        </p:extLst>
                      </p:nvPr>
                    </p:nvGraphicFramePr>
                    <p:xfrm>
                      <a:off x="2368043" y="1593681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59755" cy="14478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1"/>
                          </am3d:raster>
                          <am3d:objViewport viewportSz="162787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6" name="3D Model 115" descr="Sphere">
                        <a:extLst>
                          <a:ext uri="{FF2B5EF4-FFF2-40B4-BE49-F238E27FC236}">
                            <a16:creationId xmlns:a16="http://schemas.microsoft.com/office/drawing/2014/main" id="{7C9E6E5C-C27E-459B-A76D-97CD231ABD4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076013" y="3007589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17" name="Flowchart: Connector 116">
                    <a:extLst>
                      <a:ext uri="{FF2B5EF4-FFF2-40B4-BE49-F238E27FC236}">
                        <a16:creationId xmlns:a16="http://schemas.microsoft.com/office/drawing/2014/main" id="{517C231C-8F7F-4BE5-A113-9370C6A234B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584559" y="172243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18" name="3D Model 117" descr="Sphere">
                        <a:extLst>
                          <a:ext uri="{FF2B5EF4-FFF2-40B4-BE49-F238E27FC236}">
                            <a16:creationId xmlns:a16="http://schemas.microsoft.com/office/drawing/2014/main" id="{1B0B18AA-6B7F-4E2F-863D-93C0E91F6270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052084206"/>
                          </p:ext>
                        </p:extLst>
                      </p:nvPr>
                    </p:nvGraphicFramePr>
                    <p:xfrm>
                      <a:off x="2609177" y="1641551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63340" cy="158247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4"/>
                          </am3d:raster>
                          <am3d:objViewport viewportSz="177918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8" name="3D Model 117" descr="Sphere">
                        <a:extLst>
                          <a:ext uri="{FF2B5EF4-FFF2-40B4-BE49-F238E27FC236}">
                            <a16:creationId xmlns:a16="http://schemas.microsoft.com/office/drawing/2014/main" id="{4E73B661-C0D3-4777-B427-FC4F81686E2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317147" y="3055459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19" name="Flowchart: Connector 118">
                    <a:extLst>
                      <a:ext uri="{FF2B5EF4-FFF2-40B4-BE49-F238E27FC236}">
                        <a16:creationId xmlns:a16="http://schemas.microsoft.com/office/drawing/2014/main" id="{3385D827-83EF-4668-9CCE-6A4B0CAB7B2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848075" y="180504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20" name="3D Model 119" descr="Sphere">
                        <a:extLst>
                          <a:ext uri="{FF2B5EF4-FFF2-40B4-BE49-F238E27FC236}">
                            <a16:creationId xmlns:a16="http://schemas.microsoft.com/office/drawing/2014/main" id="{00268AAE-C906-4858-BEAC-0B33638CF457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746199819"/>
                          </p:ext>
                        </p:extLst>
                      </p:nvPr>
                    </p:nvGraphicFramePr>
                    <p:xfrm>
                      <a:off x="2877595" y="1728590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56622" cy="15110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9"/>
                          </am3d:raster>
                          <am3d:objViewport viewportSz="164054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20" name="3D Model 119" descr="Sphere">
                        <a:extLst>
                          <a:ext uri="{FF2B5EF4-FFF2-40B4-BE49-F238E27FC236}">
                            <a16:creationId xmlns:a16="http://schemas.microsoft.com/office/drawing/2014/main" id="{3476476F-DDC4-49CE-B42B-4D693A51BEBB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5565" y="3142498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</p:grpSp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A912A2DD-219E-4058-8B53-441C7D75E518}"/>
                  </a:ext>
                </a:extLst>
              </p:cNvPr>
              <p:cNvGrpSpPr/>
              <p:nvPr/>
            </p:nvGrpSpPr>
            <p:grpSpPr>
              <a:xfrm rot="18542409">
                <a:off x="2257159" y="2362802"/>
                <a:ext cx="834986" cy="143092"/>
                <a:chOff x="2620172" y="2546175"/>
                <a:chExt cx="834986" cy="143092"/>
              </a:xfrm>
            </p:grpSpPr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94C968AC-C66D-4125-B008-2D984C87F34E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1" name="Rectangle: Rounded Corners 80">
                  <a:extLst>
                    <a:ext uri="{FF2B5EF4-FFF2-40B4-BE49-F238E27FC236}">
                      <a16:creationId xmlns:a16="http://schemas.microsoft.com/office/drawing/2014/main" id="{23374A6C-4223-4171-A283-60814A7A21B0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7184F6CF-A4DB-4BBC-9808-16C5D165F9A0}"/>
                  </a:ext>
                </a:extLst>
              </p:cNvPr>
              <p:cNvGrpSpPr/>
              <p:nvPr/>
            </p:nvGrpSpPr>
            <p:grpSpPr>
              <a:xfrm rot="17122200">
                <a:off x="1187274" y="2350135"/>
                <a:ext cx="834986" cy="143092"/>
                <a:chOff x="2620172" y="2546175"/>
                <a:chExt cx="834986" cy="143092"/>
              </a:xfrm>
            </p:grpSpPr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8FFC3438-356D-49AE-9B08-3B17D32EFF74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9" name="Rectangle: Rounded Corners 78">
                  <a:extLst>
                    <a:ext uri="{FF2B5EF4-FFF2-40B4-BE49-F238E27FC236}">
                      <a16:creationId xmlns:a16="http://schemas.microsoft.com/office/drawing/2014/main" id="{F3D6DE5A-B37F-4FE4-9CEF-5F8E66357C7B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E6312B12-28C8-41BF-9D42-A672D4CDEEA2}"/>
                  </a:ext>
                </a:extLst>
              </p:cNvPr>
              <p:cNvGrpSpPr/>
              <p:nvPr/>
            </p:nvGrpSpPr>
            <p:grpSpPr>
              <a:xfrm rot="658209">
                <a:off x="2479276" y="3323586"/>
                <a:ext cx="746642" cy="235253"/>
                <a:chOff x="2620172" y="2546175"/>
                <a:chExt cx="834986" cy="143092"/>
              </a:xfrm>
            </p:grpSpPr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93B51046-DE95-42E9-B8BE-BF24B4146EF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7" name="Rectangle: Rounded Corners 76">
                  <a:extLst>
                    <a:ext uri="{FF2B5EF4-FFF2-40B4-BE49-F238E27FC236}">
                      <a16:creationId xmlns:a16="http://schemas.microsoft.com/office/drawing/2014/main" id="{30BD90CD-AA5B-443E-B70E-67F5A6A73AD5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FFC3CED8-5525-41E9-97D0-E17E9C0A82D2}"/>
                  </a:ext>
                </a:extLst>
              </p:cNvPr>
              <p:cNvGrpSpPr/>
              <p:nvPr/>
            </p:nvGrpSpPr>
            <p:grpSpPr>
              <a:xfrm rot="18837888">
                <a:off x="1789768" y="2238105"/>
                <a:ext cx="834986" cy="143092"/>
                <a:chOff x="2620172" y="2546175"/>
                <a:chExt cx="834986" cy="143092"/>
              </a:xfrm>
            </p:grpSpPr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FEE2061F-2C1F-4D41-8862-2C2EDE483ED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5" name="Rectangle: Rounded Corners 74">
                  <a:extLst>
                    <a:ext uri="{FF2B5EF4-FFF2-40B4-BE49-F238E27FC236}">
                      <a16:creationId xmlns:a16="http://schemas.microsoft.com/office/drawing/2014/main" id="{A63C0AB2-F988-4C9B-ABF5-461D4A29D585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9C0EA150-1E93-4E24-B17F-202CC8756DA4}"/>
                  </a:ext>
                </a:extLst>
              </p:cNvPr>
              <p:cNvGrpSpPr/>
              <p:nvPr/>
            </p:nvGrpSpPr>
            <p:grpSpPr>
              <a:xfrm rot="16200000">
                <a:off x="563034" y="2429570"/>
                <a:ext cx="834986" cy="143092"/>
                <a:chOff x="2620172" y="2546175"/>
                <a:chExt cx="834986" cy="143092"/>
              </a:xfrm>
            </p:grpSpPr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280C423B-A3E8-4616-9F5A-FFC16D268EA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3" name="Rectangle: Rounded Corners 72">
                  <a:extLst>
                    <a:ext uri="{FF2B5EF4-FFF2-40B4-BE49-F238E27FC236}">
                      <a16:creationId xmlns:a16="http://schemas.microsoft.com/office/drawing/2014/main" id="{F192F5FE-7DFA-4EEB-8FD8-7C8CF62C42EA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40738F3C-0FED-4009-8498-2E0955AFC695}"/>
                  </a:ext>
                </a:extLst>
              </p:cNvPr>
              <p:cNvGrpSpPr/>
              <p:nvPr/>
            </p:nvGrpSpPr>
            <p:grpSpPr>
              <a:xfrm rot="5037398" flipV="1">
                <a:off x="1350328" y="4425270"/>
                <a:ext cx="731274" cy="157011"/>
                <a:chOff x="2620172" y="2546175"/>
                <a:chExt cx="834986" cy="143092"/>
              </a:xfrm>
            </p:grpSpPr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C70A0D34-CF2F-4EE1-BD9E-86ED9EE8CD5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" name="Rectangle: Rounded Corners 70">
                  <a:extLst>
                    <a:ext uri="{FF2B5EF4-FFF2-40B4-BE49-F238E27FC236}">
                      <a16:creationId xmlns:a16="http://schemas.microsoft.com/office/drawing/2014/main" id="{7C2EB3E2-5605-4852-8240-062228F837EE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A22D5A46-BE6D-43B2-A8C6-9025499F38F7}"/>
                  </a:ext>
                </a:extLst>
              </p:cNvPr>
              <p:cNvGrpSpPr/>
              <p:nvPr/>
            </p:nvGrpSpPr>
            <p:grpSpPr>
              <a:xfrm rot="5880914">
                <a:off x="789613" y="4380622"/>
                <a:ext cx="834986" cy="143092"/>
                <a:chOff x="2620172" y="2546175"/>
                <a:chExt cx="834986" cy="143092"/>
              </a:xfrm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D334D724-188D-4B93-A4CE-CCF3E697F91E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9" name="Rectangle: Rounded Corners 68">
                  <a:extLst>
                    <a:ext uri="{FF2B5EF4-FFF2-40B4-BE49-F238E27FC236}">
                      <a16:creationId xmlns:a16="http://schemas.microsoft.com/office/drawing/2014/main" id="{770D916A-D000-43DD-9DFE-3D624F7E272F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02FC48FB-7D8D-4E6D-B942-0B64EA077E28}"/>
                  </a:ext>
                </a:extLst>
              </p:cNvPr>
              <p:cNvGrpSpPr/>
              <p:nvPr/>
            </p:nvGrpSpPr>
            <p:grpSpPr>
              <a:xfrm rot="13587211">
                <a:off x="651990" y="2929858"/>
                <a:ext cx="381035" cy="92791"/>
                <a:chOff x="2620172" y="2546175"/>
                <a:chExt cx="834986" cy="143092"/>
              </a:xfrm>
            </p:grpSpPr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82679191-B06C-4888-A3DE-89DD965CF7B5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7" name="Rectangle: Rounded Corners 66">
                  <a:extLst>
                    <a:ext uri="{FF2B5EF4-FFF2-40B4-BE49-F238E27FC236}">
                      <a16:creationId xmlns:a16="http://schemas.microsoft.com/office/drawing/2014/main" id="{6C72BCDC-1300-4380-88B0-6C7B1D33DE75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64F0CE47-5023-4B01-83DC-1FB0C0B7A0B6}"/>
                  </a:ext>
                </a:extLst>
              </p:cNvPr>
              <p:cNvGrpSpPr/>
              <p:nvPr/>
            </p:nvGrpSpPr>
            <p:grpSpPr>
              <a:xfrm rot="11351284">
                <a:off x="163719" y="3807693"/>
                <a:ext cx="834986" cy="143092"/>
                <a:chOff x="2620172" y="2546175"/>
                <a:chExt cx="834986" cy="143092"/>
              </a:xfrm>
            </p:grpSpPr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A4807C9D-222A-4669-9E54-4D752352B85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" name="Rectangle: Rounded Corners 64">
                  <a:extLst>
                    <a:ext uri="{FF2B5EF4-FFF2-40B4-BE49-F238E27FC236}">
                      <a16:creationId xmlns:a16="http://schemas.microsoft.com/office/drawing/2014/main" id="{9FE4A415-8EA1-42E6-8BB7-418A4CEAD8D5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2891A49F-F06B-4051-B777-DE9EB510F9DF}"/>
                  </a:ext>
                </a:extLst>
              </p:cNvPr>
              <p:cNvGrpSpPr/>
              <p:nvPr/>
            </p:nvGrpSpPr>
            <p:grpSpPr>
              <a:xfrm rot="4193783">
                <a:off x="2062756" y="4148262"/>
                <a:ext cx="706454" cy="171076"/>
                <a:chOff x="2620172" y="2546175"/>
                <a:chExt cx="834986" cy="143092"/>
              </a:xfrm>
            </p:grpSpPr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2BF7AA0A-B614-4A3F-AE13-A8420671353E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3" name="Rectangle: Rounded Corners 62">
                  <a:extLst>
                    <a:ext uri="{FF2B5EF4-FFF2-40B4-BE49-F238E27FC236}">
                      <a16:creationId xmlns:a16="http://schemas.microsoft.com/office/drawing/2014/main" id="{862E31AF-277F-4B76-B556-87B17DAEE24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56204B60-FED9-4F22-8881-B6C1DD01D627}"/>
                  </a:ext>
                </a:extLst>
              </p:cNvPr>
              <p:cNvGrpSpPr/>
              <p:nvPr/>
            </p:nvGrpSpPr>
            <p:grpSpPr>
              <a:xfrm rot="1837203">
                <a:off x="2331692" y="387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D5851733-C747-40AB-8140-51ED87327F4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1" name="Rectangle: Rounded Corners 60">
                  <a:extLst>
                    <a:ext uri="{FF2B5EF4-FFF2-40B4-BE49-F238E27FC236}">
                      <a16:creationId xmlns:a16="http://schemas.microsoft.com/office/drawing/2014/main" id="{B8B33B77-FB9E-4FD8-833E-003948C45AB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B4CAA27D-B031-4F8D-AF07-C5AE2979142B}"/>
                  </a:ext>
                </a:extLst>
              </p:cNvPr>
              <p:cNvGrpSpPr/>
              <p:nvPr/>
            </p:nvGrpSpPr>
            <p:grpSpPr>
              <a:xfrm rot="932650">
                <a:off x="2489621" y="3105014"/>
                <a:ext cx="381035" cy="92791"/>
                <a:chOff x="2620172" y="2546175"/>
                <a:chExt cx="834986" cy="143092"/>
              </a:xfrm>
            </p:grpSpPr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69AB6D89-8195-472B-A64D-A236DBBCFE0E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" name="Rectangle: Rounded Corners 58">
                  <a:extLst>
                    <a:ext uri="{FF2B5EF4-FFF2-40B4-BE49-F238E27FC236}">
                      <a16:creationId xmlns:a16="http://schemas.microsoft.com/office/drawing/2014/main" id="{F4AB4E93-A7EF-4A45-AA52-7CA7C7C9C9D6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69B24FA8-E9C1-4177-94A2-CB11E100A8F0}"/>
                  </a:ext>
                </a:extLst>
              </p:cNvPr>
              <p:cNvGrpSpPr/>
              <p:nvPr/>
            </p:nvGrpSpPr>
            <p:grpSpPr>
              <a:xfrm rot="10458038">
                <a:off x="686489" y="3490410"/>
                <a:ext cx="381035" cy="92791"/>
                <a:chOff x="2620172" y="2546175"/>
                <a:chExt cx="834986" cy="143092"/>
              </a:xfrm>
            </p:grpSpPr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75586F4C-E634-4836-8AC3-24D2D50F1C10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7" name="Rectangle: Rounded Corners 56">
                  <a:extLst>
                    <a:ext uri="{FF2B5EF4-FFF2-40B4-BE49-F238E27FC236}">
                      <a16:creationId xmlns:a16="http://schemas.microsoft.com/office/drawing/2014/main" id="{0A19E608-AE94-4605-9786-E46D91FBCD80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3" name="Group 22">
                <a:extLst>
                  <a:ext uri="{FF2B5EF4-FFF2-40B4-BE49-F238E27FC236}">
                    <a16:creationId xmlns:a16="http://schemas.microsoft.com/office/drawing/2014/main" id="{7CF1AB9E-C309-4EB6-A63E-6EBFC911A250}"/>
                  </a:ext>
                </a:extLst>
              </p:cNvPr>
              <p:cNvGrpSpPr/>
              <p:nvPr/>
            </p:nvGrpSpPr>
            <p:grpSpPr>
              <a:xfrm rot="16924252">
                <a:off x="1635001" y="2371073"/>
                <a:ext cx="381035" cy="92791"/>
                <a:chOff x="2620172" y="2546175"/>
                <a:chExt cx="834986" cy="143092"/>
              </a:xfrm>
            </p:grpSpPr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8EF67988-B640-4D84-9B96-AD0FF2DFE11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5" name="Rectangle: Rounded Corners 54">
                  <a:extLst>
                    <a:ext uri="{FF2B5EF4-FFF2-40B4-BE49-F238E27FC236}">
                      <a16:creationId xmlns:a16="http://schemas.microsoft.com/office/drawing/2014/main" id="{932A0760-4F1C-4C9E-A55D-8C0144DA5F4E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4" name="Group 23">
                <a:extLst>
                  <a:ext uri="{FF2B5EF4-FFF2-40B4-BE49-F238E27FC236}">
                    <a16:creationId xmlns:a16="http://schemas.microsoft.com/office/drawing/2014/main" id="{FF571456-CC0F-4497-B3F2-BEB78296C5C3}"/>
                  </a:ext>
                </a:extLst>
              </p:cNvPr>
              <p:cNvGrpSpPr/>
              <p:nvPr/>
            </p:nvGrpSpPr>
            <p:grpSpPr>
              <a:xfrm rot="15677156">
                <a:off x="985517" y="2521255"/>
                <a:ext cx="381035" cy="92791"/>
                <a:chOff x="2620172" y="2546175"/>
                <a:chExt cx="834986" cy="143092"/>
              </a:xfrm>
            </p:grpSpPr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184615D8-E7CC-47EC-A8CD-77468267725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" name="Rectangle: Rounded Corners 52">
                  <a:extLst>
                    <a:ext uri="{FF2B5EF4-FFF2-40B4-BE49-F238E27FC236}">
                      <a16:creationId xmlns:a16="http://schemas.microsoft.com/office/drawing/2014/main" id="{F56572C7-3F1B-4CBA-AECF-B3C6F7D23B6F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3A66E566-CC06-4A5D-9A5F-D872D34DF14D}"/>
                  </a:ext>
                </a:extLst>
              </p:cNvPr>
              <p:cNvGrpSpPr/>
              <p:nvPr/>
            </p:nvGrpSpPr>
            <p:grpSpPr>
              <a:xfrm rot="14354853" flipV="1">
                <a:off x="976412" y="2438473"/>
                <a:ext cx="731274" cy="157011"/>
                <a:chOff x="2620172" y="2546175"/>
                <a:chExt cx="834986" cy="143092"/>
              </a:xfrm>
            </p:grpSpPr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25EB5CFF-50ED-4B0A-B9E2-FB570FE45E1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1" name="Rectangle: Rounded Corners 50">
                  <a:extLst>
                    <a:ext uri="{FF2B5EF4-FFF2-40B4-BE49-F238E27FC236}">
                      <a16:creationId xmlns:a16="http://schemas.microsoft.com/office/drawing/2014/main" id="{ED1A991A-C970-4616-8813-51A65FEA7056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D5AA13DB-7BAF-42BF-8E03-4FE3A650B2F5}"/>
                  </a:ext>
                </a:extLst>
              </p:cNvPr>
              <p:cNvGrpSpPr/>
              <p:nvPr/>
            </p:nvGrpSpPr>
            <p:grpSpPr>
              <a:xfrm rot="9793356" flipV="1">
                <a:off x="215985" y="3237903"/>
                <a:ext cx="731274" cy="157011"/>
                <a:chOff x="2620172" y="2546175"/>
                <a:chExt cx="834986" cy="143092"/>
              </a:xfrm>
            </p:grpSpPr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1E0ED25B-66BD-4D82-88B3-FA9ECC95926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9" name="Rectangle: Rounded Corners 48">
                  <a:extLst>
                    <a:ext uri="{FF2B5EF4-FFF2-40B4-BE49-F238E27FC236}">
                      <a16:creationId xmlns:a16="http://schemas.microsoft.com/office/drawing/2014/main" id="{EAFADC36-2007-40AF-A112-450008A5ABAD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94995FE2-3E6D-4F0B-9B20-1AEC442B977C}"/>
                  </a:ext>
                </a:extLst>
              </p:cNvPr>
              <p:cNvGrpSpPr/>
              <p:nvPr/>
            </p:nvGrpSpPr>
            <p:grpSpPr>
              <a:xfrm rot="6907686" flipV="1">
                <a:off x="692019" y="3931960"/>
                <a:ext cx="731274" cy="157011"/>
                <a:chOff x="2620172" y="2546175"/>
                <a:chExt cx="834986" cy="143092"/>
              </a:xfrm>
            </p:grpSpPr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44E0C5FC-324B-4341-B10D-50F69D6FE1B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7" name="Rectangle: Rounded Corners 46">
                  <a:extLst>
                    <a:ext uri="{FF2B5EF4-FFF2-40B4-BE49-F238E27FC236}">
                      <a16:creationId xmlns:a16="http://schemas.microsoft.com/office/drawing/2014/main" id="{70908393-AF1A-4E66-B70B-1C8F595CF694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C6BF313D-7322-4271-B83D-50432466F1D5}"/>
                  </a:ext>
                </a:extLst>
              </p:cNvPr>
              <p:cNvGrpSpPr/>
              <p:nvPr/>
            </p:nvGrpSpPr>
            <p:grpSpPr>
              <a:xfrm rot="1465711" flipV="1">
                <a:off x="2002734" y="3404484"/>
                <a:ext cx="731274" cy="157011"/>
                <a:chOff x="2620172" y="2546175"/>
                <a:chExt cx="834986" cy="143092"/>
              </a:xfrm>
            </p:grpSpPr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CC1B8962-3995-438E-ADD8-F05AAD4D905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5" name="Rectangle: Rounded Corners 44">
                  <a:extLst>
                    <a:ext uri="{FF2B5EF4-FFF2-40B4-BE49-F238E27FC236}">
                      <a16:creationId xmlns:a16="http://schemas.microsoft.com/office/drawing/2014/main" id="{248CD02D-22A6-4FD8-9820-35C7461788B9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B73F3987-557D-4594-A8FF-8B5AC1A09D47}"/>
                  </a:ext>
                </a:extLst>
              </p:cNvPr>
              <p:cNvGrpSpPr/>
              <p:nvPr/>
            </p:nvGrpSpPr>
            <p:grpSpPr>
              <a:xfrm rot="19016516">
                <a:off x="1733273" y="283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4CA28D66-E3D5-4132-AD77-7F32976351A8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3" name="Rectangle: Rounded Corners 42">
                  <a:extLst>
                    <a:ext uri="{FF2B5EF4-FFF2-40B4-BE49-F238E27FC236}">
                      <a16:creationId xmlns:a16="http://schemas.microsoft.com/office/drawing/2014/main" id="{C862E4E0-8E1F-4005-BDD7-7B5260947F5E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CB7E3352-D0D2-419E-94D6-71677199B63F}"/>
                  </a:ext>
                </a:extLst>
              </p:cNvPr>
              <p:cNvGrpSpPr/>
              <p:nvPr/>
            </p:nvGrpSpPr>
            <p:grpSpPr>
              <a:xfrm rot="19245075">
                <a:off x="1632068" y="2825415"/>
                <a:ext cx="834986" cy="143092"/>
                <a:chOff x="2620172" y="2546175"/>
                <a:chExt cx="834986" cy="143092"/>
              </a:xfrm>
            </p:grpSpPr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7533504A-7E75-448A-BEFF-ACDA505B9194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1" name="Rectangle: Rounded Corners 40">
                  <a:extLst>
                    <a:ext uri="{FF2B5EF4-FFF2-40B4-BE49-F238E27FC236}">
                      <a16:creationId xmlns:a16="http://schemas.microsoft.com/office/drawing/2014/main" id="{EDEA5B97-7EBE-4621-AC2E-63547AEAE58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F6440FA8-D960-47AD-96AF-FEEB37F1E4A9}"/>
                  </a:ext>
                </a:extLst>
              </p:cNvPr>
              <p:cNvGrpSpPr/>
              <p:nvPr/>
            </p:nvGrpSpPr>
            <p:grpSpPr>
              <a:xfrm rot="10458038">
                <a:off x="838889" y="3642810"/>
                <a:ext cx="381035" cy="92791"/>
                <a:chOff x="2620172" y="2546175"/>
                <a:chExt cx="834986" cy="143092"/>
              </a:xfrm>
            </p:grpSpPr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061317B2-2924-4372-88FB-ABF8A36B3DA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9" name="Rectangle: Rounded Corners 38">
                  <a:extLst>
                    <a:ext uri="{FF2B5EF4-FFF2-40B4-BE49-F238E27FC236}">
                      <a16:creationId xmlns:a16="http://schemas.microsoft.com/office/drawing/2014/main" id="{7920E49E-29CD-40EF-93C6-AB7422D9216D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F55CF487-DF82-4F91-BC4A-80519614CA7A}"/>
                  </a:ext>
                </a:extLst>
              </p:cNvPr>
              <p:cNvGrpSpPr/>
              <p:nvPr/>
            </p:nvGrpSpPr>
            <p:grpSpPr>
              <a:xfrm rot="15824399">
                <a:off x="1224680" y="2818934"/>
                <a:ext cx="381035" cy="92791"/>
                <a:chOff x="2620172" y="2546175"/>
                <a:chExt cx="834986" cy="143092"/>
              </a:xfrm>
            </p:grpSpPr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54D665FA-FC97-443E-AC8A-FAF34AE622CE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7" name="Rectangle: Rounded Corners 36">
                  <a:extLst>
                    <a:ext uri="{FF2B5EF4-FFF2-40B4-BE49-F238E27FC236}">
                      <a16:creationId xmlns:a16="http://schemas.microsoft.com/office/drawing/2014/main" id="{9B3CD0F2-B296-4CD8-88DB-300D269CE19D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3" name="Group 32">
                <a:extLst>
                  <a:ext uri="{FF2B5EF4-FFF2-40B4-BE49-F238E27FC236}">
                    <a16:creationId xmlns:a16="http://schemas.microsoft.com/office/drawing/2014/main" id="{EA0C6205-9AC1-4D83-B97D-99C337ADC1C6}"/>
                  </a:ext>
                </a:extLst>
              </p:cNvPr>
              <p:cNvGrpSpPr/>
              <p:nvPr/>
            </p:nvGrpSpPr>
            <p:grpSpPr>
              <a:xfrm rot="16697394">
                <a:off x="1080028" y="2168448"/>
                <a:ext cx="834986" cy="143092"/>
                <a:chOff x="2620172" y="2546175"/>
                <a:chExt cx="834986" cy="143092"/>
              </a:xfrm>
            </p:grpSpPr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63DCE829-7975-4C90-BB9A-83C212F7EF5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5" name="Rectangle: Rounded Corners 34">
                  <a:extLst>
                    <a:ext uri="{FF2B5EF4-FFF2-40B4-BE49-F238E27FC236}">
                      <a16:creationId xmlns:a16="http://schemas.microsoft.com/office/drawing/2014/main" id="{E9F3130E-4171-4DB8-91D1-14B3CD2E795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</p:grp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2F2CB1A2-185A-42D7-816F-CBF97920E41B}"/>
                </a:ext>
              </a:extLst>
            </p:cNvPr>
            <p:cNvSpPr/>
            <p:nvPr/>
          </p:nvSpPr>
          <p:spPr>
            <a:xfrm rot="6017948" flipV="1">
              <a:off x="1305755" y="4290452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02419CA1-B09B-4BF2-B458-6C18AB392238}"/>
                </a:ext>
              </a:extLst>
            </p:cNvPr>
            <p:cNvSpPr/>
            <p:nvPr/>
          </p:nvSpPr>
          <p:spPr>
            <a:xfrm rot="21277659">
              <a:off x="2517403" y="2906549"/>
              <a:ext cx="690584" cy="235253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4491923B-F4E8-4619-88E4-056001A86BF5}"/>
                </a:ext>
              </a:extLst>
            </p:cNvPr>
            <p:cNvSpPr/>
            <p:nvPr/>
          </p:nvSpPr>
          <p:spPr>
            <a:xfrm rot="11528244" flipV="1">
              <a:off x="344853" y="2978311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sp>
        <p:nvSpPr>
          <p:cNvPr id="370" name="Curved Up Arrow 1">
            <a:extLst>
              <a:ext uri="{FF2B5EF4-FFF2-40B4-BE49-F238E27FC236}">
                <a16:creationId xmlns:a16="http://schemas.microsoft.com/office/drawing/2014/main" id="{3EE277E0-209C-4501-ABCA-ED55DFAC376C}"/>
              </a:ext>
            </a:extLst>
          </p:cNvPr>
          <p:cNvSpPr/>
          <p:nvPr/>
        </p:nvSpPr>
        <p:spPr>
          <a:xfrm rot="9442209" flipH="1">
            <a:off x="5016766" y="1339253"/>
            <a:ext cx="1383136" cy="640191"/>
          </a:xfrm>
          <a:custGeom>
            <a:avLst/>
            <a:gdLst>
              <a:gd name="connsiteX0" fmla="*/ 467810 w 635736"/>
              <a:gd name="connsiteY0" fmla="*/ 0 h 731523"/>
              <a:gd name="connsiteX1" fmla="*/ 635736 w 635736"/>
              <a:gd name="connsiteY1" fmla="*/ 182880 h 731523"/>
              <a:gd name="connsiteX2" fmla="*/ 544296 w 635736"/>
              <a:gd name="connsiteY2" fmla="*/ 182880 h 731523"/>
              <a:gd name="connsiteX3" fmla="*/ 87404 w 635736"/>
              <a:gd name="connsiteY3" fmla="*/ 731520 h 731523"/>
              <a:gd name="connsiteX4" fmla="*/ 0 w 635736"/>
              <a:gd name="connsiteY4" fmla="*/ 731520 h 731523"/>
              <a:gd name="connsiteX5" fmla="*/ 0 w 635736"/>
              <a:gd name="connsiteY5" fmla="*/ 718075 h 731523"/>
              <a:gd name="connsiteX6" fmla="*/ 0 w 635736"/>
              <a:gd name="connsiteY6" fmla="*/ 716278 h 731523"/>
              <a:gd name="connsiteX7" fmla="*/ 361416 w 635736"/>
              <a:gd name="connsiteY7" fmla="*/ 182880 h 731523"/>
              <a:gd name="connsiteX8" fmla="*/ 269976 w 635736"/>
              <a:gd name="connsiteY8" fmla="*/ 182880 h 731523"/>
              <a:gd name="connsiteX9" fmla="*/ 467810 w 635736"/>
              <a:gd name="connsiteY9" fmla="*/ 0 h 731523"/>
              <a:gd name="connsiteX0" fmla="*/ 467810 w 635736"/>
              <a:gd name="connsiteY0" fmla="*/ 0 h 731523"/>
              <a:gd name="connsiteX1" fmla="*/ 635736 w 635736"/>
              <a:gd name="connsiteY1" fmla="*/ 182880 h 731523"/>
              <a:gd name="connsiteX2" fmla="*/ 544296 w 635736"/>
              <a:gd name="connsiteY2" fmla="*/ 182880 h 731523"/>
              <a:gd name="connsiteX3" fmla="*/ 87404 w 635736"/>
              <a:gd name="connsiteY3" fmla="*/ 731520 h 731523"/>
              <a:gd name="connsiteX4" fmla="*/ 0 w 635736"/>
              <a:gd name="connsiteY4" fmla="*/ 731520 h 731523"/>
              <a:gd name="connsiteX5" fmla="*/ 0 w 635736"/>
              <a:gd name="connsiteY5" fmla="*/ 716278 h 731523"/>
              <a:gd name="connsiteX6" fmla="*/ 361416 w 635736"/>
              <a:gd name="connsiteY6" fmla="*/ 182880 h 731523"/>
              <a:gd name="connsiteX7" fmla="*/ 269976 w 635736"/>
              <a:gd name="connsiteY7" fmla="*/ 182880 h 731523"/>
              <a:gd name="connsiteX8" fmla="*/ 467810 w 635736"/>
              <a:gd name="connsiteY8" fmla="*/ 0 h 731523"/>
              <a:gd name="connsiteX0" fmla="*/ 582986 w 750912"/>
              <a:gd name="connsiteY0" fmla="*/ 0 h 736598"/>
              <a:gd name="connsiteX1" fmla="*/ 750912 w 750912"/>
              <a:gd name="connsiteY1" fmla="*/ 182880 h 736598"/>
              <a:gd name="connsiteX2" fmla="*/ 659472 w 750912"/>
              <a:gd name="connsiteY2" fmla="*/ 182880 h 736598"/>
              <a:gd name="connsiteX3" fmla="*/ 202580 w 750912"/>
              <a:gd name="connsiteY3" fmla="*/ 731520 h 736598"/>
              <a:gd name="connsiteX4" fmla="*/ 0 w 750912"/>
              <a:gd name="connsiteY4" fmla="*/ 736598 h 736598"/>
              <a:gd name="connsiteX5" fmla="*/ 115176 w 750912"/>
              <a:gd name="connsiteY5" fmla="*/ 716278 h 736598"/>
              <a:gd name="connsiteX6" fmla="*/ 476592 w 750912"/>
              <a:gd name="connsiteY6" fmla="*/ 182880 h 736598"/>
              <a:gd name="connsiteX7" fmla="*/ 385152 w 750912"/>
              <a:gd name="connsiteY7" fmla="*/ 182880 h 736598"/>
              <a:gd name="connsiteX8" fmla="*/ 582986 w 750912"/>
              <a:gd name="connsiteY8" fmla="*/ 0 h 736598"/>
              <a:gd name="connsiteX0" fmla="*/ 582986 w 750912"/>
              <a:gd name="connsiteY0" fmla="*/ 0 h 736598"/>
              <a:gd name="connsiteX1" fmla="*/ 750912 w 750912"/>
              <a:gd name="connsiteY1" fmla="*/ 182880 h 736598"/>
              <a:gd name="connsiteX2" fmla="*/ 659472 w 750912"/>
              <a:gd name="connsiteY2" fmla="*/ 182880 h 736598"/>
              <a:gd name="connsiteX3" fmla="*/ 202580 w 750912"/>
              <a:gd name="connsiteY3" fmla="*/ 731520 h 736598"/>
              <a:gd name="connsiteX4" fmla="*/ 0 w 750912"/>
              <a:gd name="connsiteY4" fmla="*/ 736598 h 736598"/>
              <a:gd name="connsiteX5" fmla="*/ 115176 w 750912"/>
              <a:gd name="connsiteY5" fmla="*/ 716278 h 736598"/>
              <a:gd name="connsiteX6" fmla="*/ 476592 w 750912"/>
              <a:gd name="connsiteY6" fmla="*/ 182880 h 736598"/>
              <a:gd name="connsiteX7" fmla="*/ 385152 w 750912"/>
              <a:gd name="connsiteY7" fmla="*/ 182880 h 736598"/>
              <a:gd name="connsiteX8" fmla="*/ 582986 w 750912"/>
              <a:gd name="connsiteY8" fmla="*/ 0 h 736598"/>
              <a:gd name="connsiteX0" fmla="*/ 582986 w 750912"/>
              <a:gd name="connsiteY0" fmla="*/ 0 h 736598"/>
              <a:gd name="connsiteX1" fmla="*/ 750912 w 750912"/>
              <a:gd name="connsiteY1" fmla="*/ 182880 h 736598"/>
              <a:gd name="connsiteX2" fmla="*/ 659472 w 750912"/>
              <a:gd name="connsiteY2" fmla="*/ 182880 h 736598"/>
              <a:gd name="connsiteX3" fmla="*/ 202580 w 750912"/>
              <a:gd name="connsiteY3" fmla="*/ 731520 h 736598"/>
              <a:gd name="connsiteX4" fmla="*/ 0 w 750912"/>
              <a:gd name="connsiteY4" fmla="*/ 736598 h 736598"/>
              <a:gd name="connsiteX5" fmla="*/ 115176 w 750912"/>
              <a:gd name="connsiteY5" fmla="*/ 716278 h 736598"/>
              <a:gd name="connsiteX6" fmla="*/ 476592 w 750912"/>
              <a:gd name="connsiteY6" fmla="*/ 182880 h 736598"/>
              <a:gd name="connsiteX7" fmla="*/ 385152 w 750912"/>
              <a:gd name="connsiteY7" fmla="*/ 182880 h 736598"/>
              <a:gd name="connsiteX8" fmla="*/ 582986 w 750912"/>
              <a:gd name="connsiteY8" fmla="*/ 0 h 736598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35657 w 883989"/>
              <a:gd name="connsiteY3" fmla="*/ 731520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2470 w 883989"/>
              <a:gd name="connsiteY5" fmla="*/ 741896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2470 w 883989"/>
              <a:gd name="connsiteY5" fmla="*/ 741896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2470 w 883989"/>
              <a:gd name="connsiteY5" fmla="*/ 741896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3989" h="946640">
                <a:moveTo>
                  <a:pt x="716063" y="0"/>
                </a:moveTo>
                <a:lnTo>
                  <a:pt x="883989" y="182880"/>
                </a:lnTo>
                <a:lnTo>
                  <a:pt x="792549" y="182880"/>
                </a:lnTo>
                <a:cubicBezTo>
                  <a:pt x="737882" y="511774"/>
                  <a:pt x="601892" y="655886"/>
                  <a:pt x="356126" y="790228"/>
                </a:cubicBezTo>
                <a:cubicBezTo>
                  <a:pt x="248733" y="843028"/>
                  <a:pt x="67527" y="944947"/>
                  <a:pt x="0" y="946640"/>
                </a:cubicBezTo>
                <a:cubicBezTo>
                  <a:pt x="38392" y="939867"/>
                  <a:pt x="169929" y="830850"/>
                  <a:pt x="255597" y="758442"/>
                </a:cubicBezTo>
                <a:cubicBezTo>
                  <a:pt x="451071" y="611157"/>
                  <a:pt x="564690" y="453492"/>
                  <a:pt x="609669" y="182880"/>
                </a:cubicBezTo>
                <a:lnTo>
                  <a:pt x="518229" y="182880"/>
                </a:lnTo>
                <a:lnTo>
                  <a:pt x="716063" y="0"/>
                </a:lnTo>
                <a:close/>
              </a:path>
            </a:pathLst>
          </a:cu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 w="114300" prst="artDeco"/>
          </a:sp3d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/>
          </a:p>
        </p:txBody>
      </p:sp>
      <p:sp>
        <p:nvSpPr>
          <p:cNvPr id="371" name="Rectangle 370">
            <a:extLst>
              <a:ext uri="{FF2B5EF4-FFF2-40B4-BE49-F238E27FC236}">
                <a16:creationId xmlns:a16="http://schemas.microsoft.com/office/drawing/2014/main" id="{15052A95-4D30-4BE6-87A0-98F3F55C0FBD}"/>
              </a:ext>
            </a:extLst>
          </p:cNvPr>
          <p:cNvSpPr/>
          <p:nvPr/>
        </p:nvSpPr>
        <p:spPr>
          <a:xfrm>
            <a:off x="6096000" y="3048230"/>
            <a:ext cx="2635623" cy="86086"/>
          </a:xfrm>
          <a:prstGeom prst="rect">
            <a:avLst/>
          </a:prstGeom>
          <a:solidFill>
            <a:schemeClr val="accent4">
              <a:lumMod val="75000"/>
            </a:schemeClr>
          </a:solidFill>
          <a:ln>
            <a:solidFill>
              <a:schemeClr val="accent4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72" name="Rectangle 371">
            <a:extLst>
              <a:ext uri="{FF2B5EF4-FFF2-40B4-BE49-F238E27FC236}">
                <a16:creationId xmlns:a16="http://schemas.microsoft.com/office/drawing/2014/main" id="{299D2520-E07C-483C-971A-D65EE9B1185B}"/>
              </a:ext>
            </a:extLst>
          </p:cNvPr>
          <p:cNvSpPr/>
          <p:nvPr/>
        </p:nvSpPr>
        <p:spPr>
          <a:xfrm>
            <a:off x="9528241" y="3048230"/>
            <a:ext cx="2635623" cy="86086"/>
          </a:xfrm>
          <a:prstGeom prst="rect">
            <a:avLst/>
          </a:prstGeom>
          <a:solidFill>
            <a:schemeClr val="accent4">
              <a:lumMod val="75000"/>
            </a:schemeClr>
          </a:solidFill>
          <a:ln>
            <a:solidFill>
              <a:schemeClr val="accent4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73" name="Rectangle 372">
            <a:extLst>
              <a:ext uri="{FF2B5EF4-FFF2-40B4-BE49-F238E27FC236}">
                <a16:creationId xmlns:a16="http://schemas.microsoft.com/office/drawing/2014/main" id="{41AC5666-86E1-4ED9-AD0E-5687B41F9FCD}"/>
              </a:ext>
            </a:extLst>
          </p:cNvPr>
          <p:cNvSpPr/>
          <p:nvPr/>
        </p:nvSpPr>
        <p:spPr>
          <a:xfrm>
            <a:off x="2775198" y="3048230"/>
            <a:ext cx="2635623" cy="86086"/>
          </a:xfrm>
          <a:prstGeom prst="rect">
            <a:avLst/>
          </a:prstGeom>
          <a:solidFill>
            <a:schemeClr val="accent4">
              <a:lumMod val="75000"/>
            </a:schemeClr>
          </a:solidFill>
          <a:ln>
            <a:solidFill>
              <a:schemeClr val="accent4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CF7090DE-2735-42CA-B907-BD8175D89F46}"/>
              </a:ext>
            </a:extLst>
          </p:cNvPr>
          <p:cNvGrpSpPr/>
          <p:nvPr/>
        </p:nvGrpSpPr>
        <p:grpSpPr>
          <a:xfrm>
            <a:off x="2775198" y="2457533"/>
            <a:ext cx="630854" cy="599000"/>
            <a:chOff x="163719" y="1822501"/>
            <a:chExt cx="3062199" cy="3047160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C4D1A309-B60F-4527-A812-FBB434DF7C6B}"/>
                </a:ext>
              </a:extLst>
            </p:cNvPr>
            <p:cNvGrpSpPr/>
            <p:nvPr/>
          </p:nvGrpSpPr>
          <p:grpSpPr>
            <a:xfrm>
              <a:off x="163719" y="1822501"/>
              <a:ext cx="3062199" cy="3047160"/>
              <a:chOff x="163719" y="1822501"/>
              <a:chExt cx="3062199" cy="3047160"/>
            </a:xfrm>
          </p:grpSpPr>
          <p:grpSp>
            <p:nvGrpSpPr>
              <p:cNvPr id="379" name="Group 378">
                <a:extLst>
                  <a:ext uri="{FF2B5EF4-FFF2-40B4-BE49-F238E27FC236}">
                    <a16:creationId xmlns:a16="http://schemas.microsoft.com/office/drawing/2014/main" id="{AC587F4D-0121-4CAF-82E2-3481BA5BC8D8}"/>
                  </a:ext>
                </a:extLst>
              </p:cNvPr>
              <p:cNvGrpSpPr/>
              <p:nvPr/>
            </p:nvGrpSpPr>
            <p:grpSpPr>
              <a:xfrm rot="5037398" flipV="1">
                <a:off x="1683131" y="3844124"/>
                <a:ext cx="731274" cy="157011"/>
                <a:chOff x="2620172" y="2546175"/>
                <a:chExt cx="834986" cy="143092"/>
              </a:xfrm>
            </p:grpSpPr>
            <p:sp>
              <p:nvSpPr>
                <p:cNvPr id="738" name="Freeform: Shape 737">
                  <a:extLst>
                    <a:ext uri="{FF2B5EF4-FFF2-40B4-BE49-F238E27FC236}">
                      <a16:creationId xmlns:a16="http://schemas.microsoft.com/office/drawing/2014/main" id="{0F2E4A3F-E384-4929-A0D9-A75870D8DA65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39" name="Rectangle: Rounded Corners 738">
                  <a:extLst>
                    <a:ext uri="{FF2B5EF4-FFF2-40B4-BE49-F238E27FC236}">
                      <a16:creationId xmlns:a16="http://schemas.microsoft.com/office/drawing/2014/main" id="{A64DB3FB-2D5E-4041-856B-283EAB572D81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80" name="Group 379">
                <a:extLst>
                  <a:ext uri="{FF2B5EF4-FFF2-40B4-BE49-F238E27FC236}">
                    <a16:creationId xmlns:a16="http://schemas.microsoft.com/office/drawing/2014/main" id="{591EAD9E-D997-4B0B-9333-B432A6642A3C}"/>
                  </a:ext>
                </a:extLst>
              </p:cNvPr>
              <p:cNvGrpSpPr/>
              <p:nvPr/>
            </p:nvGrpSpPr>
            <p:grpSpPr>
              <a:xfrm rot="5037398" flipV="1">
                <a:off x="1123013" y="4110752"/>
                <a:ext cx="731274" cy="157011"/>
                <a:chOff x="2620172" y="2546175"/>
                <a:chExt cx="834986" cy="143092"/>
              </a:xfrm>
            </p:grpSpPr>
            <p:sp>
              <p:nvSpPr>
                <p:cNvPr id="736" name="Freeform: Shape 735">
                  <a:extLst>
                    <a:ext uri="{FF2B5EF4-FFF2-40B4-BE49-F238E27FC236}">
                      <a16:creationId xmlns:a16="http://schemas.microsoft.com/office/drawing/2014/main" id="{75EFC40E-D546-459A-BD84-6974B6546BE0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37" name="Rectangle: Rounded Corners 736">
                  <a:extLst>
                    <a:ext uri="{FF2B5EF4-FFF2-40B4-BE49-F238E27FC236}">
                      <a16:creationId xmlns:a16="http://schemas.microsoft.com/office/drawing/2014/main" id="{1E7142B5-0D0F-47E8-A729-7AE9F7AB545C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81" name="Group 380">
                <a:extLst>
                  <a:ext uri="{FF2B5EF4-FFF2-40B4-BE49-F238E27FC236}">
                    <a16:creationId xmlns:a16="http://schemas.microsoft.com/office/drawing/2014/main" id="{3CAD798D-FCEC-434B-B46A-ED3F40531824}"/>
                  </a:ext>
                </a:extLst>
              </p:cNvPr>
              <p:cNvGrpSpPr/>
              <p:nvPr/>
            </p:nvGrpSpPr>
            <p:grpSpPr>
              <a:xfrm>
                <a:off x="860260" y="2440902"/>
                <a:ext cx="1730523" cy="1839492"/>
                <a:chOff x="420511" y="1784768"/>
                <a:chExt cx="1730523" cy="1839492"/>
              </a:xfrm>
            </p:grpSpPr>
            <p:grpSp>
              <p:nvGrpSpPr>
                <p:cNvPr id="454" name="Group 453">
                  <a:extLst>
                    <a:ext uri="{FF2B5EF4-FFF2-40B4-BE49-F238E27FC236}">
                      <a16:creationId xmlns:a16="http://schemas.microsoft.com/office/drawing/2014/main" id="{86270734-EDDC-44A9-A537-8856CDDA87FC}"/>
                    </a:ext>
                  </a:extLst>
                </p:cNvPr>
                <p:cNvGrpSpPr/>
                <p:nvPr/>
              </p:nvGrpSpPr>
              <p:grpSpPr>
                <a:xfrm>
                  <a:off x="1069572" y="1784768"/>
                  <a:ext cx="1081462" cy="1476716"/>
                  <a:chOff x="2089993" y="1523034"/>
                  <a:chExt cx="1081462" cy="1476716"/>
                </a:xfrm>
              </p:grpSpPr>
              <p:grpSp>
                <p:nvGrpSpPr>
                  <p:cNvPr id="675" name="Group 674">
                    <a:extLst>
                      <a:ext uri="{FF2B5EF4-FFF2-40B4-BE49-F238E27FC236}">
                        <a16:creationId xmlns:a16="http://schemas.microsoft.com/office/drawing/2014/main" id="{F71037EB-1E80-4B14-9D9C-C3FD305D72A8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70705"/>
                    <a:ext cx="101484" cy="1016226"/>
                    <a:chOff x="1800622" y="2364951"/>
                    <a:chExt cx="101484" cy="1016226"/>
                  </a:xfrm>
                </p:grpSpPr>
                <p:sp>
                  <p:nvSpPr>
                    <p:cNvPr id="732" name="Flowchart: Connector 731">
                      <a:extLst>
                        <a:ext uri="{FF2B5EF4-FFF2-40B4-BE49-F238E27FC236}">
                          <a16:creationId xmlns:a16="http://schemas.microsoft.com/office/drawing/2014/main" id="{5D187BF7-E726-4782-B351-55630C0BB2D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33" name="Flowchart: Connector 732">
                      <a:extLst>
                        <a:ext uri="{FF2B5EF4-FFF2-40B4-BE49-F238E27FC236}">
                          <a16:creationId xmlns:a16="http://schemas.microsoft.com/office/drawing/2014/main" id="{D0493640-DDCE-4C83-BF9A-85D3F08C46D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34" name="Flowchart: Connector 733">
                      <a:extLst>
                        <a:ext uri="{FF2B5EF4-FFF2-40B4-BE49-F238E27FC236}">
                          <a16:creationId xmlns:a16="http://schemas.microsoft.com/office/drawing/2014/main" id="{D5F0EE26-0DEC-4AF5-92CD-338DC2532EF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35" name="Flowchart: Connector 734">
                      <a:extLst>
                        <a:ext uri="{FF2B5EF4-FFF2-40B4-BE49-F238E27FC236}">
                          <a16:creationId xmlns:a16="http://schemas.microsoft.com/office/drawing/2014/main" id="{861DB0CD-8C47-4805-83E3-AE6A97CF709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649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676" name="Group 675">
                    <a:extLst>
                      <a:ext uri="{FF2B5EF4-FFF2-40B4-BE49-F238E27FC236}">
                        <a16:creationId xmlns:a16="http://schemas.microsoft.com/office/drawing/2014/main" id="{7CA323A0-B854-4CC9-B83E-F8B8C1E3B6F9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23034"/>
                    <a:ext cx="1057223" cy="1476716"/>
                    <a:chOff x="2114232" y="1523034"/>
                    <a:chExt cx="1057223" cy="1476716"/>
                  </a:xfrm>
                </p:grpSpPr>
                <p:grpSp>
                  <p:nvGrpSpPr>
                    <p:cNvPr id="677" name="Group 676">
                      <a:extLst>
                        <a:ext uri="{FF2B5EF4-FFF2-40B4-BE49-F238E27FC236}">
                          <a16:creationId xmlns:a16="http://schemas.microsoft.com/office/drawing/2014/main" id="{D3F505DF-CDFC-4B06-80CB-7A9515EF7A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47544" cy="539639"/>
                      <a:chOff x="3717189" y="1719497"/>
                      <a:chExt cx="1047544" cy="539639"/>
                    </a:xfrm>
                  </p:grpSpPr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5" name="3D Model 724" descr="Sphere">
                            <a:extLst>
                              <a:ext uri="{FF2B5EF4-FFF2-40B4-BE49-F238E27FC236}">
                                <a16:creationId xmlns:a16="http://schemas.microsoft.com/office/drawing/2014/main" id="{8BA751E4-AECF-422A-9172-E35D79BF916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54176134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6" name="Flowchart: Connector 725">
                        <a:extLst>
                          <a:ext uri="{FF2B5EF4-FFF2-40B4-BE49-F238E27FC236}">
                            <a16:creationId xmlns:a16="http://schemas.microsoft.com/office/drawing/2014/main" id="{72954B1B-5B62-4A85-8216-860743A4703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7" name="3D Model 726" descr="Sphere">
                            <a:extLst>
                              <a:ext uri="{FF2B5EF4-FFF2-40B4-BE49-F238E27FC236}">
                                <a16:creationId xmlns:a16="http://schemas.microsoft.com/office/drawing/2014/main" id="{151F5EAC-2C9D-436F-8DAE-39E8C9098D8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2720405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8" name="Flowchart: Connector 727">
                        <a:extLst>
                          <a:ext uri="{FF2B5EF4-FFF2-40B4-BE49-F238E27FC236}">
                            <a16:creationId xmlns:a16="http://schemas.microsoft.com/office/drawing/2014/main" id="{F163C41E-301D-435F-81CE-3FFEDEDC731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9" name="3D Model 728" descr="Sphere">
                            <a:extLst>
                              <a:ext uri="{FF2B5EF4-FFF2-40B4-BE49-F238E27FC236}">
                                <a16:creationId xmlns:a16="http://schemas.microsoft.com/office/drawing/2014/main" id="{B5CCAD47-0581-4E87-904F-D2DA6F893F7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9015823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30" name="Flowchart: Connector 729">
                        <a:extLst>
                          <a:ext uri="{FF2B5EF4-FFF2-40B4-BE49-F238E27FC236}">
                            <a16:creationId xmlns:a16="http://schemas.microsoft.com/office/drawing/2014/main" id="{B127B8D6-B47B-4274-B1E0-E28BF82F77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31" name="3D Model 730" descr="Sphere">
                            <a:extLst>
                              <a:ext uri="{FF2B5EF4-FFF2-40B4-BE49-F238E27FC236}">
                                <a16:creationId xmlns:a16="http://schemas.microsoft.com/office/drawing/2014/main" id="{A3B34802-A300-4D22-9EEB-94EEDA00D80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06937442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678" name="Group 677">
                      <a:extLst>
                        <a:ext uri="{FF2B5EF4-FFF2-40B4-BE49-F238E27FC236}">
                          <a16:creationId xmlns:a16="http://schemas.microsoft.com/office/drawing/2014/main" id="{9B4E19A7-88F1-4AFA-8AAB-13E4DD0CCD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710" name="Flowchart: Connector 709">
                        <a:extLst>
                          <a:ext uri="{FF2B5EF4-FFF2-40B4-BE49-F238E27FC236}">
                            <a16:creationId xmlns:a16="http://schemas.microsoft.com/office/drawing/2014/main" id="{3E527BC2-21D9-44CC-A52D-B89D026EF4C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1" name="Flowchart: Connector 710">
                        <a:extLst>
                          <a:ext uri="{FF2B5EF4-FFF2-40B4-BE49-F238E27FC236}">
                            <a16:creationId xmlns:a16="http://schemas.microsoft.com/office/drawing/2014/main" id="{B6CC7230-C8E0-43B3-8F12-5F77B5BBAC7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2" name="Flowchart: Connector 711">
                        <a:extLst>
                          <a:ext uri="{FF2B5EF4-FFF2-40B4-BE49-F238E27FC236}">
                            <a16:creationId xmlns:a16="http://schemas.microsoft.com/office/drawing/2014/main" id="{501D1014-C554-44F4-AAC9-D4D46A8A005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3" name="Flowchart: Connector 712">
                        <a:extLst>
                          <a:ext uri="{FF2B5EF4-FFF2-40B4-BE49-F238E27FC236}">
                            <a16:creationId xmlns:a16="http://schemas.microsoft.com/office/drawing/2014/main" id="{2EC9ADAF-F233-44AD-96F6-225ED5AE52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4" name="Flowchart: Connector 713">
                        <a:extLst>
                          <a:ext uri="{FF2B5EF4-FFF2-40B4-BE49-F238E27FC236}">
                            <a16:creationId xmlns:a16="http://schemas.microsoft.com/office/drawing/2014/main" id="{F702EE21-9F39-47DD-981A-70CF4E5CA8F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5" name="Flowchart: Connector 714">
                        <a:extLst>
                          <a:ext uri="{FF2B5EF4-FFF2-40B4-BE49-F238E27FC236}">
                            <a16:creationId xmlns:a16="http://schemas.microsoft.com/office/drawing/2014/main" id="{102762C4-9209-4358-97CA-DC7C6AF134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6" name="Flowchart: Connector 715">
                        <a:extLst>
                          <a:ext uri="{FF2B5EF4-FFF2-40B4-BE49-F238E27FC236}">
                            <a16:creationId xmlns:a16="http://schemas.microsoft.com/office/drawing/2014/main" id="{5D167B50-FB2D-49BD-AEF1-548A5484476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7" name="Flowchart: Connector 716">
                        <a:extLst>
                          <a:ext uri="{FF2B5EF4-FFF2-40B4-BE49-F238E27FC236}">
                            <a16:creationId xmlns:a16="http://schemas.microsoft.com/office/drawing/2014/main" id="{196DDF5F-AB5A-4A19-97EB-5B214F9BBC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18" name="3D Model 717" descr="Sphere">
                            <a:extLst>
                              <a:ext uri="{FF2B5EF4-FFF2-40B4-BE49-F238E27FC236}">
                                <a16:creationId xmlns:a16="http://schemas.microsoft.com/office/drawing/2014/main" id="{11E7FE63-50CD-4AFD-9916-C132AD8466E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45244403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19" name="Flowchart: Connector 718">
                        <a:extLst>
                          <a:ext uri="{FF2B5EF4-FFF2-40B4-BE49-F238E27FC236}">
                            <a16:creationId xmlns:a16="http://schemas.microsoft.com/office/drawing/2014/main" id="{E48347EC-43B8-4EE9-9708-69DE193FF0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0" name="3D Model 719" descr="Sphere">
                            <a:extLst>
                              <a:ext uri="{FF2B5EF4-FFF2-40B4-BE49-F238E27FC236}">
                                <a16:creationId xmlns:a16="http://schemas.microsoft.com/office/drawing/2014/main" id="{131F7738-743C-4391-ACE6-A5A251C5F8E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57231973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1" name="Flowchart: Connector 720">
                        <a:extLst>
                          <a:ext uri="{FF2B5EF4-FFF2-40B4-BE49-F238E27FC236}">
                            <a16:creationId xmlns:a16="http://schemas.microsoft.com/office/drawing/2014/main" id="{A55BD6B3-8421-4B5F-B970-A922380BBA2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2" name="3D Model 721" descr="Sphere">
                            <a:extLst>
                              <a:ext uri="{FF2B5EF4-FFF2-40B4-BE49-F238E27FC236}">
                                <a16:creationId xmlns:a16="http://schemas.microsoft.com/office/drawing/2014/main" id="{A90B1296-BC01-45E1-B61D-1CCF11C3B55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3072863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3" name="Flowchart: Connector 722">
                        <a:extLst>
                          <a:ext uri="{FF2B5EF4-FFF2-40B4-BE49-F238E27FC236}">
                            <a16:creationId xmlns:a16="http://schemas.microsoft.com/office/drawing/2014/main" id="{B4003444-236E-4238-83FB-C76D11B5B58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4" name="3D Model 723" descr="Sphere">
                            <a:extLst>
                              <a:ext uri="{FF2B5EF4-FFF2-40B4-BE49-F238E27FC236}">
                                <a16:creationId xmlns:a16="http://schemas.microsoft.com/office/drawing/2014/main" id="{464B4516-10C8-4273-A6E3-D3B3D87276E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6661022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679" name="Group 678">
                      <a:extLst>
                        <a:ext uri="{FF2B5EF4-FFF2-40B4-BE49-F238E27FC236}">
                          <a16:creationId xmlns:a16="http://schemas.microsoft.com/office/drawing/2014/main" id="{085D5E85-4B61-4896-9B0E-CD97D9E36C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695" name="Flowchart: Connector 694">
                        <a:extLst>
                          <a:ext uri="{FF2B5EF4-FFF2-40B4-BE49-F238E27FC236}">
                            <a16:creationId xmlns:a16="http://schemas.microsoft.com/office/drawing/2014/main" id="{3977C5D1-7A86-47C1-B902-BCF905698FA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6" name="Flowchart: Connector 695">
                        <a:extLst>
                          <a:ext uri="{FF2B5EF4-FFF2-40B4-BE49-F238E27FC236}">
                            <a16:creationId xmlns:a16="http://schemas.microsoft.com/office/drawing/2014/main" id="{A4CCCEB5-45E5-4DFB-B949-81359BDB53A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7" name="Flowchart: Connector 696">
                        <a:extLst>
                          <a:ext uri="{FF2B5EF4-FFF2-40B4-BE49-F238E27FC236}">
                            <a16:creationId xmlns:a16="http://schemas.microsoft.com/office/drawing/2014/main" id="{5D003FBA-DAAF-42E5-AFC4-F3A9E050F2E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8" name="Flowchart: Connector 697">
                        <a:extLst>
                          <a:ext uri="{FF2B5EF4-FFF2-40B4-BE49-F238E27FC236}">
                            <a16:creationId xmlns:a16="http://schemas.microsoft.com/office/drawing/2014/main" id="{CFBFF15F-A63C-40A9-826E-7AF8EEF2741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9" name="Flowchart: Connector 698">
                        <a:extLst>
                          <a:ext uri="{FF2B5EF4-FFF2-40B4-BE49-F238E27FC236}">
                            <a16:creationId xmlns:a16="http://schemas.microsoft.com/office/drawing/2014/main" id="{9E492457-AFAC-49F3-B22D-23F48CF59FF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0" name="Flowchart: Connector 699">
                        <a:extLst>
                          <a:ext uri="{FF2B5EF4-FFF2-40B4-BE49-F238E27FC236}">
                            <a16:creationId xmlns:a16="http://schemas.microsoft.com/office/drawing/2014/main" id="{43ACAEE8-87DC-4079-9DB2-9B3EB6E7890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1" name="Flowchart: Connector 700">
                        <a:extLst>
                          <a:ext uri="{FF2B5EF4-FFF2-40B4-BE49-F238E27FC236}">
                            <a16:creationId xmlns:a16="http://schemas.microsoft.com/office/drawing/2014/main" id="{06A86ACE-796E-4EE4-838F-D481B840FB0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2" name="Flowchart: Connector 701">
                        <a:extLst>
                          <a:ext uri="{FF2B5EF4-FFF2-40B4-BE49-F238E27FC236}">
                            <a16:creationId xmlns:a16="http://schemas.microsoft.com/office/drawing/2014/main" id="{7426973D-A626-4447-A989-3C676343116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03" name="3D Model 702" descr="Sphere">
                            <a:extLst>
                              <a:ext uri="{FF2B5EF4-FFF2-40B4-BE49-F238E27FC236}">
                                <a16:creationId xmlns:a16="http://schemas.microsoft.com/office/drawing/2014/main" id="{19A140C1-9137-4913-BDFC-1F0D684E49E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6955698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04" name="Flowchart: Connector 703">
                        <a:extLst>
                          <a:ext uri="{FF2B5EF4-FFF2-40B4-BE49-F238E27FC236}">
                            <a16:creationId xmlns:a16="http://schemas.microsoft.com/office/drawing/2014/main" id="{0621180B-3E87-4608-B9B8-7EAA10986DB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05" name="3D Model 704" descr="Sphere">
                            <a:extLst>
                              <a:ext uri="{FF2B5EF4-FFF2-40B4-BE49-F238E27FC236}">
                                <a16:creationId xmlns:a16="http://schemas.microsoft.com/office/drawing/2014/main" id="{F785FD0C-8156-4BB5-8489-B1C02928270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3625027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06" name="Flowchart: Connector 705">
                        <a:extLst>
                          <a:ext uri="{FF2B5EF4-FFF2-40B4-BE49-F238E27FC236}">
                            <a16:creationId xmlns:a16="http://schemas.microsoft.com/office/drawing/2014/main" id="{21561D38-A835-4192-9E1A-0E6DC61653C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07" name="3D Model 706" descr="Sphere">
                            <a:extLst>
                              <a:ext uri="{FF2B5EF4-FFF2-40B4-BE49-F238E27FC236}">
                                <a16:creationId xmlns:a16="http://schemas.microsoft.com/office/drawing/2014/main" id="{9E8CFFB9-690F-463D-8CB5-51FE2389F89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36262412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08" name="Flowchart: Connector 707">
                        <a:extLst>
                          <a:ext uri="{FF2B5EF4-FFF2-40B4-BE49-F238E27FC236}">
                            <a16:creationId xmlns:a16="http://schemas.microsoft.com/office/drawing/2014/main" id="{138EE5F9-BB50-49DF-83E7-9C8AD07314D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09" name="3D Model 708" descr="Sphere">
                            <a:extLst>
                              <a:ext uri="{FF2B5EF4-FFF2-40B4-BE49-F238E27FC236}">
                                <a16:creationId xmlns:a16="http://schemas.microsoft.com/office/drawing/2014/main" id="{93388F1B-A243-4E1F-8518-4237529EF2D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21314587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680" name="Flowchart: Connector 679">
                      <a:extLst>
                        <a:ext uri="{FF2B5EF4-FFF2-40B4-BE49-F238E27FC236}">
                          <a16:creationId xmlns:a16="http://schemas.microsoft.com/office/drawing/2014/main" id="{72273C82-8816-4B75-A90E-0FA54AE0069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81" name="Flowchart: Connector 680">
                      <a:extLst>
                        <a:ext uri="{FF2B5EF4-FFF2-40B4-BE49-F238E27FC236}">
                          <a16:creationId xmlns:a16="http://schemas.microsoft.com/office/drawing/2014/main" id="{548406FC-1098-43EE-B62C-28A5ADB4CD8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82" name="Flowchart: Connector 681">
                      <a:extLst>
                        <a:ext uri="{FF2B5EF4-FFF2-40B4-BE49-F238E27FC236}">
                          <a16:creationId xmlns:a16="http://schemas.microsoft.com/office/drawing/2014/main" id="{1983E280-9617-4D12-AE03-90E18C93B8E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83" name="Flowchart: Connector 682">
                      <a:extLst>
                        <a:ext uri="{FF2B5EF4-FFF2-40B4-BE49-F238E27FC236}">
                          <a16:creationId xmlns:a16="http://schemas.microsoft.com/office/drawing/2014/main" id="{C658582A-B0F7-4620-B5C7-9C2DF5B28D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84" name="Flowchart: Connector 683">
                      <a:extLst>
                        <a:ext uri="{FF2B5EF4-FFF2-40B4-BE49-F238E27FC236}">
                          <a16:creationId xmlns:a16="http://schemas.microsoft.com/office/drawing/2014/main" id="{2855EB9A-B52C-463A-BF16-3BDF5A204C6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85" name="Flowchart: Connector 684">
                      <a:extLst>
                        <a:ext uri="{FF2B5EF4-FFF2-40B4-BE49-F238E27FC236}">
                          <a16:creationId xmlns:a16="http://schemas.microsoft.com/office/drawing/2014/main" id="{CD63E8F8-96B5-46B3-96F3-B15DF4EDA80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86" name="Flowchart: Connector 685">
                      <a:extLst>
                        <a:ext uri="{FF2B5EF4-FFF2-40B4-BE49-F238E27FC236}">
                          <a16:creationId xmlns:a16="http://schemas.microsoft.com/office/drawing/2014/main" id="{5A8CC32E-BE71-41FD-B578-0E2180205EA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87" name="Flowchart: Connector 686">
                      <a:extLst>
                        <a:ext uri="{FF2B5EF4-FFF2-40B4-BE49-F238E27FC236}">
                          <a16:creationId xmlns:a16="http://schemas.microsoft.com/office/drawing/2014/main" id="{85BB50E4-6BC7-4ED9-B12C-E615D72555F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88" name="3D Model 687" descr="Sphere">
                          <a:extLst>
                            <a:ext uri="{FF2B5EF4-FFF2-40B4-BE49-F238E27FC236}">
                              <a16:creationId xmlns:a16="http://schemas.microsoft.com/office/drawing/2014/main" id="{95D22B5F-EE78-4902-A958-E3A1143A115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105237133"/>
                            </p:ext>
                          </p:extLst>
                        </p:nvPr>
                      </p:nvGraphicFramePr>
                      <p:xfrm>
                        <a:off x="2134543" y="1523034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6" name="3D Model 315" descr="Sphere">
                          <a:extLst>
                            <a:ext uri="{FF2B5EF4-FFF2-40B4-BE49-F238E27FC236}">
                              <a16:creationId xmlns:a16="http://schemas.microsoft.com/office/drawing/2014/main" id="{94CEC40E-A38A-4B0D-A79B-E09B750E6BC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16517" y="257416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89" name="Flowchart: Connector 688">
                      <a:extLst>
                        <a:ext uri="{FF2B5EF4-FFF2-40B4-BE49-F238E27FC236}">
                          <a16:creationId xmlns:a16="http://schemas.microsoft.com/office/drawing/2014/main" id="{F598ADB2-F9B0-4F31-BE43-5504C805B5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90" name="3D Model 689" descr="Sphere">
                          <a:extLst>
                            <a:ext uri="{FF2B5EF4-FFF2-40B4-BE49-F238E27FC236}">
                              <a16:creationId xmlns:a16="http://schemas.microsoft.com/office/drawing/2014/main" id="{66681974-ED00-400D-8132-FFCCC4AC06E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734768553"/>
                            </p:ext>
                          </p:extLst>
                        </p:nvPr>
                      </p:nvGraphicFramePr>
                      <p:xfrm>
                        <a:off x="2371307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8" name="3D Model 317" descr="Sphere">
                          <a:extLst>
                            <a:ext uri="{FF2B5EF4-FFF2-40B4-BE49-F238E27FC236}">
                              <a16:creationId xmlns:a16="http://schemas.microsoft.com/office/drawing/2014/main" id="{2BEBEC1A-1AF1-4D15-819D-9B7F535C5F3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53281" y="263088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91" name="Flowchart: Connector 690">
                      <a:extLst>
                        <a:ext uri="{FF2B5EF4-FFF2-40B4-BE49-F238E27FC236}">
                          <a16:creationId xmlns:a16="http://schemas.microsoft.com/office/drawing/2014/main" id="{C035D62E-7C2E-4A09-BACF-A09BC7EB65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92" name="3D Model 691" descr="Sphere">
                          <a:extLst>
                            <a:ext uri="{FF2B5EF4-FFF2-40B4-BE49-F238E27FC236}">
                              <a16:creationId xmlns:a16="http://schemas.microsoft.com/office/drawing/2014/main" id="{A11741FE-11C0-4894-8395-87D984802D3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696005784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0" name="3D Model 319" descr="Sphere">
                          <a:extLst>
                            <a:ext uri="{FF2B5EF4-FFF2-40B4-BE49-F238E27FC236}">
                              <a16:creationId xmlns:a16="http://schemas.microsoft.com/office/drawing/2014/main" id="{1A28C680-4EF8-400E-9656-44FEB9047F9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991151" y="269268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93" name="Flowchart: Connector 692">
                      <a:extLst>
                        <a:ext uri="{FF2B5EF4-FFF2-40B4-BE49-F238E27FC236}">
                          <a16:creationId xmlns:a16="http://schemas.microsoft.com/office/drawing/2014/main" id="{EEAD2A13-BF25-4418-AD06-D535D8A4BA4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94" name="3D Model 693" descr="Sphere">
                          <a:extLst>
                            <a:ext uri="{FF2B5EF4-FFF2-40B4-BE49-F238E27FC236}">
                              <a16:creationId xmlns:a16="http://schemas.microsoft.com/office/drawing/2014/main" id="{37D9F844-EA02-49B5-9667-9DB0844477E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801923786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2" name="3D Model 321" descr="Sphere">
                          <a:extLst>
                            <a:ext uri="{FF2B5EF4-FFF2-40B4-BE49-F238E27FC236}">
                              <a16:creationId xmlns:a16="http://schemas.microsoft.com/office/drawing/2014/main" id="{14AA6C24-5D08-45CB-ACEC-CB80EC94130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2259569" y="2779722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455" name="Group 454">
                  <a:extLst>
                    <a:ext uri="{FF2B5EF4-FFF2-40B4-BE49-F238E27FC236}">
                      <a16:creationId xmlns:a16="http://schemas.microsoft.com/office/drawing/2014/main" id="{2E6D4623-A499-4416-89D7-194E6115E4F9}"/>
                    </a:ext>
                  </a:extLst>
                </p:cNvPr>
                <p:cNvGrpSpPr/>
                <p:nvPr/>
              </p:nvGrpSpPr>
              <p:grpSpPr>
                <a:xfrm>
                  <a:off x="1773325" y="2268938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672" name="Flowchart: Connector 671">
                    <a:extLst>
                      <a:ext uri="{FF2B5EF4-FFF2-40B4-BE49-F238E27FC236}">
                        <a16:creationId xmlns:a16="http://schemas.microsoft.com/office/drawing/2014/main" id="{BCB24B3C-155E-472C-84AE-7E863030A20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73" name="Flowchart: Connector 672">
                    <a:extLst>
                      <a:ext uri="{FF2B5EF4-FFF2-40B4-BE49-F238E27FC236}">
                        <a16:creationId xmlns:a16="http://schemas.microsoft.com/office/drawing/2014/main" id="{003F68D1-4C06-4135-B259-461E99F6298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74" name="Flowchart: Connector 673">
                    <a:extLst>
                      <a:ext uri="{FF2B5EF4-FFF2-40B4-BE49-F238E27FC236}">
                        <a16:creationId xmlns:a16="http://schemas.microsoft.com/office/drawing/2014/main" id="{E6486E05-F4F4-4A34-8741-AC3E4424206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456" name="Flowchart: Connector 455">
                  <a:extLst>
                    <a:ext uri="{FF2B5EF4-FFF2-40B4-BE49-F238E27FC236}">
                      <a16:creationId xmlns:a16="http://schemas.microsoft.com/office/drawing/2014/main" id="{C708A1D4-72EF-46C4-A531-1A892EE44B6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37026" y="201261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457" name="Flowchart: Connector 456">
                  <a:extLst>
                    <a:ext uri="{FF2B5EF4-FFF2-40B4-BE49-F238E27FC236}">
                      <a16:creationId xmlns:a16="http://schemas.microsoft.com/office/drawing/2014/main" id="{6126C5E8-AFBF-40D5-9DAE-D38DAB22D90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88002" y="208727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71A5676A-F83B-4D88-98F6-DCC1CB6A0C52}"/>
                    </a:ext>
                  </a:extLst>
                </p:cNvPr>
                <p:cNvGrpSpPr/>
                <p:nvPr/>
              </p:nvGrpSpPr>
              <p:grpSpPr>
                <a:xfrm rot="21228750">
                  <a:off x="1171220" y="1918660"/>
                  <a:ext cx="698062" cy="387533"/>
                  <a:chOff x="854933" y="2290871"/>
                  <a:chExt cx="698062" cy="387533"/>
                </a:xfrm>
              </p:grpSpPr>
              <p:sp>
                <p:nvSpPr>
                  <p:cNvPr id="669" name="Flowchart: Connector 668">
                    <a:extLst>
                      <a:ext uri="{FF2B5EF4-FFF2-40B4-BE49-F238E27FC236}">
                        <a16:creationId xmlns:a16="http://schemas.microsoft.com/office/drawing/2014/main" id="{0341DB12-13C7-480C-B8CB-C53E4378B23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3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70" name="Flowchart: Connector 669">
                    <a:extLst>
                      <a:ext uri="{FF2B5EF4-FFF2-40B4-BE49-F238E27FC236}">
                        <a16:creationId xmlns:a16="http://schemas.microsoft.com/office/drawing/2014/main" id="{E173CA1B-C68C-478F-9F55-F6ED0135FB8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5206" y="23778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71" name="Flowchart: Connector 670">
                    <a:extLst>
                      <a:ext uri="{FF2B5EF4-FFF2-40B4-BE49-F238E27FC236}">
                        <a16:creationId xmlns:a16="http://schemas.microsoft.com/office/drawing/2014/main" id="{2B1D369A-163C-46F4-B63A-02A0B6CE06B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41136" y="2462404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459" name="Group 458">
                  <a:extLst>
                    <a:ext uri="{FF2B5EF4-FFF2-40B4-BE49-F238E27FC236}">
                      <a16:creationId xmlns:a16="http://schemas.microsoft.com/office/drawing/2014/main" id="{3E84B76D-2AD1-4377-B4D4-2383091323D2}"/>
                    </a:ext>
                  </a:extLst>
                </p:cNvPr>
                <p:cNvGrpSpPr/>
                <p:nvPr/>
              </p:nvGrpSpPr>
              <p:grpSpPr>
                <a:xfrm>
                  <a:off x="849741" y="1890320"/>
                  <a:ext cx="1098636" cy="1497980"/>
                  <a:chOff x="2089993" y="1501770"/>
                  <a:chExt cx="1098636" cy="1497980"/>
                </a:xfrm>
              </p:grpSpPr>
              <p:grpSp>
                <p:nvGrpSpPr>
                  <p:cNvPr id="604" name="Group 603">
                    <a:extLst>
                      <a:ext uri="{FF2B5EF4-FFF2-40B4-BE49-F238E27FC236}">
                        <a16:creationId xmlns:a16="http://schemas.microsoft.com/office/drawing/2014/main" id="{485C0AAC-C309-4052-9C49-9B291A35F864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34990"/>
                    <a:ext cx="101484" cy="1051941"/>
                    <a:chOff x="1800622" y="2329236"/>
                    <a:chExt cx="101484" cy="1051941"/>
                  </a:xfrm>
                </p:grpSpPr>
                <p:sp>
                  <p:nvSpPr>
                    <p:cNvPr id="665" name="Flowchart: Connector 664">
                      <a:extLst>
                        <a:ext uri="{FF2B5EF4-FFF2-40B4-BE49-F238E27FC236}">
                          <a16:creationId xmlns:a16="http://schemas.microsoft.com/office/drawing/2014/main" id="{5A9F058C-EDC1-4E62-97C1-67A5D10191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66" name="Flowchart: Connector 665">
                      <a:extLst>
                        <a:ext uri="{FF2B5EF4-FFF2-40B4-BE49-F238E27FC236}">
                          <a16:creationId xmlns:a16="http://schemas.microsoft.com/office/drawing/2014/main" id="{F57F82B4-8F7E-4B2F-8259-39E9CB7B168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67" name="Flowchart: Connector 666">
                      <a:extLst>
                        <a:ext uri="{FF2B5EF4-FFF2-40B4-BE49-F238E27FC236}">
                          <a16:creationId xmlns:a16="http://schemas.microsoft.com/office/drawing/2014/main" id="{2CEE8E90-68F3-4536-8366-D734E1C8E97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68" name="Flowchart: Connector 667">
                      <a:extLst>
                        <a:ext uri="{FF2B5EF4-FFF2-40B4-BE49-F238E27FC236}">
                          <a16:creationId xmlns:a16="http://schemas.microsoft.com/office/drawing/2014/main" id="{57F9669D-F694-4708-B56F-0A65808693F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2923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605" name="Group 604">
                    <a:extLst>
                      <a:ext uri="{FF2B5EF4-FFF2-40B4-BE49-F238E27FC236}">
                        <a16:creationId xmlns:a16="http://schemas.microsoft.com/office/drawing/2014/main" id="{95F1D911-78D1-48DD-A4E0-92F9A1A5A1D0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01770"/>
                    <a:ext cx="1074397" cy="1497980"/>
                    <a:chOff x="2114232" y="1501770"/>
                    <a:chExt cx="1074397" cy="1497980"/>
                  </a:xfrm>
                </p:grpSpPr>
                <p:grpSp>
                  <p:nvGrpSpPr>
                    <p:cNvPr id="606" name="Group 605">
                      <a:extLst>
                        <a:ext uri="{FF2B5EF4-FFF2-40B4-BE49-F238E27FC236}">
                          <a16:creationId xmlns:a16="http://schemas.microsoft.com/office/drawing/2014/main" id="{4AFB6E72-45D8-407D-912C-06586FA771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657" name="Flowchart: Connector 656">
                        <a:extLst>
                          <a:ext uri="{FF2B5EF4-FFF2-40B4-BE49-F238E27FC236}">
                            <a16:creationId xmlns:a16="http://schemas.microsoft.com/office/drawing/2014/main" id="{BDB662A7-5226-4562-B4E2-75378A09E0F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58" name="3D Model 657" descr="Sphere">
                            <a:extLst>
                              <a:ext uri="{FF2B5EF4-FFF2-40B4-BE49-F238E27FC236}">
                                <a16:creationId xmlns:a16="http://schemas.microsoft.com/office/drawing/2014/main" id="{2DB7BCDF-C2E1-4A47-A150-944C6D6906B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74728794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59" name="Flowchart: Connector 658">
                        <a:extLst>
                          <a:ext uri="{FF2B5EF4-FFF2-40B4-BE49-F238E27FC236}">
                            <a16:creationId xmlns:a16="http://schemas.microsoft.com/office/drawing/2014/main" id="{86103622-22CC-4D6F-82DD-699BA091BC5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0" name="3D Model 659" descr="Sphere">
                            <a:extLst>
                              <a:ext uri="{FF2B5EF4-FFF2-40B4-BE49-F238E27FC236}">
                                <a16:creationId xmlns:a16="http://schemas.microsoft.com/office/drawing/2014/main" id="{B9FD75E6-79BA-484D-B4D9-540BE429D5D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06459023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1" name="Flowchart: Connector 660">
                        <a:extLst>
                          <a:ext uri="{FF2B5EF4-FFF2-40B4-BE49-F238E27FC236}">
                            <a16:creationId xmlns:a16="http://schemas.microsoft.com/office/drawing/2014/main" id="{465C7E10-CE31-4DE2-8474-6E85698516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2" name="3D Model 661" descr="Sphere">
                            <a:extLst>
                              <a:ext uri="{FF2B5EF4-FFF2-40B4-BE49-F238E27FC236}">
                                <a16:creationId xmlns:a16="http://schemas.microsoft.com/office/drawing/2014/main" id="{456B8F09-1F1F-4620-BAB3-25CF01F2124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04001167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3" name="Flowchart: Connector 662">
                        <a:extLst>
                          <a:ext uri="{FF2B5EF4-FFF2-40B4-BE49-F238E27FC236}">
                            <a16:creationId xmlns:a16="http://schemas.microsoft.com/office/drawing/2014/main" id="{D3551709-F85D-4C55-9558-66F9734A704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4" name="3D Model 663" descr="Sphere">
                            <a:extLst>
                              <a:ext uri="{FF2B5EF4-FFF2-40B4-BE49-F238E27FC236}">
                                <a16:creationId xmlns:a16="http://schemas.microsoft.com/office/drawing/2014/main" id="{A87C9880-5F96-49EB-B362-044BD5BA287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06987944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607" name="Group 606">
                      <a:extLst>
                        <a:ext uri="{FF2B5EF4-FFF2-40B4-BE49-F238E27FC236}">
                          <a16:creationId xmlns:a16="http://schemas.microsoft.com/office/drawing/2014/main" id="{4040E6A9-BB2B-46A5-BE3A-6CC3E754BC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641" name="Flowchart: Connector 640">
                        <a:extLst>
                          <a:ext uri="{FF2B5EF4-FFF2-40B4-BE49-F238E27FC236}">
                            <a16:creationId xmlns:a16="http://schemas.microsoft.com/office/drawing/2014/main" id="{7887B989-D924-4785-823B-448AD9DC2BE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2" name="Flowchart: Connector 641">
                        <a:extLst>
                          <a:ext uri="{FF2B5EF4-FFF2-40B4-BE49-F238E27FC236}">
                            <a16:creationId xmlns:a16="http://schemas.microsoft.com/office/drawing/2014/main" id="{D83EF048-E904-430B-8C42-B06E19A571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3" name="Flowchart: Connector 642">
                        <a:extLst>
                          <a:ext uri="{FF2B5EF4-FFF2-40B4-BE49-F238E27FC236}">
                            <a16:creationId xmlns:a16="http://schemas.microsoft.com/office/drawing/2014/main" id="{A21036B6-0F9C-407C-8314-D3B2623C7E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4" name="Flowchart: Connector 643">
                        <a:extLst>
                          <a:ext uri="{FF2B5EF4-FFF2-40B4-BE49-F238E27FC236}">
                            <a16:creationId xmlns:a16="http://schemas.microsoft.com/office/drawing/2014/main" id="{97241A2B-1ED0-4082-B03C-0E4C226403C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5" name="Flowchart: Connector 644">
                        <a:extLst>
                          <a:ext uri="{FF2B5EF4-FFF2-40B4-BE49-F238E27FC236}">
                            <a16:creationId xmlns:a16="http://schemas.microsoft.com/office/drawing/2014/main" id="{BD446B8A-6987-45D2-B1EB-65140CF087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6" name="Flowchart: Connector 645">
                        <a:extLst>
                          <a:ext uri="{FF2B5EF4-FFF2-40B4-BE49-F238E27FC236}">
                            <a16:creationId xmlns:a16="http://schemas.microsoft.com/office/drawing/2014/main" id="{8C86FDB0-1871-4AD8-8A22-E6EFDFA6944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7" name="Flowchart: Connector 646">
                        <a:extLst>
                          <a:ext uri="{FF2B5EF4-FFF2-40B4-BE49-F238E27FC236}">
                            <a16:creationId xmlns:a16="http://schemas.microsoft.com/office/drawing/2014/main" id="{D7A35BE8-33D2-46F8-9DCF-86DD7A7E09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8" name="Flowchart: Connector 647">
                        <a:extLst>
                          <a:ext uri="{FF2B5EF4-FFF2-40B4-BE49-F238E27FC236}">
                            <a16:creationId xmlns:a16="http://schemas.microsoft.com/office/drawing/2014/main" id="{AF09EE73-AA1F-4840-8E64-DB84242E594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9" name="Flowchart: Connector 648">
                        <a:extLst>
                          <a:ext uri="{FF2B5EF4-FFF2-40B4-BE49-F238E27FC236}">
                            <a16:creationId xmlns:a16="http://schemas.microsoft.com/office/drawing/2014/main" id="{B636157E-60AA-4A29-876F-8A551291A90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50" name="3D Model 649" descr="Sphere">
                            <a:extLst>
                              <a:ext uri="{FF2B5EF4-FFF2-40B4-BE49-F238E27FC236}">
                                <a16:creationId xmlns:a16="http://schemas.microsoft.com/office/drawing/2014/main" id="{DA7617EE-31F0-4ABF-A56A-6E1236E511A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54921867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51" name="Flowchart: Connector 650">
                        <a:extLst>
                          <a:ext uri="{FF2B5EF4-FFF2-40B4-BE49-F238E27FC236}">
                            <a16:creationId xmlns:a16="http://schemas.microsoft.com/office/drawing/2014/main" id="{14B6790D-1635-4A7A-93C1-B7B0010B0AC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52" name="3D Model 651" descr="Sphere">
                            <a:extLst>
                              <a:ext uri="{FF2B5EF4-FFF2-40B4-BE49-F238E27FC236}">
                                <a16:creationId xmlns:a16="http://schemas.microsoft.com/office/drawing/2014/main" id="{EFCC623F-256C-45D9-B002-23156AD418A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28264411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53" name="Flowchart: Connector 652">
                        <a:extLst>
                          <a:ext uri="{FF2B5EF4-FFF2-40B4-BE49-F238E27FC236}">
                            <a16:creationId xmlns:a16="http://schemas.microsoft.com/office/drawing/2014/main" id="{ED2A47B4-22CC-4F6A-A8A6-9C2530CFB34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54" name="3D Model 653" descr="Sphere">
                            <a:extLst>
                              <a:ext uri="{FF2B5EF4-FFF2-40B4-BE49-F238E27FC236}">
                                <a16:creationId xmlns:a16="http://schemas.microsoft.com/office/drawing/2014/main" id="{A2DFDDFC-82FF-4B3B-AF0F-18728392349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6225161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55" name="Flowchart: Connector 654">
                        <a:extLst>
                          <a:ext uri="{FF2B5EF4-FFF2-40B4-BE49-F238E27FC236}">
                            <a16:creationId xmlns:a16="http://schemas.microsoft.com/office/drawing/2014/main" id="{04C4D2D2-4105-4346-9008-18112F8AB00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56" name="3D Model 655" descr="Sphere">
                            <a:extLst>
                              <a:ext uri="{FF2B5EF4-FFF2-40B4-BE49-F238E27FC236}">
                                <a16:creationId xmlns:a16="http://schemas.microsoft.com/office/drawing/2014/main" id="{A9202AF4-C5B4-417A-8335-0853ED6B402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1020404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608" name="Group 607">
                      <a:extLst>
                        <a:ext uri="{FF2B5EF4-FFF2-40B4-BE49-F238E27FC236}">
                          <a16:creationId xmlns:a16="http://schemas.microsoft.com/office/drawing/2014/main" id="{66092F81-F959-409C-A32D-48A3BC257E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625" name="Flowchart: Connector 624">
                        <a:extLst>
                          <a:ext uri="{FF2B5EF4-FFF2-40B4-BE49-F238E27FC236}">
                            <a16:creationId xmlns:a16="http://schemas.microsoft.com/office/drawing/2014/main" id="{C6FA86B9-DA6F-4743-AC7A-B41BEC79ECC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6" name="Flowchart: Connector 625">
                        <a:extLst>
                          <a:ext uri="{FF2B5EF4-FFF2-40B4-BE49-F238E27FC236}">
                            <a16:creationId xmlns:a16="http://schemas.microsoft.com/office/drawing/2014/main" id="{1040933A-F539-49AC-B655-E866239BD4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7" name="Flowchart: Connector 626">
                        <a:extLst>
                          <a:ext uri="{FF2B5EF4-FFF2-40B4-BE49-F238E27FC236}">
                            <a16:creationId xmlns:a16="http://schemas.microsoft.com/office/drawing/2014/main" id="{0D2C94A4-98D3-4208-941C-C3FCC674010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8" name="Flowchart: Connector 627">
                        <a:extLst>
                          <a:ext uri="{FF2B5EF4-FFF2-40B4-BE49-F238E27FC236}">
                            <a16:creationId xmlns:a16="http://schemas.microsoft.com/office/drawing/2014/main" id="{261DA4B6-71AF-4403-A0BD-8852B4B9EF5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9" name="Flowchart: Connector 628">
                        <a:extLst>
                          <a:ext uri="{FF2B5EF4-FFF2-40B4-BE49-F238E27FC236}">
                            <a16:creationId xmlns:a16="http://schemas.microsoft.com/office/drawing/2014/main" id="{02D73C6D-8EB4-44A2-85E7-616814A4392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0" name="Flowchart: Connector 629">
                        <a:extLst>
                          <a:ext uri="{FF2B5EF4-FFF2-40B4-BE49-F238E27FC236}">
                            <a16:creationId xmlns:a16="http://schemas.microsoft.com/office/drawing/2014/main" id="{4A0B2F1D-6E28-4AAB-846D-34C211EB0C3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1" name="Flowchart: Connector 630">
                        <a:extLst>
                          <a:ext uri="{FF2B5EF4-FFF2-40B4-BE49-F238E27FC236}">
                            <a16:creationId xmlns:a16="http://schemas.microsoft.com/office/drawing/2014/main" id="{111AEC57-6483-4A41-A90B-9DCECA30CC9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" name="Flowchart: Connector 631">
                        <a:extLst>
                          <a:ext uri="{FF2B5EF4-FFF2-40B4-BE49-F238E27FC236}">
                            <a16:creationId xmlns:a16="http://schemas.microsoft.com/office/drawing/2014/main" id="{7219134A-E856-4D72-9777-7DCA9C70323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3" name="Flowchart: Connector 632">
                        <a:extLst>
                          <a:ext uri="{FF2B5EF4-FFF2-40B4-BE49-F238E27FC236}">
                            <a16:creationId xmlns:a16="http://schemas.microsoft.com/office/drawing/2014/main" id="{15E182EF-6B88-4F2A-8D6B-68D79F72ED4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4" name="3D Model 633" descr="Sphere">
                            <a:extLst>
                              <a:ext uri="{FF2B5EF4-FFF2-40B4-BE49-F238E27FC236}">
                                <a16:creationId xmlns:a16="http://schemas.microsoft.com/office/drawing/2014/main" id="{D5F5C860-21C3-40CE-A2D9-3A9C30D0CD1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15942580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5" name="Flowchart: Connector 634">
                        <a:extLst>
                          <a:ext uri="{FF2B5EF4-FFF2-40B4-BE49-F238E27FC236}">
                            <a16:creationId xmlns:a16="http://schemas.microsoft.com/office/drawing/2014/main" id="{856B1A3B-4A5F-4147-847C-DC8D4BD6A9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6" name="3D Model 635" descr="Sphere">
                            <a:extLst>
                              <a:ext uri="{FF2B5EF4-FFF2-40B4-BE49-F238E27FC236}">
                                <a16:creationId xmlns:a16="http://schemas.microsoft.com/office/drawing/2014/main" id="{80A6EF07-A0FA-4872-88BA-CCFFD297D13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0452142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7" name="Flowchart: Connector 636">
                        <a:extLst>
                          <a:ext uri="{FF2B5EF4-FFF2-40B4-BE49-F238E27FC236}">
                            <a16:creationId xmlns:a16="http://schemas.microsoft.com/office/drawing/2014/main" id="{7B4C41A9-7646-478B-8369-F6E225BFB6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8" name="3D Model 637" descr="Sphere">
                            <a:extLst>
                              <a:ext uri="{FF2B5EF4-FFF2-40B4-BE49-F238E27FC236}">
                                <a16:creationId xmlns:a16="http://schemas.microsoft.com/office/drawing/2014/main" id="{85697738-2B7A-412E-A2C4-6DFD7E5E016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59058343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9" name="Flowchart: Connector 638">
                        <a:extLst>
                          <a:ext uri="{FF2B5EF4-FFF2-40B4-BE49-F238E27FC236}">
                            <a16:creationId xmlns:a16="http://schemas.microsoft.com/office/drawing/2014/main" id="{E13E657B-4483-45F8-A168-05CD620A6B5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40" name="3D Model 639" descr="Sphere">
                            <a:extLst>
                              <a:ext uri="{FF2B5EF4-FFF2-40B4-BE49-F238E27FC236}">
                                <a16:creationId xmlns:a16="http://schemas.microsoft.com/office/drawing/2014/main" id="{75DA12B3-435D-4495-ACB3-C7DB6F33D46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3189390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609" name="Flowchart: Connector 608">
                      <a:extLst>
                        <a:ext uri="{FF2B5EF4-FFF2-40B4-BE49-F238E27FC236}">
                          <a16:creationId xmlns:a16="http://schemas.microsoft.com/office/drawing/2014/main" id="{29F50F53-28AD-442D-9517-0160A2F6A17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0" name="Flowchart: Connector 609">
                      <a:extLst>
                        <a:ext uri="{FF2B5EF4-FFF2-40B4-BE49-F238E27FC236}">
                          <a16:creationId xmlns:a16="http://schemas.microsoft.com/office/drawing/2014/main" id="{B63FB642-9934-4D36-BB1E-23A49CC97AE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1" name="Flowchart: Connector 610">
                      <a:extLst>
                        <a:ext uri="{FF2B5EF4-FFF2-40B4-BE49-F238E27FC236}">
                          <a16:creationId xmlns:a16="http://schemas.microsoft.com/office/drawing/2014/main" id="{1920A7F5-A922-4701-929D-298DE42A61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2" name="Flowchart: Connector 611">
                      <a:extLst>
                        <a:ext uri="{FF2B5EF4-FFF2-40B4-BE49-F238E27FC236}">
                          <a16:creationId xmlns:a16="http://schemas.microsoft.com/office/drawing/2014/main" id="{EA61514A-2205-45F3-96B3-58E383FBCF6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3" name="Flowchart: Connector 612">
                      <a:extLst>
                        <a:ext uri="{FF2B5EF4-FFF2-40B4-BE49-F238E27FC236}">
                          <a16:creationId xmlns:a16="http://schemas.microsoft.com/office/drawing/2014/main" id="{61156E98-874B-473D-8D80-E1CF4712B1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4" name="Flowchart: Connector 613">
                      <a:extLst>
                        <a:ext uri="{FF2B5EF4-FFF2-40B4-BE49-F238E27FC236}">
                          <a16:creationId xmlns:a16="http://schemas.microsoft.com/office/drawing/2014/main" id="{3E749A84-FA35-4FAF-A33D-D547AAA7125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5" name="Flowchart: Connector 614">
                      <a:extLst>
                        <a:ext uri="{FF2B5EF4-FFF2-40B4-BE49-F238E27FC236}">
                          <a16:creationId xmlns:a16="http://schemas.microsoft.com/office/drawing/2014/main" id="{0EE1F99E-1271-4E40-B88E-0FA0889B1D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6" name="Flowchart: Connector 615">
                      <a:extLst>
                        <a:ext uri="{FF2B5EF4-FFF2-40B4-BE49-F238E27FC236}">
                          <a16:creationId xmlns:a16="http://schemas.microsoft.com/office/drawing/2014/main" id="{DE54213F-1996-42E1-8024-68ACC4D9FE9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7" name="Flowchart: Connector 616">
                      <a:extLst>
                        <a:ext uri="{FF2B5EF4-FFF2-40B4-BE49-F238E27FC236}">
                          <a16:creationId xmlns:a16="http://schemas.microsoft.com/office/drawing/2014/main" id="{0D45BEFE-6062-4504-ABCF-F75448310E4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18" name="3D Model 617" descr="Sphere">
                          <a:extLst>
                            <a:ext uri="{FF2B5EF4-FFF2-40B4-BE49-F238E27FC236}">
                              <a16:creationId xmlns:a16="http://schemas.microsoft.com/office/drawing/2014/main" id="{9CEC62A1-6AE4-4301-A011-161F41C7666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522807345"/>
                            </p:ext>
                          </p:extLst>
                        </p:nvPr>
                      </p:nvGraphicFramePr>
                      <p:xfrm>
                        <a:off x="2123911" y="1501770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6" name="3D Model 245" descr="Sphere">
                          <a:extLst>
                            <a:ext uri="{FF2B5EF4-FFF2-40B4-BE49-F238E27FC236}">
                              <a16:creationId xmlns:a16="http://schemas.microsoft.com/office/drawing/2014/main" id="{577274C7-8617-4369-B298-B9B4DA1BC5D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286054" y="267971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19" name="Flowchart: Connector 618">
                      <a:extLst>
                        <a:ext uri="{FF2B5EF4-FFF2-40B4-BE49-F238E27FC236}">
                          <a16:creationId xmlns:a16="http://schemas.microsoft.com/office/drawing/2014/main" id="{9A1EC80C-6DA2-470D-B484-62DB3577FC5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20" name="3D Model 619" descr="Sphere">
                          <a:extLst>
                            <a:ext uri="{FF2B5EF4-FFF2-40B4-BE49-F238E27FC236}">
                              <a16:creationId xmlns:a16="http://schemas.microsoft.com/office/drawing/2014/main" id="{6A1460EF-AD3F-4ED2-8BA5-15FAD66F50D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978349975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8" name="3D Model 247" descr="Sphere">
                          <a:extLst>
                            <a:ext uri="{FF2B5EF4-FFF2-40B4-BE49-F238E27FC236}">
                              <a16:creationId xmlns:a16="http://schemas.microsoft.com/office/drawing/2014/main" id="{BC4E9140-BDC8-4E93-8770-30C4F9B0F09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26824" y="275770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21" name="Flowchart: Connector 620">
                      <a:extLst>
                        <a:ext uri="{FF2B5EF4-FFF2-40B4-BE49-F238E27FC236}">
                          <a16:creationId xmlns:a16="http://schemas.microsoft.com/office/drawing/2014/main" id="{6F9CD7B6-1590-4929-984E-B63A1B7E87E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93292" y="17177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22" name="3D Model 621" descr="Sphere">
                          <a:extLst>
                            <a:ext uri="{FF2B5EF4-FFF2-40B4-BE49-F238E27FC236}">
                              <a16:creationId xmlns:a16="http://schemas.microsoft.com/office/drawing/2014/main" id="{CEED49E8-E0BF-4BCE-9CA4-00E8DFAB74E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17806058"/>
                            </p:ext>
                          </p:extLst>
                        </p:nvPr>
                      </p:nvGraphicFramePr>
                      <p:xfrm>
                        <a:off x="2622429" y="163823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0" name="3D Model 249" descr="Sphere">
                          <a:extLst>
                            <a:ext uri="{FF2B5EF4-FFF2-40B4-BE49-F238E27FC236}">
                              <a16:creationId xmlns:a16="http://schemas.microsoft.com/office/drawing/2014/main" id="{C1AF7886-B135-485F-A801-5B21B530E01D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84572" y="281618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23" name="Flowchart: Connector 622">
                      <a:extLst>
                        <a:ext uri="{FF2B5EF4-FFF2-40B4-BE49-F238E27FC236}">
                          <a16:creationId xmlns:a16="http://schemas.microsoft.com/office/drawing/2014/main" id="{F5637CEC-FA14-46BF-A004-04FA52A8E0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24" name="3D Model 623" descr="Sphere">
                          <a:extLst>
                            <a:ext uri="{FF2B5EF4-FFF2-40B4-BE49-F238E27FC236}">
                              <a16:creationId xmlns:a16="http://schemas.microsoft.com/office/drawing/2014/main" id="{49102761-7CB3-4204-ACE0-4DEC5B2E416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684153455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2" name="3D Model 251" descr="Sphere">
                          <a:extLst>
                            <a:ext uri="{FF2B5EF4-FFF2-40B4-BE49-F238E27FC236}">
                              <a16:creationId xmlns:a16="http://schemas.microsoft.com/office/drawing/2014/main" id="{EB68E7E5-FF10-4BB5-8F5E-DD6D67E5C06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2039738" y="290653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460" name="Group 459">
                  <a:extLst>
                    <a:ext uri="{FF2B5EF4-FFF2-40B4-BE49-F238E27FC236}">
                      <a16:creationId xmlns:a16="http://schemas.microsoft.com/office/drawing/2014/main" id="{84E8C087-A160-4B05-B775-27BD7018793D}"/>
                    </a:ext>
                  </a:extLst>
                </p:cNvPr>
                <p:cNvGrpSpPr/>
                <p:nvPr/>
              </p:nvGrpSpPr>
              <p:grpSpPr>
                <a:xfrm>
                  <a:off x="1547436" y="2361226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601" name="Flowchart: Connector 600">
                    <a:extLst>
                      <a:ext uri="{FF2B5EF4-FFF2-40B4-BE49-F238E27FC236}">
                        <a16:creationId xmlns:a16="http://schemas.microsoft.com/office/drawing/2014/main" id="{0C1A5E14-4EE1-481D-9A88-38FE5A64FDC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02" name="Flowchart: Connector 601">
                    <a:extLst>
                      <a:ext uri="{FF2B5EF4-FFF2-40B4-BE49-F238E27FC236}">
                        <a16:creationId xmlns:a16="http://schemas.microsoft.com/office/drawing/2014/main" id="{84DB3226-1CC0-4FC0-BC9A-95554EA018C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03" name="Flowchart: Connector 602">
                    <a:extLst>
                      <a:ext uri="{FF2B5EF4-FFF2-40B4-BE49-F238E27FC236}">
                        <a16:creationId xmlns:a16="http://schemas.microsoft.com/office/drawing/2014/main" id="{CECC7DB9-863F-48BB-90C0-DABF86E64B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461" name="Flowchart: Connector 460">
                  <a:extLst>
                    <a:ext uri="{FF2B5EF4-FFF2-40B4-BE49-F238E27FC236}">
                      <a16:creationId xmlns:a16="http://schemas.microsoft.com/office/drawing/2014/main" id="{0797DF12-25E7-4DE5-A3B0-10B82FF6B6D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19794" y="212254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462" name="Flowchart: Connector 461">
                  <a:extLst>
                    <a:ext uri="{FF2B5EF4-FFF2-40B4-BE49-F238E27FC236}">
                      <a16:creationId xmlns:a16="http://schemas.microsoft.com/office/drawing/2014/main" id="{E1AAFA4D-CEE1-413F-AA08-233F3AB19D6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74020" y="218539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F9C2DF8D-0545-4FA2-9001-D34109EB0802}"/>
                    </a:ext>
                  </a:extLst>
                </p:cNvPr>
                <p:cNvGrpSpPr/>
                <p:nvPr/>
              </p:nvGrpSpPr>
              <p:grpSpPr>
                <a:xfrm rot="21418957">
                  <a:off x="941432" y="2025443"/>
                  <a:ext cx="710250" cy="369080"/>
                  <a:chOff x="854932" y="2290871"/>
                  <a:chExt cx="710250" cy="369080"/>
                </a:xfrm>
              </p:grpSpPr>
              <p:sp>
                <p:nvSpPr>
                  <p:cNvPr id="598" name="Flowchart: Connector 597">
                    <a:extLst>
                      <a:ext uri="{FF2B5EF4-FFF2-40B4-BE49-F238E27FC236}">
                        <a16:creationId xmlns:a16="http://schemas.microsoft.com/office/drawing/2014/main" id="{46F03343-1F05-4425-B544-80C4B619501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2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99" name="Flowchart: Connector 598">
                    <a:extLst>
                      <a:ext uri="{FF2B5EF4-FFF2-40B4-BE49-F238E27FC236}">
                        <a16:creationId xmlns:a16="http://schemas.microsoft.com/office/drawing/2014/main" id="{CED3ECD2-1230-4936-B999-A9FD8A4C722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1897" y="2377722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00" name="Flowchart: Connector 599">
                    <a:extLst>
                      <a:ext uri="{FF2B5EF4-FFF2-40B4-BE49-F238E27FC236}">
                        <a16:creationId xmlns:a16="http://schemas.microsoft.com/office/drawing/2014/main" id="{BB15B007-0A60-4D20-AF9B-9DFED7CB4A1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53323" y="244395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464" name="Group 463">
                  <a:extLst>
                    <a:ext uri="{FF2B5EF4-FFF2-40B4-BE49-F238E27FC236}">
                      <a16:creationId xmlns:a16="http://schemas.microsoft.com/office/drawing/2014/main" id="{9CBC5FB8-033E-4DF0-BE81-B48D9222A824}"/>
                    </a:ext>
                  </a:extLst>
                </p:cNvPr>
                <p:cNvGrpSpPr/>
                <p:nvPr/>
              </p:nvGrpSpPr>
              <p:grpSpPr>
                <a:xfrm>
                  <a:off x="621287" y="1995259"/>
                  <a:ext cx="1102917" cy="1484052"/>
                  <a:chOff x="2085712" y="1515698"/>
                  <a:chExt cx="1102917" cy="1484052"/>
                </a:xfrm>
              </p:grpSpPr>
              <p:grpSp>
                <p:nvGrpSpPr>
                  <p:cNvPr id="533" name="Group 532">
                    <a:extLst>
                      <a:ext uri="{FF2B5EF4-FFF2-40B4-BE49-F238E27FC236}">
                        <a16:creationId xmlns:a16="http://schemas.microsoft.com/office/drawing/2014/main" id="{DA43180B-E0C7-4C34-B7BB-F49D0B9979D2}"/>
                      </a:ext>
                    </a:extLst>
                  </p:cNvPr>
                  <p:cNvGrpSpPr/>
                  <p:nvPr/>
                </p:nvGrpSpPr>
                <p:grpSpPr>
                  <a:xfrm>
                    <a:off x="2085712" y="1648950"/>
                    <a:ext cx="105765" cy="1037981"/>
                    <a:chOff x="1796341" y="2343196"/>
                    <a:chExt cx="105765" cy="1037981"/>
                  </a:xfrm>
                </p:grpSpPr>
                <p:sp>
                  <p:nvSpPr>
                    <p:cNvPr id="594" name="Flowchart: Connector 593">
                      <a:extLst>
                        <a:ext uri="{FF2B5EF4-FFF2-40B4-BE49-F238E27FC236}">
                          <a16:creationId xmlns:a16="http://schemas.microsoft.com/office/drawing/2014/main" id="{F25886B3-F9EB-4306-A99B-AA92DDAADF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95" name="Flowchart: Connector 594">
                      <a:extLst>
                        <a:ext uri="{FF2B5EF4-FFF2-40B4-BE49-F238E27FC236}">
                          <a16:creationId xmlns:a16="http://schemas.microsoft.com/office/drawing/2014/main" id="{5ABF52CF-DA83-42A9-B7D3-1D6D87B87DA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96" name="Flowchart: Connector 595">
                      <a:extLst>
                        <a:ext uri="{FF2B5EF4-FFF2-40B4-BE49-F238E27FC236}">
                          <a16:creationId xmlns:a16="http://schemas.microsoft.com/office/drawing/2014/main" id="{E1CE0F8B-0435-464A-86A5-7E06006F442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97" name="Flowchart: Connector 596">
                      <a:extLst>
                        <a:ext uri="{FF2B5EF4-FFF2-40B4-BE49-F238E27FC236}">
                          <a16:creationId xmlns:a16="http://schemas.microsoft.com/office/drawing/2014/main" id="{D1E9A62F-1DD5-41EE-A10A-3F62816FC8C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796341" y="2343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534" name="Group 533">
                    <a:extLst>
                      <a:ext uri="{FF2B5EF4-FFF2-40B4-BE49-F238E27FC236}">
                        <a16:creationId xmlns:a16="http://schemas.microsoft.com/office/drawing/2014/main" id="{0883F802-AAE2-4913-9F4C-656EE2A9E456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15698"/>
                    <a:ext cx="1074397" cy="1484052"/>
                    <a:chOff x="2114232" y="1515698"/>
                    <a:chExt cx="1074397" cy="1484052"/>
                  </a:xfrm>
                </p:grpSpPr>
                <p:grpSp>
                  <p:nvGrpSpPr>
                    <p:cNvPr id="535" name="Group 534">
                      <a:extLst>
                        <a:ext uri="{FF2B5EF4-FFF2-40B4-BE49-F238E27FC236}">
                          <a16:creationId xmlns:a16="http://schemas.microsoft.com/office/drawing/2014/main" id="{D8132D8C-E56E-44AF-977D-EA4DDD44CD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586" name="Flowchart: Connector 585">
                        <a:extLst>
                          <a:ext uri="{FF2B5EF4-FFF2-40B4-BE49-F238E27FC236}">
                            <a16:creationId xmlns:a16="http://schemas.microsoft.com/office/drawing/2014/main" id="{0E8F5F66-37F4-4996-99A7-F255ADDD67F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87" name="3D Model 586" descr="Sphere">
                            <a:extLst>
                              <a:ext uri="{FF2B5EF4-FFF2-40B4-BE49-F238E27FC236}">
                                <a16:creationId xmlns:a16="http://schemas.microsoft.com/office/drawing/2014/main" id="{BF341884-9258-4FB2-8482-7E4196F1E5B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73258261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88" name="Flowchart: Connector 587">
                        <a:extLst>
                          <a:ext uri="{FF2B5EF4-FFF2-40B4-BE49-F238E27FC236}">
                            <a16:creationId xmlns:a16="http://schemas.microsoft.com/office/drawing/2014/main" id="{A1510509-DF0E-4B93-A02A-1D3255CD80F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89" name="3D Model 588" descr="Sphere">
                            <a:extLst>
                              <a:ext uri="{FF2B5EF4-FFF2-40B4-BE49-F238E27FC236}">
                                <a16:creationId xmlns:a16="http://schemas.microsoft.com/office/drawing/2014/main" id="{2B5A4C5B-44FF-44A5-A8F3-97FA1EE11EB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3086012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90" name="Flowchart: Connector 589">
                        <a:extLst>
                          <a:ext uri="{FF2B5EF4-FFF2-40B4-BE49-F238E27FC236}">
                            <a16:creationId xmlns:a16="http://schemas.microsoft.com/office/drawing/2014/main" id="{F3BF827F-4FB2-48EE-9819-1D2437555B3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91" name="3D Model 590" descr="Sphere">
                            <a:extLst>
                              <a:ext uri="{FF2B5EF4-FFF2-40B4-BE49-F238E27FC236}">
                                <a16:creationId xmlns:a16="http://schemas.microsoft.com/office/drawing/2014/main" id="{BF37A310-1892-45FD-87D5-70319CBCDD6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6430049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92" name="Flowchart: Connector 591">
                        <a:extLst>
                          <a:ext uri="{FF2B5EF4-FFF2-40B4-BE49-F238E27FC236}">
                            <a16:creationId xmlns:a16="http://schemas.microsoft.com/office/drawing/2014/main" id="{3CDAD663-A1E7-4E65-86CC-7DBEFB92265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93" name="3D Model 592" descr="Sphere">
                            <a:extLst>
                              <a:ext uri="{FF2B5EF4-FFF2-40B4-BE49-F238E27FC236}">
                                <a16:creationId xmlns:a16="http://schemas.microsoft.com/office/drawing/2014/main" id="{81187708-D99F-4938-80D4-40CBE8B4DC8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5705154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536" name="Group 535">
                      <a:extLst>
                        <a:ext uri="{FF2B5EF4-FFF2-40B4-BE49-F238E27FC236}">
                          <a16:creationId xmlns:a16="http://schemas.microsoft.com/office/drawing/2014/main" id="{EA9E5089-B9E0-4557-BBB9-CEC1A260FE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570" name="Flowchart: Connector 569">
                        <a:extLst>
                          <a:ext uri="{FF2B5EF4-FFF2-40B4-BE49-F238E27FC236}">
                            <a16:creationId xmlns:a16="http://schemas.microsoft.com/office/drawing/2014/main" id="{EDD1B5CC-D91F-4C2B-8B15-0F8B420D3BC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1" name="Flowchart: Connector 570">
                        <a:extLst>
                          <a:ext uri="{FF2B5EF4-FFF2-40B4-BE49-F238E27FC236}">
                            <a16:creationId xmlns:a16="http://schemas.microsoft.com/office/drawing/2014/main" id="{638932E5-2F6D-47AE-9E18-0F6B8413133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2" name="Flowchart: Connector 571">
                        <a:extLst>
                          <a:ext uri="{FF2B5EF4-FFF2-40B4-BE49-F238E27FC236}">
                            <a16:creationId xmlns:a16="http://schemas.microsoft.com/office/drawing/2014/main" id="{C8857FAB-9C02-4BE1-AEBB-7E35F68CA71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3" name="Flowchart: Connector 572">
                        <a:extLst>
                          <a:ext uri="{FF2B5EF4-FFF2-40B4-BE49-F238E27FC236}">
                            <a16:creationId xmlns:a16="http://schemas.microsoft.com/office/drawing/2014/main" id="{F366A95A-5B25-4D1F-8FD5-CF8F1C2F509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4" name="Flowchart: Connector 573">
                        <a:extLst>
                          <a:ext uri="{FF2B5EF4-FFF2-40B4-BE49-F238E27FC236}">
                            <a16:creationId xmlns:a16="http://schemas.microsoft.com/office/drawing/2014/main" id="{1F2F5D91-EBAB-4F84-881D-AF80406149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5" name="Flowchart: Connector 574">
                        <a:extLst>
                          <a:ext uri="{FF2B5EF4-FFF2-40B4-BE49-F238E27FC236}">
                            <a16:creationId xmlns:a16="http://schemas.microsoft.com/office/drawing/2014/main" id="{F98DA732-23BF-4BAE-A958-FFDCF8BEA36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6" name="Flowchart: Connector 575">
                        <a:extLst>
                          <a:ext uri="{FF2B5EF4-FFF2-40B4-BE49-F238E27FC236}">
                            <a16:creationId xmlns:a16="http://schemas.microsoft.com/office/drawing/2014/main" id="{AD329CA5-4495-4E9B-AF22-8A892BBB9CC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7" name="Flowchart: Connector 576">
                        <a:extLst>
                          <a:ext uri="{FF2B5EF4-FFF2-40B4-BE49-F238E27FC236}">
                            <a16:creationId xmlns:a16="http://schemas.microsoft.com/office/drawing/2014/main" id="{B6FA290B-1F1D-422E-83D5-DECB86A787E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8" name="Flowchart: Connector 577">
                        <a:extLst>
                          <a:ext uri="{FF2B5EF4-FFF2-40B4-BE49-F238E27FC236}">
                            <a16:creationId xmlns:a16="http://schemas.microsoft.com/office/drawing/2014/main" id="{C8BD7B85-DA1B-4669-8DCB-7185482DDBA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9" name="3D Model 578" descr="Sphere">
                            <a:extLst>
                              <a:ext uri="{FF2B5EF4-FFF2-40B4-BE49-F238E27FC236}">
                                <a16:creationId xmlns:a16="http://schemas.microsoft.com/office/drawing/2014/main" id="{70A48D22-C8D6-49AF-A3CA-CDB0DA41197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35939990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80" name="Flowchart: Connector 579">
                        <a:extLst>
                          <a:ext uri="{FF2B5EF4-FFF2-40B4-BE49-F238E27FC236}">
                            <a16:creationId xmlns:a16="http://schemas.microsoft.com/office/drawing/2014/main" id="{9D0E42BE-E8FB-42CC-A110-25476A9A3B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81" name="3D Model 580" descr="Sphere">
                            <a:extLst>
                              <a:ext uri="{FF2B5EF4-FFF2-40B4-BE49-F238E27FC236}">
                                <a16:creationId xmlns:a16="http://schemas.microsoft.com/office/drawing/2014/main" id="{B68C8754-B89F-4DED-BD45-5E5F9DF45B6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9351650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82" name="Flowchart: Connector 581">
                        <a:extLst>
                          <a:ext uri="{FF2B5EF4-FFF2-40B4-BE49-F238E27FC236}">
                            <a16:creationId xmlns:a16="http://schemas.microsoft.com/office/drawing/2014/main" id="{84B77C93-DC22-4C9C-BCB6-5D2395D3CDB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83" name="3D Model 582" descr="Sphere">
                            <a:extLst>
                              <a:ext uri="{FF2B5EF4-FFF2-40B4-BE49-F238E27FC236}">
                                <a16:creationId xmlns:a16="http://schemas.microsoft.com/office/drawing/2014/main" id="{013F39F6-47A7-479E-B936-AE019E2C60B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52975972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84" name="Flowchart: Connector 583">
                        <a:extLst>
                          <a:ext uri="{FF2B5EF4-FFF2-40B4-BE49-F238E27FC236}">
                            <a16:creationId xmlns:a16="http://schemas.microsoft.com/office/drawing/2014/main" id="{78A92531-0A2F-4816-AD00-CA57E0C576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85" name="3D Model 584" descr="Sphere">
                            <a:extLst>
                              <a:ext uri="{FF2B5EF4-FFF2-40B4-BE49-F238E27FC236}">
                                <a16:creationId xmlns:a16="http://schemas.microsoft.com/office/drawing/2014/main" id="{BA84E263-1E31-4CFA-A708-EEDAA24BD0A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7425824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537" name="Group 536">
                      <a:extLst>
                        <a:ext uri="{FF2B5EF4-FFF2-40B4-BE49-F238E27FC236}">
                          <a16:creationId xmlns:a16="http://schemas.microsoft.com/office/drawing/2014/main" id="{A93A7859-5089-4537-A18C-8964EF41FF0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554" name="Flowchart: Connector 553">
                        <a:extLst>
                          <a:ext uri="{FF2B5EF4-FFF2-40B4-BE49-F238E27FC236}">
                            <a16:creationId xmlns:a16="http://schemas.microsoft.com/office/drawing/2014/main" id="{A538A69A-B5D2-43EE-BDE6-9840AD214C4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5" name="Flowchart: Connector 554">
                        <a:extLst>
                          <a:ext uri="{FF2B5EF4-FFF2-40B4-BE49-F238E27FC236}">
                            <a16:creationId xmlns:a16="http://schemas.microsoft.com/office/drawing/2014/main" id="{3D8450C6-BD3F-4114-9EBA-F0E884975FA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6" name="Flowchart: Connector 555">
                        <a:extLst>
                          <a:ext uri="{FF2B5EF4-FFF2-40B4-BE49-F238E27FC236}">
                            <a16:creationId xmlns:a16="http://schemas.microsoft.com/office/drawing/2014/main" id="{534BAD5E-AE2C-4B0F-9FCE-5D8D3844534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7" name="Flowchart: Connector 556">
                        <a:extLst>
                          <a:ext uri="{FF2B5EF4-FFF2-40B4-BE49-F238E27FC236}">
                            <a16:creationId xmlns:a16="http://schemas.microsoft.com/office/drawing/2014/main" id="{7D84CCB5-2093-4C6B-A595-6ED4FB60D61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8" name="Flowchart: Connector 557">
                        <a:extLst>
                          <a:ext uri="{FF2B5EF4-FFF2-40B4-BE49-F238E27FC236}">
                            <a16:creationId xmlns:a16="http://schemas.microsoft.com/office/drawing/2014/main" id="{4B643F6E-28E3-451B-AAA2-CDB506E0DF8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9" name="Flowchart: Connector 558">
                        <a:extLst>
                          <a:ext uri="{FF2B5EF4-FFF2-40B4-BE49-F238E27FC236}">
                            <a16:creationId xmlns:a16="http://schemas.microsoft.com/office/drawing/2014/main" id="{C70F5E18-7CB9-4F13-8794-357DB695043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0" name="Flowchart: Connector 559">
                        <a:extLst>
                          <a:ext uri="{FF2B5EF4-FFF2-40B4-BE49-F238E27FC236}">
                            <a16:creationId xmlns:a16="http://schemas.microsoft.com/office/drawing/2014/main" id="{8ECB0079-A857-4E60-95F8-FBB9043A77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1" name="Flowchart: Connector 560">
                        <a:extLst>
                          <a:ext uri="{FF2B5EF4-FFF2-40B4-BE49-F238E27FC236}">
                            <a16:creationId xmlns:a16="http://schemas.microsoft.com/office/drawing/2014/main" id="{E97DA12D-9626-49FC-BEAF-3EA74FE519A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2" name="Flowchart: Connector 561">
                        <a:extLst>
                          <a:ext uri="{FF2B5EF4-FFF2-40B4-BE49-F238E27FC236}">
                            <a16:creationId xmlns:a16="http://schemas.microsoft.com/office/drawing/2014/main" id="{ABEEEE1A-91F1-434D-810A-D1494A6280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63" name="3D Model 562" descr="Sphere">
                            <a:extLst>
                              <a:ext uri="{FF2B5EF4-FFF2-40B4-BE49-F238E27FC236}">
                                <a16:creationId xmlns:a16="http://schemas.microsoft.com/office/drawing/2014/main" id="{26552117-C587-4CEF-95F1-A7572EB6F00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7762005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64" name="Flowchart: Connector 563">
                        <a:extLst>
                          <a:ext uri="{FF2B5EF4-FFF2-40B4-BE49-F238E27FC236}">
                            <a16:creationId xmlns:a16="http://schemas.microsoft.com/office/drawing/2014/main" id="{6C58F90E-63BD-446A-9A63-55AEE4368DC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65" name="3D Model 564" descr="Sphere">
                            <a:extLst>
                              <a:ext uri="{FF2B5EF4-FFF2-40B4-BE49-F238E27FC236}">
                                <a16:creationId xmlns:a16="http://schemas.microsoft.com/office/drawing/2014/main" id="{3327F912-12F9-4555-B063-D26489417E6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7594245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66" name="Flowchart: Connector 565">
                        <a:extLst>
                          <a:ext uri="{FF2B5EF4-FFF2-40B4-BE49-F238E27FC236}">
                            <a16:creationId xmlns:a16="http://schemas.microsoft.com/office/drawing/2014/main" id="{A1F5A253-E158-4634-AEBA-4A6E31E102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67" name="3D Model 566" descr="Sphere">
                            <a:extLst>
                              <a:ext uri="{FF2B5EF4-FFF2-40B4-BE49-F238E27FC236}">
                                <a16:creationId xmlns:a16="http://schemas.microsoft.com/office/drawing/2014/main" id="{6061FF2E-DE39-4086-8266-EBE7F7EABFB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458293747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68" name="Flowchart: Connector 567">
                        <a:extLst>
                          <a:ext uri="{FF2B5EF4-FFF2-40B4-BE49-F238E27FC236}">
                            <a16:creationId xmlns:a16="http://schemas.microsoft.com/office/drawing/2014/main" id="{B418D9E1-FA6B-4929-86F3-E76D5D3F1AC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69" name="3D Model 568" descr="Sphere">
                            <a:extLst>
                              <a:ext uri="{FF2B5EF4-FFF2-40B4-BE49-F238E27FC236}">
                                <a16:creationId xmlns:a16="http://schemas.microsoft.com/office/drawing/2014/main" id="{BE2928EE-E9E9-4BAC-BA9D-742E5EBCCD1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5769789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538" name="Flowchart: Connector 537">
                      <a:extLst>
                        <a:ext uri="{FF2B5EF4-FFF2-40B4-BE49-F238E27FC236}">
                          <a16:creationId xmlns:a16="http://schemas.microsoft.com/office/drawing/2014/main" id="{EBC20DEB-47A2-465A-B934-47C46915763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39" name="Flowchart: Connector 538">
                      <a:extLst>
                        <a:ext uri="{FF2B5EF4-FFF2-40B4-BE49-F238E27FC236}">
                          <a16:creationId xmlns:a16="http://schemas.microsoft.com/office/drawing/2014/main" id="{F41B8447-4379-43F1-B213-3C8AE8099AF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0" name="Flowchart: Connector 539">
                      <a:extLst>
                        <a:ext uri="{FF2B5EF4-FFF2-40B4-BE49-F238E27FC236}">
                          <a16:creationId xmlns:a16="http://schemas.microsoft.com/office/drawing/2014/main" id="{516D6958-966A-447E-A0F4-C5D3710F72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1" name="Flowchart: Connector 540">
                      <a:extLst>
                        <a:ext uri="{FF2B5EF4-FFF2-40B4-BE49-F238E27FC236}">
                          <a16:creationId xmlns:a16="http://schemas.microsoft.com/office/drawing/2014/main" id="{FE9F1C21-C651-4D96-A716-5F5CF4171BA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2" name="Flowchart: Connector 541">
                      <a:extLst>
                        <a:ext uri="{FF2B5EF4-FFF2-40B4-BE49-F238E27FC236}">
                          <a16:creationId xmlns:a16="http://schemas.microsoft.com/office/drawing/2014/main" id="{95FA0C63-2415-4283-A275-A536AE2F532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3" name="Flowchart: Connector 542">
                      <a:extLst>
                        <a:ext uri="{FF2B5EF4-FFF2-40B4-BE49-F238E27FC236}">
                          <a16:creationId xmlns:a16="http://schemas.microsoft.com/office/drawing/2014/main" id="{F37B3F71-9D67-4ADA-A8AA-5E387B4595F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4" name="Flowchart: Connector 543">
                      <a:extLst>
                        <a:ext uri="{FF2B5EF4-FFF2-40B4-BE49-F238E27FC236}">
                          <a16:creationId xmlns:a16="http://schemas.microsoft.com/office/drawing/2014/main" id="{FFA3F61F-9F97-46B3-A4D6-5DBB14465C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5" name="Flowchart: Connector 544">
                      <a:extLst>
                        <a:ext uri="{FF2B5EF4-FFF2-40B4-BE49-F238E27FC236}">
                          <a16:creationId xmlns:a16="http://schemas.microsoft.com/office/drawing/2014/main" id="{D2E2B09D-2258-420D-91EA-158B21D2FB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6" name="Flowchart: Connector 545">
                      <a:extLst>
                        <a:ext uri="{FF2B5EF4-FFF2-40B4-BE49-F238E27FC236}">
                          <a16:creationId xmlns:a16="http://schemas.microsoft.com/office/drawing/2014/main" id="{3A31EE82-1CCE-4629-9A53-B09B0017039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47" name="3D Model 546" descr="Sphere">
                          <a:extLst>
                            <a:ext uri="{FF2B5EF4-FFF2-40B4-BE49-F238E27FC236}">
                              <a16:creationId xmlns:a16="http://schemas.microsoft.com/office/drawing/2014/main" id="{A3C2B564-0F68-43DB-91EC-4198D5BC0EAA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681471238"/>
                            </p:ext>
                          </p:extLst>
                        </p:nvPr>
                      </p:nvGraphicFramePr>
                      <p:xfrm>
                        <a:off x="2127272" y="1515698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5" name="3D Model 174" descr="Sphere">
                          <a:extLst>
                            <a:ext uri="{FF2B5EF4-FFF2-40B4-BE49-F238E27FC236}">
                              <a16:creationId xmlns:a16="http://schemas.microsoft.com/office/drawing/2014/main" id="{0F441D18-6D9C-4C48-BBF1-C28CF9A13BF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1065242" y="2784657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48" name="Flowchart: Connector 547">
                      <a:extLst>
                        <a:ext uri="{FF2B5EF4-FFF2-40B4-BE49-F238E27FC236}">
                          <a16:creationId xmlns:a16="http://schemas.microsoft.com/office/drawing/2014/main" id="{D3C60493-3DDE-4631-81B4-22D4E5BB778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49" name="3D Model 548" descr="Sphere">
                          <a:extLst>
                            <a:ext uri="{FF2B5EF4-FFF2-40B4-BE49-F238E27FC236}">
                              <a16:creationId xmlns:a16="http://schemas.microsoft.com/office/drawing/2014/main" id="{87DB5593-4B90-46CB-BBF2-4739C7BF52D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231827426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7" name="3D Model 176" descr="Sphere">
                          <a:extLst>
                            <a:ext uri="{FF2B5EF4-FFF2-40B4-BE49-F238E27FC236}">
                              <a16:creationId xmlns:a16="http://schemas.microsoft.com/office/drawing/2014/main" id="{653ADD8A-AFB8-4BB3-8461-2EBD4DD6515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302651" y="284871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50" name="Flowchart: Connector 549">
                      <a:extLst>
                        <a:ext uri="{FF2B5EF4-FFF2-40B4-BE49-F238E27FC236}">
                          <a16:creationId xmlns:a16="http://schemas.microsoft.com/office/drawing/2014/main" id="{E7F4B8D0-0CE3-4382-BC72-36687F647F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6940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51" name="3D Model 550" descr="Sphere">
                          <a:extLst>
                            <a:ext uri="{FF2B5EF4-FFF2-40B4-BE49-F238E27FC236}">
                              <a16:creationId xmlns:a16="http://schemas.microsoft.com/office/drawing/2014/main" id="{9C2E92B7-A2BA-444A-B729-75DFCA6D1DEA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189762660"/>
                            </p:ext>
                          </p:extLst>
                        </p:nvPr>
                      </p:nvGraphicFramePr>
                      <p:xfrm>
                        <a:off x="2609177" y="164853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9" name="3D Model 178" descr="Sphere">
                          <a:extLst>
                            <a:ext uri="{FF2B5EF4-FFF2-40B4-BE49-F238E27FC236}">
                              <a16:creationId xmlns:a16="http://schemas.microsoft.com/office/drawing/2014/main" id="{04097741-C651-416C-B6DD-C24D5A1D138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3"/>
                        <a:stretch>
                          <a:fillRect/>
                        </a:stretch>
                      </p:blipFill>
                      <p:spPr>
                        <a:xfrm>
                          <a:off x="1547147" y="291749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52" name="Flowchart: Connector 551">
                      <a:extLst>
                        <a:ext uri="{FF2B5EF4-FFF2-40B4-BE49-F238E27FC236}">
                          <a16:creationId xmlns:a16="http://schemas.microsoft.com/office/drawing/2014/main" id="{71A1EC4D-4969-4DCF-8F87-99C5E48A936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53" name="3D Model 552" descr="Sphere">
                          <a:extLst>
                            <a:ext uri="{FF2B5EF4-FFF2-40B4-BE49-F238E27FC236}">
                              <a16:creationId xmlns:a16="http://schemas.microsoft.com/office/drawing/2014/main" id="{E4C7F3C6-4D23-4EB9-A0ED-DEEC66D3371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503514870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81" name="3D Model 180" descr="Sphere">
                          <a:extLst>
                            <a:ext uri="{FF2B5EF4-FFF2-40B4-BE49-F238E27FC236}">
                              <a16:creationId xmlns:a16="http://schemas.microsoft.com/office/drawing/2014/main" id="{C85FB5A0-5213-4020-B74F-0E33E70A3593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1815565" y="2997549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465" name="Flowchart: Connector 464">
                  <a:extLst>
                    <a:ext uri="{FF2B5EF4-FFF2-40B4-BE49-F238E27FC236}">
                      <a16:creationId xmlns:a16="http://schemas.microsoft.com/office/drawing/2014/main" id="{1BB17200-41D5-48A0-87A9-A70D76F189B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6374" y="213847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466" name="Flowchart: Connector 465">
                  <a:extLst>
                    <a:ext uri="{FF2B5EF4-FFF2-40B4-BE49-F238E27FC236}">
                      <a16:creationId xmlns:a16="http://schemas.microsoft.com/office/drawing/2014/main" id="{0FFF457A-B50C-425D-9B9D-B553F5348EE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86236" y="2232263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467" name="Flowchart: Connector 466">
                  <a:extLst>
                    <a:ext uri="{FF2B5EF4-FFF2-40B4-BE49-F238E27FC236}">
                      <a16:creationId xmlns:a16="http://schemas.microsoft.com/office/drawing/2014/main" id="{6EBEBE6B-F41A-492A-920F-E9D87A9A64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52806" y="2225497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468" name="Flowchart: Connector 467">
                  <a:extLst>
                    <a:ext uri="{FF2B5EF4-FFF2-40B4-BE49-F238E27FC236}">
                      <a16:creationId xmlns:a16="http://schemas.microsoft.com/office/drawing/2014/main" id="{378C825D-B6B3-4A62-BAEB-CDFC5B8F04D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0272" y="2504090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469" name="Flowchart: Connector 468">
                  <a:extLst>
                    <a:ext uri="{FF2B5EF4-FFF2-40B4-BE49-F238E27FC236}">
                      <a16:creationId xmlns:a16="http://schemas.microsoft.com/office/drawing/2014/main" id="{5D828276-A9E4-4965-BBBC-43AA63EE02E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20633" y="2830105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470" name="Flowchart: Connector 469">
                  <a:extLst>
                    <a:ext uri="{FF2B5EF4-FFF2-40B4-BE49-F238E27FC236}">
                      <a16:creationId xmlns:a16="http://schemas.microsoft.com/office/drawing/2014/main" id="{07B808EA-28B0-458A-AA0A-1BD350D94EA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29128" y="231321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471" name="Flowchart: Connector 470">
                  <a:extLst>
                    <a:ext uri="{FF2B5EF4-FFF2-40B4-BE49-F238E27FC236}">
                      <a16:creationId xmlns:a16="http://schemas.microsoft.com/office/drawing/2014/main" id="{316109E4-0330-42B2-8D2A-6A9F8BF1C67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11385" y="2302378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472" name="Flowchart: Connector 471">
                  <a:extLst>
                    <a:ext uri="{FF2B5EF4-FFF2-40B4-BE49-F238E27FC236}">
                      <a16:creationId xmlns:a16="http://schemas.microsoft.com/office/drawing/2014/main" id="{919E4DBB-9F0A-4209-A677-FF5B3805CDF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1097" y="314849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grpSp>
              <p:nvGrpSpPr>
                <p:cNvPr id="473" name="Group 472">
                  <a:extLst>
                    <a:ext uri="{FF2B5EF4-FFF2-40B4-BE49-F238E27FC236}">
                      <a16:creationId xmlns:a16="http://schemas.microsoft.com/office/drawing/2014/main" id="{517D783D-DF4D-4529-8DBA-19BB64B22179}"/>
                    </a:ext>
                  </a:extLst>
                </p:cNvPr>
                <p:cNvGrpSpPr/>
                <p:nvPr/>
              </p:nvGrpSpPr>
              <p:grpSpPr>
                <a:xfrm>
                  <a:off x="420511" y="2127869"/>
                  <a:ext cx="1073693" cy="1496391"/>
                  <a:chOff x="2114936" y="1503359"/>
                  <a:chExt cx="1073693" cy="1496391"/>
                </a:xfrm>
              </p:grpSpPr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034202C4-218D-4D7C-A54A-64D62B592011}"/>
                      </a:ext>
                    </a:extLst>
                  </p:cNvPr>
                  <p:cNvGrpSpPr/>
                  <p:nvPr/>
                </p:nvGrpSpPr>
                <p:grpSpPr>
                  <a:xfrm>
                    <a:off x="2127974" y="2474038"/>
                    <a:ext cx="1060655" cy="525712"/>
                    <a:chOff x="3721252" y="1733424"/>
                    <a:chExt cx="1060655" cy="525712"/>
                  </a:xfrm>
                </p:grpSpPr>
                <p:sp>
                  <p:nvSpPr>
                    <p:cNvPr id="525" name="Flowchart: Connector 524">
                      <a:extLst>
                        <a:ext uri="{FF2B5EF4-FFF2-40B4-BE49-F238E27FC236}">
                          <a16:creationId xmlns:a16="http://schemas.microsoft.com/office/drawing/2014/main" id="{44632E9C-0B4D-45EF-BA4B-32B78D7F63E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26" name="3D Model 525" descr="Sphere">
                          <a:extLst>
                            <a:ext uri="{FF2B5EF4-FFF2-40B4-BE49-F238E27FC236}">
                              <a16:creationId xmlns:a16="http://schemas.microsoft.com/office/drawing/2014/main" id="{714BCBCC-CAB3-4AAD-BCF5-C3E4080BA32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629122117"/>
                            </p:ext>
                          </p:extLst>
                        </p:nvPr>
                      </p:nvGraphicFramePr>
                      <p:xfrm>
                        <a:off x="3721252" y="1733424"/>
                        <a:ext cx="299739" cy="299738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54" name="3D Model 153" descr="Sphere">
                          <a:extLst>
                            <a:ext uri="{FF2B5EF4-FFF2-40B4-BE49-F238E27FC236}">
                              <a16:creationId xmlns:a16="http://schemas.microsoft.com/office/drawing/2014/main" id="{59D6F9AA-09E2-4338-90EA-68FFD8CCDA4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835944" y="3887946"/>
                          <a:ext cx="299739" cy="299738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27" name="Flowchart: Connector 526">
                      <a:extLst>
                        <a:ext uri="{FF2B5EF4-FFF2-40B4-BE49-F238E27FC236}">
                          <a16:creationId xmlns:a16="http://schemas.microsoft.com/office/drawing/2014/main" id="{2181DBBC-8763-4C30-A41A-7D824A5173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28" name="3D Model 527" descr="Sphere">
                          <a:extLst>
                            <a:ext uri="{FF2B5EF4-FFF2-40B4-BE49-F238E27FC236}">
                              <a16:creationId xmlns:a16="http://schemas.microsoft.com/office/drawing/2014/main" id="{8E5C59EF-AB70-49C5-97DC-3DB8CA84262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858393499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1" name="3D Model 540" descr="Sphere">
                          <a:extLst>
                            <a:ext uri="{FF2B5EF4-FFF2-40B4-BE49-F238E27FC236}">
                              <a16:creationId xmlns:a16="http://schemas.microsoft.com/office/drawing/2014/main" id="{AB17CB10-4F93-4434-BA14-50AFAFF4946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666235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29" name="Flowchart: Connector 528">
                      <a:extLst>
                        <a:ext uri="{FF2B5EF4-FFF2-40B4-BE49-F238E27FC236}">
                          <a16:creationId xmlns:a16="http://schemas.microsoft.com/office/drawing/2014/main" id="{79B32B1D-5F77-494E-8D5C-1A21E6C32FB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30" name="3D Model 529" descr="Sphere">
                          <a:extLst>
                            <a:ext uri="{FF2B5EF4-FFF2-40B4-BE49-F238E27FC236}">
                              <a16:creationId xmlns:a16="http://schemas.microsoft.com/office/drawing/2014/main" id="{910B315E-3460-476C-9EC3-806D6E908AF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520543046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3" name="3D Model 542" descr="Sphere">
                          <a:extLst>
                            <a:ext uri="{FF2B5EF4-FFF2-40B4-BE49-F238E27FC236}">
                              <a16:creationId xmlns:a16="http://schemas.microsoft.com/office/drawing/2014/main" id="{503D28F6-C92A-40B9-96B8-4050B0C4C9A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72803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31" name="Flowchart: Connector 530">
                      <a:extLst>
                        <a:ext uri="{FF2B5EF4-FFF2-40B4-BE49-F238E27FC236}">
                          <a16:creationId xmlns:a16="http://schemas.microsoft.com/office/drawing/2014/main" id="{43D314FD-C0E5-4548-A85F-E70B424C2C3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32" name="3D Model 531" descr="Sphere">
                          <a:extLst>
                            <a:ext uri="{FF2B5EF4-FFF2-40B4-BE49-F238E27FC236}">
                              <a16:creationId xmlns:a16="http://schemas.microsoft.com/office/drawing/2014/main" id="{6BAD0B11-787A-4428-8C5B-10F0F98C50C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994799102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5" name="3D Model 544" descr="Sphere">
                          <a:extLst>
                            <a:ext uri="{FF2B5EF4-FFF2-40B4-BE49-F238E27FC236}">
                              <a16:creationId xmlns:a16="http://schemas.microsoft.com/office/drawing/2014/main" id="{226A18F8-2383-4285-9223-CF3CEC25C574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815073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475" name="Group 474">
                    <a:extLst>
                      <a:ext uri="{FF2B5EF4-FFF2-40B4-BE49-F238E27FC236}">
                        <a16:creationId xmlns:a16="http://schemas.microsoft.com/office/drawing/2014/main" id="{AC27472B-9330-49CD-B373-A24C9130AF9E}"/>
                      </a:ext>
                    </a:extLst>
                  </p:cNvPr>
                  <p:cNvGrpSpPr/>
                  <p:nvPr/>
                </p:nvGrpSpPr>
                <p:grpSpPr>
                  <a:xfrm>
                    <a:off x="2124615" y="2140429"/>
                    <a:ext cx="1064014" cy="637179"/>
                    <a:chOff x="3717893" y="1719497"/>
                    <a:chExt cx="1064014" cy="637179"/>
                  </a:xfrm>
                </p:grpSpPr>
                <p:sp>
                  <p:nvSpPr>
                    <p:cNvPr id="509" name="Flowchart: Connector 508">
                      <a:extLst>
                        <a:ext uri="{FF2B5EF4-FFF2-40B4-BE49-F238E27FC236}">
                          <a16:creationId xmlns:a16="http://schemas.microsoft.com/office/drawing/2014/main" id="{F8BB75AE-0FB6-4AE4-8441-6D7A5EB3C01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10" name="Flowchart: Connector 509">
                      <a:extLst>
                        <a:ext uri="{FF2B5EF4-FFF2-40B4-BE49-F238E27FC236}">
                          <a16:creationId xmlns:a16="http://schemas.microsoft.com/office/drawing/2014/main" id="{E4329A6F-DC02-4AE1-963A-6A07ADEA48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11" name="Flowchart: Connector 510">
                      <a:extLst>
                        <a:ext uri="{FF2B5EF4-FFF2-40B4-BE49-F238E27FC236}">
                          <a16:creationId xmlns:a16="http://schemas.microsoft.com/office/drawing/2014/main" id="{A6F42EA4-BD1B-4536-9DC2-8BF826B861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12" name="Flowchart: Connector 511">
                      <a:extLst>
                        <a:ext uri="{FF2B5EF4-FFF2-40B4-BE49-F238E27FC236}">
                          <a16:creationId xmlns:a16="http://schemas.microsoft.com/office/drawing/2014/main" id="{9F7014E2-5B57-4FAF-AE12-13A81A179E3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13" name="Flowchart: Connector 512">
                      <a:extLst>
                        <a:ext uri="{FF2B5EF4-FFF2-40B4-BE49-F238E27FC236}">
                          <a16:creationId xmlns:a16="http://schemas.microsoft.com/office/drawing/2014/main" id="{F723385E-0FDE-4CC4-8895-61D28BBCB3B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14" name="Flowchart: Connector 513">
                      <a:extLst>
                        <a:ext uri="{FF2B5EF4-FFF2-40B4-BE49-F238E27FC236}">
                          <a16:creationId xmlns:a16="http://schemas.microsoft.com/office/drawing/2014/main" id="{62821A45-9455-4586-8737-F0CE0C7486D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15" name="Flowchart: Connector 514">
                      <a:extLst>
                        <a:ext uri="{FF2B5EF4-FFF2-40B4-BE49-F238E27FC236}">
                          <a16:creationId xmlns:a16="http://schemas.microsoft.com/office/drawing/2014/main" id="{AC016218-59E2-4BB3-905A-93E5802F63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16" name="Flowchart: Connector 515">
                      <a:extLst>
                        <a:ext uri="{FF2B5EF4-FFF2-40B4-BE49-F238E27FC236}">
                          <a16:creationId xmlns:a16="http://schemas.microsoft.com/office/drawing/2014/main" id="{1927F6AE-4668-452D-9DCD-6A789DC2457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17" name="Flowchart: Connector 516">
                      <a:extLst>
                        <a:ext uri="{FF2B5EF4-FFF2-40B4-BE49-F238E27FC236}">
                          <a16:creationId xmlns:a16="http://schemas.microsoft.com/office/drawing/2014/main" id="{C7866FD9-A560-4CAA-9A3A-756A405DD76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18" name="3D Model 517" descr="Sphere">
                          <a:extLst>
                            <a:ext uri="{FF2B5EF4-FFF2-40B4-BE49-F238E27FC236}">
                              <a16:creationId xmlns:a16="http://schemas.microsoft.com/office/drawing/2014/main" id="{694216CB-3714-470A-8339-21CAF22A2B7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072456926"/>
                            </p:ext>
                          </p:extLst>
                        </p:nvPr>
                      </p:nvGraphicFramePr>
                      <p:xfrm>
                        <a:off x="3717893" y="1719497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46" name="3D Model 145" descr="Sphere">
                          <a:extLst>
                            <a:ext uri="{FF2B5EF4-FFF2-40B4-BE49-F238E27FC236}">
                              <a16:creationId xmlns:a16="http://schemas.microsoft.com/office/drawing/2014/main" id="{756B16C5-4508-40A0-B7F3-162B4744EE2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32585" y="3554337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19" name="Flowchart: Connector 518">
                      <a:extLst>
                        <a:ext uri="{FF2B5EF4-FFF2-40B4-BE49-F238E27FC236}">
                          <a16:creationId xmlns:a16="http://schemas.microsoft.com/office/drawing/2014/main" id="{9C8AE846-6270-4ED8-A7DC-1A72217910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20" name="3D Model 519" descr="Sphere">
                          <a:extLst>
                            <a:ext uri="{FF2B5EF4-FFF2-40B4-BE49-F238E27FC236}">
                              <a16:creationId xmlns:a16="http://schemas.microsoft.com/office/drawing/2014/main" id="{1D54220E-2BA3-4783-90FD-B29BC1B2DE0A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256337200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7" name="3D Model 556" descr="Sphere">
                          <a:extLst>
                            <a:ext uri="{FF2B5EF4-FFF2-40B4-BE49-F238E27FC236}">
                              <a16:creationId xmlns:a16="http://schemas.microsoft.com/office/drawing/2014/main" id="{A2534F90-63A2-4E00-9F6F-62444BCD921C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34655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21" name="Flowchart: Connector 520">
                      <a:extLst>
                        <a:ext uri="{FF2B5EF4-FFF2-40B4-BE49-F238E27FC236}">
                          <a16:creationId xmlns:a16="http://schemas.microsoft.com/office/drawing/2014/main" id="{54D221EF-B6C3-433C-B183-B2D71322253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22" name="3D Model 521" descr="Sphere">
                          <a:extLst>
                            <a:ext uri="{FF2B5EF4-FFF2-40B4-BE49-F238E27FC236}">
                              <a16:creationId xmlns:a16="http://schemas.microsoft.com/office/drawing/2014/main" id="{6DC0A8F5-6198-4373-8C27-72FA7C121CD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71289832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9" name="3D Model 558" descr="Sphere">
                          <a:extLst>
                            <a:ext uri="{FF2B5EF4-FFF2-40B4-BE49-F238E27FC236}">
                              <a16:creationId xmlns:a16="http://schemas.microsoft.com/office/drawing/2014/main" id="{3144521F-B4C2-4106-B2F3-D31F5890AAB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408352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23" name="Flowchart: Connector 522">
                      <a:extLst>
                        <a:ext uri="{FF2B5EF4-FFF2-40B4-BE49-F238E27FC236}">
                          <a16:creationId xmlns:a16="http://schemas.microsoft.com/office/drawing/2014/main" id="{C57074F5-365F-4C25-BCD5-02C8574A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24" name="3D Model 523" descr="Sphere">
                          <a:extLst>
                            <a:ext uri="{FF2B5EF4-FFF2-40B4-BE49-F238E27FC236}">
                              <a16:creationId xmlns:a16="http://schemas.microsoft.com/office/drawing/2014/main" id="{3956E234-7AA8-4127-8F6B-AC0190A128B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476259670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61" name="3D Model 560" descr="Sphere">
                          <a:extLst>
                            <a:ext uri="{FF2B5EF4-FFF2-40B4-BE49-F238E27FC236}">
                              <a16:creationId xmlns:a16="http://schemas.microsoft.com/office/drawing/2014/main" id="{81B1584C-E839-495C-A926-920C4CB7DA9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495391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476" name="Group 475">
                    <a:extLst>
                      <a:ext uri="{FF2B5EF4-FFF2-40B4-BE49-F238E27FC236}">
                        <a16:creationId xmlns:a16="http://schemas.microsoft.com/office/drawing/2014/main" id="{B21DB478-FC94-43BA-8FA6-942554801A85}"/>
                      </a:ext>
                    </a:extLst>
                  </p:cNvPr>
                  <p:cNvGrpSpPr/>
                  <p:nvPr/>
                </p:nvGrpSpPr>
                <p:grpSpPr>
                  <a:xfrm>
                    <a:off x="2114936" y="1817250"/>
                    <a:ext cx="1064014" cy="643455"/>
                    <a:chOff x="3717893" y="1713221"/>
                    <a:chExt cx="1064014" cy="643455"/>
                  </a:xfrm>
                </p:grpSpPr>
                <p:sp>
                  <p:nvSpPr>
                    <p:cNvPr id="493" name="Flowchart: Connector 492">
                      <a:extLst>
                        <a:ext uri="{FF2B5EF4-FFF2-40B4-BE49-F238E27FC236}">
                          <a16:creationId xmlns:a16="http://schemas.microsoft.com/office/drawing/2014/main" id="{C567A576-7A44-4387-B065-F1E28C48781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4" name="Flowchart: Connector 493">
                      <a:extLst>
                        <a:ext uri="{FF2B5EF4-FFF2-40B4-BE49-F238E27FC236}">
                          <a16:creationId xmlns:a16="http://schemas.microsoft.com/office/drawing/2014/main" id="{8344CA12-58B9-429C-AF23-10C6ACE1269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5" name="Flowchart: Connector 494">
                      <a:extLst>
                        <a:ext uri="{FF2B5EF4-FFF2-40B4-BE49-F238E27FC236}">
                          <a16:creationId xmlns:a16="http://schemas.microsoft.com/office/drawing/2014/main" id="{3E8BF773-471C-4010-B404-2C3ECA89DEE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6" name="Flowchart: Connector 495">
                      <a:extLst>
                        <a:ext uri="{FF2B5EF4-FFF2-40B4-BE49-F238E27FC236}">
                          <a16:creationId xmlns:a16="http://schemas.microsoft.com/office/drawing/2014/main" id="{5F2898A8-E26D-4DFF-B22A-1460C003C5A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7" name="Flowchart: Connector 496">
                      <a:extLst>
                        <a:ext uri="{FF2B5EF4-FFF2-40B4-BE49-F238E27FC236}">
                          <a16:creationId xmlns:a16="http://schemas.microsoft.com/office/drawing/2014/main" id="{583D08F5-3FE7-4120-8BD5-253B6A7ACC5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8" name="Flowchart: Connector 497">
                      <a:extLst>
                        <a:ext uri="{FF2B5EF4-FFF2-40B4-BE49-F238E27FC236}">
                          <a16:creationId xmlns:a16="http://schemas.microsoft.com/office/drawing/2014/main" id="{96930A9C-F3D8-4559-B925-7E5D194AF0A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9" name="Flowchart: Connector 498">
                      <a:extLst>
                        <a:ext uri="{FF2B5EF4-FFF2-40B4-BE49-F238E27FC236}">
                          <a16:creationId xmlns:a16="http://schemas.microsoft.com/office/drawing/2014/main" id="{11FE4105-B7F6-4D6C-840B-B38B3AC7644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00" name="Flowchart: Connector 499">
                      <a:extLst>
                        <a:ext uri="{FF2B5EF4-FFF2-40B4-BE49-F238E27FC236}">
                          <a16:creationId xmlns:a16="http://schemas.microsoft.com/office/drawing/2014/main" id="{DBC34342-3A3D-47E7-8920-5AAFF5E37F2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01" name="Flowchart: Connector 500">
                      <a:extLst>
                        <a:ext uri="{FF2B5EF4-FFF2-40B4-BE49-F238E27FC236}">
                          <a16:creationId xmlns:a16="http://schemas.microsoft.com/office/drawing/2014/main" id="{26536F30-F55B-41F2-BB17-3F040DF80F1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02" name="3D Model 501" descr="Sphere">
                          <a:extLst>
                            <a:ext uri="{FF2B5EF4-FFF2-40B4-BE49-F238E27FC236}">
                              <a16:creationId xmlns:a16="http://schemas.microsoft.com/office/drawing/2014/main" id="{391EF646-E906-4ADA-93F0-21DED1CC69C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041561627"/>
                            </p:ext>
                          </p:extLst>
                        </p:nvPr>
                      </p:nvGraphicFramePr>
                      <p:xfrm>
                        <a:off x="3717893" y="171322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0" name="3D Model 129" descr="Sphere">
                          <a:extLst>
                            <a:ext uri="{FF2B5EF4-FFF2-40B4-BE49-F238E27FC236}">
                              <a16:creationId xmlns:a16="http://schemas.microsoft.com/office/drawing/2014/main" id="{47D4A59F-7345-4303-916A-A0AC6A0CF64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22906" y="323115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03" name="Flowchart: Connector 502">
                      <a:extLst>
                        <a:ext uri="{FF2B5EF4-FFF2-40B4-BE49-F238E27FC236}">
                          <a16:creationId xmlns:a16="http://schemas.microsoft.com/office/drawing/2014/main" id="{9D5F268D-525A-46B3-877E-194BA439F7F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04" name="3D Model 503" descr="Sphere">
                          <a:extLst>
                            <a:ext uri="{FF2B5EF4-FFF2-40B4-BE49-F238E27FC236}">
                              <a16:creationId xmlns:a16="http://schemas.microsoft.com/office/drawing/2014/main" id="{49E0AE5A-252C-4E3B-9918-2356E8C0B2C2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8464870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2" name="3D Model 131" descr="Sphere">
                          <a:extLst>
                            <a:ext uri="{FF2B5EF4-FFF2-40B4-BE49-F238E27FC236}">
                              <a16:creationId xmlns:a16="http://schemas.microsoft.com/office/drawing/2014/main" id="{2B44DAD8-B15B-485D-9084-36E08051076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062972" y="331541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05" name="Flowchart: Connector 504">
                      <a:extLst>
                        <a:ext uri="{FF2B5EF4-FFF2-40B4-BE49-F238E27FC236}">
                          <a16:creationId xmlns:a16="http://schemas.microsoft.com/office/drawing/2014/main" id="{8C8373C9-CA54-405A-BC0B-E80552C48DA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06" name="3D Model 505" descr="Sphere">
                          <a:extLst>
                            <a:ext uri="{FF2B5EF4-FFF2-40B4-BE49-F238E27FC236}">
                              <a16:creationId xmlns:a16="http://schemas.microsoft.com/office/drawing/2014/main" id="{3915D146-EBF3-4422-900A-78206434601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665525689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5" name="3D Model 574" descr="Sphere">
                          <a:extLst>
                            <a:ext uri="{FF2B5EF4-FFF2-40B4-BE49-F238E27FC236}">
                              <a16:creationId xmlns:a16="http://schemas.microsoft.com/office/drawing/2014/main" id="{A31C2113-6FBF-4DA7-9B5E-8D9B60E9FEAB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03560" y="3091449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07" name="Flowchart: Connector 506">
                      <a:extLst>
                        <a:ext uri="{FF2B5EF4-FFF2-40B4-BE49-F238E27FC236}">
                          <a16:creationId xmlns:a16="http://schemas.microsoft.com/office/drawing/2014/main" id="{3EE3629D-213C-49F9-9D49-A5C6852F3AD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08" name="3D Model 507" descr="Sphere">
                          <a:extLst>
                            <a:ext uri="{FF2B5EF4-FFF2-40B4-BE49-F238E27FC236}">
                              <a16:creationId xmlns:a16="http://schemas.microsoft.com/office/drawing/2014/main" id="{657C28E0-F9C0-4BF2-87D4-384504DF429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032444765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7" name="3D Model 576" descr="Sphere">
                          <a:extLst>
                            <a:ext uri="{FF2B5EF4-FFF2-40B4-BE49-F238E27FC236}">
                              <a16:creationId xmlns:a16="http://schemas.microsoft.com/office/drawing/2014/main" id="{69CA7D75-9569-459B-AA3F-BFD6D15B257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71978" y="317848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sp>
                <p:nvSpPr>
                  <p:cNvPr id="477" name="Flowchart: Connector 476">
                    <a:extLst>
                      <a:ext uri="{FF2B5EF4-FFF2-40B4-BE49-F238E27FC236}">
                        <a16:creationId xmlns:a16="http://schemas.microsoft.com/office/drawing/2014/main" id="{331D4990-AE6D-410B-8E66-9B7A21ED005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22159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78" name="Flowchart: Connector 477">
                    <a:extLst>
                      <a:ext uri="{FF2B5EF4-FFF2-40B4-BE49-F238E27FC236}">
                        <a16:creationId xmlns:a16="http://schemas.microsoft.com/office/drawing/2014/main" id="{3FC1DE47-D457-4B39-9DC9-7A8934ACE95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096824" y="178425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79" name="Flowchart: Connector 478">
                    <a:extLst>
                      <a:ext uri="{FF2B5EF4-FFF2-40B4-BE49-F238E27FC236}">
                        <a16:creationId xmlns:a16="http://schemas.microsoft.com/office/drawing/2014/main" id="{AADD0CE6-2E51-4E78-A327-A1660E821C7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226347" y="1773345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80" name="Flowchart: Connector 479">
                    <a:extLst>
                      <a:ext uri="{FF2B5EF4-FFF2-40B4-BE49-F238E27FC236}">
                        <a16:creationId xmlns:a16="http://schemas.microsoft.com/office/drawing/2014/main" id="{F4F63849-2440-4582-92F4-48ABADC9A55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283299" y="175226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81" name="Flowchart: Connector 480">
                    <a:extLst>
                      <a:ext uri="{FF2B5EF4-FFF2-40B4-BE49-F238E27FC236}">
                        <a16:creationId xmlns:a16="http://schemas.microsoft.com/office/drawing/2014/main" id="{7C382F83-3385-45DF-8821-BA4224D9D65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472010" y="184465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82" name="Flowchart: Connector 481">
                    <a:extLst>
                      <a:ext uri="{FF2B5EF4-FFF2-40B4-BE49-F238E27FC236}">
                        <a16:creationId xmlns:a16="http://schemas.microsoft.com/office/drawing/2014/main" id="{F53E22FA-28FA-40B3-9C2E-BEDF039D8FC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527678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83" name="Flowchart: Connector 482">
                    <a:extLst>
                      <a:ext uri="{FF2B5EF4-FFF2-40B4-BE49-F238E27FC236}">
                        <a16:creationId xmlns:a16="http://schemas.microsoft.com/office/drawing/2014/main" id="{67E37050-14C7-46F9-A305-9E4F368900B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716506" y="192146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84" name="Flowchart: Connector 483">
                    <a:extLst>
                      <a:ext uri="{FF2B5EF4-FFF2-40B4-BE49-F238E27FC236}">
                        <a16:creationId xmlns:a16="http://schemas.microsoft.com/office/drawing/2014/main" id="{B87B1220-E362-4CF1-86D8-E38ADDE99A1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88047" y="192294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85" name="Flowchart: Connector 484">
                    <a:extLst>
                      <a:ext uri="{FF2B5EF4-FFF2-40B4-BE49-F238E27FC236}">
                        <a16:creationId xmlns:a16="http://schemas.microsoft.com/office/drawing/2014/main" id="{232634E7-0CE5-4923-B2F7-105599935567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981405" y="200468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486" name="3D Model 485" descr="Sphere">
                        <a:extLst>
                          <a:ext uri="{FF2B5EF4-FFF2-40B4-BE49-F238E27FC236}">
                            <a16:creationId xmlns:a16="http://schemas.microsoft.com/office/drawing/2014/main" id="{71E8BFA4-4A61-46DB-A56D-20814CBE014C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308753971"/>
                          </p:ext>
                        </p:extLst>
                      </p:nvPr>
                    </p:nvGraphicFramePr>
                    <p:xfrm>
                      <a:off x="2122087" y="1503359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1750" cy="58922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433448" ay="1433014" az="-1105299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9"/>
                          </am3d:raster>
                          <am3d:objViewport viewportSz="60694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4" name="3D Model 113" descr="Sphere">
                        <a:extLst>
                          <a:ext uri="{FF2B5EF4-FFF2-40B4-BE49-F238E27FC236}">
                            <a16:creationId xmlns:a16="http://schemas.microsoft.com/office/drawing/2014/main" id="{56A2AB05-F072-40CA-90AE-FD36A7808D3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830057" y="2917267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487" name="Flowchart: Connector 486">
                    <a:extLst>
                      <a:ext uri="{FF2B5EF4-FFF2-40B4-BE49-F238E27FC236}">
                        <a16:creationId xmlns:a16="http://schemas.microsoft.com/office/drawing/2014/main" id="{7F1DFBA3-8656-495F-BA3C-3D02AB9A47A9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345380" y="165330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488" name="3D Model 487" descr="Sphere">
                        <a:extLst>
                          <a:ext uri="{FF2B5EF4-FFF2-40B4-BE49-F238E27FC236}">
                            <a16:creationId xmlns:a16="http://schemas.microsoft.com/office/drawing/2014/main" id="{E2E45650-E92D-4A9A-A560-7087555C066B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935440697"/>
                          </p:ext>
                        </p:extLst>
                      </p:nvPr>
                    </p:nvGraphicFramePr>
                    <p:xfrm>
                      <a:off x="2368043" y="1593681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1750" cy="58922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8"/>
                          </am3d:raster>
                          <am3d:objViewport viewportSz="6624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6" name="3D Model 115" descr="Sphere">
                        <a:extLst>
                          <a:ext uri="{FF2B5EF4-FFF2-40B4-BE49-F238E27FC236}">
                            <a16:creationId xmlns:a16="http://schemas.microsoft.com/office/drawing/2014/main" id="{7C9E6E5C-C27E-459B-A76D-97CD231ABD4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076013" y="3007589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489" name="Flowchart: Connector 488">
                    <a:extLst>
                      <a:ext uri="{FF2B5EF4-FFF2-40B4-BE49-F238E27FC236}">
                        <a16:creationId xmlns:a16="http://schemas.microsoft.com/office/drawing/2014/main" id="{772321E2-CAC7-47FD-AC29-6B031540853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584559" y="172243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490" name="3D Model 489" descr="Sphere">
                        <a:extLst>
                          <a:ext uri="{FF2B5EF4-FFF2-40B4-BE49-F238E27FC236}">
                            <a16:creationId xmlns:a16="http://schemas.microsoft.com/office/drawing/2014/main" id="{6B8507F6-D894-412B-96A3-7C4B0559030C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224821135"/>
                          </p:ext>
                        </p:extLst>
                      </p:nvPr>
                    </p:nvGraphicFramePr>
                    <p:xfrm>
                      <a:off x="2609177" y="1641551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3136" cy="6439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6"/>
                          </am3d:raster>
                          <am3d:objViewport viewportSz="71378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8" name="3D Model 117" descr="Sphere">
                        <a:extLst>
                          <a:ext uri="{FF2B5EF4-FFF2-40B4-BE49-F238E27FC236}">
                            <a16:creationId xmlns:a16="http://schemas.microsoft.com/office/drawing/2014/main" id="{4E73B661-C0D3-4777-B427-FC4F81686E2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317147" y="3055459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491" name="Flowchart: Connector 490">
                    <a:extLst>
                      <a:ext uri="{FF2B5EF4-FFF2-40B4-BE49-F238E27FC236}">
                        <a16:creationId xmlns:a16="http://schemas.microsoft.com/office/drawing/2014/main" id="{0702964B-7CB0-4D94-A4CC-2C597D99139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848075" y="180504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492" name="3D Model 491" descr="Sphere">
                        <a:extLst>
                          <a:ext uri="{FF2B5EF4-FFF2-40B4-BE49-F238E27FC236}">
                            <a16:creationId xmlns:a16="http://schemas.microsoft.com/office/drawing/2014/main" id="{262C62E3-85AD-4E62-B96A-7E89223550FE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13522938"/>
                          </p:ext>
                        </p:extLst>
                      </p:nvPr>
                    </p:nvGraphicFramePr>
                    <p:xfrm>
                      <a:off x="2877595" y="1728590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0539" cy="61493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7"/>
                          </am3d:raster>
                          <am3d:objViewport viewportSz="66761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20" name="3D Model 119" descr="Sphere">
                        <a:extLst>
                          <a:ext uri="{FF2B5EF4-FFF2-40B4-BE49-F238E27FC236}">
                            <a16:creationId xmlns:a16="http://schemas.microsoft.com/office/drawing/2014/main" id="{3476476F-DDC4-49CE-B42B-4D693A51BEBB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5565" y="3142498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</p:grpSp>
          <p:grpSp>
            <p:nvGrpSpPr>
              <p:cNvPr id="382" name="Group 381">
                <a:extLst>
                  <a:ext uri="{FF2B5EF4-FFF2-40B4-BE49-F238E27FC236}">
                    <a16:creationId xmlns:a16="http://schemas.microsoft.com/office/drawing/2014/main" id="{36FDAA3C-E181-4181-BD41-DDE83D55D3CF}"/>
                  </a:ext>
                </a:extLst>
              </p:cNvPr>
              <p:cNvGrpSpPr/>
              <p:nvPr/>
            </p:nvGrpSpPr>
            <p:grpSpPr>
              <a:xfrm rot="18542409">
                <a:off x="2257159" y="2362802"/>
                <a:ext cx="834986" cy="143092"/>
                <a:chOff x="2620172" y="2546175"/>
                <a:chExt cx="834986" cy="143092"/>
              </a:xfrm>
            </p:grpSpPr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8059FBC4-4F6E-4D69-92ED-C61DBAF2EE4E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53" name="Rectangle: Rounded Corners 452">
                  <a:extLst>
                    <a:ext uri="{FF2B5EF4-FFF2-40B4-BE49-F238E27FC236}">
                      <a16:creationId xmlns:a16="http://schemas.microsoft.com/office/drawing/2014/main" id="{978F56E3-CD4F-41AA-AEE4-A69DA44643C9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001C0C4D-82A4-42BB-9915-B1D1E380478F}"/>
                  </a:ext>
                </a:extLst>
              </p:cNvPr>
              <p:cNvGrpSpPr/>
              <p:nvPr/>
            </p:nvGrpSpPr>
            <p:grpSpPr>
              <a:xfrm rot="17122200">
                <a:off x="1187274" y="2350135"/>
                <a:ext cx="834986" cy="143092"/>
                <a:chOff x="2620172" y="2546175"/>
                <a:chExt cx="834986" cy="143092"/>
              </a:xfrm>
            </p:grpSpPr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62F97E59-FD2C-490B-939C-91F58680EC8F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51" name="Rectangle: Rounded Corners 450">
                  <a:extLst>
                    <a:ext uri="{FF2B5EF4-FFF2-40B4-BE49-F238E27FC236}">
                      <a16:creationId xmlns:a16="http://schemas.microsoft.com/office/drawing/2014/main" id="{DF644DCB-F2AD-4886-BCC8-B22D7D68627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84" name="Group 383">
                <a:extLst>
                  <a:ext uri="{FF2B5EF4-FFF2-40B4-BE49-F238E27FC236}">
                    <a16:creationId xmlns:a16="http://schemas.microsoft.com/office/drawing/2014/main" id="{A02CCF76-3C90-41B8-BA47-763078704C93}"/>
                  </a:ext>
                </a:extLst>
              </p:cNvPr>
              <p:cNvGrpSpPr/>
              <p:nvPr/>
            </p:nvGrpSpPr>
            <p:grpSpPr>
              <a:xfrm rot="658209">
                <a:off x="2479276" y="3323586"/>
                <a:ext cx="746642" cy="235253"/>
                <a:chOff x="2620172" y="2546175"/>
                <a:chExt cx="834986" cy="143092"/>
              </a:xfrm>
            </p:grpSpPr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C313B325-975D-4501-9EC9-92ACBB5E8D5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49" name="Rectangle: Rounded Corners 448">
                  <a:extLst>
                    <a:ext uri="{FF2B5EF4-FFF2-40B4-BE49-F238E27FC236}">
                      <a16:creationId xmlns:a16="http://schemas.microsoft.com/office/drawing/2014/main" id="{C2C3D26F-8CA6-4A38-8D2F-48022DFC3BF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99CA4AFB-6B22-4531-ADF4-2B021D584575}"/>
                  </a:ext>
                </a:extLst>
              </p:cNvPr>
              <p:cNvGrpSpPr/>
              <p:nvPr/>
            </p:nvGrpSpPr>
            <p:grpSpPr>
              <a:xfrm rot="18837888">
                <a:off x="1789768" y="2238105"/>
                <a:ext cx="834986" cy="143092"/>
                <a:chOff x="2620172" y="2546175"/>
                <a:chExt cx="834986" cy="143092"/>
              </a:xfrm>
            </p:grpSpPr>
            <p:sp>
              <p:nvSpPr>
                <p:cNvPr id="446" name="Freeform: Shape 445">
                  <a:extLst>
                    <a:ext uri="{FF2B5EF4-FFF2-40B4-BE49-F238E27FC236}">
                      <a16:creationId xmlns:a16="http://schemas.microsoft.com/office/drawing/2014/main" id="{312A48BC-0551-44F2-BD07-745F2BAF2BA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47" name="Rectangle: Rounded Corners 446">
                  <a:extLst>
                    <a:ext uri="{FF2B5EF4-FFF2-40B4-BE49-F238E27FC236}">
                      <a16:creationId xmlns:a16="http://schemas.microsoft.com/office/drawing/2014/main" id="{9A9D653B-0503-40DE-8984-362948DD9BD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F40D9EB3-C992-4245-88C3-F1DEAAB69129}"/>
                  </a:ext>
                </a:extLst>
              </p:cNvPr>
              <p:cNvGrpSpPr/>
              <p:nvPr/>
            </p:nvGrpSpPr>
            <p:grpSpPr>
              <a:xfrm rot="16200000">
                <a:off x="563034" y="2429570"/>
                <a:ext cx="834986" cy="143092"/>
                <a:chOff x="2620172" y="2546175"/>
                <a:chExt cx="834986" cy="143092"/>
              </a:xfrm>
            </p:grpSpPr>
            <p:sp>
              <p:nvSpPr>
                <p:cNvPr id="444" name="Freeform: Shape 443">
                  <a:extLst>
                    <a:ext uri="{FF2B5EF4-FFF2-40B4-BE49-F238E27FC236}">
                      <a16:creationId xmlns:a16="http://schemas.microsoft.com/office/drawing/2014/main" id="{080778EC-235C-45D2-ACE1-294EA1356F3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45" name="Rectangle: Rounded Corners 444">
                  <a:extLst>
                    <a:ext uri="{FF2B5EF4-FFF2-40B4-BE49-F238E27FC236}">
                      <a16:creationId xmlns:a16="http://schemas.microsoft.com/office/drawing/2014/main" id="{2CB6B880-A56E-4F9A-8031-3C44E28211E3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87" name="Group 386">
                <a:extLst>
                  <a:ext uri="{FF2B5EF4-FFF2-40B4-BE49-F238E27FC236}">
                    <a16:creationId xmlns:a16="http://schemas.microsoft.com/office/drawing/2014/main" id="{2D8A27E8-F40C-4C08-AECE-A7F5E4710F6E}"/>
                  </a:ext>
                </a:extLst>
              </p:cNvPr>
              <p:cNvGrpSpPr/>
              <p:nvPr/>
            </p:nvGrpSpPr>
            <p:grpSpPr>
              <a:xfrm rot="5037398" flipV="1">
                <a:off x="1350328" y="4425270"/>
                <a:ext cx="731274" cy="157011"/>
                <a:chOff x="2620172" y="2546175"/>
                <a:chExt cx="834986" cy="143092"/>
              </a:xfrm>
            </p:grpSpPr>
            <p:sp>
              <p:nvSpPr>
                <p:cNvPr id="442" name="Freeform: Shape 441">
                  <a:extLst>
                    <a:ext uri="{FF2B5EF4-FFF2-40B4-BE49-F238E27FC236}">
                      <a16:creationId xmlns:a16="http://schemas.microsoft.com/office/drawing/2014/main" id="{1B8C3680-C969-4838-BA07-0CB1C1A010B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43" name="Rectangle: Rounded Corners 442">
                  <a:extLst>
                    <a:ext uri="{FF2B5EF4-FFF2-40B4-BE49-F238E27FC236}">
                      <a16:creationId xmlns:a16="http://schemas.microsoft.com/office/drawing/2014/main" id="{A1A4AB79-4A18-4C57-BA1C-20184AB0B326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88" name="Group 387">
                <a:extLst>
                  <a:ext uri="{FF2B5EF4-FFF2-40B4-BE49-F238E27FC236}">
                    <a16:creationId xmlns:a16="http://schemas.microsoft.com/office/drawing/2014/main" id="{C5B7EB67-0BD4-4504-B791-1697EAADED2B}"/>
                  </a:ext>
                </a:extLst>
              </p:cNvPr>
              <p:cNvGrpSpPr/>
              <p:nvPr/>
            </p:nvGrpSpPr>
            <p:grpSpPr>
              <a:xfrm rot="5880914">
                <a:off x="789613" y="4380622"/>
                <a:ext cx="834986" cy="143092"/>
                <a:chOff x="2620172" y="2546175"/>
                <a:chExt cx="834986" cy="143092"/>
              </a:xfrm>
            </p:grpSpPr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0EF41ACE-9EE8-4275-970A-4E4C7468BD35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41" name="Rectangle: Rounded Corners 440">
                  <a:extLst>
                    <a:ext uri="{FF2B5EF4-FFF2-40B4-BE49-F238E27FC236}">
                      <a16:creationId xmlns:a16="http://schemas.microsoft.com/office/drawing/2014/main" id="{7A5E831D-1D96-4B83-A5ED-71AA7712B94A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681E7155-6C18-45AD-82EE-0AD3C726D9C7}"/>
                  </a:ext>
                </a:extLst>
              </p:cNvPr>
              <p:cNvGrpSpPr/>
              <p:nvPr/>
            </p:nvGrpSpPr>
            <p:grpSpPr>
              <a:xfrm rot="13587211">
                <a:off x="651990" y="2929858"/>
                <a:ext cx="381035" cy="92791"/>
                <a:chOff x="2620172" y="2546175"/>
                <a:chExt cx="834986" cy="143092"/>
              </a:xfrm>
            </p:grpSpPr>
            <p:sp>
              <p:nvSpPr>
                <p:cNvPr id="438" name="Freeform: Shape 437">
                  <a:extLst>
                    <a:ext uri="{FF2B5EF4-FFF2-40B4-BE49-F238E27FC236}">
                      <a16:creationId xmlns:a16="http://schemas.microsoft.com/office/drawing/2014/main" id="{9474DD1D-BDF4-4FE5-B6EC-A2E6B635B6A4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39" name="Rectangle: Rounded Corners 438">
                  <a:extLst>
                    <a:ext uri="{FF2B5EF4-FFF2-40B4-BE49-F238E27FC236}">
                      <a16:creationId xmlns:a16="http://schemas.microsoft.com/office/drawing/2014/main" id="{B035375A-3262-44D6-9E33-8D42519EE879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64DA5C9B-D2ED-4480-98F4-A1214BCC448C}"/>
                  </a:ext>
                </a:extLst>
              </p:cNvPr>
              <p:cNvGrpSpPr/>
              <p:nvPr/>
            </p:nvGrpSpPr>
            <p:grpSpPr>
              <a:xfrm rot="11351284">
                <a:off x="163719" y="3807693"/>
                <a:ext cx="834986" cy="143092"/>
                <a:chOff x="2620172" y="2546175"/>
                <a:chExt cx="834986" cy="143092"/>
              </a:xfrm>
            </p:grpSpPr>
            <p:sp>
              <p:nvSpPr>
                <p:cNvPr id="436" name="Freeform: Shape 435">
                  <a:extLst>
                    <a:ext uri="{FF2B5EF4-FFF2-40B4-BE49-F238E27FC236}">
                      <a16:creationId xmlns:a16="http://schemas.microsoft.com/office/drawing/2014/main" id="{D2FDCBE7-7905-40BC-BE7C-12E32CAD23F0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37" name="Rectangle: Rounded Corners 436">
                  <a:extLst>
                    <a:ext uri="{FF2B5EF4-FFF2-40B4-BE49-F238E27FC236}">
                      <a16:creationId xmlns:a16="http://schemas.microsoft.com/office/drawing/2014/main" id="{B473CF89-164A-4FD1-ACC4-C54520CCBC53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91" name="Group 390">
                <a:extLst>
                  <a:ext uri="{FF2B5EF4-FFF2-40B4-BE49-F238E27FC236}">
                    <a16:creationId xmlns:a16="http://schemas.microsoft.com/office/drawing/2014/main" id="{4F649A0B-15E7-44A9-A78C-58DED70EDFF7}"/>
                  </a:ext>
                </a:extLst>
              </p:cNvPr>
              <p:cNvGrpSpPr/>
              <p:nvPr/>
            </p:nvGrpSpPr>
            <p:grpSpPr>
              <a:xfrm rot="4193783">
                <a:off x="2062756" y="4148262"/>
                <a:ext cx="706454" cy="171076"/>
                <a:chOff x="2620172" y="2546175"/>
                <a:chExt cx="834986" cy="143092"/>
              </a:xfrm>
            </p:grpSpPr>
            <p:sp>
              <p:nvSpPr>
                <p:cNvPr id="434" name="Freeform: Shape 433">
                  <a:extLst>
                    <a:ext uri="{FF2B5EF4-FFF2-40B4-BE49-F238E27FC236}">
                      <a16:creationId xmlns:a16="http://schemas.microsoft.com/office/drawing/2014/main" id="{EBF702B3-D57C-4B27-B726-A654508E1FAF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35" name="Rectangle: Rounded Corners 434">
                  <a:extLst>
                    <a:ext uri="{FF2B5EF4-FFF2-40B4-BE49-F238E27FC236}">
                      <a16:creationId xmlns:a16="http://schemas.microsoft.com/office/drawing/2014/main" id="{D404E789-EA7F-4A70-9558-8FE2191C24FB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CE6CDEDE-EE82-4695-9463-05F81711F40D}"/>
                  </a:ext>
                </a:extLst>
              </p:cNvPr>
              <p:cNvGrpSpPr/>
              <p:nvPr/>
            </p:nvGrpSpPr>
            <p:grpSpPr>
              <a:xfrm rot="1837203">
                <a:off x="2331692" y="387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432" name="Freeform: Shape 431">
                  <a:extLst>
                    <a:ext uri="{FF2B5EF4-FFF2-40B4-BE49-F238E27FC236}">
                      <a16:creationId xmlns:a16="http://schemas.microsoft.com/office/drawing/2014/main" id="{5E7BA225-5FA6-4CC5-AE79-C7FA32B9EED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33" name="Rectangle: Rounded Corners 432">
                  <a:extLst>
                    <a:ext uri="{FF2B5EF4-FFF2-40B4-BE49-F238E27FC236}">
                      <a16:creationId xmlns:a16="http://schemas.microsoft.com/office/drawing/2014/main" id="{958A54D3-C842-4A68-8BE8-1517C75B85B5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93" name="Group 392">
                <a:extLst>
                  <a:ext uri="{FF2B5EF4-FFF2-40B4-BE49-F238E27FC236}">
                    <a16:creationId xmlns:a16="http://schemas.microsoft.com/office/drawing/2014/main" id="{06B9BC61-B9C9-4CE6-BFE1-6EE7FDA818D3}"/>
                  </a:ext>
                </a:extLst>
              </p:cNvPr>
              <p:cNvGrpSpPr/>
              <p:nvPr/>
            </p:nvGrpSpPr>
            <p:grpSpPr>
              <a:xfrm rot="932650">
                <a:off x="2489621" y="3105014"/>
                <a:ext cx="381035" cy="92791"/>
                <a:chOff x="2620172" y="2546175"/>
                <a:chExt cx="834986" cy="143092"/>
              </a:xfrm>
            </p:grpSpPr>
            <p:sp>
              <p:nvSpPr>
                <p:cNvPr id="430" name="Freeform: Shape 429">
                  <a:extLst>
                    <a:ext uri="{FF2B5EF4-FFF2-40B4-BE49-F238E27FC236}">
                      <a16:creationId xmlns:a16="http://schemas.microsoft.com/office/drawing/2014/main" id="{56989B73-C8BD-4F50-AE5C-6AC7E0B0BD9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31" name="Rectangle: Rounded Corners 430">
                  <a:extLst>
                    <a:ext uri="{FF2B5EF4-FFF2-40B4-BE49-F238E27FC236}">
                      <a16:creationId xmlns:a16="http://schemas.microsoft.com/office/drawing/2014/main" id="{82B5B373-71D4-478A-B02D-150AB34D0CA6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0A033EA2-0365-4550-8C70-218B1E96667F}"/>
                  </a:ext>
                </a:extLst>
              </p:cNvPr>
              <p:cNvGrpSpPr/>
              <p:nvPr/>
            </p:nvGrpSpPr>
            <p:grpSpPr>
              <a:xfrm rot="10458038">
                <a:off x="686489" y="3490410"/>
                <a:ext cx="381035" cy="92791"/>
                <a:chOff x="2620172" y="2546175"/>
                <a:chExt cx="834986" cy="143092"/>
              </a:xfrm>
            </p:grpSpPr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601222A3-3939-48B1-AE48-EA55A64B38F7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29" name="Rectangle: Rounded Corners 428">
                  <a:extLst>
                    <a:ext uri="{FF2B5EF4-FFF2-40B4-BE49-F238E27FC236}">
                      <a16:creationId xmlns:a16="http://schemas.microsoft.com/office/drawing/2014/main" id="{DA3C891E-A847-4954-BDDB-0CEEF31DD9CB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422AC132-1EAC-4064-A8E4-3FE82C14507C}"/>
                  </a:ext>
                </a:extLst>
              </p:cNvPr>
              <p:cNvGrpSpPr/>
              <p:nvPr/>
            </p:nvGrpSpPr>
            <p:grpSpPr>
              <a:xfrm rot="16924252">
                <a:off x="1635001" y="2371073"/>
                <a:ext cx="381035" cy="92791"/>
                <a:chOff x="2620172" y="2546175"/>
                <a:chExt cx="834986" cy="143092"/>
              </a:xfrm>
            </p:grpSpPr>
            <p:sp>
              <p:nvSpPr>
                <p:cNvPr id="426" name="Freeform: Shape 425">
                  <a:extLst>
                    <a:ext uri="{FF2B5EF4-FFF2-40B4-BE49-F238E27FC236}">
                      <a16:creationId xmlns:a16="http://schemas.microsoft.com/office/drawing/2014/main" id="{3BEBADE5-367D-4E7A-8073-B1C1C63258E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27" name="Rectangle: Rounded Corners 426">
                  <a:extLst>
                    <a:ext uri="{FF2B5EF4-FFF2-40B4-BE49-F238E27FC236}">
                      <a16:creationId xmlns:a16="http://schemas.microsoft.com/office/drawing/2014/main" id="{F92BAA25-E20F-4892-B93A-FEB7446B3B75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96" name="Group 395">
                <a:extLst>
                  <a:ext uri="{FF2B5EF4-FFF2-40B4-BE49-F238E27FC236}">
                    <a16:creationId xmlns:a16="http://schemas.microsoft.com/office/drawing/2014/main" id="{80EC2F2D-2B56-403F-9B8E-AC7AEE674E87}"/>
                  </a:ext>
                </a:extLst>
              </p:cNvPr>
              <p:cNvGrpSpPr/>
              <p:nvPr/>
            </p:nvGrpSpPr>
            <p:grpSpPr>
              <a:xfrm rot="15677156">
                <a:off x="985517" y="2521255"/>
                <a:ext cx="381035" cy="92791"/>
                <a:chOff x="2620172" y="2546175"/>
                <a:chExt cx="834986" cy="143092"/>
              </a:xfrm>
            </p:grpSpPr>
            <p:sp>
              <p:nvSpPr>
                <p:cNvPr id="424" name="Freeform: Shape 423">
                  <a:extLst>
                    <a:ext uri="{FF2B5EF4-FFF2-40B4-BE49-F238E27FC236}">
                      <a16:creationId xmlns:a16="http://schemas.microsoft.com/office/drawing/2014/main" id="{196F6F14-B416-4E46-946A-30E6AD400967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25" name="Rectangle: Rounded Corners 424">
                  <a:extLst>
                    <a:ext uri="{FF2B5EF4-FFF2-40B4-BE49-F238E27FC236}">
                      <a16:creationId xmlns:a16="http://schemas.microsoft.com/office/drawing/2014/main" id="{6D2BA824-9EB7-41C0-AC6A-B48BD30D9EE2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97" name="Group 396">
                <a:extLst>
                  <a:ext uri="{FF2B5EF4-FFF2-40B4-BE49-F238E27FC236}">
                    <a16:creationId xmlns:a16="http://schemas.microsoft.com/office/drawing/2014/main" id="{670F5CAE-9BD6-4163-8821-F36C447D7E23}"/>
                  </a:ext>
                </a:extLst>
              </p:cNvPr>
              <p:cNvGrpSpPr/>
              <p:nvPr/>
            </p:nvGrpSpPr>
            <p:grpSpPr>
              <a:xfrm rot="14354853" flipV="1">
                <a:off x="976412" y="2438473"/>
                <a:ext cx="731274" cy="157011"/>
                <a:chOff x="2620172" y="2546175"/>
                <a:chExt cx="834986" cy="143092"/>
              </a:xfrm>
            </p:grpSpPr>
            <p:sp>
              <p:nvSpPr>
                <p:cNvPr id="422" name="Freeform: Shape 421">
                  <a:extLst>
                    <a:ext uri="{FF2B5EF4-FFF2-40B4-BE49-F238E27FC236}">
                      <a16:creationId xmlns:a16="http://schemas.microsoft.com/office/drawing/2014/main" id="{0E081C63-23B9-4DD0-AFD2-3B5D4C6B46A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23" name="Rectangle: Rounded Corners 422">
                  <a:extLst>
                    <a:ext uri="{FF2B5EF4-FFF2-40B4-BE49-F238E27FC236}">
                      <a16:creationId xmlns:a16="http://schemas.microsoft.com/office/drawing/2014/main" id="{764BE2C1-A5DA-4993-B444-1DAA2F0018E6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a16:creationId xmlns:a16="http://schemas.microsoft.com/office/drawing/2014/main" id="{698768B9-6456-454A-AC92-E16D8935FF7F}"/>
                  </a:ext>
                </a:extLst>
              </p:cNvPr>
              <p:cNvGrpSpPr/>
              <p:nvPr/>
            </p:nvGrpSpPr>
            <p:grpSpPr>
              <a:xfrm rot="9793356" flipV="1">
                <a:off x="215985" y="3237903"/>
                <a:ext cx="731274" cy="157011"/>
                <a:chOff x="2620172" y="2546175"/>
                <a:chExt cx="834986" cy="143092"/>
              </a:xfrm>
            </p:grpSpPr>
            <p:sp>
              <p:nvSpPr>
                <p:cNvPr id="420" name="Freeform: Shape 419">
                  <a:extLst>
                    <a:ext uri="{FF2B5EF4-FFF2-40B4-BE49-F238E27FC236}">
                      <a16:creationId xmlns:a16="http://schemas.microsoft.com/office/drawing/2014/main" id="{1CB954C4-5EE7-4917-9A52-972004FFA52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21" name="Rectangle: Rounded Corners 420">
                  <a:extLst>
                    <a:ext uri="{FF2B5EF4-FFF2-40B4-BE49-F238E27FC236}">
                      <a16:creationId xmlns:a16="http://schemas.microsoft.com/office/drawing/2014/main" id="{414E933A-6555-4209-8BBA-134E12C4D2F2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CBD934A0-CEFA-43D0-9066-7940E810AF82}"/>
                  </a:ext>
                </a:extLst>
              </p:cNvPr>
              <p:cNvGrpSpPr/>
              <p:nvPr/>
            </p:nvGrpSpPr>
            <p:grpSpPr>
              <a:xfrm rot="6907686" flipV="1">
                <a:off x="692019" y="3931960"/>
                <a:ext cx="731274" cy="157011"/>
                <a:chOff x="2620172" y="2546175"/>
                <a:chExt cx="834986" cy="143092"/>
              </a:xfrm>
            </p:grpSpPr>
            <p:sp>
              <p:nvSpPr>
                <p:cNvPr id="418" name="Freeform: Shape 417">
                  <a:extLst>
                    <a:ext uri="{FF2B5EF4-FFF2-40B4-BE49-F238E27FC236}">
                      <a16:creationId xmlns:a16="http://schemas.microsoft.com/office/drawing/2014/main" id="{64DDC638-4093-4809-A08D-F955AEF0091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19" name="Rectangle: Rounded Corners 418">
                  <a:extLst>
                    <a:ext uri="{FF2B5EF4-FFF2-40B4-BE49-F238E27FC236}">
                      <a16:creationId xmlns:a16="http://schemas.microsoft.com/office/drawing/2014/main" id="{2A2126D5-613B-4A8F-8EAE-DC1C9C28FD57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400" name="Group 399">
                <a:extLst>
                  <a:ext uri="{FF2B5EF4-FFF2-40B4-BE49-F238E27FC236}">
                    <a16:creationId xmlns:a16="http://schemas.microsoft.com/office/drawing/2014/main" id="{D4A21065-7F32-426F-A146-F82BE396A885}"/>
                  </a:ext>
                </a:extLst>
              </p:cNvPr>
              <p:cNvGrpSpPr/>
              <p:nvPr/>
            </p:nvGrpSpPr>
            <p:grpSpPr>
              <a:xfrm rot="1465711" flipV="1">
                <a:off x="2002734" y="3404484"/>
                <a:ext cx="731274" cy="157011"/>
                <a:chOff x="2620172" y="2546175"/>
                <a:chExt cx="834986" cy="143092"/>
              </a:xfrm>
            </p:grpSpPr>
            <p:sp>
              <p:nvSpPr>
                <p:cNvPr id="416" name="Freeform: Shape 415">
                  <a:extLst>
                    <a:ext uri="{FF2B5EF4-FFF2-40B4-BE49-F238E27FC236}">
                      <a16:creationId xmlns:a16="http://schemas.microsoft.com/office/drawing/2014/main" id="{B637F390-4BA6-43D5-AA4F-03A3056B23D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17" name="Rectangle: Rounded Corners 416">
                  <a:extLst>
                    <a:ext uri="{FF2B5EF4-FFF2-40B4-BE49-F238E27FC236}">
                      <a16:creationId xmlns:a16="http://schemas.microsoft.com/office/drawing/2014/main" id="{33F4D84C-35D6-4DA8-BA87-B9F470A6F6DE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a16:creationId xmlns:a16="http://schemas.microsoft.com/office/drawing/2014/main" id="{50BA72BA-4687-4151-BDB1-D426C4F0A221}"/>
                  </a:ext>
                </a:extLst>
              </p:cNvPr>
              <p:cNvGrpSpPr/>
              <p:nvPr/>
            </p:nvGrpSpPr>
            <p:grpSpPr>
              <a:xfrm rot="19016516">
                <a:off x="1733273" y="283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414" name="Freeform: Shape 413">
                  <a:extLst>
                    <a:ext uri="{FF2B5EF4-FFF2-40B4-BE49-F238E27FC236}">
                      <a16:creationId xmlns:a16="http://schemas.microsoft.com/office/drawing/2014/main" id="{942F5491-9944-47E3-939C-9A91EC8CDB7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15" name="Rectangle: Rounded Corners 414">
                  <a:extLst>
                    <a:ext uri="{FF2B5EF4-FFF2-40B4-BE49-F238E27FC236}">
                      <a16:creationId xmlns:a16="http://schemas.microsoft.com/office/drawing/2014/main" id="{35763C50-11A0-4B61-83D3-5D254C828DDB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402" name="Group 401">
                <a:extLst>
                  <a:ext uri="{FF2B5EF4-FFF2-40B4-BE49-F238E27FC236}">
                    <a16:creationId xmlns:a16="http://schemas.microsoft.com/office/drawing/2014/main" id="{011D4B7D-635E-4F93-9E27-1DFB9FDC0A58}"/>
                  </a:ext>
                </a:extLst>
              </p:cNvPr>
              <p:cNvGrpSpPr/>
              <p:nvPr/>
            </p:nvGrpSpPr>
            <p:grpSpPr>
              <a:xfrm rot="19245075">
                <a:off x="1632068" y="2825415"/>
                <a:ext cx="834986" cy="143092"/>
                <a:chOff x="2620172" y="2546175"/>
                <a:chExt cx="834986" cy="143092"/>
              </a:xfrm>
            </p:grpSpPr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8D4B5464-F01B-4A66-8CE2-15121A75BBE4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13" name="Rectangle: Rounded Corners 412">
                  <a:extLst>
                    <a:ext uri="{FF2B5EF4-FFF2-40B4-BE49-F238E27FC236}">
                      <a16:creationId xmlns:a16="http://schemas.microsoft.com/office/drawing/2014/main" id="{67F49701-D7C0-48B8-899D-044C89018474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A867A3DD-5763-4EAC-B505-C1110A9959FF}"/>
                  </a:ext>
                </a:extLst>
              </p:cNvPr>
              <p:cNvGrpSpPr/>
              <p:nvPr/>
            </p:nvGrpSpPr>
            <p:grpSpPr>
              <a:xfrm rot="10458038">
                <a:off x="838889" y="3642810"/>
                <a:ext cx="381035" cy="92791"/>
                <a:chOff x="2620172" y="2546175"/>
                <a:chExt cx="834986" cy="143092"/>
              </a:xfrm>
            </p:grpSpPr>
            <p:sp>
              <p:nvSpPr>
                <p:cNvPr id="410" name="Freeform: Shape 409">
                  <a:extLst>
                    <a:ext uri="{FF2B5EF4-FFF2-40B4-BE49-F238E27FC236}">
                      <a16:creationId xmlns:a16="http://schemas.microsoft.com/office/drawing/2014/main" id="{AB22A96A-811A-4CF9-8B53-4D3BD8473ED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11" name="Rectangle: Rounded Corners 410">
                  <a:extLst>
                    <a:ext uri="{FF2B5EF4-FFF2-40B4-BE49-F238E27FC236}">
                      <a16:creationId xmlns:a16="http://schemas.microsoft.com/office/drawing/2014/main" id="{81301165-1611-4691-BB0F-8897650AD803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a16:creationId xmlns:a16="http://schemas.microsoft.com/office/drawing/2014/main" id="{8AC771F8-39A1-4806-BA77-55E5CC611F67}"/>
                  </a:ext>
                </a:extLst>
              </p:cNvPr>
              <p:cNvGrpSpPr/>
              <p:nvPr/>
            </p:nvGrpSpPr>
            <p:grpSpPr>
              <a:xfrm rot="15824399">
                <a:off x="1224680" y="2818934"/>
                <a:ext cx="381035" cy="92791"/>
                <a:chOff x="2620172" y="2546175"/>
                <a:chExt cx="834986" cy="143092"/>
              </a:xfrm>
            </p:grpSpPr>
            <p:sp>
              <p:nvSpPr>
                <p:cNvPr id="408" name="Freeform: Shape 407">
                  <a:extLst>
                    <a:ext uri="{FF2B5EF4-FFF2-40B4-BE49-F238E27FC236}">
                      <a16:creationId xmlns:a16="http://schemas.microsoft.com/office/drawing/2014/main" id="{B10BB3D7-DE07-4F91-AA8B-24EF67F085E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09" name="Rectangle: Rounded Corners 408">
                  <a:extLst>
                    <a:ext uri="{FF2B5EF4-FFF2-40B4-BE49-F238E27FC236}">
                      <a16:creationId xmlns:a16="http://schemas.microsoft.com/office/drawing/2014/main" id="{FE0CD801-9C5C-4AE1-9FC0-165264390E61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405" name="Group 404">
                <a:extLst>
                  <a:ext uri="{FF2B5EF4-FFF2-40B4-BE49-F238E27FC236}">
                    <a16:creationId xmlns:a16="http://schemas.microsoft.com/office/drawing/2014/main" id="{FC5D3B24-B68F-48A3-B8D3-9B481E72AFBC}"/>
                  </a:ext>
                </a:extLst>
              </p:cNvPr>
              <p:cNvGrpSpPr/>
              <p:nvPr/>
            </p:nvGrpSpPr>
            <p:grpSpPr>
              <a:xfrm rot="16697394">
                <a:off x="1080028" y="2168448"/>
                <a:ext cx="834986" cy="143092"/>
                <a:chOff x="2620172" y="2546175"/>
                <a:chExt cx="834986" cy="143092"/>
              </a:xfrm>
            </p:grpSpPr>
            <p:sp>
              <p:nvSpPr>
                <p:cNvPr id="406" name="Freeform: Shape 405">
                  <a:extLst>
                    <a:ext uri="{FF2B5EF4-FFF2-40B4-BE49-F238E27FC236}">
                      <a16:creationId xmlns:a16="http://schemas.microsoft.com/office/drawing/2014/main" id="{59041101-F3D1-4314-907A-B2187B2206B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07" name="Rectangle: Rounded Corners 406">
                  <a:extLst>
                    <a:ext uri="{FF2B5EF4-FFF2-40B4-BE49-F238E27FC236}">
                      <a16:creationId xmlns:a16="http://schemas.microsoft.com/office/drawing/2014/main" id="{31ED5959-02A5-45BF-9948-F05587C42357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</p:grp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E797B11B-D278-436C-9334-DE79477ACFEF}"/>
                </a:ext>
              </a:extLst>
            </p:cNvPr>
            <p:cNvSpPr/>
            <p:nvPr/>
          </p:nvSpPr>
          <p:spPr>
            <a:xfrm rot="6017948" flipV="1">
              <a:off x="1305755" y="4290452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EB061A00-6411-47BA-B9F6-2C0407EBCBD5}"/>
                </a:ext>
              </a:extLst>
            </p:cNvPr>
            <p:cNvSpPr/>
            <p:nvPr/>
          </p:nvSpPr>
          <p:spPr>
            <a:xfrm rot="21277659">
              <a:off x="2517403" y="2906549"/>
              <a:ext cx="690584" cy="235253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A3AE730A-7434-430F-A104-13944F628742}"/>
                </a:ext>
              </a:extLst>
            </p:cNvPr>
            <p:cNvSpPr/>
            <p:nvPr/>
          </p:nvSpPr>
          <p:spPr>
            <a:xfrm rot="11528244" flipV="1">
              <a:off x="344853" y="2978311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grpSp>
        <p:nvGrpSpPr>
          <p:cNvPr id="1472" name="Group 1471">
            <a:extLst>
              <a:ext uri="{FF2B5EF4-FFF2-40B4-BE49-F238E27FC236}">
                <a16:creationId xmlns:a16="http://schemas.microsoft.com/office/drawing/2014/main" id="{25844F74-6FBD-4356-84F5-B55B68824540}"/>
              </a:ext>
            </a:extLst>
          </p:cNvPr>
          <p:cNvGrpSpPr/>
          <p:nvPr/>
        </p:nvGrpSpPr>
        <p:grpSpPr>
          <a:xfrm>
            <a:off x="3321883" y="2470364"/>
            <a:ext cx="630854" cy="599000"/>
            <a:chOff x="163719" y="1822501"/>
            <a:chExt cx="3062199" cy="3047160"/>
          </a:xfrm>
        </p:grpSpPr>
        <p:grpSp>
          <p:nvGrpSpPr>
            <p:cNvPr id="1473" name="Group 1472">
              <a:extLst>
                <a:ext uri="{FF2B5EF4-FFF2-40B4-BE49-F238E27FC236}">
                  <a16:creationId xmlns:a16="http://schemas.microsoft.com/office/drawing/2014/main" id="{C781D738-476C-4A25-AAC9-34C04F505FE5}"/>
                </a:ext>
              </a:extLst>
            </p:cNvPr>
            <p:cNvGrpSpPr/>
            <p:nvPr/>
          </p:nvGrpSpPr>
          <p:grpSpPr>
            <a:xfrm>
              <a:off x="163719" y="1822501"/>
              <a:ext cx="3062199" cy="3047160"/>
              <a:chOff x="163719" y="1822501"/>
              <a:chExt cx="3062199" cy="3047160"/>
            </a:xfrm>
          </p:grpSpPr>
          <p:grpSp>
            <p:nvGrpSpPr>
              <p:cNvPr id="1477" name="Group 1476">
                <a:extLst>
                  <a:ext uri="{FF2B5EF4-FFF2-40B4-BE49-F238E27FC236}">
                    <a16:creationId xmlns:a16="http://schemas.microsoft.com/office/drawing/2014/main" id="{2B97DF06-16C0-46F6-9806-8FBA24010C49}"/>
                  </a:ext>
                </a:extLst>
              </p:cNvPr>
              <p:cNvGrpSpPr/>
              <p:nvPr/>
            </p:nvGrpSpPr>
            <p:grpSpPr>
              <a:xfrm rot="5037398" flipV="1">
                <a:off x="1683131" y="3844124"/>
                <a:ext cx="731274" cy="157011"/>
                <a:chOff x="2620172" y="2546175"/>
                <a:chExt cx="834986" cy="143092"/>
              </a:xfrm>
            </p:grpSpPr>
            <p:sp>
              <p:nvSpPr>
                <p:cNvPr id="1836" name="Freeform: Shape 1835">
                  <a:extLst>
                    <a:ext uri="{FF2B5EF4-FFF2-40B4-BE49-F238E27FC236}">
                      <a16:creationId xmlns:a16="http://schemas.microsoft.com/office/drawing/2014/main" id="{2C4959C3-0B84-4B77-8F77-E00D2D32E8A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37" name="Rectangle: Rounded Corners 1836">
                  <a:extLst>
                    <a:ext uri="{FF2B5EF4-FFF2-40B4-BE49-F238E27FC236}">
                      <a16:creationId xmlns:a16="http://schemas.microsoft.com/office/drawing/2014/main" id="{C1C7ED74-4D49-42E3-87B4-FB9DFD62FB1C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78" name="Group 1477">
                <a:extLst>
                  <a:ext uri="{FF2B5EF4-FFF2-40B4-BE49-F238E27FC236}">
                    <a16:creationId xmlns:a16="http://schemas.microsoft.com/office/drawing/2014/main" id="{D539F602-CF10-47CE-B54F-8A4A6A8350DF}"/>
                  </a:ext>
                </a:extLst>
              </p:cNvPr>
              <p:cNvGrpSpPr/>
              <p:nvPr/>
            </p:nvGrpSpPr>
            <p:grpSpPr>
              <a:xfrm rot="5037398" flipV="1">
                <a:off x="1123013" y="4110752"/>
                <a:ext cx="731274" cy="157011"/>
                <a:chOff x="2620172" y="2546175"/>
                <a:chExt cx="834986" cy="143092"/>
              </a:xfrm>
            </p:grpSpPr>
            <p:sp>
              <p:nvSpPr>
                <p:cNvPr id="1834" name="Freeform: Shape 1833">
                  <a:extLst>
                    <a:ext uri="{FF2B5EF4-FFF2-40B4-BE49-F238E27FC236}">
                      <a16:creationId xmlns:a16="http://schemas.microsoft.com/office/drawing/2014/main" id="{29CFB9DC-B7C5-4785-AA36-51285DB1845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35" name="Rectangle: Rounded Corners 1834">
                  <a:extLst>
                    <a:ext uri="{FF2B5EF4-FFF2-40B4-BE49-F238E27FC236}">
                      <a16:creationId xmlns:a16="http://schemas.microsoft.com/office/drawing/2014/main" id="{12D1CFE6-CB54-4DD2-BCBE-409D0CE58BAF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79" name="Group 1478">
                <a:extLst>
                  <a:ext uri="{FF2B5EF4-FFF2-40B4-BE49-F238E27FC236}">
                    <a16:creationId xmlns:a16="http://schemas.microsoft.com/office/drawing/2014/main" id="{A225A251-5504-45D1-9AC7-70D14E52097B}"/>
                  </a:ext>
                </a:extLst>
              </p:cNvPr>
              <p:cNvGrpSpPr/>
              <p:nvPr/>
            </p:nvGrpSpPr>
            <p:grpSpPr>
              <a:xfrm>
                <a:off x="860260" y="2440902"/>
                <a:ext cx="1730523" cy="1839492"/>
                <a:chOff x="420511" y="1784768"/>
                <a:chExt cx="1730523" cy="1839492"/>
              </a:xfrm>
            </p:grpSpPr>
            <p:grpSp>
              <p:nvGrpSpPr>
                <p:cNvPr id="1552" name="Group 1551">
                  <a:extLst>
                    <a:ext uri="{FF2B5EF4-FFF2-40B4-BE49-F238E27FC236}">
                      <a16:creationId xmlns:a16="http://schemas.microsoft.com/office/drawing/2014/main" id="{F497766D-F4C2-4399-B0B7-DF11DB0C5C8A}"/>
                    </a:ext>
                  </a:extLst>
                </p:cNvPr>
                <p:cNvGrpSpPr/>
                <p:nvPr/>
              </p:nvGrpSpPr>
              <p:grpSpPr>
                <a:xfrm>
                  <a:off x="1069572" y="1784768"/>
                  <a:ext cx="1081462" cy="1476716"/>
                  <a:chOff x="2089993" y="1523034"/>
                  <a:chExt cx="1081462" cy="1476716"/>
                </a:xfrm>
              </p:grpSpPr>
              <p:grpSp>
                <p:nvGrpSpPr>
                  <p:cNvPr id="1773" name="Group 1772">
                    <a:extLst>
                      <a:ext uri="{FF2B5EF4-FFF2-40B4-BE49-F238E27FC236}">
                        <a16:creationId xmlns:a16="http://schemas.microsoft.com/office/drawing/2014/main" id="{2BC7D64A-4BB9-45BC-928A-976ED668BB96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70705"/>
                    <a:ext cx="101484" cy="1016226"/>
                    <a:chOff x="1800622" y="2364951"/>
                    <a:chExt cx="101484" cy="1016226"/>
                  </a:xfrm>
                </p:grpSpPr>
                <p:sp>
                  <p:nvSpPr>
                    <p:cNvPr id="1830" name="Flowchart: Connector 1829">
                      <a:extLst>
                        <a:ext uri="{FF2B5EF4-FFF2-40B4-BE49-F238E27FC236}">
                          <a16:creationId xmlns:a16="http://schemas.microsoft.com/office/drawing/2014/main" id="{3F35559E-3474-4A79-937B-4FB34A84685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831" name="Flowchart: Connector 1830">
                      <a:extLst>
                        <a:ext uri="{FF2B5EF4-FFF2-40B4-BE49-F238E27FC236}">
                          <a16:creationId xmlns:a16="http://schemas.microsoft.com/office/drawing/2014/main" id="{5FA903A5-C0D5-4B7E-BB60-EAA97A66EED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832" name="Flowchart: Connector 1831">
                      <a:extLst>
                        <a:ext uri="{FF2B5EF4-FFF2-40B4-BE49-F238E27FC236}">
                          <a16:creationId xmlns:a16="http://schemas.microsoft.com/office/drawing/2014/main" id="{496AB460-750C-49D9-A27B-B855B28891A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833" name="Flowchart: Connector 1832">
                      <a:extLst>
                        <a:ext uri="{FF2B5EF4-FFF2-40B4-BE49-F238E27FC236}">
                          <a16:creationId xmlns:a16="http://schemas.microsoft.com/office/drawing/2014/main" id="{4DF17E1C-1513-4F98-BA9C-56464B3215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649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774" name="Group 1773">
                    <a:extLst>
                      <a:ext uri="{FF2B5EF4-FFF2-40B4-BE49-F238E27FC236}">
                        <a16:creationId xmlns:a16="http://schemas.microsoft.com/office/drawing/2014/main" id="{86E2E7B3-3D60-4D0D-9302-E1A614348A11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23034"/>
                    <a:ext cx="1057223" cy="1476716"/>
                    <a:chOff x="2114232" y="1523034"/>
                    <a:chExt cx="1057223" cy="1476716"/>
                  </a:xfrm>
                </p:grpSpPr>
                <p:grpSp>
                  <p:nvGrpSpPr>
                    <p:cNvPr id="1775" name="Group 1774">
                      <a:extLst>
                        <a:ext uri="{FF2B5EF4-FFF2-40B4-BE49-F238E27FC236}">
                          <a16:creationId xmlns:a16="http://schemas.microsoft.com/office/drawing/2014/main" id="{AEA14DF7-C17F-4F58-88A4-64CEDB6B6A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47544" cy="539639"/>
                      <a:chOff x="3717189" y="1719497"/>
                      <a:chExt cx="1047544" cy="539639"/>
                    </a:xfrm>
                  </p:grpSpPr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823" name="3D Model 1822" descr="Sphere">
                            <a:extLst>
                              <a:ext uri="{FF2B5EF4-FFF2-40B4-BE49-F238E27FC236}">
                                <a16:creationId xmlns:a16="http://schemas.microsoft.com/office/drawing/2014/main" id="{3C2579E1-8BDF-4217-A11B-BEB9D713912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79838858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824" name="Flowchart: Connector 1823">
                        <a:extLst>
                          <a:ext uri="{FF2B5EF4-FFF2-40B4-BE49-F238E27FC236}">
                            <a16:creationId xmlns:a16="http://schemas.microsoft.com/office/drawing/2014/main" id="{3FE9719B-E58A-40B8-B843-CE0A51389D3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825" name="3D Model 1824" descr="Sphere">
                            <a:extLst>
                              <a:ext uri="{FF2B5EF4-FFF2-40B4-BE49-F238E27FC236}">
                                <a16:creationId xmlns:a16="http://schemas.microsoft.com/office/drawing/2014/main" id="{D99607EE-6E02-43FB-A1F6-CCBA12C4292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00341439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826" name="Flowchart: Connector 1825">
                        <a:extLst>
                          <a:ext uri="{FF2B5EF4-FFF2-40B4-BE49-F238E27FC236}">
                            <a16:creationId xmlns:a16="http://schemas.microsoft.com/office/drawing/2014/main" id="{27736462-8771-4674-BB5F-40837916A1F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827" name="3D Model 1826" descr="Sphere">
                            <a:extLst>
                              <a:ext uri="{FF2B5EF4-FFF2-40B4-BE49-F238E27FC236}">
                                <a16:creationId xmlns:a16="http://schemas.microsoft.com/office/drawing/2014/main" id="{247BF3EC-A8CF-4B2E-9362-3AB63F42049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12561242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828" name="Flowchart: Connector 1827">
                        <a:extLst>
                          <a:ext uri="{FF2B5EF4-FFF2-40B4-BE49-F238E27FC236}">
                            <a16:creationId xmlns:a16="http://schemas.microsoft.com/office/drawing/2014/main" id="{11CED842-9C03-436F-988C-CEDCFB83D10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829" name="3D Model 1828" descr="Sphere">
                            <a:extLst>
                              <a:ext uri="{FF2B5EF4-FFF2-40B4-BE49-F238E27FC236}">
                                <a16:creationId xmlns:a16="http://schemas.microsoft.com/office/drawing/2014/main" id="{A7385863-0BAC-446F-A9C5-7E4F1605996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418796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776" name="Group 1775">
                      <a:extLst>
                        <a:ext uri="{FF2B5EF4-FFF2-40B4-BE49-F238E27FC236}">
                          <a16:creationId xmlns:a16="http://schemas.microsoft.com/office/drawing/2014/main" id="{88BAD3CA-C84D-4ABC-9C65-E07FBD6947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1808" name="Flowchart: Connector 1807">
                        <a:extLst>
                          <a:ext uri="{FF2B5EF4-FFF2-40B4-BE49-F238E27FC236}">
                            <a16:creationId xmlns:a16="http://schemas.microsoft.com/office/drawing/2014/main" id="{38EAC5CE-EFAF-4B42-B355-F45BEB52B7F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09" name="Flowchart: Connector 1808">
                        <a:extLst>
                          <a:ext uri="{FF2B5EF4-FFF2-40B4-BE49-F238E27FC236}">
                            <a16:creationId xmlns:a16="http://schemas.microsoft.com/office/drawing/2014/main" id="{D21D9E21-A38A-45AD-9549-B2539572BA5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10" name="Flowchart: Connector 1809">
                        <a:extLst>
                          <a:ext uri="{FF2B5EF4-FFF2-40B4-BE49-F238E27FC236}">
                            <a16:creationId xmlns:a16="http://schemas.microsoft.com/office/drawing/2014/main" id="{AB6AD3BD-F511-49A1-96D1-4B97317B96D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11" name="Flowchart: Connector 1810">
                        <a:extLst>
                          <a:ext uri="{FF2B5EF4-FFF2-40B4-BE49-F238E27FC236}">
                            <a16:creationId xmlns:a16="http://schemas.microsoft.com/office/drawing/2014/main" id="{2EAB175C-93D8-4EB3-9977-BB67FBA1A9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12" name="Flowchart: Connector 1811">
                        <a:extLst>
                          <a:ext uri="{FF2B5EF4-FFF2-40B4-BE49-F238E27FC236}">
                            <a16:creationId xmlns:a16="http://schemas.microsoft.com/office/drawing/2014/main" id="{B4FC5620-2EEA-4E6B-B2E2-62E67F35715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13" name="Flowchart: Connector 1812">
                        <a:extLst>
                          <a:ext uri="{FF2B5EF4-FFF2-40B4-BE49-F238E27FC236}">
                            <a16:creationId xmlns:a16="http://schemas.microsoft.com/office/drawing/2014/main" id="{29622006-DCCF-4782-8440-4C66CE5A3FC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14" name="Flowchart: Connector 1813">
                        <a:extLst>
                          <a:ext uri="{FF2B5EF4-FFF2-40B4-BE49-F238E27FC236}">
                            <a16:creationId xmlns:a16="http://schemas.microsoft.com/office/drawing/2014/main" id="{9B30D892-CE7D-4016-B3A9-DC05A96D1B8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15" name="Flowchart: Connector 1814">
                        <a:extLst>
                          <a:ext uri="{FF2B5EF4-FFF2-40B4-BE49-F238E27FC236}">
                            <a16:creationId xmlns:a16="http://schemas.microsoft.com/office/drawing/2014/main" id="{68046E0B-02E3-4F7A-9EA3-AC2925F6182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816" name="3D Model 1815" descr="Sphere">
                            <a:extLst>
                              <a:ext uri="{FF2B5EF4-FFF2-40B4-BE49-F238E27FC236}">
                                <a16:creationId xmlns:a16="http://schemas.microsoft.com/office/drawing/2014/main" id="{E39CF217-25B5-4958-A290-7EDE64BAB52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913422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817" name="Flowchart: Connector 1816">
                        <a:extLst>
                          <a:ext uri="{FF2B5EF4-FFF2-40B4-BE49-F238E27FC236}">
                            <a16:creationId xmlns:a16="http://schemas.microsoft.com/office/drawing/2014/main" id="{2519D45B-A491-4103-99A9-FD6231C99C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818" name="3D Model 1817" descr="Sphere">
                            <a:extLst>
                              <a:ext uri="{FF2B5EF4-FFF2-40B4-BE49-F238E27FC236}">
                                <a16:creationId xmlns:a16="http://schemas.microsoft.com/office/drawing/2014/main" id="{D872455B-2A65-4825-BF25-8E9DF1D8539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1596103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819" name="Flowchart: Connector 1818">
                        <a:extLst>
                          <a:ext uri="{FF2B5EF4-FFF2-40B4-BE49-F238E27FC236}">
                            <a16:creationId xmlns:a16="http://schemas.microsoft.com/office/drawing/2014/main" id="{137FE6B5-7D5E-4073-A0DE-F36CFB3242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820" name="3D Model 1819" descr="Sphere">
                            <a:extLst>
                              <a:ext uri="{FF2B5EF4-FFF2-40B4-BE49-F238E27FC236}">
                                <a16:creationId xmlns:a16="http://schemas.microsoft.com/office/drawing/2014/main" id="{76B63A05-BC4F-44FB-BFD4-2BC498FF653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9199701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821" name="Flowchart: Connector 1820">
                        <a:extLst>
                          <a:ext uri="{FF2B5EF4-FFF2-40B4-BE49-F238E27FC236}">
                            <a16:creationId xmlns:a16="http://schemas.microsoft.com/office/drawing/2014/main" id="{D04C0C64-9F12-48FA-A1B0-4D8C563E008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822" name="3D Model 1821" descr="Sphere">
                            <a:extLst>
                              <a:ext uri="{FF2B5EF4-FFF2-40B4-BE49-F238E27FC236}">
                                <a16:creationId xmlns:a16="http://schemas.microsoft.com/office/drawing/2014/main" id="{8CE6F961-17F5-459C-A96B-AFACE94DE29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0268704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777" name="Group 1776">
                      <a:extLst>
                        <a:ext uri="{FF2B5EF4-FFF2-40B4-BE49-F238E27FC236}">
                          <a16:creationId xmlns:a16="http://schemas.microsoft.com/office/drawing/2014/main" id="{8BF185B1-2696-4BA5-A635-C65AFA1C2F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1793" name="Flowchart: Connector 1792">
                        <a:extLst>
                          <a:ext uri="{FF2B5EF4-FFF2-40B4-BE49-F238E27FC236}">
                            <a16:creationId xmlns:a16="http://schemas.microsoft.com/office/drawing/2014/main" id="{5E84F73F-1E9A-4B73-B5BF-936143D165E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94" name="Flowchart: Connector 1793">
                        <a:extLst>
                          <a:ext uri="{FF2B5EF4-FFF2-40B4-BE49-F238E27FC236}">
                            <a16:creationId xmlns:a16="http://schemas.microsoft.com/office/drawing/2014/main" id="{25D32FAE-5FD0-43A5-B063-2435A840351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95" name="Flowchart: Connector 1794">
                        <a:extLst>
                          <a:ext uri="{FF2B5EF4-FFF2-40B4-BE49-F238E27FC236}">
                            <a16:creationId xmlns:a16="http://schemas.microsoft.com/office/drawing/2014/main" id="{48BE1688-2340-4691-9D0C-2B8B0A6B4DC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96" name="Flowchart: Connector 1795">
                        <a:extLst>
                          <a:ext uri="{FF2B5EF4-FFF2-40B4-BE49-F238E27FC236}">
                            <a16:creationId xmlns:a16="http://schemas.microsoft.com/office/drawing/2014/main" id="{5521E3DF-3BEB-42A4-99C3-14C4BF3D624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97" name="Flowchart: Connector 1796">
                        <a:extLst>
                          <a:ext uri="{FF2B5EF4-FFF2-40B4-BE49-F238E27FC236}">
                            <a16:creationId xmlns:a16="http://schemas.microsoft.com/office/drawing/2014/main" id="{721D6410-8520-4089-A127-11482B6E4B3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98" name="Flowchart: Connector 1797">
                        <a:extLst>
                          <a:ext uri="{FF2B5EF4-FFF2-40B4-BE49-F238E27FC236}">
                            <a16:creationId xmlns:a16="http://schemas.microsoft.com/office/drawing/2014/main" id="{6D9F1253-9EA6-4A8F-8A5B-49AC0DAE3DF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99" name="Flowchart: Connector 1798">
                        <a:extLst>
                          <a:ext uri="{FF2B5EF4-FFF2-40B4-BE49-F238E27FC236}">
                            <a16:creationId xmlns:a16="http://schemas.microsoft.com/office/drawing/2014/main" id="{6AA609A6-FEE4-45BF-BF2E-11D7D2CF47D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00" name="Flowchart: Connector 1799">
                        <a:extLst>
                          <a:ext uri="{FF2B5EF4-FFF2-40B4-BE49-F238E27FC236}">
                            <a16:creationId xmlns:a16="http://schemas.microsoft.com/office/drawing/2014/main" id="{137950B9-3071-4CFC-A80C-30181723215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801" name="3D Model 1800" descr="Sphere">
                            <a:extLst>
                              <a:ext uri="{FF2B5EF4-FFF2-40B4-BE49-F238E27FC236}">
                                <a16:creationId xmlns:a16="http://schemas.microsoft.com/office/drawing/2014/main" id="{0EA2802F-F707-4079-80A1-125DD196FBD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918452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802" name="Flowchart: Connector 1801">
                        <a:extLst>
                          <a:ext uri="{FF2B5EF4-FFF2-40B4-BE49-F238E27FC236}">
                            <a16:creationId xmlns:a16="http://schemas.microsoft.com/office/drawing/2014/main" id="{CA5C5BE3-2205-4AA3-A39C-338B2095D6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803" name="3D Model 1802" descr="Sphere">
                            <a:extLst>
                              <a:ext uri="{FF2B5EF4-FFF2-40B4-BE49-F238E27FC236}">
                                <a16:creationId xmlns:a16="http://schemas.microsoft.com/office/drawing/2014/main" id="{7E65BF8F-5B55-47C9-B4F1-B2F297AA7C3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2793521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804" name="Flowchart: Connector 1803">
                        <a:extLst>
                          <a:ext uri="{FF2B5EF4-FFF2-40B4-BE49-F238E27FC236}">
                            <a16:creationId xmlns:a16="http://schemas.microsoft.com/office/drawing/2014/main" id="{C8AF511F-4817-42C3-AA9B-AB07F3136B3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805" name="3D Model 1804" descr="Sphere">
                            <a:extLst>
                              <a:ext uri="{FF2B5EF4-FFF2-40B4-BE49-F238E27FC236}">
                                <a16:creationId xmlns:a16="http://schemas.microsoft.com/office/drawing/2014/main" id="{ED2A2A4A-AF5E-49A3-B62D-5406ECE9E51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3486530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806" name="Flowchart: Connector 1805">
                        <a:extLst>
                          <a:ext uri="{FF2B5EF4-FFF2-40B4-BE49-F238E27FC236}">
                            <a16:creationId xmlns:a16="http://schemas.microsoft.com/office/drawing/2014/main" id="{EC29286E-4720-4F80-A76B-C695D2778E1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807" name="3D Model 1806" descr="Sphere">
                            <a:extLst>
                              <a:ext uri="{FF2B5EF4-FFF2-40B4-BE49-F238E27FC236}">
                                <a16:creationId xmlns:a16="http://schemas.microsoft.com/office/drawing/2014/main" id="{F4D80383-EDF0-490D-8F3A-8F2769EBBAE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7862581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778" name="Flowchart: Connector 1777">
                      <a:extLst>
                        <a:ext uri="{FF2B5EF4-FFF2-40B4-BE49-F238E27FC236}">
                          <a16:creationId xmlns:a16="http://schemas.microsoft.com/office/drawing/2014/main" id="{5E949BB7-5171-49A8-BC3C-764C558C643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79" name="Flowchart: Connector 1778">
                      <a:extLst>
                        <a:ext uri="{FF2B5EF4-FFF2-40B4-BE49-F238E27FC236}">
                          <a16:creationId xmlns:a16="http://schemas.microsoft.com/office/drawing/2014/main" id="{4734E0C2-7BA2-4DF5-AA22-BD1683AB86D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80" name="Flowchart: Connector 1779">
                      <a:extLst>
                        <a:ext uri="{FF2B5EF4-FFF2-40B4-BE49-F238E27FC236}">
                          <a16:creationId xmlns:a16="http://schemas.microsoft.com/office/drawing/2014/main" id="{681939A5-438F-433E-8AE1-A224236C234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81" name="Flowchart: Connector 1780">
                      <a:extLst>
                        <a:ext uri="{FF2B5EF4-FFF2-40B4-BE49-F238E27FC236}">
                          <a16:creationId xmlns:a16="http://schemas.microsoft.com/office/drawing/2014/main" id="{E0F1342E-7FFC-4A66-A141-48B31688A51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82" name="Flowchart: Connector 1781">
                      <a:extLst>
                        <a:ext uri="{FF2B5EF4-FFF2-40B4-BE49-F238E27FC236}">
                          <a16:creationId xmlns:a16="http://schemas.microsoft.com/office/drawing/2014/main" id="{E31351D6-15CB-41C4-87B4-B858D984206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83" name="Flowchart: Connector 1782">
                      <a:extLst>
                        <a:ext uri="{FF2B5EF4-FFF2-40B4-BE49-F238E27FC236}">
                          <a16:creationId xmlns:a16="http://schemas.microsoft.com/office/drawing/2014/main" id="{5A75D2E3-BADB-4017-8F4A-7C5D3B576A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84" name="Flowchart: Connector 1783">
                      <a:extLst>
                        <a:ext uri="{FF2B5EF4-FFF2-40B4-BE49-F238E27FC236}">
                          <a16:creationId xmlns:a16="http://schemas.microsoft.com/office/drawing/2014/main" id="{22EF071A-F891-4D45-8A6A-441CE436B4A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85" name="Flowchart: Connector 1784">
                      <a:extLst>
                        <a:ext uri="{FF2B5EF4-FFF2-40B4-BE49-F238E27FC236}">
                          <a16:creationId xmlns:a16="http://schemas.microsoft.com/office/drawing/2014/main" id="{7791C3A0-E98C-4118-8777-03109B59D8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86" name="3D Model 1785" descr="Sphere">
                          <a:extLst>
                            <a:ext uri="{FF2B5EF4-FFF2-40B4-BE49-F238E27FC236}">
                              <a16:creationId xmlns:a16="http://schemas.microsoft.com/office/drawing/2014/main" id="{7674A629-D8A0-4F2C-8597-540E2F29D8E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702393158"/>
                            </p:ext>
                          </p:extLst>
                        </p:nvPr>
                      </p:nvGraphicFramePr>
                      <p:xfrm>
                        <a:off x="2134543" y="1523034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6" name="3D Model 315" descr="Sphere">
                          <a:extLst>
                            <a:ext uri="{FF2B5EF4-FFF2-40B4-BE49-F238E27FC236}">
                              <a16:creationId xmlns:a16="http://schemas.microsoft.com/office/drawing/2014/main" id="{94CEC40E-A38A-4B0D-A79B-E09B750E6BC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16517" y="257416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787" name="Flowchart: Connector 1786">
                      <a:extLst>
                        <a:ext uri="{FF2B5EF4-FFF2-40B4-BE49-F238E27FC236}">
                          <a16:creationId xmlns:a16="http://schemas.microsoft.com/office/drawing/2014/main" id="{7AE054FE-EE31-43FC-A6C0-DA3D204FCD3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88" name="3D Model 1787" descr="Sphere">
                          <a:extLst>
                            <a:ext uri="{FF2B5EF4-FFF2-40B4-BE49-F238E27FC236}">
                              <a16:creationId xmlns:a16="http://schemas.microsoft.com/office/drawing/2014/main" id="{40453AAD-F084-4B0C-B5BF-FB3B0D90743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405779701"/>
                            </p:ext>
                          </p:extLst>
                        </p:nvPr>
                      </p:nvGraphicFramePr>
                      <p:xfrm>
                        <a:off x="2371307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8" name="3D Model 317" descr="Sphere">
                          <a:extLst>
                            <a:ext uri="{FF2B5EF4-FFF2-40B4-BE49-F238E27FC236}">
                              <a16:creationId xmlns:a16="http://schemas.microsoft.com/office/drawing/2014/main" id="{2BEBEC1A-1AF1-4D15-819D-9B7F535C5F3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53281" y="263088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789" name="Flowchart: Connector 1788">
                      <a:extLst>
                        <a:ext uri="{FF2B5EF4-FFF2-40B4-BE49-F238E27FC236}">
                          <a16:creationId xmlns:a16="http://schemas.microsoft.com/office/drawing/2014/main" id="{50F7F9DE-7FB9-4919-A713-FCEE41AE86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90" name="3D Model 1789" descr="Sphere">
                          <a:extLst>
                            <a:ext uri="{FF2B5EF4-FFF2-40B4-BE49-F238E27FC236}">
                              <a16:creationId xmlns:a16="http://schemas.microsoft.com/office/drawing/2014/main" id="{39C5C62F-2471-438A-87D4-4C30847717E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746485242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0" name="3D Model 319" descr="Sphere">
                          <a:extLst>
                            <a:ext uri="{FF2B5EF4-FFF2-40B4-BE49-F238E27FC236}">
                              <a16:creationId xmlns:a16="http://schemas.microsoft.com/office/drawing/2014/main" id="{1A28C680-4EF8-400E-9656-44FEB9047F9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991151" y="269268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791" name="Flowchart: Connector 1790">
                      <a:extLst>
                        <a:ext uri="{FF2B5EF4-FFF2-40B4-BE49-F238E27FC236}">
                          <a16:creationId xmlns:a16="http://schemas.microsoft.com/office/drawing/2014/main" id="{8CF58E96-8155-4274-83AA-8FD2CED28A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92" name="3D Model 1791" descr="Sphere">
                          <a:extLst>
                            <a:ext uri="{FF2B5EF4-FFF2-40B4-BE49-F238E27FC236}">
                              <a16:creationId xmlns:a16="http://schemas.microsoft.com/office/drawing/2014/main" id="{975A08BB-027E-4828-A0C1-49FCFBF5C70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449798940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2" name="3D Model 321" descr="Sphere">
                          <a:extLst>
                            <a:ext uri="{FF2B5EF4-FFF2-40B4-BE49-F238E27FC236}">
                              <a16:creationId xmlns:a16="http://schemas.microsoft.com/office/drawing/2014/main" id="{14AA6C24-5D08-45CB-ACEC-CB80EC94130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2259569" y="2779722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1553" name="Group 1552">
                  <a:extLst>
                    <a:ext uri="{FF2B5EF4-FFF2-40B4-BE49-F238E27FC236}">
                      <a16:creationId xmlns:a16="http://schemas.microsoft.com/office/drawing/2014/main" id="{C46F46A7-6577-4675-8F85-03D427567938}"/>
                    </a:ext>
                  </a:extLst>
                </p:cNvPr>
                <p:cNvGrpSpPr/>
                <p:nvPr/>
              </p:nvGrpSpPr>
              <p:grpSpPr>
                <a:xfrm>
                  <a:off x="1773325" y="2268938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1770" name="Flowchart: Connector 1769">
                    <a:extLst>
                      <a:ext uri="{FF2B5EF4-FFF2-40B4-BE49-F238E27FC236}">
                        <a16:creationId xmlns:a16="http://schemas.microsoft.com/office/drawing/2014/main" id="{198FA2AE-3C86-42C5-919F-537CBD482E8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771" name="Flowchart: Connector 1770">
                    <a:extLst>
                      <a:ext uri="{FF2B5EF4-FFF2-40B4-BE49-F238E27FC236}">
                        <a16:creationId xmlns:a16="http://schemas.microsoft.com/office/drawing/2014/main" id="{B0006529-D30E-4F6D-83A6-D1D9525709E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772" name="Flowchart: Connector 1771">
                    <a:extLst>
                      <a:ext uri="{FF2B5EF4-FFF2-40B4-BE49-F238E27FC236}">
                        <a16:creationId xmlns:a16="http://schemas.microsoft.com/office/drawing/2014/main" id="{458358DA-74CB-4325-89A1-53456EFDC9F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1554" name="Flowchart: Connector 1553">
                  <a:extLst>
                    <a:ext uri="{FF2B5EF4-FFF2-40B4-BE49-F238E27FC236}">
                      <a16:creationId xmlns:a16="http://schemas.microsoft.com/office/drawing/2014/main" id="{E0144685-AC9E-4212-9D7C-AB120225DE5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37026" y="201261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1555" name="Flowchart: Connector 1554">
                  <a:extLst>
                    <a:ext uri="{FF2B5EF4-FFF2-40B4-BE49-F238E27FC236}">
                      <a16:creationId xmlns:a16="http://schemas.microsoft.com/office/drawing/2014/main" id="{A7BE421F-4D43-421E-B61B-152DFBD25E5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88002" y="208727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1556" name="Group 1555">
                  <a:extLst>
                    <a:ext uri="{FF2B5EF4-FFF2-40B4-BE49-F238E27FC236}">
                      <a16:creationId xmlns:a16="http://schemas.microsoft.com/office/drawing/2014/main" id="{805291B7-28B6-4041-BB17-6F1091FE268B}"/>
                    </a:ext>
                  </a:extLst>
                </p:cNvPr>
                <p:cNvGrpSpPr/>
                <p:nvPr/>
              </p:nvGrpSpPr>
              <p:grpSpPr>
                <a:xfrm rot="21228750">
                  <a:off x="1171220" y="1918660"/>
                  <a:ext cx="698062" cy="387533"/>
                  <a:chOff x="854933" y="2290871"/>
                  <a:chExt cx="698062" cy="387533"/>
                </a:xfrm>
              </p:grpSpPr>
              <p:sp>
                <p:nvSpPr>
                  <p:cNvPr id="1767" name="Flowchart: Connector 1766">
                    <a:extLst>
                      <a:ext uri="{FF2B5EF4-FFF2-40B4-BE49-F238E27FC236}">
                        <a16:creationId xmlns:a16="http://schemas.microsoft.com/office/drawing/2014/main" id="{538165B5-833E-43DF-B55A-4FE79AB5DA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3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768" name="Flowchart: Connector 1767">
                    <a:extLst>
                      <a:ext uri="{FF2B5EF4-FFF2-40B4-BE49-F238E27FC236}">
                        <a16:creationId xmlns:a16="http://schemas.microsoft.com/office/drawing/2014/main" id="{81C2A52A-EE9C-41E4-87F0-E81A929A0F5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5206" y="23778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769" name="Flowchart: Connector 1768">
                    <a:extLst>
                      <a:ext uri="{FF2B5EF4-FFF2-40B4-BE49-F238E27FC236}">
                        <a16:creationId xmlns:a16="http://schemas.microsoft.com/office/drawing/2014/main" id="{25BEAB34-E06F-45A1-BC9C-FF7363FC32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41136" y="2462404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1557" name="Group 1556">
                  <a:extLst>
                    <a:ext uri="{FF2B5EF4-FFF2-40B4-BE49-F238E27FC236}">
                      <a16:creationId xmlns:a16="http://schemas.microsoft.com/office/drawing/2014/main" id="{C7711B33-E953-4DA6-8CF6-B0608935BCC8}"/>
                    </a:ext>
                  </a:extLst>
                </p:cNvPr>
                <p:cNvGrpSpPr/>
                <p:nvPr/>
              </p:nvGrpSpPr>
              <p:grpSpPr>
                <a:xfrm>
                  <a:off x="849741" y="1890320"/>
                  <a:ext cx="1098636" cy="1497980"/>
                  <a:chOff x="2089993" y="1501770"/>
                  <a:chExt cx="1098636" cy="1497980"/>
                </a:xfrm>
              </p:grpSpPr>
              <p:grpSp>
                <p:nvGrpSpPr>
                  <p:cNvPr id="1702" name="Group 1701">
                    <a:extLst>
                      <a:ext uri="{FF2B5EF4-FFF2-40B4-BE49-F238E27FC236}">
                        <a16:creationId xmlns:a16="http://schemas.microsoft.com/office/drawing/2014/main" id="{AE1B7692-84B8-4672-AAE0-4D5FB45B0104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34990"/>
                    <a:ext cx="101484" cy="1051941"/>
                    <a:chOff x="1800622" y="2329236"/>
                    <a:chExt cx="101484" cy="1051941"/>
                  </a:xfrm>
                </p:grpSpPr>
                <p:sp>
                  <p:nvSpPr>
                    <p:cNvPr id="1763" name="Flowchart: Connector 1762">
                      <a:extLst>
                        <a:ext uri="{FF2B5EF4-FFF2-40B4-BE49-F238E27FC236}">
                          <a16:creationId xmlns:a16="http://schemas.microsoft.com/office/drawing/2014/main" id="{976C26A5-215E-4A18-84B1-55D7BC03E27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64" name="Flowchart: Connector 1763">
                      <a:extLst>
                        <a:ext uri="{FF2B5EF4-FFF2-40B4-BE49-F238E27FC236}">
                          <a16:creationId xmlns:a16="http://schemas.microsoft.com/office/drawing/2014/main" id="{61F1CF8C-64D6-4AAB-9A9C-7D56B52A56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65" name="Flowchart: Connector 1764">
                      <a:extLst>
                        <a:ext uri="{FF2B5EF4-FFF2-40B4-BE49-F238E27FC236}">
                          <a16:creationId xmlns:a16="http://schemas.microsoft.com/office/drawing/2014/main" id="{CA48417A-1412-4D52-A3C7-9A152C6BB1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66" name="Flowchart: Connector 1765">
                      <a:extLst>
                        <a:ext uri="{FF2B5EF4-FFF2-40B4-BE49-F238E27FC236}">
                          <a16:creationId xmlns:a16="http://schemas.microsoft.com/office/drawing/2014/main" id="{35176523-BB19-4AB5-8EB4-D399B1BA37C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2923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703" name="Group 1702">
                    <a:extLst>
                      <a:ext uri="{FF2B5EF4-FFF2-40B4-BE49-F238E27FC236}">
                        <a16:creationId xmlns:a16="http://schemas.microsoft.com/office/drawing/2014/main" id="{69DACCD3-329F-461F-8592-9CDBFB425035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01770"/>
                    <a:ext cx="1074397" cy="1497980"/>
                    <a:chOff x="2114232" y="1501770"/>
                    <a:chExt cx="1074397" cy="1497980"/>
                  </a:xfrm>
                </p:grpSpPr>
                <p:grpSp>
                  <p:nvGrpSpPr>
                    <p:cNvPr id="1704" name="Group 1703">
                      <a:extLst>
                        <a:ext uri="{FF2B5EF4-FFF2-40B4-BE49-F238E27FC236}">
                          <a16:creationId xmlns:a16="http://schemas.microsoft.com/office/drawing/2014/main" id="{44A6C7EF-A0A2-474F-BF04-848B51C989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1755" name="Flowchart: Connector 1754">
                        <a:extLst>
                          <a:ext uri="{FF2B5EF4-FFF2-40B4-BE49-F238E27FC236}">
                            <a16:creationId xmlns:a16="http://schemas.microsoft.com/office/drawing/2014/main" id="{331F7D7F-DAFF-4382-A087-978D222668A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756" name="3D Model 1755" descr="Sphere">
                            <a:extLst>
                              <a:ext uri="{FF2B5EF4-FFF2-40B4-BE49-F238E27FC236}">
                                <a16:creationId xmlns:a16="http://schemas.microsoft.com/office/drawing/2014/main" id="{9DF0A53C-25E7-4B77-8F2E-DAB06EEF90C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91421044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757" name="Flowchart: Connector 1756">
                        <a:extLst>
                          <a:ext uri="{FF2B5EF4-FFF2-40B4-BE49-F238E27FC236}">
                            <a16:creationId xmlns:a16="http://schemas.microsoft.com/office/drawing/2014/main" id="{DA896FBF-3AD4-4197-A6DC-868A62EB45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758" name="3D Model 1757" descr="Sphere">
                            <a:extLst>
                              <a:ext uri="{FF2B5EF4-FFF2-40B4-BE49-F238E27FC236}">
                                <a16:creationId xmlns:a16="http://schemas.microsoft.com/office/drawing/2014/main" id="{1B21369B-57A2-4F73-A94F-011D9D7E576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0770688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759" name="Flowchart: Connector 1758">
                        <a:extLst>
                          <a:ext uri="{FF2B5EF4-FFF2-40B4-BE49-F238E27FC236}">
                            <a16:creationId xmlns:a16="http://schemas.microsoft.com/office/drawing/2014/main" id="{3E49EC4A-30B4-4D25-A772-676BCFE6FA8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760" name="3D Model 1759" descr="Sphere">
                            <a:extLst>
                              <a:ext uri="{FF2B5EF4-FFF2-40B4-BE49-F238E27FC236}">
                                <a16:creationId xmlns:a16="http://schemas.microsoft.com/office/drawing/2014/main" id="{A3723B92-C15A-4252-8243-2AF6DD5EBDD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9120114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761" name="Flowchart: Connector 1760">
                        <a:extLst>
                          <a:ext uri="{FF2B5EF4-FFF2-40B4-BE49-F238E27FC236}">
                            <a16:creationId xmlns:a16="http://schemas.microsoft.com/office/drawing/2014/main" id="{7F0AB0B3-79CB-49F1-8979-70E8ADA1098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762" name="3D Model 1761" descr="Sphere">
                            <a:extLst>
                              <a:ext uri="{FF2B5EF4-FFF2-40B4-BE49-F238E27FC236}">
                                <a16:creationId xmlns:a16="http://schemas.microsoft.com/office/drawing/2014/main" id="{4ECDD520-2FC8-4A77-961F-5D9228CE3C0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9752440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705" name="Group 1704">
                      <a:extLst>
                        <a:ext uri="{FF2B5EF4-FFF2-40B4-BE49-F238E27FC236}">
                          <a16:creationId xmlns:a16="http://schemas.microsoft.com/office/drawing/2014/main" id="{8E19EB7A-28AE-41E6-94D6-B4165BE291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1739" name="Flowchart: Connector 1738">
                        <a:extLst>
                          <a:ext uri="{FF2B5EF4-FFF2-40B4-BE49-F238E27FC236}">
                            <a16:creationId xmlns:a16="http://schemas.microsoft.com/office/drawing/2014/main" id="{23D1EA0F-6F9A-42B6-8FD7-B5AEC44D2B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40" name="Flowchart: Connector 1739">
                        <a:extLst>
                          <a:ext uri="{FF2B5EF4-FFF2-40B4-BE49-F238E27FC236}">
                            <a16:creationId xmlns:a16="http://schemas.microsoft.com/office/drawing/2014/main" id="{4CAAAECD-FC07-4349-8789-FE440875E60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41" name="Flowchart: Connector 1740">
                        <a:extLst>
                          <a:ext uri="{FF2B5EF4-FFF2-40B4-BE49-F238E27FC236}">
                            <a16:creationId xmlns:a16="http://schemas.microsoft.com/office/drawing/2014/main" id="{0739C1E0-11DB-495F-9FF4-F3645CF7B86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42" name="Flowchart: Connector 1741">
                        <a:extLst>
                          <a:ext uri="{FF2B5EF4-FFF2-40B4-BE49-F238E27FC236}">
                            <a16:creationId xmlns:a16="http://schemas.microsoft.com/office/drawing/2014/main" id="{F88C3370-A15F-4D78-AFAD-68648ACA721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43" name="Flowchart: Connector 1742">
                        <a:extLst>
                          <a:ext uri="{FF2B5EF4-FFF2-40B4-BE49-F238E27FC236}">
                            <a16:creationId xmlns:a16="http://schemas.microsoft.com/office/drawing/2014/main" id="{4A85E9F5-C703-4910-A984-D4D879C0433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44" name="Flowchart: Connector 1743">
                        <a:extLst>
                          <a:ext uri="{FF2B5EF4-FFF2-40B4-BE49-F238E27FC236}">
                            <a16:creationId xmlns:a16="http://schemas.microsoft.com/office/drawing/2014/main" id="{506E41EF-EE51-4D84-85F5-5256FF6E814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45" name="Flowchart: Connector 1744">
                        <a:extLst>
                          <a:ext uri="{FF2B5EF4-FFF2-40B4-BE49-F238E27FC236}">
                            <a16:creationId xmlns:a16="http://schemas.microsoft.com/office/drawing/2014/main" id="{9C2F5F06-C2A9-44A1-B640-FBE6947EA70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46" name="Flowchart: Connector 1745">
                        <a:extLst>
                          <a:ext uri="{FF2B5EF4-FFF2-40B4-BE49-F238E27FC236}">
                            <a16:creationId xmlns:a16="http://schemas.microsoft.com/office/drawing/2014/main" id="{7448F8D9-3BA5-416C-B360-86AADD0B934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47" name="Flowchart: Connector 1746">
                        <a:extLst>
                          <a:ext uri="{FF2B5EF4-FFF2-40B4-BE49-F238E27FC236}">
                            <a16:creationId xmlns:a16="http://schemas.microsoft.com/office/drawing/2014/main" id="{38D1FAC3-719E-4558-AB47-C6D18B0C9E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748" name="3D Model 1747" descr="Sphere">
                            <a:extLst>
                              <a:ext uri="{FF2B5EF4-FFF2-40B4-BE49-F238E27FC236}">
                                <a16:creationId xmlns:a16="http://schemas.microsoft.com/office/drawing/2014/main" id="{6719B5DC-A440-4B6E-9EE5-AF4A31DB78D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65019381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749" name="Flowchart: Connector 1748">
                        <a:extLst>
                          <a:ext uri="{FF2B5EF4-FFF2-40B4-BE49-F238E27FC236}">
                            <a16:creationId xmlns:a16="http://schemas.microsoft.com/office/drawing/2014/main" id="{036C57A6-E737-4E60-A99F-39104C1DFF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750" name="3D Model 1749" descr="Sphere">
                            <a:extLst>
                              <a:ext uri="{FF2B5EF4-FFF2-40B4-BE49-F238E27FC236}">
                                <a16:creationId xmlns:a16="http://schemas.microsoft.com/office/drawing/2014/main" id="{5EEDE7EA-FA91-4E52-A896-32C0E6C59E0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8866619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751" name="Flowchart: Connector 1750">
                        <a:extLst>
                          <a:ext uri="{FF2B5EF4-FFF2-40B4-BE49-F238E27FC236}">
                            <a16:creationId xmlns:a16="http://schemas.microsoft.com/office/drawing/2014/main" id="{F8DE0616-71E8-4ACA-AD34-CEDD448116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752" name="3D Model 1751" descr="Sphere">
                            <a:extLst>
                              <a:ext uri="{FF2B5EF4-FFF2-40B4-BE49-F238E27FC236}">
                                <a16:creationId xmlns:a16="http://schemas.microsoft.com/office/drawing/2014/main" id="{3768FE22-A5B9-482C-9BEE-83AC9345171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412038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753" name="Flowchart: Connector 1752">
                        <a:extLst>
                          <a:ext uri="{FF2B5EF4-FFF2-40B4-BE49-F238E27FC236}">
                            <a16:creationId xmlns:a16="http://schemas.microsoft.com/office/drawing/2014/main" id="{6C6BC323-FDAA-4DC9-A8ED-72CA1E58F2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754" name="3D Model 1753" descr="Sphere">
                            <a:extLst>
                              <a:ext uri="{FF2B5EF4-FFF2-40B4-BE49-F238E27FC236}">
                                <a16:creationId xmlns:a16="http://schemas.microsoft.com/office/drawing/2014/main" id="{8F61FEC6-6D07-4B7A-88F9-767362B96CB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7018879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706" name="Group 1705">
                      <a:extLst>
                        <a:ext uri="{FF2B5EF4-FFF2-40B4-BE49-F238E27FC236}">
                          <a16:creationId xmlns:a16="http://schemas.microsoft.com/office/drawing/2014/main" id="{00F23317-03DB-4CA8-BB78-4AB0A14061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1723" name="Flowchart: Connector 1722">
                        <a:extLst>
                          <a:ext uri="{FF2B5EF4-FFF2-40B4-BE49-F238E27FC236}">
                            <a16:creationId xmlns:a16="http://schemas.microsoft.com/office/drawing/2014/main" id="{5E507DF1-5A9F-4626-AEF1-F74A10BDD1E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24" name="Flowchart: Connector 1723">
                        <a:extLst>
                          <a:ext uri="{FF2B5EF4-FFF2-40B4-BE49-F238E27FC236}">
                            <a16:creationId xmlns:a16="http://schemas.microsoft.com/office/drawing/2014/main" id="{4EB550C7-3B55-4402-A137-24587180EAF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25" name="Flowchart: Connector 1724">
                        <a:extLst>
                          <a:ext uri="{FF2B5EF4-FFF2-40B4-BE49-F238E27FC236}">
                            <a16:creationId xmlns:a16="http://schemas.microsoft.com/office/drawing/2014/main" id="{D736841A-FF28-471D-AFC1-2F416DEC251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26" name="Flowchart: Connector 1725">
                        <a:extLst>
                          <a:ext uri="{FF2B5EF4-FFF2-40B4-BE49-F238E27FC236}">
                            <a16:creationId xmlns:a16="http://schemas.microsoft.com/office/drawing/2014/main" id="{17C84B97-CA05-4CFB-B705-7D1702930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27" name="Flowchart: Connector 1726">
                        <a:extLst>
                          <a:ext uri="{FF2B5EF4-FFF2-40B4-BE49-F238E27FC236}">
                            <a16:creationId xmlns:a16="http://schemas.microsoft.com/office/drawing/2014/main" id="{7F51D0CF-A946-4C8A-B3F4-1A84DF6189B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28" name="Flowchart: Connector 1727">
                        <a:extLst>
                          <a:ext uri="{FF2B5EF4-FFF2-40B4-BE49-F238E27FC236}">
                            <a16:creationId xmlns:a16="http://schemas.microsoft.com/office/drawing/2014/main" id="{AF83E7CA-4FC7-42BA-AA6A-F71725670CC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29" name="Flowchart: Connector 1728">
                        <a:extLst>
                          <a:ext uri="{FF2B5EF4-FFF2-40B4-BE49-F238E27FC236}">
                            <a16:creationId xmlns:a16="http://schemas.microsoft.com/office/drawing/2014/main" id="{9F9A9F0C-742A-45C0-A5C0-EB71B2A4D2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30" name="Flowchart: Connector 1729">
                        <a:extLst>
                          <a:ext uri="{FF2B5EF4-FFF2-40B4-BE49-F238E27FC236}">
                            <a16:creationId xmlns:a16="http://schemas.microsoft.com/office/drawing/2014/main" id="{9B47EFC3-D53A-4986-8AD2-E0606751759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731" name="Flowchart: Connector 1730">
                        <a:extLst>
                          <a:ext uri="{FF2B5EF4-FFF2-40B4-BE49-F238E27FC236}">
                            <a16:creationId xmlns:a16="http://schemas.microsoft.com/office/drawing/2014/main" id="{D70741C5-6EF5-42CE-9E74-0633D1B0D1D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732" name="3D Model 1731" descr="Sphere">
                            <a:extLst>
                              <a:ext uri="{FF2B5EF4-FFF2-40B4-BE49-F238E27FC236}">
                                <a16:creationId xmlns:a16="http://schemas.microsoft.com/office/drawing/2014/main" id="{493BC7F2-24D8-4312-9D96-9A329896172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74470592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733" name="Flowchart: Connector 1732">
                        <a:extLst>
                          <a:ext uri="{FF2B5EF4-FFF2-40B4-BE49-F238E27FC236}">
                            <a16:creationId xmlns:a16="http://schemas.microsoft.com/office/drawing/2014/main" id="{117E207B-1C20-4CED-80E9-ED614955E35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734" name="3D Model 1733" descr="Sphere">
                            <a:extLst>
                              <a:ext uri="{FF2B5EF4-FFF2-40B4-BE49-F238E27FC236}">
                                <a16:creationId xmlns:a16="http://schemas.microsoft.com/office/drawing/2014/main" id="{E136871C-D822-4EC7-BE76-3963391F9B9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586903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735" name="Flowchart: Connector 1734">
                        <a:extLst>
                          <a:ext uri="{FF2B5EF4-FFF2-40B4-BE49-F238E27FC236}">
                            <a16:creationId xmlns:a16="http://schemas.microsoft.com/office/drawing/2014/main" id="{2B0E0C12-9BE3-429D-8E8F-4A7E07AF22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736" name="3D Model 1735" descr="Sphere">
                            <a:extLst>
                              <a:ext uri="{FF2B5EF4-FFF2-40B4-BE49-F238E27FC236}">
                                <a16:creationId xmlns:a16="http://schemas.microsoft.com/office/drawing/2014/main" id="{F86F31DB-B40A-4C14-B0D3-A500A68B268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1252631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737" name="Flowchart: Connector 1736">
                        <a:extLst>
                          <a:ext uri="{FF2B5EF4-FFF2-40B4-BE49-F238E27FC236}">
                            <a16:creationId xmlns:a16="http://schemas.microsoft.com/office/drawing/2014/main" id="{E65C985D-1A11-410A-87B3-951484CE99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738" name="3D Model 1737" descr="Sphere">
                            <a:extLst>
                              <a:ext uri="{FF2B5EF4-FFF2-40B4-BE49-F238E27FC236}">
                                <a16:creationId xmlns:a16="http://schemas.microsoft.com/office/drawing/2014/main" id="{FFF5C57D-85ED-4338-B724-3FFE379C711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01165822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707" name="Flowchart: Connector 1706">
                      <a:extLst>
                        <a:ext uri="{FF2B5EF4-FFF2-40B4-BE49-F238E27FC236}">
                          <a16:creationId xmlns:a16="http://schemas.microsoft.com/office/drawing/2014/main" id="{3525369C-6F7F-4BAC-A3D5-73E51AD985C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08" name="Flowchart: Connector 1707">
                      <a:extLst>
                        <a:ext uri="{FF2B5EF4-FFF2-40B4-BE49-F238E27FC236}">
                          <a16:creationId xmlns:a16="http://schemas.microsoft.com/office/drawing/2014/main" id="{2E4BB178-FBA1-4735-91A0-DB75649344F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09" name="Flowchart: Connector 1708">
                      <a:extLst>
                        <a:ext uri="{FF2B5EF4-FFF2-40B4-BE49-F238E27FC236}">
                          <a16:creationId xmlns:a16="http://schemas.microsoft.com/office/drawing/2014/main" id="{9409D3F5-3480-4DFF-A41A-C74A2815288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10" name="Flowchart: Connector 1709">
                      <a:extLst>
                        <a:ext uri="{FF2B5EF4-FFF2-40B4-BE49-F238E27FC236}">
                          <a16:creationId xmlns:a16="http://schemas.microsoft.com/office/drawing/2014/main" id="{4B925C10-DFA5-45C8-9639-24B0E6B9709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11" name="Flowchart: Connector 1710">
                      <a:extLst>
                        <a:ext uri="{FF2B5EF4-FFF2-40B4-BE49-F238E27FC236}">
                          <a16:creationId xmlns:a16="http://schemas.microsoft.com/office/drawing/2014/main" id="{F17E3F41-C0FE-4515-AAF3-718D5CBECD7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12" name="Flowchart: Connector 1711">
                      <a:extLst>
                        <a:ext uri="{FF2B5EF4-FFF2-40B4-BE49-F238E27FC236}">
                          <a16:creationId xmlns:a16="http://schemas.microsoft.com/office/drawing/2014/main" id="{CA9D046D-9F13-4512-BD41-6C76B2F2E80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13" name="Flowchart: Connector 1712">
                      <a:extLst>
                        <a:ext uri="{FF2B5EF4-FFF2-40B4-BE49-F238E27FC236}">
                          <a16:creationId xmlns:a16="http://schemas.microsoft.com/office/drawing/2014/main" id="{8F552651-45B2-4F2D-B817-0E10943253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14" name="Flowchart: Connector 1713">
                      <a:extLst>
                        <a:ext uri="{FF2B5EF4-FFF2-40B4-BE49-F238E27FC236}">
                          <a16:creationId xmlns:a16="http://schemas.microsoft.com/office/drawing/2014/main" id="{594DD6F5-5CEA-43DB-9BA8-CA51744A1CE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15" name="Flowchart: Connector 1714">
                      <a:extLst>
                        <a:ext uri="{FF2B5EF4-FFF2-40B4-BE49-F238E27FC236}">
                          <a16:creationId xmlns:a16="http://schemas.microsoft.com/office/drawing/2014/main" id="{D8A6812C-EF20-4883-B08B-4504571175C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16" name="3D Model 1715" descr="Sphere">
                          <a:extLst>
                            <a:ext uri="{FF2B5EF4-FFF2-40B4-BE49-F238E27FC236}">
                              <a16:creationId xmlns:a16="http://schemas.microsoft.com/office/drawing/2014/main" id="{59E7E68D-7C39-4504-AD23-9BA3CB36EE04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6354670"/>
                            </p:ext>
                          </p:extLst>
                        </p:nvPr>
                      </p:nvGraphicFramePr>
                      <p:xfrm>
                        <a:off x="2123911" y="1501770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6" name="3D Model 245" descr="Sphere">
                          <a:extLst>
                            <a:ext uri="{FF2B5EF4-FFF2-40B4-BE49-F238E27FC236}">
                              <a16:creationId xmlns:a16="http://schemas.microsoft.com/office/drawing/2014/main" id="{577274C7-8617-4369-B298-B9B4DA1BC5D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286054" y="267971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717" name="Flowchart: Connector 1716">
                      <a:extLst>
                        <a:ext uri="{FF2B5EF4-FFF2-40B4-BE49-F238E27FC236}">
                          <a16:creationId xmlns:a16="http://schemas.microsoft.com/office/drawing/2014/main" id="{79C7336E-9128-4AF7-AF99-1E159C8A222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18" name="3D Model 1717" descr="Sphere">
                          <a:extLst>
                            <a:ext uri="{FF2B5EF4-FFF2-40B4-BE49-F238E27FC236}">
                              <a16:creationId xmlns:a16="http://schemas.microsoft.com/office/drawing/2014/main" id="{64B9ADCA-880F-44C4-844D-EC2FE37C7B44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343980572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8" name="3D Model 247" descr="Sphere">
                          <a:extLst>
                            <a:ext uri="{FF2B5EF4-FFF2-40B4-BE49-F238E27FC236}">
                              <a16:creationId xmlns:a16="http://schemas.microsoft.com/office/drawing/2014/main" id="{BC4E9140-BDC8-4E93-8770-30C4F9B0F09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26824" y="275770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719" name="Flowchart: Connector 1718">
                      <a:extLst>
                        <a:ext uri="{FF2B5EF4-FFF2-40B4-BE49-F238E27FC236}">
                          <a16:creationId xmlns:a16="http://schemas.microsoft.com/office/drawing/2014/main" id="{C9F120C3-658D-4730-8D1B-54EE3803FD2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93292" y="17177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20" name="3D Model 1719" descr="Sphere">
                          <a:extLst>
                            <a:ext uri="{FF2B5EF4-FFF2-40B4-BE49-F238E27FC236}">
                              <a16:creationId xmlns:a16="http://schemas.microsoft.com/office/drawing/2014/main" id="{56293886-B42F-4EC6-8282-59B67DB8621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66456851"/>
                            </p:ext>
                          </p:extLst>
                        </p:nvPr>
                      </p:nvGraphicFramePr>
                      <p:xfrm>
                        <a:off x="2622429" y="163823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0" name="3D Model 249" descr="Sphere">
                          <a:extLst>
                            <a:ext uri="{FF2B5EF4-FFF2-40B4-BE49-F238E27FC236}">
                              <a16:creationId xmlns:a16="http://schemas.microsoft.com/office/drawing/2014/main" id="{C1AF7886-B135-485F-A801-5B21B530E01D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84572" y="281618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721" name="Flowchart: Connector 1720">
                      <a:extLst>
                        <a:ext uri="{FF2B5EF4-FFF2-40B4-BE49-F238E27FC236}">
                          <a16:creationId xmlns:a16="http://schemas.microsoft.com/office/drawing/2014/main" id="{DBB2A067-FDD9-480B-B118-39ED3E93F8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22" name="3D Model 1721" descr="Sphere">
                          <a:extLst>
                            <a:ext uri="{FF2B5EF4-FFF2-40B4-BE49-F238E27FC236}">
                              <a16:creationId xmlns:a16="http://schemas.microsoft.com/office/drawing/2014/main" id="{CB9B1497-9852-490F-A44D-DD0B1069FB9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35213638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2" name="3D Model 251" descr="Sphere">
                          <a:extLst>
                            <a:ext uri="{FF2B5EF4-FFF2-40B4-BE49-F238E27FC236}">
                              <a16:creationId xmlns:a16="http://schemas.microsoft.com/office/drawing/2014/main" id="{EB68E7E5-FF10-4BB5-8F5E-DD6D67E5C06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2039738" y="290653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1558" name="Group 1557">
                  <a:extLst>
                    <a:ext uri="{FF2B5EF4-FFF2-40B4-BE49-F238E27FC236}">
                      <a16:creationId xmlns:a16="http://schemas.microsoft.com/office/drawing/2014/main" id="{404590BF-D74F-400A-B65C-D7712E104674}"/>
                    </a:ext>
                  </a:extLst>
                </p:cNvPr>
                <p:cNvGrpSpPr/>
                <p:nvPr/>
              </p:nvGrpSpPr>
              <p:grpSpPr>
                <a:xfrm>
                  <a:off x="1547436" y="2361226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1699" name="Flowchart: Connector 1698">
                    <a:extLst>
                      <a:ext uri="{FF2B5EF4-FFF2-40B4-BE49-F238E27FC236}">
                        <a16:creationId xmlns:a16="http://schemas.microsoft.com/office/drawing/2014/main" id="{43A5E73E-0C16-4BEF-96DC-DBF819C199D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700" name="Flowchart: Connector 1699">
                    <a:extLst>
                      <a:ext uri="{FF2B5EF4-FFF2-40B4-BE49-F238E27FC236}">
                        <a16:creationId xmlns:a16="http://schemas.microsoft.com/office/drawing/2014/main" id="{64F19927-0DF9-4E36-945F-15BB7C60E9B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701" name="Flowchart: Connector 1700">
                    <a:extLst>
                      <a:ext uri="{FF2B5EF4-FFF2-40B4-BE49-F238E27FC236}">
                        <a16:creationId xmlns:a16="http://schemas.microsoft.com/office/drawing/2014/main" id="{785FBBB8-CBE5-4D59-B906-B66747A300E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1559" name="Flowchart: Connector 1558">
                  <a:extLst>
                    <a:ext uri="{FF2B5EF4-FFF2-40B4-BE49-F238E27FC236}">
                      <a16:creationId xmlns:a16="http://schemas.microsoft.com/office/drawing/2014/main" id="{3BDBD01E-C9DE-44DB-AB88-D3FA7B887D3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19794" y="212254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1560" name="Flowchart: Connector 1559">
                  <a:extLst>
                    <a:ext uri="{FF2B5EF4-FFF2-40B4-BE49-F238E27FC236}">
                      <a16:creationId xmlns:a16="http://schemas.microsoft.com/office/drawing/2014/main" id="{D2EBA04E-5303-4722-9E3B-75CCC6A9632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74020" y="218539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1561" name="Group 1560">
                  <a:extLst>
                    <a:ext uri="{FF2B5EF4-FFF2-40B4-BE49-F238E27FC236}">
                      <a16:creationId xmlns:a16="http://schemas.microsoft.com/office/drawing/2014/main" id="{FDB83B7C-D406-4C87-8240-0C74460807B7}"/>
                    </a:ext>
                  </a:extLst>
                </p:cNvPr>
                <p:cNvGrpSpPr/>
                <p:nvPr/>
              </p:nvGrpSpPr>
              <p:grpSpPr>
                <a:xfrm rot="21418957">
                  <a:off x="941432" y="2025443"/>
                  <a:ext cx="710250" cy="369080"/>
                  <a:chOff x="854932" y="2290871"/>
                  <a:chExt cx="710250" cy="369080"/>
                </a:xfrm>
              </p:grpSpPr>
              <p:sp>
                <p:nvSpPr>
                  <p:cNvPr id="1696" name="Flowchart: Connector 1695">
                    <a:extLst>
                      <a:ext uri="{FF2B5EF4-FFF2-40B4-BE49-F238E27FC236}">
                        <a16:creationId xmlns:a16="http://schemas.microsoft.com/office/drawing/2014/main" id="{5826B856-F6E0-4A90-BA3A-094C7FC2609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2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697" name="Flowchart: Connector 1696">
                    <a:extLst>
                      <a:ext uri="{FF2B5EF4-FFF2-40B4-BE49-F238E27FC236}">
                        <a16:creationId xmlns:a16="http://schemas.microsoft.com/office/drawing/2014/main" id="{CF387ABF-6FA3-400D-B820-0A0AFBD9430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1897" y="2377722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698" name="Flowchart: Connector 1697">
                    <a:extLst>
                      <a:ext uri="{FF2B5EF4-FFF2-40B4-BE49-F238E27FC236}">
                        <a16:creationId xmlns:a16="http://schemas.microsoft.com/office/drawing/2014/main" id="{FA04F78F-8572-490E-AB94-6D4D27A1EDF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53323" y="244395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1562" name="Group 1561">
                  <a:extLst>
                    <a:ext uri="{FF2B5EF4-FFF2-40B4-BE49-F238E27FC236}">
                      <a16:creationId xmlns:a16="http://schemas.microsoft.com/office/drawing/2014/main" id="{70CFE600-4C36-4995-9D77-9E96A89F53DD}"/>
                    </a:ext>
                  </a:extLst>
                </p:cNvPr>
                <p:cNvGrpSpPr/>
                <p:nvPr/>
              </p:nvGrpSpPr>
              <p:grpSpPr>
                <a:xfrm>
                  <a:off x="621287" y="1995259"/>
                  <a:ext cx="1102917" cy="1484052"/>
                  <a:chOff x="2085712" y="1515698"/>
                  <a:chExt cx="1102917" cy="1484052"/>
                </a:xfrm>
              </p:grpSpPr>
              <p:grpSp>
                <p:nvGrpSpPr>
                  <p:cNvPr id="1631" name="Group 1630">
                    <a:extLst>
                      <a:ext uri="{FF2B5EF4-FFF2-40B4-BE49-F238E27FC236}">
                        <a16:creationId xmlns:a16="http://schemas.microsoft.com/office/drawing/2014/main" id="{0ED1A42B-FBC0-4C13-B2AE-0240231860C7}"/>
                      </a:ext>
                    </a:extLst>
                  </p:cNvPr>
                  <p:cNvGrpSpPr/>
                  <p:nvPr/>
                </p:nvGrpSpPr>
                <p:grpSpPr>
                  <a:xfrm>
                    <a:off x="2085712" y="1648950"/>
                    <a:ext cx="105765" cy="1037981"/>
                    <a:chOff x="1796341" y="2343196"/>
                    <a:chExt cx="105765" cy="1037981"/>
                  </a:xfrm>
                </p:grpSpPr>
                <p:sp>
                  <p:nvSpPr>
                    <p:cNvPr id="1692" name="Flowchart: Connector 1691">
                      <a:extLst>
                        <a:ext uri="{FF2B5EF4-FFF2-40B4-BE49-F238E27FC236}">
                          <a16:creationId xmlns:a16="http://schemas.microsoft.com/office/drawing/2014/main" id="{1C1A0B15-495C-4BEF-8244-316FC73168E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93" name="Flowchart: Connector 1692">
                      <a:extLst>
                        <a:ext uri="{FF2B5EF4-FFF2-40B4-BE49-F238E27FC236}">
                          <a16:creationId xmlns:a16="http://schemas.microsoft.com/office/drawing/2014/main" id="{669B36C1-A04B-47F9-A895-EC69C1BF058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94" name="Flowchart: Connector 1693">
                      <a:extLst>
                        <a:ext uri="{FF2B5EF4-FFF2-40B4-BE49-F238E27FC236}">
                          <a16:creationId xmlns:a16="http://schemas.microsoft.com/office/drawing/2014/main" id="{3BAF21D2-B5CE-4D79-B59D-EE5AAA529BB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95" name="Flowchart: Connector 1694">
                      <a:extLst>
                        <a:ext uri="{FF2B5EF4-FFF2-40B4-BE49-F238E27FC236}">
                          <a16:creationId xmlns:a16="http://schemas.microsoft.com/office/drawing/2014/main" id="{3F02BA19-229B-4711-8BEA-C4844516DAE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796341" y="2343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632" name="Group 1631">
                    <a:extLst>
                      <a:ext uri="{FF2B5EF4-FFF2-40B4-BE49-F238E27FC236}">
                        <a16:creationId xmlns:a16="http://schemas.microsoft.com/office/drawing/2014/main" id="{FF039DFA-3E21-42BC-9141-70422CD69DF1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15698"/>
                    <a:ext cx="1074397" cy="1484052"/>
                    <a:chOff x="2114232" y="1515698"/>
                    <a:chExt cx="1074397" cy="1484052"/>
                  </a:xfrm>
                </p:grpSpPr>
                <p:grpSp>
                  <p:nvGrpSpPr>
                    <p:cNvPr id="1633" name="Group 1632">
                      <a:extLst>
                        <a:ext uri="{FF2B5EF4-FFF2-40B4-BE49-F238E27FC236}">
                          <a16:creationId xmlns:a16="http://schemas.microsoft.com/office/drawing/2014/main" id="{436AF9EB-7AB6-4063-998C-7021561A00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1684" name="Flowchart: Connector 1683">
                        <a:extLst>
                          <a:ext uri="{FF2B5EF4-FFF2-40B4-BE49-F238E27FC236}">
                            <a16:creationId xmlns:a16="http://schemas.microsoft.com/office/drawing/2014/main" id="{5FDF3E74-17FB-43C7-8DC0-5B68958C374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685" name="3D Model 1684" descr="Sphere">
                            <a:extLst>
                              <a:ext uri="{FF2B5EF4-FFF2-40B4-BE49-F238E27FC236}">
                                <a16:creationId xmlns:a16="http://schemas.microsoft.com/office/drawing/2014/main" id="{8DBDC6E3-3A96-4BCE-B12E-23926144DE3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25630373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686" name="Flowchart: Connector 1685">
                        <a:extLst>
                          <a:ext uri="{FF2B5EF4-FFF2-40B4-BE49-F238E27FC236}">
                            <a16:creationId xmlns:a16="http://schemas.microsoft.com/office/drawing/2014/main" id="{B1FD375D-1A11-4A4E-B0D7-7C2A87F1324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687" name="3D Model 1686" descr="Sphere">
                            <a:extLst>
                              <a:ext uri="{FF2B5EF4-FFF2-40B4-BE49-F238E27FC236}">
                                <a16:creationId xmlns:a16="http://schemas.microsoft.com/office/drawing/2014/main" id="{4124EA08-E58E-42C4-9DFD-602B16FF782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0327219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688" name="Flowchart: Connector 1687">
                        <a:extLst>
                          <a:ext uri="{FF2B5EF4-FFF2-40B4-BE49-F238E27FC236}">
                            <a16:creationId xmlns:a16="http://schemas.microsoft.com/office/drawing/2014/main" id="{E7208455-A785-46AE-8C2A-7554CDA4F27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689" name="3D Model 1688" descr="Sphere">
                            <a:extLst>
                              <a:ext uri="{FF2B5EF4-FFF2-40B4-BE49-F238E27FC236}">
                                <a16:creationId xmlns:a16="http://schemas.microsoft.com/office/drawing/2014/main" id="{C161106C-345B-4F3B-B315-7CD5088A0FC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25445488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690" name="Flowchart: Connector 1689">
                        <a:extLst>
                          <a:ext uri="{FF2B5EF4-FFF2-40B4-BE49-F238E27FC236}">
                            <a16:creationId xmlns:a16="http://schemas.microsoft.com/office/drawing/2014/main" id="{917CB954-9567-45A1-85DE-BA77F760352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691" name="3D Model 1690" descr="Sphere">
                            <a:extLst>
                              <a:ext uri="{FF2B5EF4-FFF2-40B4-BE49-F238E27FC236}">
                                <a16:creationId xmlns:a16="http://schemas.microsoft.com/office/drawing/2014/main" id="{CB5FA850-2231-4694-8754-54AA8A2177D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54268686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634" name="Group 1633">
                      <a:extLst>
                        <a:ext uri="{FF2B5EF4-FFF2-40B4-BE49-F238E27FC236}">
                          <a16:creationId xmlns:a16="http://schemas.microsoft.com/office/drawing/2014/main" id="{BEE3663E-7E9C-45B3-8538-D3D8EE0F04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1668" name="Flowchart: Connector 1667">
                        <a:extLst>
                          <a:ext uri="{FF2B5EF4-FFF2-40B4-BE49-F238E27FC236}">
                            <a16:creationId xmlns:a16="http://schemas.microsoft.com/office/drawing/2014/main" id="{3D3BBA4D-5916-44FC-A627-E5BA44AEF19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69" name="Flowchart: Connector 1668">
                        <a:extLst>
                          <a:ext uri="{FF2B5EF4-FFF2-40B4-BE49-F238E27FC236}">
                            <a16:creationId xmlns:a16="http://schemas.microsoft.com/office/drawing/2014/main" id="{2A9AE79F-42AF-481E-B476-2001C4C0D1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70" name="Flowchart: Connector 1669">
                        <a:extLst>
                          <a:ext uri="{FF2B5EF4-FFF2-40B4-BE49-F238E27FC236}">
                            <a16:creationId xmlns:a16="http://schemas.microsoft.com/office/drawing/2014/main" id="{02C49386-8C13-488F-AA72-0DE3B311D8A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71" name="Flowchart: Connector 1670">
                        <a:extLst>
                          <a:ext uri="{FF2B5EF4-FFF2-40B4-BE49-F238E27FC236}">
                            <a16:creationId xmlns:a16="http://schemas.microsoft.com/office/drawing/2014/main" id="{3A0A9452-7BE4-442D-91F8-802998DA3EC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72" name="Flowchart: Connector 1671">
                        <a:extLst>
                          <a:ext uri="{FF2B5EF4-FFF2-40B4-BE49-F238E27FC236}">
                            <a16:creationId xmlns:a16="http://schemas.microsoft.com/office/drawing/2014/main" id="{3348DD19-D05E-4E94-9703-6073FB7546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73" name="Flowchart: Connector 1672">
                        <a:extLst>
                          <a:ext uri="{FF2B5EF4-FFF2-40B4-BE49-F238E27FC236}">
                            <a16:creationId xmlns:a16="http://schemas.microsoft.com/office/drawing/2014/main" id="{F1E389BC-3EEE-4B14-9E91-2F733E74370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74" name="Flowchart: Connector 1673">
                        <a:extLst>
                          <a:ext uri="{FF2B5EF4-FFF2-40B4-BE49-F238E27FC236}">
                            <a16:creationId xmlns:a16="http://schemas.microsoft.com/office/drawing/2014/main" id="{06674080-1EA2-4317-895F-352CC345E46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75" name="Flowchart: Connector 1674">
                        <a:extLst>
                          <a:ext uri="{FF2B5EF4-FFF2-40B4-BE49-F238E27FC236}">
                            <a16:creationId xmlns:a16="http://schemas.microsoft.com/office/drawing/2014/main" id="{BAB81361-B82F-44F7-9B5A-E75D605157B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76" name="Flowchart: Connector 1675">
                        <a:extLst>
                          <a:ext uri="{FF2B5EF4-FFF2-40B4-BE49-F238E27FC236}">
                            <a16:creationId xmlns:a16="http://schemas.microsoft.com/office/drawing/2014/main" id="{B63A6A63-5A07-4FC3-B48B-41ED1812E9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677" name="3D Model 1676" descr="Sphere">
                            <a:extLst>
                              <a:ext uri="{FF2B5EF4-FFF2-40B4-BE49-F238E27FC236}">
                                <a16:creationId xmlns:a16="http://schemas.microsoft.com/office/drawing/2014/main" id="{D17ADA5A-FD11-42DA-B26D-3862ABAE2B8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11828471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678" name="Flowchart: Connector 1677">
                        <a:extLst>
                          <a:ext uri="{FF2B5EF4-FFF2-40B4-BE49-F238E27FC236}">
                            <a16:creationId xmlns:a16="http://schemas.microsoft.com/office/drawing/2014/main" id="{5874F213-CAE7-4FEF-AA72-8F91324CFCF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679" name="3D Model 1678" descr="Sphere">
                            <a:extLst>
                              <a:ext uri="{FF2B5EF4-FFF2-40B4-BE49-F238E27FC236}">
                                <a16:creationId xmlns:a16="http://schemas.microsoft.com/office/drawing/2014/main" id="{A8835444-A0C3-48A9-85C3-35F32687AF3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3490496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680" name="Flowchart: Connector 1679">
                        <a:extLst>
                          <a:ext uri="{FF2B5EF4-FFF2-40B4-BE49-F238E27FC236}">
                            <a16:creationId xmlns:a16="http://schemas.microsoft.com/office/drawing/2014/main" id="{570EF183-FE21-4AF3-8CC6-4B630AC1CA2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681" name="3D Model 1680" descr="Sphere">
                            <a:extLst>
                              <a:ext uri="{FF2B5EF4-FFF2-40B4-BE49-F238E27FC236}">
                                <a16:creationId xmlns:a16="http://schemas.microsoft.com/office/drawing/2014/main" id="{3987B4CB-44F9-45D3-AAF8-338204F9362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6692024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682" name="Flowchart: Connector 1681">
                        <a:extLst>
                          <a:ext uri="{FF2B5EF4-FFF2-40B4-BE49-F238E27FC236}">
                            <a16:creationId xmlns:a16="http://schemas.microsoft.com/office/drawing/2014/main" id="{AACFFEF6-6E06-4479-9326-8035B81D000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683" name="3D Model 1682" descr="Sphere">
                            <a:extLst>
                              <a:ext uri="{FF2B5EF4-FFF2-40B4-BE49-F238E27FC236}">
                                <a16:creationId xmlns:a16="http://schemas.microsoft.com/office/drawing/2014/main" id="{E6960B71-3B27-4A29-AE42-552F7DD0C29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5885715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635" name="Group 1634">
                      <a:extLst>
                        <a:ext uri="{FF2B5EF4-FFF2-40B4-BE49-F238E27FC236}">
                          <a16:creationId xmlns:a16="http://schemas.microsoft.com/office/drawing/2014/main" id="{72C963AC-A406-4D9F-87FE-E5A2236E0EC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1652" name="Flowchart: Connector 1651">
                        <a:extLst>
                          <a:ext uri="{FF2B5EF4-FFF2-40B4-BE49-F238E27FC236}">
                            <a16:creationId xmlns:a16="http://schemas.microsoft.com/office/drawing/2014/main" id="{DED33681-7092-402F-A83D-E3BA1EC9EBE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53" name="Flowchart: Connector 1652">
                        <a:extLst>
                          <a:ext uri="{FF2B5EF4-FFF2-40B4-BE49-F238E27FC236}">
                            <a16:creationId xmlns:a16="http://schemas.microsoft.com/office/drawing/2014/main" id="{D2BF8C84-155C-4CAE-9A1A-F19C587D243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54" name="Flowchart: Connector 1653">
                        <a:extLst>
                          <a:ext uri="{FF2B5EF4-FFF2-40B4-BE49-F238E27FC236}">
                            <a16:creationId xmlns:a16="http://schemas.microsoft.com/office/drawing/2014/main" id="{4A19B645-E350-4D46-9323-CE5C7BA001C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55" name="Flowchart: Connector 1654">
                        <a:extLst>
                          <a:ext uri="{FF2B5EF4-FFF2-40B4-BE49-F238E27FC236}">
                            <a16:creationId xmlns:a16="http://schemas.microsoft.com/office/drawing/2014/main" id="{26386D78-2C79-4102-AA38-FA7318C218B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56" name="Flowchart: Connector 1655">
                        <a:extLst>
                          <a:ext uri="{FF2B5EF4-FFF2-40B4-BE49-F238E27FC236}">
                            <a16:creationId xmlns:a16="http://schemas.microsoft.com/office/drawing/2014/main" id="{1A333CEB-01AC-4A0C-8C0C-F5ABB82CFA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57" name="Flowchart: Connector 1656">
                        <a:extLst>
                          <a:ext uri="{FF2B5EF4-FFF2-40B4-BE49-F238E27FC236}">
                            <a16:creationId xmlns:a16="http://schemas.microsoft.com/office/drawing/2014/main" id="{0E2AFA3F-01ED-4D82-8BE2-A560B989896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58" name="Flowchart: Connector 1657">
                        <a:extLst>
                          <a:ext uri="{FF2B5EF4-FFF2-40B4-BE49-F238E27FC236}">
                            <a16:creationId xmlns:a16="http://schemas.microsoft.com/office/drawing/2014/main" id="{9B232DA0-EC03-4343-A46B-AD37339256B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59" name="Flowchart: Connector 1658">
                        <a:extLst>
                          <a:ext uri="{FF2B5EF4-FFF2-40B4-BE49-F238E27FC236}">
                            <a16:creationId xmlns:a16="http://schemas.microsoft.com/office/drawing/2014/main" id="{6BC63C29-0DA7-4088-9517-3227A57D67D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660" name="Flowchart: Connector 1659">
                        <a:extLst>
                          <a:ext uri="{FF2B5EF4-FFF2-40B4-BE49-F238E27FC236}">
                            <a16:creationId xmlns:a16="http://schemas.microsoft.com/office/drawing/2014/main" id="{6BBF635A-7370-42EA-A7AA-14258C05FB8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661" name="3D Model 1660" descr="Sphere">
                            <a:extLst>
                              <a:ext uri="{FF2B5EF4-FFF2-40B4-BE49-F238E27FC236}">
                                <a16:creationId xmlns:a16="http://schemas.microsoft.com/office/drawing/2014/main" id="{0D70DC46-4617-466A-B9AB-1EC10AA4F41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3794083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662" name="Flowchart: Connector 1661">
                        <a:extLst>
                          <a:ext uri="{FF2B5EF4-FFF2-40B4-BE49-F238E27FC236}">
                            <a16:creationId xmlns:a16="http://schemas.microsoft.com/office/drawing/2014/main" id="{05D3A257-734C-49CA-B7C6-1F9682E136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663" name="3D Model 1662" descr="Sphere">
                            <a:extLst>
                              <a:ext uri="{FF2B5EF4-FFF2-40B4-BE49-F238E27FC236}">
                                <a16:creationId xmlns:a16="http://schemas.microsoft.com/office/drawing/2014/main" id="{F5C035FE-14AB-41B9-AD49-C6FCDE1E8C9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5864195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664" name="Flowchart: Connector 1663">
                        <a:extLst>
                          <a:ext uri="{FF2B5EF4-FFF2-40B4-BE49-F238E27FC236}">
                            <a16:creationId xmlns:a16="http://schemas.microsoft.com/office/drawing/2014/main" id="{039836C0-5A6D-4B9D-ADB4-115E453A05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665" name="3D Model 1664" descr="Sphere">
                            <a:extLst>
                              <a:ext uri="{FF2B5EF4-FFF2-40B4-BE49-F238E27FC236}">
                                <a16:creationId xmlns:a16="http://schemas.microsoft.com/office/drawing/2014/main" id="{A06D47C0-6ACB-42CA-A5E0-6A694260DCE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9234184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666" name="Flowchart: Connector 1665">
                        <a:extLst>
                          <a:ext uri="{FF2B5EF4-FFF2-40B4-BE49-F238E27FC236}">
                            <a16:creationId xmlns:a16="http://schemas.microsoft.com/office/drawing/2014/main" id="{4E4780D0-DC44-432B-A612-FAD3170540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667" name="3D Model 1666" descr="Sphere">
                            <a:extLst>
                              <a:ext uri="{FF2B5EF4-FFF2-40B4-BE49-F238E27FC236}">
                                <a16:creationId xmlns:a16="http://schemas.microsoft.com/office/drawing/2014/main" id="{05B6BEBB-56C9-4EAD-A048-43FE6E6E4EE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6023334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636" name="Flowchart: Connector 1635">
                      <a:extLst>
                        <a:ext uri="{FF2B5EF4-FFF2-40B4-BE49-F238E27FC236}">
                          <a16:creationId xmlns:a16="http://schemas.microsoft.com/office/drawing/2014/main" id="{D465BEAD-1241-4422-A30E-7C2E4449720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37" name="Flowchart: Connector 1636">
                      <a:extLst>
                        <a:ext uri="{FF2B5EF4-FFF2-40B4-BE49-F238E27FC236}">
                          <a16:creationId xmlns:a16="http://schemas.microsoft.com/office/drawing/2014/main" id="{3C0CE674-8DF4-45B3-BDDD-74278EB6855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38" name="Flowchart: Connector 1637">
                      <a:extLst>
                        <a:ext uri="{FF2B5EF4-FFF2-40B4-BE49-F238E27FC236}">
                          <a16:creationId xmlns:a16="http://schemas.microsoft.com/office/drawing/2014/main" id="{542C2288-2EEF-4AB6-8800-C9BADED2E30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39" name="Flowchart: Connector 1638">
                      <a:extLst>
                        <a:ext uri="{FF2B5EF4-FFF2-40B4-BE49-F238E27FC236}">
                          <a16:creationId xmlns:a16="http://schemas.microsoft.com/office/drawing/2014/main" id="{73652A90-7441-4C67-A2FB-49E54B1C157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40" name="Flowchart: Connector 1639">
                      <a:extLst>
                        <a:ext uri="{FF2B5EF4-FFF2-40B4-BE49-F238E27FC236}">
                          <a16:creationId xmlns:a16="http://schemas.microsoft.com/office/drawing/2014/main" id="{4069077C-3A93-4605-94CF-D7BFB17C771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41" name="Flowchart: Connector 1640">
                      <a:extLst>
                        <a:ext uri="{FF2B5EF4-FFF2-40B4-BE49-F238E27FC236}">
                          <a16:creationId xmlns:a16="http://schemas.microsoft.com/office/drawing/2014/main" id="{4F958A01-20F1-48FE-A74E-B1E53A9F24B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42" name="Flowchart: Connector 1641">
                      <a:extLst>
                        <a:ext uri="{FF2B5EF4-FFF2-40B4-BE49-F238E27FC236}">
                          <a16:creationId xmlns:a16="http://schemas.microsoft.com/office/drawing/2014/main" id="{B412AB9B-B58F-4F45-809A-FAF91F09F72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43" name="Flowchart: Connector 1642">
                      <a:extLst>
                        <a:ext uri="{FF2B5EF4-FFF2-40B4-BE49-F238E27FC236}">
                          <a16:creationId xmlns:a16="http://schemas.microsoft.com/office/drawing/2014/main" id="{971044F8-C2A5-4026-9968-4F164894C7F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44" name="Flowchart: Connector 1643">
                      <a:extLst>
                        <a:ext uri="{FF2B5EF4-FFF2-40B4-BE49-F238E27FC236}">
                          <a16:creationId xmlns:a16="http://schemas.microsoft.com/office/drawing/2014/main" id="{ED5885F2-94DC-43A2-A4C7-0B94FFA106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45" name="3D Model 1644" descr="Sphere">
                          <a:extLst>
                            <a:ext uri="{FF2B5EF4-FFF2-40B4-BE49-F238E27FC236}">
                              <a16:creationId xmlns:a16="http://schemas.microsoft.com/office/drawing/2014/main" id="{4C8A4361-96DF-482E-BB4D-F7A651D98726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665085516"/>
                            </p:ext>
                          </p:extLst>
                        </p:nvPr>
                      </p:nvGraphicFramePr>
                      <p:xfrm>
                        <a:off x="2127272" y="1515698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5" name="3D Model 174" descr="Sphere">
                          <a:extLst>
                            <a:ext uri="{FF2B5EF4-FFF2-40B4-BE49-F238E27FC236}">
                              <a16:creationId xmlns:a16="http://schemas.microsoft.com/office/drawing/2014/main" id="{0F441D18-6D9C-4C48-BBF1-C28CF9A13BF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1065242" y="2784657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646" name="Flowchart: Connector 1645">
                      <a:extLst>
                        <a:ext uri="{FF2B5EF4-FFF2-40B4-BE49-F238E27FC236}">
                          <a16:creationId xmlns:a16="http://schemas.microsoft.com/office/drawing/2014/main" id="{84678C22-3B8C-47B1-86E7-9048BBC46B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47" name="3D Model 1646" descr="Sphere">
                          <a:extLst>
                            <a:ext uri="{FF2B5EF4-FFF2-40B4-BE49-F238E27FC236}">
                              <a16:creationId xmlns:a16="http://schemas.microsoft.com/office/drawing/2014/main" id="{F9F53F2D-2486-4F61-97A2-46C5F6AC3EC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06063267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7" name="3D Model 176" descr="Sphere">
                          <a:extLst>
                            <a:ext uri="{FF2B5EF4-FFF2-40B4-BE49-F238E27FC236}">
                              <a16:creationId xmlns:a16="http://schemas.microsoft.com/office/drawing/2014/main" id="{653ADD8A-AFB8-4BB3-8461-2EBD4DD6515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302651" y="284871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648" name="Flowchart: Connector 1647">
                      <a:extLst>
                        <a:ext uri="{FF2B5EF4-FFF2-40B4-BE49-F238E27FC236}">
                          <a16:creationId xmlns:a16="http://schemas.microsoft.com/office/drawing/2014/main" id="{07EE2766-CFD5-429E-BC0D-DF3AD7E4617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6940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49" name="3D Model 1648" descr="Sphere">
                          <a:extLst>
                            <a:ext uri="{FF2B5EF4-FFF2-40B4-BE49-F238E27FC236}">
                              <a16:creationId xmlns:a16="http://schemas.microsoft.com/office/drawing/2014/main" id="{547A2711-2485-4094-B510-7271908D995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136524798"/>
                            </p:ext>
                          </p:extLst>
                        </p:nvPr>
                      </p:nvGraphicFramePr>
                      <p:xfrm>
                        <a:off x="2609177" y="164853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9" name="3D Model 178" descr="Sphere">
                          <a:extLst>
                            <a:ext uri="{FF2B5EF4-FFF2-40B4-BE49-F238E27FC236}">
                              <a16:creationId xmlns:a16="http://schemas.microsoft.com/office/drawing/2014/main" id="{04097741-C651-416C-B6DD-C24D5A1D138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3"/>
                        <a:stretch>
                          <a:fillRect/>
                        </a:stretch>
                      </p:blipFill>
                      <p:spPr>
                        <a:xfrm>
                          <a:off x="1547147" y="291749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650" name="Flowchart: Connector 1649">
                      <a:extLst>
                        <a:ext uri="{FF2B5EF4-FFF2-40B4-BE49-F238E27FC236}">
                          <a16:creationId xmlns:a16="http://schemas.microsoft.com/office/drawing/2014/main" id="{07332E9E-4C85-4FA0-BE9D-A86D95FEA18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51" name="3D Model 1650" descr="Sphere">
                          <a:extLst>
                            <a:ext uri="{FF2B5EF4-FFF2-40B4-BE49-F238E27FC236}">
                              <a16:creationId xmlns:a16="http://schemas.microsoft.com/office/drawing/2014/main" id="{32B9CB91-5C96-45BE-8DB4-7D5D7A0EDE7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28781549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81" name="3D Model 180" descr="Sphere">
                          <a:extLst>
                            <a:ext uri="{FF2B5EF4-FFF2-40B4-BE49-F238E27FC236}">
                              <a16:creationId xmlns:a16="http://schemas.microsoft.com/office/drawing/2014/main" id="{C85FB5A0-5213-4020-B74F-0E33E70A3593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1815565" y="2997549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1563" name="Flowchart: Connector 1562">
                  <a:extLst>
                    <a:ext uri="{FF2B5EF4-FFF2-40B4-BE49-F238E27FC236}">
                      <a16:creationId xmlns:a16="http://schemas.microsoft.com/office/drawing/2014/main" id="{7A45002A-FECA-47FE-B7CD-C35B561D7E0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6374" y="213847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4" name="Flowchart: Connector 1563">
                  <a:extLst>
                    <a:ext uri="{FF2B5EF4-FFF2-40B4-BE49-F238E27FC236}">
                      <a16:creationId xmlns:a16="http://schemas.microsoft.com/office/drawing/2014/main" id="{A3606761-9940-4A13-BAD4-2358E3565B6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86236" y="2232263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5" name="Flowchart: Connector 1564">
                  <a:extLst>
                    <a:ext uri="{FF2B5EF4-FFF2-40B4-BE49-F238E27FC236}">
                      <a16:creationId xmlns:a16="http://schemas.microsoft.com/office/drawing/2014/main" id="{E00D0B51-6A16-48B9-8FEB-F639538E10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52806" y="2225497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6" name="Flowchart: Connector 1565">
                  <a:extLst>
                    <a:ext uri="{FF2B5EF4-FFF2-40B4-BE49-F238E27FC236}">
                      <a16:creationId xmlns:a16="http://schemas.microsoft.com/office/drawing/2014/main" id="{327FBDE7-807E-499D-BE75-71780D929C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0272" y="2504090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7" name="Flowchart: Connector 1566">
                  <a:extLst>
                    <a:ext uri="{FF2B5EF4-FFF2-40B4-BE49-F238E27FC236}">
                      <a16:creationId xmlns:a16="http://schemas.microsoft.com/office/drawing/2014/main" id="{D700FD21-C560-4B21-8DA3-F19FD46E5B7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20633" y="2830105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8" name="Flowchart: Connector 1567">
                  <a:extLst>
                    <a:ext uri="{FF2B5EF4-FFF2-40B4-BE49-F238E27FC236}">
                      <a16:creationId xmlns:a16="http://schemas.microsoft.com/office/drawing/2014/main" id="{348EB9D9-69B2-4C0C-A47D-45FFF01D003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29128" y="231321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1569" name="Flowchart: Connector 1568">
                  <a:extLst>
                    <a:ext uri="{FF2B5EF4-FFF2-40B4-BE49-F238E27FC236}">
                      <a16:creationId xmlns:a16="http://schemas.microsoft.com/office/drawing/2014/main" id="{EBF7EBB2-823C-4720-BB1F-FDF4D995185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11385" y="2302378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0" name="Flowchart: Connector 1569">
                  <a:extLst>
                    <a:ext uri="{FF2B5EF4-FFF2-40B4-BE49-F238E27FC236}">
                      <a16:creationId xmlns:a16="http://schemas.microsoft.com/office/drawing/2014/main" id="{E765C25F-2FF6-4F4C-8745-07451AC6990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1097" y="314849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grpSp>
              <p:nvGrpSpPr>
                <p:cNvPr id="1571" name="Group 1570">
                  <a:extLst>
                    <a:ext uri="{FF2B5EF4-FFF2-40B4-BE49-F238E27FC236}">
                      <a16:creationId xmlns:a16="http://schemas.microsoft.com/office/drawing/2014/main" id="{B329FAC3-5B2C-4464-82E1-0D9CC9EDCD84}"/>
                    </a:ext>
                  </a:extLst>
                </p:cNvPr>
                <p:cNvGrpSpPr/>
                <p:nvPr/>
              </p:nvGrpSpPr>
              <p:grpSpPr>
                <a:xfrm>
                  <a:off x="420511" y="2127869"/>
                  <a:ext cx="1073693" cy="1496391"/>
                  <a:chOff x="2114936" y="1503359"/>
                  <a:chExt cx="1073693" cy="1496391"/>
                </a:xfrm>
              </p:grpSpPr>
              <p:grpSp>
                <p:nvGrpSpPr>
                  <p:cNvPr id="1572" name="Group 1571">
                    <a:extLst>
                      <a:ext uri="{FF2B5EF4-FFF2-40B4-BE49-F238E27FC236}">
                        <a16:creationId xmlns:a16="http://schemas.microsoft.com/office/drawing/2014/main" id="{35284F73-EAB8-4BAB-BAB7-7902CF0F612B}"/>
                      </a:ext>
                    </a:extLst>
                  </p:cNvPr>
                  <p:cNvGrpSpPr/>
                  <p:nvPr/>
                </p:nvGrpSpPr>
                <p:grpSpPr>
                  <a:xfrm>
                    <a:off x="2127974" y="2474038"/>
                    <a:ext cx="1060655" cy="525712"/>
                    <a:chOff x="3721252" y="1733424"/>
                    <a:chExt cx="1060655" cy="525712"/>
                  </a:xfrm>
                </p:grpSpPr>
                <p:sp>
                  <p:nvSpPr>
                    <p:cNvPr id="1623" name="Flowchart: Connector 1622">
                      <a:extLst>
                        <a:ext uri="{FF2B5EF4-FFF2-40B4-BE49-F238E27FC236}">
                          <a16:creationId xmlns:a16="http://schemas.microsoft.com/office/drawing/2014/main" id="{CE45C4E4-2163-4AA1-8BF4-F4E9A4CF72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24" name="3D Model 1623" descr="Sphere">
                          <a:extLst>
                            <a:ext uri="{FF2B5EF4-FFF2-40B4-BE49-F238E27FC236}">
                              <a16:creationId xmlns:a16="http://schemas.microsoft.com/office/drawing/2014/main" id="{D2CAD1FA-AA33-4C6F-BB89-6182FC4B572A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99594137"/>
                            </p:ext>
                          </p:extLst>
                        </p:nvPr>
                      </p:nvGraphicFramePr>
                      <p:xfrm>
                        <a:off x="3721252" y="1733424"/>
                        <a:ext cx="299739" cy="299738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54" name="3D Model 153" descr="Sphere">
                          <a:extLst>
                            <a:ext uri="{FF2B5EF4-FFF2-40B4-BE49-F238E27FC236}">
                              <a16:creationId xmlns:a16="http://schemas.microsoft.com/office/drawing/2014/main" id="{59D6F9AA-09E2-4338-90EA-68FFD8CCDA4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835944" y="3887946"/>
                          <a:ext cx="299739" cy="299738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625" name="Flowchart: Connector 1624">
                      <a:extLst>
                        <a:ext uri="{FF2B5EF4-FFF2-40B4-BE49-F238E27FC236}">
                          <a16:creationId xmlns:a16="http://schemas.microsoft.com/office/drawing/2014/main" id="{1C4EF8DD-3FDD-46D9-98C5-2EE858B7ED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26" name="3D Model 1625" descr="Sphere">
                          <a:extLst>
                            <a:ext uri="{FF2B5EF4-FFF2-40B4-BE49-F238E27FC236}">
                              <a16:creationId xmlns:a16="http://schemas.microsoft.com/office/drawing/2014/main" id="{F20616DC-5BC7-4299-AA4B-573F0040759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26238602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1" name="3D Model 540" descr="Sphere">
                          <a:extLst>
                            <a:ext uri="{FF2B5EF4-FFF2-40B4-BE49-F238E27FC236}">
                              <a16:creationId xmlns:a16="http://schemas.microsoft.com/office/drawing/2014/main" id="{AB17CB10-4F93-4434-BA14-50AFAFF4946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666235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627" name="Flowchart: Connector 1626">
                      <a:extLst>
                        <a:ext uri="{FF2B5EF4-FFF2-40B4-BE49-F238E27FC236}">
                          <a16:creationId xmlns:a16="http://schemas.microsoft.com/office/drawing/2014/main" id="{F50F171D-CED8-4907-9EEB-1929C304CF5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28" name="3D Model 1627" descr="Sphere">
                          <a:extLst>
                            <a:ext uri="{FF2B5EF4-FFF2-40B4-BE49-F238E27FC236}">
                              <a16:creationId xmlns:a16="http://schemas.microsoft.com/office/drawing/2014/main" id="{AEFA9313-065E-4419-914D-31A7011AC7B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456502995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3" name="3D Model 542" descr="Sphere">
                          <a:extLst>
                            <a:ext uri="{FF2B5EF4-FFF2-40B4-BE49-F238E27FC236}">
                              <a16:creationId xmlns:a16="http://schemas.microsoft.com/office/drawing/2014/main" id="{503D28F6-C92A-40B9-96B8-4050B0C4C9A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72803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629" name="Flowchart: Connector 1628">
                      <a:extLst>
                        <a:ext uri="{FF2B5EF4-FFF2-40B4-BE49-F238E27FC236}">
                          <a16:creationId xmlns:a16="http://schemas.microsoft.com/office/drawing/2014/main" id="{4C17E26B-DDCC-426B-B1B1-5898368FC8F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30" name="3D Model 1629" descr="Sphere">
                          <a:extLst>
                            <a:ext uri="{FF2B5EF4-FFF2-40B4-BE49-F238E27FC236}">
                              <a16:creationId xmlns:a16="http://schemas.microsoft.com/office/drawing/2014/main" id="{0460C90D-B76A-4A51-8726-BF2B9007B3B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71166111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5" name="3D Model 544" descr="Sphere">
                          <a:extLst>
                            <a:ext uri="{FF2B5EF4-FFF2-40B4-BE49-F238E27FC236}">
                              <a16:creationId xmlns:a16="http://schemas.microsoft.com/office/drawing/2014/main" id="{226A18F8-2383-4285-9223-CF3CEC25C574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815073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1573" name="Group 1572">
                    <a:extLst>
                      <a:ext uri="{FF2B5EF4-FFF2-40B4-BE49-F238E27FC236}">
                        <a16:creationId xmlns:a16="http://schemas.microsoft.com/office/drawing/2014/main" id="{2BD04B1E-8DBF-420E-9AF1-4733EACF5AEA}"/>
                      </a:ext>
                    </a:extLst>
                  </p:cNvPr>
                  <p:cNvGrpSpPr/>
                  <p:nvPr/>
                </p:nvGrpSpPr>
                <p:grpSpPr>
                  <a:xfrm>
                    <a:off x="2124615" y="2140429"/>
                    <a:ext cx="1064014" cy="637179"/>
                    <a:chOff x="3717893" y="1719497"/>
                    <a:chExt cx="1064014" cy="637179"/>
                  </a:xfrm>
                </p:grpSpPr>
                <p:sp>
                  <p:nvSpPr>
                    <p:cNvPr id="1607" name="Flowchart: Connector 1606">
                      <a:extLst>
                        <a:ext uri="{FF2B5EF4-FFF2-40B4-BE49-F238E27FC236}">
                          <a16:creationId xmlns:a16="http://schemas.microsoft.com/office/drawing/2014/main" id="{1FC42C14-6E5E-42BF-AFF7-8788A0F79EC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08" name="Flowchart: Connector 1607">
                      <a:extLst>
                        <a:ext uri="{FF2B5EF4-FFF2-40B4-BE49-F238E27FC236}">
                          <a16:creationId xmlns:a16="http://schemas.microsoft.com/office/drawing/2014/main" id="{AD978E93-93B3-4991-8326-B736F5996E4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09" name="Flowchart: Connector 1608">
                      <a:extLst>
                        <a:ext uri="{FF2B5EF4-FFF2-40B4-BE49-F238E27FC236}">
                          <a16:creationId xmlns:a16="http://schemas.microsoft.com/office/drawing/2014/main" id="{6F6A6E0E-9B9D-46F4-B8EB-D6E7B33B33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10" name="Flowchart: Connector 1609">
                      <a:extLst>
                        <a:ext uri="{FF2B5EF4-FFF2-40B4-BE49-F238E27FC236}">
                          <a16:creationId xmlns:a16="http://schemas.microsoft.com/office/drawing/2014/main" id="{76D34276-0E32-4B57-BA39-F83F165DA15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11" name="Flowchart: Connector 1610">
                      <a:extLst>
                        <a:ext uri="{FF2B5EF4-FFF2-40B4-BE49-F238E27FC236}">
                          <a16:creationId xmlns:a16="http://schemas.microsoft.com/office/drawing/2014/main" id="{CABC8FEE-347D-424A-B84E-8D476661017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12" name="Flowchart: Connector 1611">
                      <a:extLst>
                        <a:ext uri="{FF2B5EF4-FFF2-40B4-BE49-F238E27FC236}">
                          <a16:creationId xmlns:a16="http://schemas.microsoft.com/office/drawing/2014/main" id="{F86AEC4E-ECFE-45FB-A768-AAD95F1D2CA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13" name="Flowchart: Connector 1612">
                      <a:extLst>
                        <a:ext uri="{FF2B5EF4-FFF2-40B4-BE49-F238E27FC236}">
                          <a16:creationId xmlns:a16="http://schemas.microsoft.com/office/drawing/2014/main" id="{63A61303-A1DE-40BA-9DCD-7E913A74903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14" name="Flowchart: Connector 1613">
                      <a:extLst>
                        <a:ext uri="{FF2B5EF4-FFF2-40B4-BE49-F238E27FC236}">
                          <a16:creationId xmlns:a16="http://schemas.microsoft.com/office/drawing/2014/main" id="{3D46C561-7DC0-407D-BD65-2C6EF168CE8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15" name="Flowchart: Connector 1614">
                      <a:extLst>
                        <a:ext uri="{FF2B5EF4-FFF2-40B4-BE49-F238E27FC236}">
                          <a16:creationId xmlns:a16="http://schemas.microsoft.com/office/drawing/2014/main" id="{793E97B2-CA6D-4BBA-83A2-918A0491D6E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16" name="3D Model 1615" descr="Sphere">
                          <a:extLst>
                            <a:ext uri="{FF2B5EF4-FFF2-40B4-BE49-F238E27FC236}">
                              <a16:creationId xmlns:a16="http://schemas.microsoft.com/office/drawing/2014/main" id="{1FA3ED7A-E1A2-49EF-8308-25CC6E1C7B5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50673915"/>
                            </p:ext>
                          </p:extLst>
                        </p:nvPr>
                      </p:nvGraphicFramePr>
                      <p:xfrm>
                        <a:off x="3717893" y="1719497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46" name="3D Model 145" descr="Sphere">
                          <a:extLst>
                            <a:ext uri="{FF2B5EF4-FFF2-40B4-BE49-F238E27FC236}">
                              <a16:creationId xmlns:a16="http://schemas.microsoft.com/office/drawing/2014/main" id="{756B16C5-4508-40A0-B7F3-162B4744EE2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32585" y="3554337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617" name="Flowchart: Connector 1616">
                      <a:extLst>
                        <a:ext uri="{FF2B5EF4-FFF2-40B4-BE49-F238E27FC236}">
                          <a16:creationId xmlns:a16="http://schemas.microsoft.com/office/drawing/2014/main" id="{127178F8-F804-4040-AB27-3B67DB3F41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18" name="3D Model 1617" descr="Sphere">
                          <a:extLst>
                            <a:ext uri="{FF2B5EF4-FFF2-40B4-BE49-F238E27FC236}">
                              <a16:creationId xmlns:a16="http://schemas.microsoft.com/office/drawing/2014/main" id="{AB189C02-C1ED-47E0-BB7A-B405C8E6F0C2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866906401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7" name="3D Model 556" descr="Sphere">
                          <a:extLst>
                            <a:ext uri="{FF2B5EF4-FFF2-40B4-BE49-F238E27FC236}">
                              <a16:creationId xmlns:a16="http://schemas.microsoft.com/office/drawing/2014/main" id="{A2534F90-63A2-4E00-9F6F-62444BCD921C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34655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619" name="Flowchart: Connector 1618">
                      <a:extLst>
                        <a:ext uri="{FF2B5EF4-FFF2-40B4-BE49-F238E27FC236}">
                          <a16:creationId xmlns:a16="http://schemas.microsoft.com/office/drawing/2014/main" id="{2D9CBDD6-F819-4B18-ADF1-AC95786E19D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20" name="3D Model 1619" descr="Sphere">
                          <a:extLst>
                            <a:ext uri="{FF2B5EF4-FFF2-40B4-BE49-F238E27FC236}">
                              <a16:creationId xmlns:a16="http://schemas.microsoft.com/office/drawing/2014/main" id="{ADC4463E-6217-47CC-91C2-1667C523E72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244269065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9" name="3D Model 558" descr="Sphere">
                          <a:extLst>
                            <a:ext uri="{FF2B5EF4-FFF2-40B4-BE49-F238E27FC236}">
                              <a16:creationId xmlns:a16="http://schemas.microsoft.com/office/drawing/2014/main" id="{3144521F-B4C2-4106-B2F3-D31F5890AAB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408352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621" name="Flowchart: Connector 1620">
                      <a:extLst>
                        <a:ext uri="{FF2B5EF4-FFF2-40B4-BE49-F238E27FC236}">
                          <a16:creationId xmlns:a16="http://schemas.microsoft.com/office/drawing/2014/main" id="{D0197449-F682-4D2B-9105-B96AEE70D0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22" name="3D Model 1621" descr="Sphere">
                          <a:extLst>
                            <a:ext uri="{FF2B5EF4-FFF2-40B4-BE49-F238E27FC236}">
                              <a16:creationId xmlns:a16="http://schemas.microsoft.com/office/drawing/2014/main" id="{DE81FC17-1744-4CAF-B6F5-C6D5679D498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216646712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61" name="3D Model 560" descr="Sphere">
                          <a:extLst>
                            <a:ext uri="{FF2B5EF4-FFF2-40B4-BE49-F238E27FC236}">
                              <a16:creationId xmlns:a16="http://schemas.microsoft.com/office/drawing/2014/main" id="{81B1584C-E839-495C-A926-920C4CB7DA9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495391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1574" name="Group 1573">
                    <a:extLst>
                      <a:ext uri="{FF2B5EF4-FFF2-40B4-BE49-F238E27FC236}">
                        <a16:creationId xmlns:a16="http://schemas.microsoft.com/office/drawing/2014/main" id="{B7DA8A68-3997-4EBF-AAC0-5DB7A2F7C1BF}"/>
                      </a:ext>
                    </a:extLst>
                  </p:cNvPr>
                  <p:cNvGrpSpPr/>
                  <p:nvPr/>
                </p:nvGrpSpPr>
                <p:grpSpPr>
                  <a:xfrm>
                    <a:off x="2114936" y="1817250"/>
                    <a:ext cx="1064014" cy="643455"/>
                    <a:chOff x="3717893" y="1713221"/>
                    <a:chExt cx="1064014" cy="643455"/>
                  </a:xfrm>
                </p:grpSpPr>
                <p:sp>
                  <p:nvSpPr>
                    <p:cNvPr id="1591" name="Flowchart: Connector 1590">
                      <a:extLst>
                        <a:ext uri="{FF2B5EF4-FFF2-40B4-BE49-F238E27FC236}">
                          <a16:creationId xmlns:a16="http://schemas.microsoft.com/office/drawing/2014/main" id="{AA94FA28-4BA0-4551-B7DA-E87BC525FC8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92" name="Flowchart: Connector 1591">
                      <a:extLst>
                        <a:ext uri="{FF2B5EF4-FFF2-40B4-BE49-F238E27FC236}">
                          <a16:creationId xmlns:a16="http://schemas.microsoft.com/office/drawing/2014/main" id="{3690758B-191F-43E9-875C-0F8768F1DDD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93" name="Flowchart: Connector 1592">
                      <a:extLst>
                        <a:ext uri="{FF2B5EF4-FFF2-40B4-BE49-F238E27FC236}">
                          <a16:creationId xmlns:a16="http://schemas.microsoft.com/office/drawing/2014/main" id="{F3498BF8-62B3-42BB-9227-5E724CD4B1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94" name="Flowchart: Connector 1593">
                      <a:extLst>
                        <a:ext uri="{FF2B5EF4-FFF2-40B4-BE49-F238E27FC236}">
                          <a16:creationId xmlns:a16="http://schemas.microsoft.com/office/drawing/2014/main" id="{75588106-E45E-4090-A4E3-5C717F7AB44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95" name="Flowchart: Connector 1594">
                      <a:extLst>
                        <a:ext uri="{FF2B5EF4-FFF2-40B4-BE49-F238E27FC236}">
                          <a16:creationId xmlns:a16="http://schemas.microsoft.com/office/drawing/2014/main" id="{9CEC61B4-1EC7-4ED9-9EA4-C926ADD91A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96" name="Flowchart: Connector 1595">
                      <a:extLst>
                        <a:ext uri="{FF2B5EF4-FFF2-40B4-BE49-F238E27FC236}">
                          <a16:creationId xmlns:a16="http://schemas.microsoft.com/office/drawing/2014/main" id="{FA58EA06-35FA-4825-B3D6-64C3F4E9BFA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97" name="Flowchart: Connector 1596">
                      <a:extLst>
                        <a:ext uri="{FF2B5EF4-FFF2-40B4-BE49-F238E27FC236}">
                          <a16:creationId xmlns:a16="http://schemas.microsoft.com/office/drawing/2014/main" id="{3A54C0FC-8EE7-4593-BDF8-F2BD80D462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98" name="Flowchart: Connector 1597">
                      <a:extLst>
                        <a:ext uri="{FF2B5EF4-FFF2-40B4-BE49-F238E27FC236}">
                          <a16:creationId xmlns:a16="http://schemas.microsoft.com/office/drawing/2014/main" id="{F573CB40-C526-468B-BEC0-4373E632CE5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99" name="Flowchart: Connector 1598">
                      <a:extLst>
                        <a:ext uri="{FF2B5EF4-FFF2-40B4-BE49-F238E27FC236}">
                          <a16:creationId xmlns:a16="http://schemas.microsoft.com/office/drawing/2014/main" id="{439EF346-DCB7-4B1C-9A7C-466C1F91E57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00" name="3D Model 1599" descr="Sphere">
                          <a:extLst>
                            <a:ext uri="{FF2B5EF4-FFF2-40B4-BE49-F238E27FC236}">
                              <a16:creationId xmlns:a16="http://schemas.microsoft.com/office/drawing/2014/main" id="{F88E0DB2-334F-4525-94C6-BF74492BB23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164830163"/>
                            </p:ext>
                          </p:extLst>
                        </p:nvPr>
                      </p:nvGraphicFramePr>
                      <p:xfrm>
                        <a:off x="3717893" y="171322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0" name="3D Model 129" descr="Sphere">
                          <a:extLst>
                            <a:ext uri="{FF2B5EF4-FFF2-40B4-BE49-F238E27FC236}">
                              <a16:creationId xmlns:a16="http://schemas.microsoft.com/office/drawing/2014/main" id="{47D4A59F-7345-4303-916A-A0AC6A0CF64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22906" y="323115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601" name="Flowchart: Connector 1600">
                      <a:extLst>
                        <a:ext uri="{FF2B5EF4-FFF2-40B4-BE49-F238E27FC236}">
                          <a16:creationId xmlns:a16="http://schemas.microsoft.com/office/drawing/2014/main" id="{9E73B5D1-2FEF-47C1-995C-B0FD05F037E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02" name="3D Model 1601" descr="Sphere">
                          <a:extLst>
                            <a:ext uri="{FF2B5EF4-FFF2-40B4-BE49-F238E27FC236}">
                              <a16:creationId xmlns:a16="http://schemas.microsoft.com/office/drawing/2014/main" id="{17F57C07-3AD2-47ED-96BE-65BBE88CB554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396290665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2" name="3D Model 131" descr="Sphere">
                          <a:extLst>
                            <a:ext uri="{FF2B5EF4-FFF2-40B4-BE49-F238E27FC236}">
                              <a16:creationId xmlns:a16="http://schemas.microsoft.com/office/drawing/2014/main" id="{2B44DAD8-B15B-485D-9084-36E08051076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062972" y="331541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603" name="Flowchart: Connector 1602">
                      <a:extLst>
                        <a:ext uri="{FF2B5EF4-FFF2-40B4-BE49-F238E27FC236}">
                          <a16:creationId xmlns:a16="http://schemas.microsoft.com/office/drawing/2014/main" id="{7B465A05-A34B-4051-8170-5E56E88F60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04" name="3D Model 1603" descr="Sphere">
                          <a:extLst>
                            <a:ext uri="{FF2B5EF4-FFF2-40B4-BE49-F238E27FC236}">
                              <a16:creationId xmlns:a16="http://schemas.microsoft.com/office/drawing/2014/main" id="{F6991F11-5849-4A2D-8DD0-AB53FADA623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563074222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5" name="3D Model 574" descr="Sphere">
                          <a:extLst>
                            <a:ext uri="{FF2B5EF4-FFF2-40B4-BE49-F238E27FC236}">
                              <a16:creationId xmlns:a16="http://schemas.microsoft.com/office/drawing/2014/main" id="{A31C2113-6FBF-4DA7-9B5E-8D9B60E9FEAB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03560" y="3091449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605" name="Flowchart: Connector 1604">
                      <a:extLst>
                        <a:ext uri="{FF2B5EF4-FFF2-40B4-BE49-F238E27FC236}">
                          <a16:creationId xmlns:a16="http://schemas.microsoft.com/office/drawing/2014/main" id="{4A306B69-579D-4072-A66F-E1FC076802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06" name="3D Model 1605" descr="Sphere">
                          <a:extLst>
                            <a:ext uri="{FF2B5EF4-FFF2-40B4-BE49-F238E27FC236}">
                              <a16:creationId xmlns:a16="http://schemas.microsoft.com/office/drawing/2014/main" id="{A48A7968-94A8-4EBD-B791-DBE6FD19A93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09679747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7" name="3D Model 576" descr="Sphere">
                          <a:extLst>
                            <a:ext uri="{FF2B5EF4-FFF2-40B4-BE49-F238E27FC236}">
                              <a16:creationId xmlns:a16="http://schemas.microsoft.com/office/drawing/2014/main" id="{69CA7D75-9569-459B-AA3F-BFD6D15B257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71978" y="317848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sp>
                <p:nvSpPr>
                  <p:cNvPr id="1575" name="Flowchart: Connector 1574">
                    <a:extLst>
                      <a:ext uri="{FF2B5EF4-FFF2-40B4-BE49-F238E27FC236}">
                        <a16:creationId xmlns:a16="http://schemas.microsoft.com/office/drawing/2014/main" id="{C4B66B8D-2D6A-4D7F-B735-7BAF89EF89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22159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6" name="Flowchart: Connector 1575">
                    <a:extLst>
                      <a:ext uri="{FF2B5EF4-FFF2-40B4-BE49-F238E27FC236}">
                        <a16:creationId xmlns:a16="http://schemas.microsoft.com/office/drawing/2014/main" id="{549BF619-FFDC-40BA-A80D-45A793F7DBB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096824" y="178425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7" name="Flowchart: Connector 1576">
                    <a:extLst>
                      <a:ext uri="{FF2B5EF4-FFF2-40B4-BE49-F238E27FC236}">
                        <a16:creationId xmlns:a16="http://schemas.microsoft.com/office/drawing/2014/main" id="{EA8CF5CD-C889-4163-9F76-449645D3FB39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226347" y="1773345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8" name="Flowchart: Connector 1577">
                    <a:extLst>
                      <a:ext uri="{FF2B5EF4-FFF2-40B4-BE49-F238E27FC236}">
                        <a16:creationId xmlns:a16="http://schemas.microsoft.com/office/drawing/2014/main" id="{09286379-DB40-4862-8AC3-FAED893D87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283299" y="175226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9" name="Flowchart: Connector 1578">
                    <a:extLst>
                      <a:ext uri="{FF2B5EF4-FFF2-40B4-BE49-F238E27FC236}">
                        <a16:creationId xmlns:a16="http://schemas.microsoft.com/office/drawing/2014/main" id="{17B36DE9-F881-4D36-9E05-C25A1C57C5A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472010" y="184465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0" name="Flowchart: Connector 1579">
                    <a:extLst>
                      <a:ext uri="{FF2B5EF4-FFF2-40B4-BE49-F238E27FC236}">
                        <a16:creationId xmlns:a16="http://schemas.microsoft.com/office/drawing/2014/main" id="{D4518FF6-2489-4A2D-85EE-E586CAEED6B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527678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1" name="Flowchart: Connector 1580">
                    <a:extLst>
                      <a:ext uri="{FF2B5EF4-FFF2-40B4-BE49-F238E27FC236}">
                        <a16:creationId xmlns:a16="http://schemas.microsoft.com/office/drawing/2014/main" id="{FF589A7D-79CE-4A27-9884-2DEAB60E96E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716506" y="192146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2" name="Flowchart: Connector 1581">
                    <a:extLst>
                      <a:ext uri="{FF2B5EF4-FFF2-40B4-BE49-F238E27FC236}">
                        <a16:creationId xmlns:a16="http://schemas.microsoft.com/office/drawing/2014/main" id="{FA7643AB-7370-4D93-B2CB-B60415D77CE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88047" y="192294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3" name="Flowchart: Connector 1582">
                    <a:extLst>
                      <a:ext uri="{FF2B5EF4-FFF2-40B4-BE49-F238E27FC236}">
                        <a16:creationId xmlns:a16="http://schemas.microsoft.com/office/drawing/2014/main" id="{B1DF7EBC-F870-4CD7-93F1-0D3FF287629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981405" y="200468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4" name="3D Model 1583" descr="Sphere">
                        <a:extLst>
                          <a:ext uri="{FF2B5EF4-FFF2-40B4-BE49-F238E27FC236}">
                            <a16:creationId xmlns:a16="http://schemas.microsoft.com/office/drawing/2014/main" id="{58C572DA-0936-4ADF-93AA-9ED2F33C6B58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4197265448"/>
                          </p:ext>
                        </p:extLst>
                      </p:nvPr>
                    </p:nvGraphicFramePr>
                    <p:xfrm>
                      <a:off x="2122087" y="1503359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1750" cy="58922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433448" ay="1433014" az="-1105299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9"/>
                          </am3d:raster>
                          <am3d:objViewport viewportSz="60694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4" name="3D Model 113" descr="Sphere">
                        <a:extLst>
                          <a:ext uri="{FF2B5EF4-FFF2-40B4-BE49-F238E27FC236}">
                            <a16:creationId xmlns:a16="http://schemas.microsoft.com/office/drawing/2014/main" id="{56A2AB05-F072-40CA-90AE-FD36A7808D3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830057" y="2917267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85" name="Flowchart: Connector 1584">
                    <a:extLst>
                      <a:ext uri="{FF2B5EF4-FFF2-40B4-BE49-F238E27FC236}">
                        <a16:creationId xmlns:a16="http://schemas.microsoft.com/office/drawing/2014/main" id="{408D8CF1-4A4E-459D-AA4D-19AD83F6663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345380" y="165330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6" name="3D Model 1585" descr="Sphere">
                        <a:extLst>
                          <a:ext uri="{FF2B5EF4-FFF2-40B4-BE49-F238E27FC236}">
                            <a16:creationId xmlns:a16="http://schemas.microsoft.com/office/drawing/2014/main" id="{362008EF-C9B2-4E36-BE39-94114F723F21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114262338"/>
                          </p:ext>
                        </p:extLst>
                      </p:nvPr>
                    </p:nvGraphicFramePr>
                    <p:xfrm>
                      <a:off x="2368043" y="1593681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1750" cy="58922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8"/>
                          </am3d:raster>
                          <am3d:objViewport viewportSz="6624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6" name="3D Model 115" descr="Sphere">
                        <a:extLst>
                          <a:ext uri="{FF2B5EF4-FFF2-40B4-BE49-F238E27FC236}">
                            <a16:creationId xmlns:a16="http://schemas.microsoft.com/office/drawing/2014/main" id="{7C9E6E5C-C27E-459B-A76D-97CD231ABD4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076013" y="3007589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87" name="Flowchart: Connector 1586">
                    <a:extLst>
                      <a:ext uri="{FF2B5EF4-FFF2-40B4-BE49-F238E27FC236}">
                        <a16:creationId xmlns:a16="http://schemas.microsoft.com/office/drawing/2014/main" id="{C9DA553C-AF38-4F91-A96C-39524C91CB1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584559" y="172243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8" name="3D Model 1587" descr="Sphere">
                        <a:extLst>
                          <a:ext uri="{FF2B5EF4-FFF2-40B4-BE49-F238E27FC236}">
                            <a16:creationId xmlns:a16="http://schemas.microsoft.com/office/drawing/2014/main" id="{7416B920-8882-4CA9-AA99-041EE78B448A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189740872"/>
                          </p:ext>
                        </p:extLst>
                      </p:nvPr>
                    </p:nvGraphicFramePr>
                    <p:xfrm>
                      <a:off x="2609177" y="1641551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3136" cy="6439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6"/>
                          </am3d:raster>
                          <am3d:objViewport viewportSz="71378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8" name="3D Model 117" descr="Sphere">
                        <a:extLst>
                          <a:ext uri="{FF2B5EF4-FFF2-40B4-BE49-F238E27FC236}">
                            <a16:creationId xmlns:a16="http://schemas.microsoft.com/office/drawing/2014/main" id="{4E73B661-C0D3-4777-B427-FC4F81686E2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317147" y="3055459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89" name="Flowchart: Connector 1588">
                    <a:extLst>
                      <a:ext uri="{FF2B5EF4-FFF2-40B4-BE49-F238E27FC236}">
                        <a16:creationId xmlns:a16="http://schemas.microsoft.com/office/drawing/2014/main" id="{CFAC71E1-BEFC-43D7-8FF0-E528D23CC96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848075" y="180504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90" name="3D Model 1589" descr="Sphere">
                        <a:extLst>
                          <a:ext uri="{FF2B5EF4-FFF2-40B4-BE49-F238E27FC236}">
                            <a16:creationId xmlns:a16="http://schemas.microsoft.com/office/drawing/2014/main" id="{DD86788C-4915-4D2B-88F5-5B851E805CE8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121477930"/>
                          </p:ext>
                        </p:extLst>
                      </p:nvPr>
                    </p:nvGraphicFramePr>
                    <p:xfrm>
                      <a:off x="2877595" y="1728590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0539" cy="61493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7"/>
                          </am3d:raster>
                          <am3d:objViewport viewportSz="66761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20" name="3D Model 119" descr="Sphere">
                        <a:extLst>
                          <a:ext uri="{FF2B5EF4-FFF2-40B4-BE49-F238E27FC236}">
                            <a16:creationId xmlns:a16="http://schemas.microsoft.com/office/drawing/2014/main" id="{3476476F-DDC4-49CE-B42B-4D693A51BEBB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5565" y="3142498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</p:grpSp>
          <p:grpSp>
            <p:nvGrpSpPr>
              <p:cNvPr id="1480" name="Group 1479">
                <a:extLst>
                  <a:ext uri="{FF2B5EF4-FFF2-40B4-BE49-F238E27FC236}">
                    <a16:creationId xmlns:a16="http://schemas.microsoft.com/office/drawing/2014/main" id="{A0620D6F-496A-480F-984C-8D87D29B1859}"/>
                  </a:ext>
                </a:extLst>
              </p:cNvPr>
              <p:cNvGrpSpPr/>
              <p:nvPr/>
            </p:nvGrpSpPr>
            <p:grpSpPr>
              <a:xfrm rot="18542409">
                <a:off x="2257159" y="2362802"/>
                <a:ext cx="834986" cy="143092"/>
                <a:chOff x="2620172" y="2546175"/>
                <a:chExt cx="834986" cy="143092"/>
              </a:xfrm>
            </p:grpSpPr>
            <p:sp>
              <p:nvSpPr>
                <p:cNvPr id="1550" name="Freeform: Shape 1549">
                  <a:extLst>
                    <a:ext uri="{FF2B5EF4-FFF2-40B4-BE49-F238E27FC236}">
                      <a16:creationId xmlns:a16="http://schemas.microsoft.com/office/drawing/2014/main" id="{12CE685C-8A4F-4696-8F9B-5922D991071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51" name="Rectangle: Rounded Corners 1550">
                  <a:extLst>
                    <a:ext uri="{FF2B5EF4-FFF2-40B4-BE49-F238E27FC236}">
                      <a16:creationId xmlns:a16="http://schemas.microsoft.com/office/drawing/2014/main" id="{3E212906-BE58-4B5D-B5E1-70BD8468099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81" name="Group 1480">
                <a:extLst>
                  <a:ext uri="{FF2B5EF4-FFF2-40B4-BE49-F238E27FC236}">
                    <a16:creationId xmlns:a16="http://schemas.microsoft.com/office/drawing/2014/main" id="{7D81BE7F-8767-42E9-8387-0D0B2BCDF923}"/>
                  </a:ext>
                </a:extLst>
              </p:cNvPr>
              <p:cNvGrpSpPr/>
              <p:nvPr/>
            </p:nvGrpSpPr>
            <p:grpSpPr>
              <a:xfrm rot="17122200">
                <a:off x="1187274" y="2350135"/>
                <a:ext cx="834986" cy="143092"/>
                <a:chOff x="2620172" y="2546175"/>
                <a:chExt cx="834986" cy="143092"/>
              </a:xfrm>
            </p:grpSpPr>
            <p:sp>
              <p:nvSpPr>
                <p:cNvPr id="1548" name="Freeform: Shape 1547">
                  <a:extLst>
                    <a:ext uri="{FF2B5EF4-FFF2-40B4-BE49-F238E27FC236}">
                      <a16:creationId xmlns:a16="http://schemas.microsoft.com/office/drawing/2014/main" id="{1DD6A4CB-2AC2-456F-90C4-73FE328BA44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49" name="Rectangle: Rounded Corners 1548">
                  <a:extLst>
                    <a:ext uri="{FF2B5EF4-FFF2-40B4-BE49-F238E27FC236}">
                      <a16:creationId xmlns:a16="http://schemas.microsoft.com/office/drawing/2014/main" id="{76A9B81D-7514-40D4-AD1D-117FD767502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82" name="Group 1481">
                <a:extLst>
                  <a:ext uri="{FF2B5EF4-FFF2-40B4-BE49-F238E27FC236}">
                    <a16:creationId xmlns:a16="http://schemas.microsoft.com/office/drawing/2014/main" id="{171FC602-7DD6-4D0E-AAB3-A1786CFAE452}"/>
                  </a:ext>
                </a:extLst>
              </p:cNvPr>
              <p:cNvGrpSpPr/>
              <p:nvPr/>
            </p:nvGrpSpPr>
            <p:grpSpPr>
              <a:xfrm rot="658209">
                <a:off x="2479276" y="3323586"/>
                <a:ext cx="746642" cy="235253"/>
                <a:chOff x="2620172" y="2546175"/>
                <a:chExt cx="834986" cy="143092"/>
              </a:xfrm>
            </p:grpSpPr>
            <p:sp>
              <p:nvSpPr>
                <p:cNvPr id="1546" name="Freeform: Shape 1545">
                  <a:extLst>
                    <a:ext uri="{FF2B5EF4-FFF2-40B4-BE49-F238E27FC236}">
                      <a16:creationId xmlns:a16="http://schemas.microsoft.com/office/drawing/2014/main" id="{654D94E0-7437-4B2C-9B5A-F81E0726223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47" name="Rectangle: Rounded Corners 1546">
                  <a:extLst>
                    <a:ext uri="{FF2B5EF4-FFF2-40B4-BE49-F238E27FC236}">
                      <a16:creationId xmlns:a16="http://schemas.microsoft.com/office/drawing/2014/main" id="{5B5F9D7C-0286-40E1-9B3A-43F3A098A381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83" name="Group 1482">
                <a:extLst>
                  <a:ext uri="{FF2B5EF4-FFF2-40B4-BE49-F238E27FC236}">
                    <a16:creationId xmlns:a16="http://schemas.microsoft.com/office/drawing/2014/main" id="{703B90AA-0955-4CC4-B58D-3F1B43BE3887}"/>
                  </a:ext>
                </a:extLst>
              </p:cNvPr>
              <p:cNvGrpSpPr/>
              <p:nvPr/>
            </p:nvGrpSpPr>
            <p:grpSpPr>
              <a:xfrm rot="18837888">
                <a:off x="1789768" y="2238105"/>
                <a:ext cx="834986" cy="143092"/>
                <a:chOff x="2620172" y="2546175"/>
                <a:chExt cx="834986" cy="143092"/>
              </a:xfrm>
            </p:grpSpPr>
            <p:sp>
              <p:nvSpPr>
                <p:cNvPr id="1544" name="Freeform: Shape 1543">
                  <a:extLst>
                    <a:ext uri="{FF2B5EF4-FFF2-40B4-BE49-F238E27FC236}">
                      <a16:creationId xmlns:a16="http://schemas.microsoft.com/office/drawing/2014/main" id="{0C5C8E5A-FF0D-49CC-A7D8-9F1A89CFCCA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45" name="Rectangle: Rounded Corners 1544">
                  <a:extLst>
                    <a:ext uri="{FF2B5EF4-FFF2-40B4-BE49-F238E27FC236}">
                      <a16:creationId xmlns:a16="http://schemas.microsoft.com/office/drawing/2014/main" id="{CFF2D0B8-BA4D-44EB-8AFA-3287531039FD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84" name="Group 1483">
                <a:extLst>
                  <a:ext uri="{FF2B5EF4-FFF2-40B4-BE49-F238E27FC236}">
                    <a16:creationId xmlns:a16="http://schemas.microsoft.com/office/drawing/2014/main" id="{A02DDBDC-B05B-4B9A-AC17-8E0008733076}"/>
                  </a:ext>
                </a:extLst>
              </p:cNvPr>
              <p:cNvGrpSpPr/>
              <p:nvPr/>
            </p:nvGrpSpPr>
            <p:grpSpPr>
              <a:xfrm rot="16200000">
                <a:off x="563034" y="2429570"/>
                <a:ext cx="834986" cy="143092"/>
                <a:chOff x="2620172" y="2546175"/>
                <a:chExt cx="834986" cy="143092"/>
              </a:xfrm>
            </p:grpSpPr>
            <p:sp>
              <p:nvSpPr>
                <p:cNvPr id="1542" name="Freeform: Shape 1541">
                  <a:extLst>
                    <a:ext uri="{FF2B5EF4-FFF2-40B4-BE49-F238E27FC236}">
                      <a16:creationId xmlns:a16="http://schemas.microsoft.com/office/drawing/2014/main" id="{AC6E142D-CBBD-4FF7-B178-F71C965DD68E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43" name="Rectangle: Rounded Corners 1542">
                  <a:extLst>
                    <a:ext uri="{FF2B5EF4-FFF2-40B4-BE49-F238E27FC236}">
                      <a16:creationId xmlns:a16="http://schemas.microsoft.com/office/drawing/2014/main" id="{C04BBAA6-45B1-495B-B5C2-6987219AF31E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85" name="Group 1484">
                <a:extLst>
                  <a:ext uri="{FF2B5EF4-FFF2-40B4-BE49-F238E27FC236}">
                    <a16:creationId xmlns:a16="http://schemas.microsoft.com/office/drawing/2014/main" id="{7DC2B744-7442-42DF-AA22-583324D84583}"/>
                  </a:ext>
                </a:extLst>
              </p:cNvPr>
              <p:cNvGrpSpPr/>
              <p:nvPr/>
            </p:nvGrpSpPr>
            <p:grpSpPr>
              <a:xfrm rot="5037398" flipV="1">
                <a:off x="1350328" y="4425270"/>
                <a:ext cx="731274" cy="157011"/>
                <a:chOff x="2620172" y="2546175"/>
                <a:chExt cx="834986" cy="143092"/>
              </a:xfrm>
            </p:grpSpPr>
            <p:sp>
              <p:nvSpPr>
                <p:cNvPr id="1540" name="Freeform: Shape 1539">
                  <a:extLst>
                    <a:ext uri="{FF2B5EF4-FFF2-40B4-BE49-F238E27FC236}">
                      <a16:creationId xmlns:a16="http://schemas.microsoft.com/office/drawing/2014/main" id="{238C7466-69E4-4CFB-B73A-171C055D2FB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41" name="Rectangle: Rounded Corners 1540">
                  <a:extLst>
                    <a:ext uri="{FF2B5EF4-FFF2-40B4-BE49-F238E27FC236}">
                      <a16:creationId xmlns:a16="http://schemas.microsoft.com/office/drawing/2014/main" id="{E6A87235-4185-4066-8928-75FA67442581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86" name="Group 1485">
                <a:extLst>
                  <a:ext uri="{FF2B5EF4-FFF2-40B4-BE49-F238E27FC236}">
                    <a16:creationId xmlns:a16="http://schemas.microsoft.com/office/drawing/2014/main" id="{D3028734-4E99-4BE5-A0E9-D3AD13469308}"/>
                  </a:ext>
                </a:extLst>
              </p:cNvPr>
              <p:cNvGrpSpPr/>
              <p:nvPr/>
            </p:nvGrpSpPr>
            <p:grpSpPr>
              <a:xfrm rot="5880914">
                <a:off x="789613" y="4380622"/>
                <a:ext cx="834986" cy="143092"/>
                <a:chOff x="2620172" y="2546175"/>
                <a:chExt cx="834986" cy="143092"/>
              </a:xfrm>
            </p:grpSpPr>
            <p:sp>
              <p:nvSpPr>
                <p:cNvPr id="1538" name="Freeform: Shape 1537">
                  <a:extLst>
                    <a:ext uri="{FF2B5EF4-FFF2-40B4-BE49-F238E27FC236}">
                      <a16:creationId xmlns:a16="http://schemas.microsoft.com/office/drawing/2014/main" id="{4DED093A-9C53-433A-9C91-40FC675D30F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39" name="Rectangle: Rounded Corners 1538">
                  <a:extLst>
                    <a:ext uri="{FF2B5EF4-FFF2-40B4-BE49-F238E27FC236}">
                      <a16:creationId xmlns:a16="http://schemas.microsoft.com/office/drawing/2014/main" id="{83861D33-896D-4FF6-9609-3C188FD1004E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87" name="Group 1486">
                <a:extLst>
                  <a:ext uri="{FF2B5EF4-FFF2-40B4-BE49-F238E27FC236}">
                    <a16:creationId xmlns:a16="http://schemas.microsoft.com/office/drawing/2014/main" id="{28B2CAB0-CBDB-46F2-8DD8-06EC574871AA}"/>
                  </a:ext>
                </a:extLst>
              </p:cNvPr>
              <p:cNvGrpSpPr/>
              <p:nvPr/>
            </p:nvGrpSpPr>
            <p:grpSpPr>
              <a:xfrm rot="13587211">
                <a:off x="651990" y="2929858"/>
                <a:ext cx="381035" cy="92791"/>
                <a:chOff x="2620172" y="2546175"/>
                <a:chExt cx="834986" cy="143092"/>
              </a:xfrm>
            </p:grpSpPr>
            <p:sp>
              <p:nvSpPr>
                <p:cNvPr id="1536" name="Freeform: Shape 1535">
                  <a:extLst>
                    <a:ext uri="{FF2B5EF4-FFF2-40B4-BE49-F238E27FC236}">
                      <a16:creationId xmlns:a16="http://schemas.microsoft.com/office/drawing/2014/main" id="{80D0CED2-7EF8-45FC-A355-479573FD649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37" name="Rectangle: Rounded Corners 1536">
                  <a:extLst>
                    <a:ext uri="{FF2B5EF4-FFF2-40B4-BE49-F238E27FC236}">
                      <a16:creationId xmlns:a16="http://schemas.microsoft.com/office/drawing/2014/main" id="{C1D7E1B4-E1AE-4F66-8459-22F9A39BD673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88" name="Group 1487">
                <a:extLst>
                  <a:ext uri="{FF2B5EF4-FFF2-40B4-BE49-F238E27FC236}">
                    <a16:creationId xmlns:a16="http://schemas.microsoft.com/office/drawing/2014/main" id="{326FAA96-EB1D-42A0-94EB-FA774124125F}"/>
                  </a:ext>
                </a:extLst>
              </p:cNvPr>
              <p:cNvGrpSpPr/>
              <p:nvPr/>
            </p:nvGrpSpPr>
            <p:grpSpPr>
              <a:xfrm rot="11351284">
                <a:off x="163719" y="3807693"/>
                <a:ext cx="834986" cy="143092"/>
                <a:chOff x="2620172" y="2546175"/>
                <a:chExt cx="834986" cy="143092"/>
              </a:xfrm>
            </p:grpSpPr>
            <p:sp>
              <p:nvSpPr>
                <p:cNvPr id="1534" name="Freeform: Shape 1533">
                  <a:extLst>
                    <a:ext uri="{FF2B5EF4-FFF2-40B4-BE49-F238E27FC236}">
                      <a16:creationId xmlns:a16="http://schemas.microsoft.com/office/drawing/2014/main" id="{5B971981-EA73-43D4-80A4-C36AC57A1C5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35" name="Rectangle: Rounded Corners 1534">
                  <a:extLst>
                    <a:ext uri="{FF2B5EF4-FFF2-40B4-BE49-F238E27FC236}">
                      <a16:creationId xmlns:a16="http://schemas.microsoft.com/office/drawing/2014/main" id="{7305D26C-7DFB-4ADB-A265-39960CCD9BFA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89" name="Group 1488">
                <a:extLst>
                  <a:ext uri="{FF2B5EF4-FFF2-40B4-BE49-F238E27FC236}">
                    <a16:creationId xmlns:a16="http://schemas.microsoft.com/office/drawing/2014/main" id="{28B7A1BE-30A0-4025-87D2-8DC0D7B37FFD}"/>
                  </a:ext>
                </a:extLst>
              </p:cNvPr>
              <p:cNvGrpSpPr/>
              <p:nvPr/>
            </p:nvGrpSpPr>
            <p:grpSpPr>
              <a:xfrm rot="4193783">
                <a:off x="2062756" y="4148262"/>
                <a:ext cx="706454" cy="171076"/>
                <a:chOff x="2620172" y="2546175"/>
                <a:chExt cx="834986" cy="143092"/>
              </a:xfrm>
            </p:grpSpPr>
            <p:sp>
              <p:nvSpPr>
                <p:cNvPr id="1532" name="Freeform: Shape 1531">
                  <a:extLst>
                    <a:ext uri="{FF2B5EF4-FFF2-40B4-BE49-F238E27FC236}">
                      <a16:creationId xmlns:a16="http://schemas.microsoft.com/office/drawing/2014/main" id="{277AFB37-D0B3-4F60-8ADE-3CE5D4BB1CA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33" name="Rectangle: Rounded Corners 1532">
                  <a:extLst>
                    <a:ext uri="{FF2B5EF4-FFF2-40B4-BE49-F238E27FC236}">
                      <a16:creationId xmlns:a16="http://schemas.microsoft.com/office/drawing/2014/main" id="{03DED867-875D-4E73-BED5-5FA7648DFAEF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90" name="Group 1489">
                <a:extLst>
                  <a:ext uri="{FF2B5EF4-FFF2-40B4-BE49-F238E27FC236}">
                    <a16:creationId xmlns:a16="http://schemas.microsoft.com/office/drawing/2014/main" id="{076203F2-E6E5-4DD8-9C2C-C9161651A300}"/>
                  </a:ext>
                </a:extLst>
              </p:cNvPr>
              <p:cNvGrpSpPr/>
              <p:nvPr/>
            </p:nvGrpSpPr>
            <p:grpSpPr>
              <a:xfrm rot="1837203">
                <a:off x="2331692" y="387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1530" name="Freeform: Shape 1529">
                  <a:extLst>
                    <a:ext uri="{FF2B5EF4-FFF2-40B4-BE49-F238E27FC236}">
                      <a16:creationId xmlns:a16="http://schemas.microsoft.com/office/drawing/2014/main" id="{BC63735D-3EC7-4904-A9C2-0A0F515F02A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31" name="Rectangle: Rounded Corners 1530">
                  <a:extLst>
                    <a:ext uri="{FF2B5EF4-FFF2-40B4-BE49-F238E27FC236}">
                      <a16:creationId xmlns:a16="http://schemas.microsoft.com/office/drawing/2014/main" id="{56097F7D-645B-4D31-8BFA-90B742ADB110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91" name="Group 1490">
                <a:extLst>
                  <a:ext uri="{FF2B5EF4-FFF2-40B4-BE49-F238E27FC236}">
                    <a16:creationId xmlns:a16="http://schemas.microsoft.com/office/drawing/2014/main" id="{03411397-6FA2-44A4-B389-4082631E02BF}"/>
                  </a:ext>
                </a:extLst>
              </p:cNvPr>
              <p:cNvGrpSpPr/>
              <p:nvPr/>
            </p:nvGrpSpPr>
            <p:grpSpPr>
              <a:xfrm rot="932650">
                <a:off x="2489621" y="3105014"/>
                <a:ext cx="381035" cy="92791"/>
                <a:chOff x="2620172" y="2546175"/>
                <a:chExt cx="834986" cy="143092"/>
              </a:xfrm>
            </p:grpSpPr>
            <p:sp>
              <p:nvSpPr>
                <p:cNvPr id="1528" name="Freeform: Shape 1527">
                  <a:extLst>
                    <a:ext uri="{FF2B5EF4-FFF2-40B4-BE49-F238E27FC236}">
                      <a16:creationId xmlns:a16="http://schemas.microsoft.com/office/drawing/2014/main" id="{65149EAF-2D9B-4039-A249-749837C14B97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9" name="Rectangle: Rounded Corners 1528">
                  <a:extLst>
                    <a:ext uri="{FF2B5EF4-FFF2-40B4-BE49-F238E27FC236}">
                      <a16:creationId xmlns:a16="http://schemas.microsoft.com/office/drawing/2014/main" id="{7239AA28-5681-4333-B113-AE289B31E407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92" name="Group 1491">
                <a:extLst>
                  <a:ext uri="{FF2B5EF4-FFF2-40B4-BE49-F238E27FC236}">
                    <a16:creationId xmlns:a16="http://schemas.microsoft.com/office/drawing/2014/main" id="{94B05128-F46B-4096-95B1-34CE968C4A26}"/>
                  </a:ext>
                </a:extLst>
              </p:cNvPr>
              <p:cNvGrpSpPr/>
              <p:nvPr/>
            </p:nvGrpSpPr>
            <p:grpSpPr>
              <a:xfrm rot="10458038">
                <a:off x="686489" y="3490410"/>
                <a:ext cx="381035" cy="92791"/>
                <a:chOff x="2620172" y="2546175"/>
                <a:chExt cx="834986" cy="143092"/>
              </a:xfrm>
            </p:grpSpPr>
            <p:sp>
              <p:nvSpPr>
                <p:cNvPr id="1526" name="Freeform: Shape 1525">
                  <a:extLst>
                    <a:ext uri="{FF2B5EF4-FFF2-40B4-BE49-F238E27FC236}">
                      <a16:creationId xmlns:a16="http://schemas.microsoft.com/office/drawing/2014/main" id="{CA09D20D-DFCE-4355-B9C7-DDDE5023E84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7" name="Rectangle: Rounded Corners 1526">
                  <a:extLst>
                    <a:ext uri="{FF2B5EF4-FFF2-40B4-BE49-F238E27FC236}">
                      <a16:creationId xmlns:a16="http://schemas.microsoft.com/office/drawing/2014/main" id="{234D6EA0-E668-4846-97A8-0A9604168AF3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93" name="Group 1492">
                <a:extLst>
                  <a:ext uri="{FF2B5EF4-FFF2-40B4-BE49-F238E27FC236}">
                    <a16:creationId xmlns:a16="http://schemas.microsoft.com/office/drawing/2014/main" id="{8E5AEEB8-0628-4148-B48F-65DF68FEE45F}"/>
                  </a:ext>
                </a:extLst>
              </p:cNvPr>
              <p:cNvGrpSpPr/>
              <p:nvPr/>
            </p:nvGrpSpPr>
            <p:grpSpPr>
              <a:xfrm rot="16924252">
                <a:off x="1635001" y="2371073"/>
                <a:ext cx="381035" cy="92791"/>
                <a:chOff x="2620172" y="2546175"/>
                <a:chExt cx="834986" cy="143092"/>
              </a:xfrm>
            </p:grpSpPr>
            <p:sp>
              <p:nvSpPr>
                <p:cNvPr id="1524" name="Freeform: Shape 1523">
                  <a:extLst>
                    <a:ext uri="{FF2B5EF4-FFF2-40B4-BE49-F238E27FC236}">
                      <a16:creationId xmlns:a16="http://schemas.microsoft.com/office/drawing/2014/main" id="{A72CC30F-965A-4975-9CB2-D3C8299C6AE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5" name="Rectangle: Rounded Corners 1524">
                  <a:extLst>
                    <a:ext uri="{FF2B5EF4-FFF2-40B4-BE49-F238E27FC236}">
                      <a16:creationId xmlns:a16="http://schemas.microsoft.com/office/drawing/2014/main" id="{1212149E-0F83-4A5C-8819-89B036DC4D2E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94" name="Group 1493">
                <a:extLst>
                  <a:ext uri="{FF2B5EF4-FFF2-40B4-BE49-F238E27FC236}">
                    <a16:creationId xmlns:a16="http://schemas.microsoft.com/office/drawing/2014/main" id="{9961D7B0-BCB9-49B6-964B-939BF07D8507}"/>
                  </a:ext>
                </a:extLst>
              </p:cNvPr>
              <p:cNvGrpSpPr/>
              <p:nvPr/>
            </p:nvGrpSpPr>
            <p:grpSpPr>
              <a:xfrm rot="15677156">
                <a:off x="985517" y="2521255"/>
                <a:ext cx="381035" cy="92791"/>
                <a:chOff x="2620172" y="2546175"/>
                <a:chExt cx="834986" cy="143092"/>
              </a:xfrm>
            </p:grpSpPr>
            <p:sp>
              <p:nvSpPr>
                <p:cNvPr id="1522" name="Freeform: Shape 1521">
                  <a:extLst>
                    <a:ext uri="{FF2B5EF4-FFF2-40B4-BE49-F238E27FC236}">
                      <a16:creationId xmlns:a16="http://schemas.microsoft.com/office/drawing/2014/main" id="{B7966FAE-35F4-4873-860F-0E22EF64D273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3" name="Rectangle: Rounded Corners 1522">
                  <a:extLst>
                    <a:ext uri="{FF2B5EF4-FFF2-40B4-BE49-F238E27FC236}">
                      <a16:creationId xmlns:a16="http://schemas.microsoft.com/office/drawing/2014/main" id="{9A8FA7FC-87A7-4016-86C3-22DF173EE2EF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95" name="Group 1494">
                <a:extLst>
                  <a:ext uri="{FF2B5EF4-FFF2-40B4-BE49-F238E27FC236}">
                    <a16:creationId xmlns:a16="http://schemas.microsoft.com/office/drawing/2014/main" id="{4DC92A8E-7165-4ED2-8B41-B6EA2CAB417C}"/>
                  </a:ext>
                </a:extLst>
              </p:cNvPr>
              <p:cNvGrpSpPr/>
              <p:nvPr/>
            </p:nvGrpSpPr>
            <p:grpSpPr>
              <a:xfrm rot="14354853" flipV="1">
                <a:off x="976412" y="2438473"/>
                <a:ext cx="731274" cy="157011"/>
                <a:chOff x="2620172" y="2546175"/>
                <a:chExt cx="834986" cy="143092"/>
              </a:xfrm>
            </p:grpSpPr>
            <p:sp>
              <p:nvSpPr>
                <p:cNvPr id="1520" name="Freeform: Shape 1519">
                  <a:extLst>
                    <a:ext uri="{FF2B5EF4-FFF2-40B4-BE49-F238E27FC236}">
                      <a16:creationId xmlns:a16="http://schemas.microsoft.com/office/drawing/2014/main" id="{3189B15B-D56E-461D-8315-19E3E3162874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1" name="Rectangle: Rounded Corners 1520">
                  <a:extLst>
                    <a:ext uri="{FF2B5EF4-FFF2-40B4-BE49-F238E27FC236}">
                      <a16:creationId xmlns:a16="http://schemas.microsoft.com/office/drawing/2014/main" id="{C3AF3B09-9265-4F6E-B5EC-6AD777751214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96" name="Group 1495">
                <a:extLst>
                  <a:ext uri="{FF2B5EF4-FFF2-40B4-BE49-F238E27FC236}">
                    <a16:creationId xmlns:a16="http://schemas.microsoft.com/office/drawing/2014/main" id="{F6226F0E-3231-4462-A9D0-0064A1B217FD}"/>
                  </a:ext>
                </a:extLst>
              </p:cNvPr>
              <p:cNvGrpSpPr/>
              <p:nvPr/>
            </p:nvGrpSpPr>
            <p:grpSpPr>
              <a:xfrm rot="9793356" flipV="1">
                <a:off x="215985" y="3237903"/>
                <a:ext cx="731274" cy="157011"/>
                <a:chOff x="2620172" y="2546175"/>
                <a:chExt cx="834986" cy="143092"/>
              </a:xfrm>
            </p:grpSpPr>
            <p:sp>
              <p:nvSpPr>
                <p:cNvPr id="1518" name="Freeform: Shape 1517">
                  <a:extLst>
                    <a:ext uri="{FF2B5EF4-FFF2-40B4-BE49-F238E27FC236}">
                      <a16:creationId xmlns:a16="http://schemas.microsoft.com/office/drawing/2014/main" id="{DD8500EF-6E64-4C8B-9392-3CCB98D07E73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19" name="Rectangle: Rounded Corners 1518">
                  <a:extLst>
                    <a:ext uri="{FF2B5EF4-FFF2-40B4-BE49-F238E27FC236}">
                      <a16:creationId xmlns:a16="http://schemas.microsoft.com/office/drawing/2014/main" id="{364A1B70-8568-44E5-ABFE-457EF60D7447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97" name="Group 1496">
                <a:extLst>
                  <a:ext uri="{FF2B5EF4-FFF2-40B4-BE49-F238E27FC236}">
                    <a16:creationId xmlns:a16="http://schemas.microsoft.com/office/drawing/2014/main" id="{529B9542-77D9-4AC3-B743-48F4AC1F1AA5}"/>
                  </a:ext>
                </a:extLst>
              </p:cNvPr>
              <p:cNvGrpSpPr/>
              <p:nvPr/>
            </p:nvGrpSpPr>
            <p:grpSpPr>
              <a:xfrm rot="6907686" flipV="1">
                <a:off x="692019" y="3931960"/>
                <a:ext cx="731274" cy="157011"/>
                <a:chOff x="2620172" y="2546175"/>
                <a:chExt cx="834986" cy="143092"/>
              </a:xfrm>
            </p:grpSpPr>
            <p:sp>
              <p:nvSpPr>
                <p:cNvPr id="1516" name="Freeform: Shape 1515">
                  <a:extLst>
                    <a:ext uri="{FF2B5EF4-FFF2-40B4-BE49-F238E27FC236}">
                      <a16:creationId xmlns:a16="http://schemas.microsoft.com/office/drawing/2014/main" id="{88C3FF89-8D62-4C5E-B9BA-D15991686A6E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17" name="Rectangle: Rounded Corners 1516">
                  <a:extLst>
                    <a:ext uri="{FF2B5EF4-FFF2-40B4-BE49-F238E27FC236}">
                      <a16:creationId xmlns:a16="http://schemas.microsoft.com/office/drawing/2014/main" id="{1DF2AB25-A80B-4911-A8C7-2B791DDA7F45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98" name="Group 1497">
                <a:extLst>
                  <a:ext uri="{FF2B5EF4-FFF2-40B4-BE49-F238E27FC236}">
                    <a16:creationId xmlns:a16="http://schemas.microsoft.com/office/drawing/2014/main" id="{7AE8B342-BAA9-4CB4-AAEC-8C059616E0CA}"/>
                  </a:ext>
                </a:extLst>
              </p:cNvPr>
              <p:cNvGrpSpPr/>
              <p:nvPr/>
            </p:nvGrpSpPr>
            <p:grpSpPr>
              <a:xfrm rot="1465711" flipV="1">
                <a:off x="2002734" y="3404484"/>
                <a:ext cx="731274" cy="157011"/>
                <a:chOff x="2620172" y="2546175"/>
                <a:chExt cx="834986" cy="143092"/>
              </a:xfrm>
            </p:grpSpPr>
            <p:sp>
              <p:nvSpPr>
                <p:cNvPr id="1514" name="Freeform: Shape 1513">
                  <a:extLst>
                    <a:ext uri="{FF2B5EF4-FFF2-40B4-BE49-F238E27FC236}">
                      <a16:creationId xmlns:a16="http://schemas.microsoft.com/office/drawing/2014/main" id="{6B450F53-6735-4887-BD60-35AD35A40EA4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15" name="Rectangle: Rounded Corners 1514">
                  <a:extLst>
                    <a:ext uri="{FF2B5EF4-FFF2-40B4-BE49-F238E27FC236}">
                      <a16:creationId xmlns:a16="http://schemas.microsoft.com/office/drawing/2014/main" id="{64264BE0-C7A5-4515-8EF6-893FB6C18816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99" name="Group 1498">
                <a:extLst>
                  <a:ext uri="{FF2B5EF4-FFF2-40B4-BE49-F238E27FC236}">
                    <a16:creationId xmlns:a16="http://schemas.microsoft.com/office/drawing/2014/main" id="{B70BD0D6-40F5-4781-823B-60B20ACDA3AB}"/>
                  </a:ext>
                </a:extLst>
              </p:cNvPr>
              <p:cNvGrpSpPr/>
              <p:nvPr/>
            </p:nvGrpSpPr>
            <p:grpSpPr>
              <a:xfrm rot="19016516">
                <a:off x="1733273" y="283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1512" name="Freeform: Shape 1511">
                  <a:extLst>
                    <a:ext uri="{FF2B5EF4-FFF2-40B4-BE49-F238E27FC236}">
                      <a16:creationId xmlns:a16="http://schemas.microsoft.com/office/drawing/2014/main" id="{971552D4-C974-40E7-A4CB-E0A8E62B056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13" name="Rectangle: Rounded Corners 1512">
                  <a:extLst>
                    <a:ext uri="{FF2B5EF4-FFF2-40B4-BE49-F238E27FC236}">
                      <a16:creationId xmlns:a16="http://schemas.microsoft.com/office/drawing/2014/main" id="{249AD1B6-9B2F-41E4-AEBC-CED604D554B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500" name="Group 1499">
                <a:extLst>
                  <a:ext uri="{FF2B5EF4-FFF2-40B4-BE49-F238E27FC236}">
                    <a16:creationId xmlns:a16="http://schemas.microsoft.com/office/drawing/2014/main" id="{704AA924-8448-4D4D-9514-10D12565FC09}"/>
                  </a:ext>
                </a:extLst>
              </p:cNvPr>
              <p:cNvGrpSpPr/>
              <p:nvPr/>
            </p:nvGrpSpPr>
            <p:grpSpPr>
              <a:xfrm rot="19245075">
                <a:off x="1632068" y="2825415"/>
                <a:ext cx="834986" cy="143092"/>
                <a:chOff x="2620172" y="2546175"/>
                <a:chExt cx="834986" cy="143092"/>
              </a:xfrm>
            </p:grpSpPr>
            <p:sp>
              <p:nvSpPr>
                <p:cNvPr id="1510" name="Freeform: Shape 1509">
                  <a:extLst>
                    <a:ext uri="{FF2B5EF4-FFF2-40B4-BE49-F238E27FC236}">
                      <a16:creationId xmlns:a16="http://schemas.microsoft.com/office/drawing/2014/main" id="{B7FABCC5-9833-40D5-9DE4-CE02752DF133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11" name="Rectangle: Rounded Corners 1510">
                  <a:extLst>
                    <a:ext uri="{FF2B5EF4-FFF2-40B4-BE49-F238E27FC236}">
                      <a16:creationId xmlns:a16="http://schemas.microsoft.com/office/drawing/2014/main" id="{4BA6126C-3DC4-44EE-ABD4-4D51EC2DBBD4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501" name="Group 1500">
                <a:extLst>
                  <a:ext uri="{FF2B5EF4-FFF2-40B4-BE49-F238E27FC236}">
                    <a16:creationId xmlns:a16="http://schemas.microsoft.com/office/drawing/2014/main" id="{8355CB7A-3E85-452B-B3A6-13E02382F574}"/>
                  </a:ext>
                </a:extLst>
              </p:cNvPr>
              <p:cNvGrpSpPr/>
              <p:nvPr/>
            </p:nvGrpSpPr>
            <p:grpSpPr>
              <a:xfrm rot="10458038">
                <a:off x="838889" y="3642810"/>
                <a:ext cx="381035" cy="92791"/>
                <a:chOff x="2620172" y="2546175"/>
                <a:chExt cx="834986" cy="143092"/>
              </a:xfrm>
            </p:grpSpPr>
            <p:sp>
              <p:nvSpPr>
                <p:cNvPr id="1508" name="Freeform: Shape 1507">
                  <a:extLst>
                    <a:ext uri="{FF2B5EF4-FFF2-40B4-BE49-F238E27FC236}">
                      <a16:creationId xmlns:a16="http://schemas.microsoft.com/office/drawing/2014/main" id="{D49D0201-5A0C-44D8-89F8-4FD3032F8897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09" name="Rectangle: Rounded Corners 1508">
                  <a:extLst>
                    <a:ext uri="{FF2B5EF4-FFF2-40B4-BE49-F238E27FC236}">
                      <a16:creationId xmlns:a16="http://schemas.microsoft.com/office/drawing/2014/main" id="{BC19A479-1505-423D-9223-F85F1D51A51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502" name="Group 1501">
                <a:extLst>
                  <a:ext uri="{FF2B5EF4-FFF2-40B4-BE49-F238E27FC236}">
                    <a16:creationId xmlns:a16="http://schemas.microsoft.com/office/drawing/2014/main" id="{D70412F7-31AF-4DC5-874B-BFB91D6A41EA}"/>
                  </a:ext>
                </a:extLst>
              </p:cNvPr>
              <p:cNvGrpSpPr/>
              <p:nvPr/>
            </p:nvGrpSpPr>
            <p:grpSpPr>
              <a:xfrm rot="15824399">
                <a:off x="1224680" y="2818934"/>
                <a:ext cx="381035" cy="92791"/>
                <a:chOff x="2620172" y="2546175"/>
                <a:chExt cx="834986" cy="143092"/>
              </a:xfrm>
            </p:grpSpPr>
            <p:sp>
              <p:nvSpPr>
                <p:cNvPr id="1506" name="Freeform: Shape 1505">
                  <a:extLst>
                    <a:ext uri="{FF2B5EF4-FFF2-40B4-BE49-F238E27FC236}">
                      <a16:creationId xmlns:a16="http://schemas.microsoft.com/office/drawing/2014/main" id="{C3AF1C1B-39B2-431F-A270-2BBD3F04C7E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07" name="Rectangle: Rounded Corners 1506">
                  <a:extLst>
                    <a:ext uri="{FF2B5EF4-FFF2-40B4-BE49-F238E27FC236}">
                      <a16:creationId xmlns:a16="http://schemas.microsoft.com/office/drawing/2014/main" id="{72E6CC7D-CBB6-42BD-8614-290D3CD0D17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503" name="Group 1502">
                <a:extLst>
                  <a:ext uri="{FF2B5EF4-FFF2-40B4-BE49-F238E27FC236}">
                    <a16:creationId xmlns:a16="http://schemas.microsoft.com/office/drawing/2014/main" id="{8962A807-8D37-43F1-A564-5D30F196C866}"/>
                  </a:ext>
                </a:extLst>
              </p:cNvPr>
              <p:cNvGrpSpPr/>
              <p:nvPr/>
            </p:nvGrpSpPr>
            <p:grpSpPr>
              <a:xfrm rot="16697394">
                <a:off x="1080028" y="2168448"/>
                <a:ext cx="834986" cy="143092"/>
                <a:chOff x="2620172" y="2546175"/>
                <a:chExt cx="834986" cy="143092"/>
              </a:xfrm>
            </p:grpSpPr>
            <p:sp>
              <p:nvSpPr>
                <p:cNvPr id="1504" name="Freeform: Shape 1503">
                  <a:extLst>
                    <a:ext uri="{FF2B5EF4-FFF2-40B4-BE49-F238E27FC236}">
                      <a16:creationId xmlns:a16="http://schemas.microsoft.com/office/drawing/2014/main" id="{1111BFFD-2652-42D9-9520-88172716555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05" name="Rectangle: Rounded Corners 1504">
                  <a:extLst>
                    <a:ext uri="{FF2B5EF4-FFF2-40B4-BE49-F238E27FC236}">
                      <a16:creationId xmlns:a16="http://schemas.microsoft.com/office/drawing/2014/main" id="{08A0A441-B47E-41F2-9FBC-18F993538C5E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</p:grp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279BADCF-0E57-4CA5-842D-942D93939F38}"/>
                </a:ext>
              </a:extLst>
            </p:cNvPr>
            <p:cNvSpPr/>
            <p:nvPr/>
          </p:nvSpPr>
          <p:spPr>
            <a:xfrm rot="6017948" flipV="1">
              <a:off x="1305755" y="4290452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1DA77034-F2C4-4D26-822E-DC9D35747863}"/>
                </a:ext>
              </a:extLst>
            </p:cNvPr>
            <p:cNvSpPr/>
            <p:nvPr/>
          </p:nvSpPr>
          <p:spPr>
            <a:xfrm rot="21277659">
              <a:off x="2517403" y="2906549"/>
              <a:ext cx="690584" cy="235253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092677A1-F608-443C-AEAC-11AFDF031B32}"/>
                </a:ext>
              </a:extLst>
            </p:cNvPr>
            <p:cNvSpPr/>
            <p:nvPr/>
          </p:nvSpPr>
          <p:spPr>
            <a:xfrm rot="11528244" flipV="1">
              <a:off x="344853" y="2978311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grpSp>
        <p:nvGrpSpPr>
          <p:cNvPr id="1838" name="Group 1837">
            <a:extLst>
              <a:ext uri="{FF2B5EF4-FFF2-40B4-BE49-F238E27FC236}">
                <a16:creationId xmlns:a16="http://schemas.microsoft.com/office/drawing/2014/main" id="{E4BCD3C3-881D-4D92-9955-020FB7422B46}"/>
              </a:ext>
            </a:extLst>
          </p:cNvPr>
          <p:cNvGrpSpPr/>
          <p:nvPr/>
        </p:nvGrpSpPr>
        <p:grpSpPr>
          <a:xfrm>
            <a:off x="3828079" y="2440976"/>
            <a:ext cx="630854" cy="599000"/>
            <a:chOff x="163719" y="1822501"/>
            <a:chExt cx="3062199" cy="3047160"/>
          </a:xfrm>
        </p:grpSpPr>
        <p:grpSp>
          <p:nvGrpSpPr>
            <p:cNvPr id="1839" name="Group 1838">
              <a:extLst>
                <a:ext uri="{FF2B5EF4-FFF2-40B4-BE49-F238E27FC236}">
                  <a16:creationId xmlns:a16="http://schemas.microsoft.com/office/drawing/2014/main" id="{7751DBC3-025A-48A0-8645-EBD052BFFA46}"/>
                </a:ext>
              </a:extLst>
            </p:cNvPr>
            <p:cNvGrpSpPr/>
            <p:nvPr/>
          </p:nvGrpSpPr>
          <p:grpSpPr>
            <a:xfrm>
              <a:off x="163719" y="1822501"/>
              <a:ext cx="3062199" cy="3047160"/>
              <a:chOff x="163719" y="1822501"/>
              <a:chExt cx="3062199" cy="3047160"/>
            </a:xfrm>
          </p:grpSpPr>
          <p:grpSp>
            <p:nvGrpSpPr>
              <p:cNvPr id="1843" name="Group 1842">
                <a:extLst>
                  <a:ext uri="{FF2B5EF4-FFF2-40B4-BE49-F238E27FC236}">
                    <a16:creationId xmlns:a16="http://schemas.microsoft.com/office/drawing/2014/main" id="{58AB6A5F-70EF-4EFE-956A-CDEDE50CE7CD}"/>
                  </a:ext>
                </a:extLst>
              </p:cNvPr>
              <p:cNvGrpSpPr/>
              <p:nvPr/>
            </p:nvGrpSpPr>
            <p:grpSpPr>
              <a:xfrm rot="5037398" flipV="1">
                <a:off x="1683131" y="3844124"/>
                <a:ext cx="731274" cy="157011"/>
                <a:chOff x="2620172" y="2546175"/>
                <a:chExt cx="834986" cy="143092"/>
              </a:xfrm>
            </p:grpSpPr>
            <p:sp>
              <p:nvSpPr>
                <p:cNvPr id="2202" name="Freeform: Shape 2201">
                  <a:extLst>
                    <a:ext uri="{FF2B5EF4-FFF2-40B4-BE49-F238E27FC236}">
                      <a16:creationId xmlns:a16="http://schemas.microsoft.com/office/drawing/2014/main" id="{D5D909D3-3A4B-44DA-AA88-6193FA3C2A3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03" name="Rectangle: Rounded Corners 2202">
                  <a:extLst>
                    <a:ext uri="{FF2B5EF4-FFF2-40B4-BE49-F238E27FC236}">
                      <a16:creationId xmlns:a16="http://schemas.microsoft.com/office/drawing/2014/main" id="{E3E55B91-2EDA-470A-9937-4F36B9976C58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44" name="Group 1843">
                <a:extLst>
                  <a:ext uri="{FF2B5EF4-FFF2-40B4-BE49-F238E27FC236}">
                    <a16:creationId xmlns:a16="http://schemas.microsoft.com/office/drawing/2014/main" id="{A3D66216-03DA-46D4-ADA1-2E856F6331BE}"/>
                  </a:ext>
                </a:extLst>
              </p:cNvPr>
              <p:cNvGrpSpPr/>
              <p:nvPr/>
            </p:nvGrpSpPr>
            <p:grpSpPr>
              <a:xfrm rot="5037398" flipV="1">
                <a:off x="1123013" y="4110752"/>
                <a:ext cx="731274" cy="157011"/>
                <a:chOff x="2620172" y="2546175"/>
                <a:chExt cx="834986" cy="143092"/>
              </a:xfrm>
            </p:grpSpPr>
            <p:sp>
              <p:nvSpPr>
                <p:cNvPr id="2200" name="Freeform: Shape 2199">
                  <a:extLst>
                    <a:ext uri="{FF2B5EF4-FFF2-40B4-BE49-F238E27FC236}">
                      <a16:creationId xmlns:a16="http://schemas.microsoft.com/office/drawing/2014/main" id="{9ECD4506-B36A-4197-B89F-480247B06E64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01" name="Rectangle: Rounded Corners 2200">
                  <a:extLst>
                    <a:ext uri="{FF2B5EF4-FFF2-40B4-BE49-F238E27FC236}">
                      <a16:creationId xmlns:a16="http://schemas.microsoft.com/office/drawing/2014/main" id="{8C30C8F2-9797-4394-B46F-A5D70DACE79D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45" name="Group 1844">
                <a:extLst>
                  <a:ext uri="{FF2B5EF4-FFF2-40B4-BE49-F238E27FC236}">
                    <a16:creationId xmlns:a16="http://schemas.microsoft.com/office/drawing/2014/main" id="{669195D6-7CFB-4B91-A670-A8A7F73EA8A2}"/>
                  </a:ext>
                </a:extLst>
              </p:cNvPr>
              <p:cNvGrpSpPr/>
              <p:nvPr/>
            </p:nvGrpSpPr>
            <p:grpSpPr>
              <a:xfrm>
                <a:off x="860260" y="2440902"/>
                <a:ext cx="1730523" cy="1839492"/>
                <a:chOff x="420511" y="1784768"/>
                <a:chExt cx="1730523" cy="1839492"/>
              </a:xfrm>
            </p:grpSpPr>
            <p:grpSp>
              <p:nvGrpSpPr>
                <p:cNvPr id="1918" name="Group 1917">
                  <a:extLst>
                    <a:ext uri="{FF2B5EF4-FFF2-40B4-BE49-F238E27FC236}">
                      <a16:creationId xmlns:a16="http://schemas.microsoft.com/office/drawing/2014/main" id="{8D658CF0-E164-473B-9D08-4ABFA43FF79C}"/>
                    </a:ext>
                  </a:extLst>
                </p:cNvPr>
                <p:cNvGrpSpPr/>
                <p:nvPr/>
              </p:nvGrpSpPr>
              <p:grpSpPr>
                <a:xfrm>
                  <a:off x="1069572" y="1784768"/>
                  <a:ext cx="1081462" cy="1476716"/>
                  <a:chOff x="2089993" y="1523034"/>
                  <a:chExt cx="1081462" cy="1476716"/>
                </a:xfrm>
              </p:grpSpPr>
              <p:grpSp>
                <p:nvGrpSpPr>
                  <p:cNvPr id="2139" name="Group 2138">
                    <a:extLst>
                      <a:ext uri="{FF2B5EF4-FFF2-40B4-BE49-F238E27FC236}">
                        <a16:creationId xmlns:a16="http://schemas.microsoft.com/office/drawing/2014/main" id="{41215D90-20CD-46DA-8194-ABD58DFEDAFE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70705"/>
                    <a:ext cx="101484" cy="1016226"/>
                    <a:chOff x="1800622" y="2364951"/>
                    <a:chExt cx="101484" cy="1016226"/>
                  </a:xfrm>
                </p:grpSpPr>
                <p:sp>
                  <p:nvSpPr>
                    <p:cNvPr id="2196" name="Flowchart: Connector 2195">
                      <a:extLst>
                        <a:ext uri="{FF2B5EF4-FFF2-40B4-BE49-F238E27FC236}">
                          <a16:creationId xmlns:a16="http://schemas.microsoft.com/office/drawing/2014/main" id="{E38F4E1A-5312-4F3E-BE0F-467F7487033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197" name="Flowchart: Connector 2196">
                      <a:extLst>
                        <a:ext uri="{FF2B5EF4-FFF2-40B4-BE49-F238E27FC236}">
                          <a16:creationId xmlns:a16="http://schemas.microsoft.com/office/drawing/2014/main" id="{DDC7FC54-4969-4987-B19B-147B9114BD4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198" name="Flowchart: Connector 2197">
                      <a:extLst>
                        <a:ext uri="{FF2B5EF4-FFF2-40B4-BE49-F238E27FC236}">
                          <a16:creationId xmlns:a16="http://schemas.microsoft.com/office/drawing/2014/main" id="{1309BDF3-2ACF-46CB-A5EE-87387D6FCFB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199" name="Flowchart: Connector 2198">
                      <a:extLst>
                        <a:ext uri="{FF2B5EF4-FFF2-40B4-BE49-F238E27FC236}">
                          <a16:creationId xmlns:a16="http://schemas.microsoft.com/office/drawing/2014/main" id="{BA9E91E9-BC34-4CED-82A7-BFBBE1D05D9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649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2140" name="Group 2139">
                    <a:extLst>
                      <a:ext uri="{FF2B5EF4-FFF2-40B4-BE49-F238E27FC236}">
                        <a16:creationId xmlns:a16="http://schemas.microsoft.com/office/drawing/2014/main" id="{CC6EDE9E-E0FE-4793-9234-CD11160D27F3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23034"/>
                    <a:ext cx="1057223" cy="1476716"/>
                    <a:chOff x="2114232" y="1523034"/>
                    <a:chExt cx="1057223" cy="1476716"/>
                  </a:xfrm>
                </p:grpSpPr>
                <p:grpSp>
                  <p:nvGrpSpPr>
                    <p:cNvPr id="2141" name="Group 2140">
                      <a:extLst>
                        <a:ext uri="{FF2B5EF4-FFF2-40B4-BE49-F238E27FC236}">
                          <a16:creationId xmlns:a16="http://schemas.microsoft.com/office/drawing/2014/main" id="{6F41D3F7-BF1A-4375-BFA1-E3F637E83B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47544" cy="539639"/>
                      <a:chOff x="3717189" y="1719497"/>
                      <a:chExt cx="1047544" cy="539639"/>
                    </a:xfrm>
                  </p:grpSpPr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89" name="3D Model 2188" descr="Sphere">
                            <a:extLst>
                              <a:ext uri="{FF2B5EF4-FFF2-40B4-BE49-F238E27FC236}">
                                <a16:creationId xmlns:a16="http://schemas.microsoft.com/office/drawing/2014/main" id="{C4FAF179-1B24-4C63-B16F-800563B4881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79838858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90" name="Flowchart: Connector 2189">
                        <a:extLst>
                          <a:ext uri="{FF2B5EF4-FFF2-40B4-BE49-F238E27FC236}">
                            <a16:creationId xmlns:a16="http://schemas.microsoft.com/office/drawing/2014/main" id="{08E33F07-113A-478A-A958-751EE529B1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91" name="3D Model 2190" descr="Sphere">
                            <a:extLst>
                              <a:ext uri="{FF2B5EF4-FFF2-40B4-BE49-F238E27FC236}">
                                <a16:creationId xmlns:a16="http://schemas.microsoft.com/office/drawing/2014/main" id="{5543C596-1F13-4B09-BD2A-591AB667450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00341439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92" name="Flowchart: Connector 2191">
                        <a:extLst>
                          <a:ext uri="{FF2B5EF4-FFF2-40B4-BE49-F238E27FC236}">
                            <a16:creationId xmlns:a16="http://schemas.microsoft.com/office/drawing/2014/main" id="{BC3D550E-AB36-4CEE-8AA3-D799AC0DF45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93" name="3D Model 2192" descr="Sphere">
                            <a:extLst>
                              <a:ext uri="{FF2B5EF4-FFF2-40B4-BE49-F238E27FC236}">
                                <a16:creationId xmlns:a16="http://schemas.microsoft.com/office/drawing/2014/main" id="{9A68B47B-B9E5-4C2E-A212-5EAFE7DEC6F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12561242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94" name="Flowchart: Connector 2193">
                        <a:extLst>
                          <a:ext uri="{FF2B5EF4-FFF2-40B4-BE49-F238E27FC236}">
                            <a16:creationId xmlns:a16="http://schemas.microsoft.com/office/drawing/2014/main" id="{CFCE21E8-45D1-4155-9479-41A3900552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95" name="3D Model 2194" descr="Sphere">
                            <a:extLst>
                              <a:ext uri="{FF2B5EF4-FFF2-40B4-BE49-F238E27FC236}">
                                <a16:creationId xmlns:a16="http://schemas.microsoft.com/office/drawing/2014/main" id="{82E45F31-5F00-4715-83E4-16CB26CE703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418796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142" name="Group 2141">
                      <a:extLst>
                        <a:ext uri="{FF2B5EF4-FFF2-40B4-BE49-F238E27FC236}">
                          <a16:creationId xmlns:a16="http://schemas.microsoft.com/office/drawing/2014/main" id="{82CC7C14-0513-4EFC-A9F8-2CEFE872C4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2174" name="Flowchart: Connector 2173">
                        <a:extLst>
                          <a:ext uri="{FF2B5EF4-FFF2-40B4-BE49-F238E27FC236}">
                            <a16:creationId xmlns:a16="http://schemas.microsoft.com/office/drawing/2014/main" id="{D767D62C-D7B2-4ED4-B7C4-BD6B371D279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75" name="Flowchart: Connector 2174">
                        <a:extLst>
                          <a:ext uri="{FF2B5EF4-FFF2-40B4-BE49-F238E27FC236}">
                            <a16:creationId xmlns:a16="http://schemas.microsoft.com/office/drawing/2014/main" id="{0FAC77ED-5447-4089-B435-C197354AA54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76" name="Flowchart: Connector 2175">
                        <a:extLst>
                          <a:ext uri="{FF2B5EF4-FFF2-40B4-BE49-F238E27FC236}">
                            <a16:creationId xmlns:a16="http://schemas.microsoft.com/office/drawing/2014/main" id="{4FAFFFB8-4136-4C17-ACCC-30C911AE362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77" name="Flowchart: Connector 2176">
                        <a:extLst>
                          <a:ext uri="{FF2B5EF4-FFF2-40B4-BE49-F238E27FC236}">
                            <a16:creationId xmlns:a16="http://schemas.microsoft.com/office/drawing/2014/main" id="{91E58EE5-8405-488F-B6DE-2618DDABCBF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78" name="Flowchart: Connector 2177">
                        <a:extLst>
                          <a:ext uri="{FF2B5EF4-FFF2-40B4-BE49-F238E27FC236}">
                            <a16:creationId xmlns:a16="http://schemas.microsoft.com/office/drawing/2014/main" id="{641A5800-D241-4833-AFAD-0F38B2653B8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79" name="Flowchart: Connector 2178">
                        <a:extLst>
                          <a:ext uri="{FF2B5EF4-FFF2-40B4-BE49-F238E27FC236}">
                            <a16:creationId xmlns:a16="http://schemas.microsoft.com/office/drawing/2014/main" id="{2929FEE2-3961-42F8-9BBA-B6507882ED8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80" name="Flowchart: Connector 2179">
                        <a:extLst>
                          <a:ext uri="{FF2B5EF4-FFF2-40B4-BE49-F238E27FC236}">
                            <a16:creationId xmlns:a16="http://schemas.microsoft.com/office/drawing/2014/main" id="{0842CBED-A804-4F2F-86F0-8D3103934C3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81" name="Flowchart: Connector 2180">
                        <a:extLst>
                          <a:ext uri="{FF2B5EF4-FFF2-40B4-BE49-F238E27FC236}">
                            <a16:creationId xmlns:a16="http://schemas.microsoft.com/office/drawing/2014/main" id="{C7404E5D-18B7-496F-BD43-5793C7BC5FC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82" name="3D Model 2181" descr="Sphere">
                            <a:extLst>
                              <a:ext uri="{FF2B5EF4-FFF2-40B4-BE49-F238E27FC236}">
                                <a16:creationId xmlns:a16="http://schemas.microsoft.com/office/drawing/2014/main" id="{3CC8BFE3-6950-4470-A59E-7B35EAADB70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913422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83" name="Flowchart: Connector 2182">
                        <a:extLst>
                          <a:ext uri="{FF2B5EF4-FFF2-40B4-BE49-F238E27FC236}">
                            <a16:creationId xmlns:a16="http://schemas.microsoft.com/office/drawing/2014/main" id="{A595CFC5-4972-4375-A397-706BB196EF9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84" name="3D Model 2183" descr="Sphere">
                            <a:extLst>
                              <a:ext uri="{FF2B5EF4-FFF2-40B4-BE49-F238E27FC236}">
                                <a16:creationId xmlns:a16="http://schemas.microsoft.com/office/drawing/2014/main" id="{729D5834-5F22-4F37-ABE3-5A571C18BBF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1596103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85" name="Flowchart: Connector 2184">
                        <a:extLst>
                          <a:ext uri="{FF2B5EF4-FFF2-40B4-BE49-F238E27FC236}">
                            <a16:creationId xmlns:a16="http://schemas.microsoft.com/office/drawing/2014/main" id="{4A7BF15B-BA40-480E-91DF-6E4B2D0832A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86" name="3D Model 2185" descr="Sphere">
                            <a:extLst>
                              <a:ext uri="{FF2B5EF4-FFF2-40B4-BE49-F238E27FC236}">
                                <a16:creationId xmlns:a16="http://schemas.microsoft.com/office/drawing/2014/main" id="{3693AD6D-3CA6-42A7-838F-28CA37C1288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9199701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87" name="Flowchart: Connector 2186">
                        <a:extLst>
                          <a:ext uri="{FF2B5EF4-FFF2-40B4-BE49-F238E27FC236}">
                            <a16:creationId xmlns:a16="http://schemas.microsoft.com/office/drawing/2014/main" id="{4AF3D8CD-2F83-4363-BFCA-B6A3E10832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88" name="3D Model 2187" descr="Sphere">
                            <a:extLst>
                              <a:ext uri="{FF2B5EF4-FFF2-40B4-BE49-F238E27FC236}">
                                <a16:creationId xmlns:a16="http://schemas.microsoft.com/office/drawing/2014/main" id="{018ADA24-42E7-40A9-BD0A-F7CD14C173C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0268704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143" name="Group 2142">
                      <a:extLst>
                        <a:ext uri="{FF2B5EF4-FFF2-40B4-BE49-F238E27FC236}">
                          <a16:creationId xmlns:a16="http://schemas.microsoft.com/office/drawing/2014/main" id="{FACA1936-0369-4665-AE18-001996E6BD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2159" name="Flowchart: Connector 2158">
                        <a:extLst>
                          <a:ext uri="{FF2B5EF4-FFF2-40B4-BE49-F238E27FC236}">
                            <a16:creationId xmlns:a16="http://schemas.microsoft.com/office/drawing/2014/main" id="{1C2C8322-B865-4439-82D4-10242EB5271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60" name="Flowchart: Connector 2159">
                        <a:extLst>
                          <a:ext uri="{FF2B5EF4-FFF2-40B4-BE49-F238E27FC236}">
                            <a16:creationId xmlns:a16="http://schemas.microsoft.com/office/drawing/2014/main" id="{90C9DFF0-CD24-444A-B323-1F7EFB1F1BF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61" name="Flowchart: Connector 2160">
                        <a:extLst>
                          <a:ext uri="{FF2B5EF4-FFF2-40B4-BE49-F238E27FC236}">
                            <a16:creationId xmlns:a16="http://schemas.microsoft.com/office/drawing/2014/main" id="{89E51FD1-9562-40DA-9CD4-42DC7B7F4C5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62" name="Flowchart: Connector 2161">
                        <a:extLst>
                          <a:ext uri="{FF2B5EF4-FFF2-40B4-BE49-F238E27FC236}">
                            <a16:creationId xmlns:a16="http://schemas.microsoft.com/office/drawing/2014/main" id="{5EB06903-4375-42E6-9CC4-BBEE819E586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63" name="Flowchart: Connector 2162">
                        <a:extLst>
                          <a:ext uri="{FF2B5EF4-FFF2-40B4-BE49-F238E27FC236}">
                            <a16:creationId xmlns:a16="http://schemas.microsoft.com/office/drawing/2014/main" id="{285C043F-272C-454F-A94C-467BB9582EF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64" name="Flowchart: Connector 2163">
                        <a:extLst>
                          <a:ext uri="{FF2B5EF4-FFF2-40B4-BE49-F238E27FC236}">
                            <a16:creationId xmlns:a16="http://schemas.microsoft.com/office/drawing/2014/main" id="{F0AFB87D-65BE-492D-B3BB-72D3BE53348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65" name="Flowchart: Connector 2164">
                        <a:extLst>
                          <a:ext uri="{FF2B5EF4-FFF2-40B4-BE49-F238E27FC236}">
                            <a16:creationId xmlns:a16="http://schemas.microsoft.com/office/drawing/2014/main" id="{7D1C620F-5D95-42F8-BC64-16E51853659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66" name="Flowchart: Connector 2165">
                        <a:extLst>
                          <a:ext uri="{FF2B5EF4-FFF2-40B4-BE49-F238E27FC236}">
                            <a16:creationId xmlns:a16="http://schemas.microsoft.com/office/drawing/2014/main" id="{BC0CCAB0-DC65-4EF4-AABC-63981B6E57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67" name="3D Model 2166" descr="Sphere">
                            <a:extLst>
                              <a:ext uri="{FF2B5EF4-FFF2-40B4-BE49-F238E27FC236}">
                                <a16:creationId xmlns:a16="http://schemas.microsoft.com/office/drawing/2014/main" id="{CA8E9439-4C1A-4426-9E55-CC7082B50F6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918452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68" name="Flowchart: Connector 2167">
                        <a:extLst>
                          <a:ext uri="{FF2B5EF4-FFF2-40B4-BE49-F238E27FC236}">
                            <a16:creationId xmlns:a16="http://schemas.microsoft.com/office/drawing/2014/main" id="{D860B38A-984F-485F-8507-78845687A9A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69" name="3D Model 2168" descr="Sphere">
                            <a:extLst>
                              <a:ext uri="{FF2B5EF4-FFF2-40B4-BE49-F238E27FC236}">
                                <a16:creationId xmlns:a16="http://schemas.microsoft.com/office/drawing/2014/main" id="{7923BFA6-1451-496D-BBF5-19E6539FF95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2793521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70" name="Flowchart: Connector 2169">
                        <a:extLst>
                          <a:ext uri="{FF2B5EF4-FFF2-40B4-BE49-F238E27FC236}">
                            <a16:creationId xmlns:a16="http://schemas.microsoft.com/office/drawing/2014/main" id="{2C37BEA7-B4DB-4B6B-B6F9-0AF531373A8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71" name="3D Model 2170" descr="Sphere">
                            <a:extLst>
                              <a:ext uri="{FF2B5EF4-FFF2-40B4-BE49-F238E27FC236}">
                                <a16:creationId xmlns:a16="http://schemas.microsoft.com/office/drawing/2014/main" id="{C95B4049-F301-4116-87D1-3D9D6208F36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3486530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72" name="Flowchart: Connector 2171">
                        <a:extLst>
                          <a:ext uri="{FF2B5EF4-FFF2-40B4-BE49-F238E27FC236}">
                            <a16:creationId xmlns:a16="http://schemas.microsoft.com/office/drawing/2014/main" id="{D95606A7-1CEF-458A-B4E2-8B44A17EF19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73" name="3D Model 2172" descr="Sphere">
                            <a:extLst>
                              <a:ext uri="{FF2B5EF4-FFF2-40B4-BE49-F238E27FC236}">
                                <a16:creationId xmlns:a16="http://schemas.microsoft.com/office/drawing/2014/main" id="{0B741BDB-651D-429C-94C6-20F4561A6DF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7862581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2144" name="Flowchart: Connector 2143">
                      <a:extLst>
                        <a:ext uri="{FF2B5EF4-FFF2-40B4-BE49-F238E27FC236}">
                          <a16:creationId xmlns:a16="http://schemas.microsoft.com/office/drawing/2014/main" id="{DCCE11DA-0CC6-4487-AD2C-2CFD749A8E5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145" name="Flowchart: Connector 2144">
                      <a:extLst>
                        <a:ext uri="{FF2B5EF4-FFF2-40B4-BE49-F238E27FC236}">
                          <a16:creationId xmlns:a16="http://schemas.microsoft.com/office/drawing/2014/main" id="{8C2204D7-5E02-435D-853E-FB4D95E889E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146" name="Flowchart: Connector 2145">
                      <a:extLst>
                        <a:ext uri="{FF2B5EF4-FFF2-40B4-BE49-F238E27FC236}">
                          <a16:creationId xmlns:a16="http://schemas.microsoft.com/office/drawing/2014/main" id="{DD89E72E-ADB7-4D96-89E8-083D4DB67E0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147" name="Flowchart: Connector 2146">
                      <a:extLst>
                        <a:ext uri="{FF2B5EF4-FFF2-40B4-BE49-F238E27FC236}">
                          <a16:creationId xmlns:a16="http://schemas.microsoft.com/office/drawing/2014/main" id="{AB775DEC-0762-45C6-8205-30BD2381B58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148" name="Flowchart: Connector 2147">
                      <a:extLst>
                        <a:ext uri="{FF2B5EF4-FFF2-40B4-BE49-F238E27FC236}">
                          <a16:creationId xmlns:a16="http://schemas.microsoft.com/office/drawing/2014/main" id="{AE8EABBA-5B92-4F46-8F03-E140AEC6E38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149" name="Flowchart: Connector 2148">
                      <a:extLst>
                        <a:ext uri="{FF2B5EF4-FFF2-40B4-BE49-F238E27FC236}">
                          <a16:creationId xmlns:a16="http://schemas.microsoft.com/office/drawing/2014/main" id="{9B5F0F26-037F-4194-AC29-78257AED1D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150" name="Flowchart: Connector 2149">
                      <a:extLst>
                        <a:ext uri="{FF2B5EF4-FFF2-40B4-BE49-F238E27FC236}">
                          <a16:creationId xmlns:a16="http://schemas.microsoft.com/office/drawing/2014/main" id="{501F294B-7623-4597-ABAE-74327572AD4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151" name="Flowchart: Connector 2150">
                      <a:extLst>
                        <a:ext uri="{FF2B5EF4-FFF2-40B4-BE49-F238E27FC236}">
                          <a16:creationId xmlns:a16="http://schemas.microsoft.com/office/drawing/2014/main" id="{5910EC7C-B3DF-41FF-B160-4AE9AAF23B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152" name="3D Model 2151" descr="Sphere">
                          <a:extLst>
                            <a:ext uri="{FF2B5EF4-FFF2-40B4-BE49-F238E27FC236}">
                              <a16:creationId xmlns:a16="http://schemas.microsoft.com/office/drawing/2014/main" id="{0BE1141B-E93C-402D-A90B-0B4F69B4053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702393158"/>
                            </p:ext>
                          </p:extLst>
                        </p:nvPr>
                      </p:nvGraphicFramePr>
                      <p:xfrm>
                        <a:off x="2134543" y="1523034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6" name="3D Model 315" descr="Sphere">
                          <a:extLst>
                            <a:ext uri="{FF2B5EF4-FFF2-40B4-BE49-F238E27FC236}">
                              <a16:creationId xmlns:a16="http://schemas.microsoft.com/office/drawing/2014/main" id="{94CEC40E-A38A-4B0D-A79B-E09B750E6BC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16517" y="257416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153" name="Flowchart: Connector 2152">
                      <a:extLst>
                        <a:ext uri="{FF2B5EF4-FFF2-40B4-BE49-F238E27FC236}">
                          <a16:creationId xmlns:a16="http://schemas.microsoft.com/office/drawing/2014/main" id="{B76FD9BC-4AAF-49C3-BD54-360E2FA550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154" name="3D Model 2153" descr="Sphere">
                          <a:extLst>
                            <a:ext uri="{FF2B5EF4-FFF2-40B4-BE49-F238E27FC236}">
                              <a16:creationId xmlns:a16="http://schemas.microsoft.com/office/drawing/2014/main" id="{2244D684-21E6-450B-86FD-00D2A5B27FA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405779701"/>
                            </p:ext>
                          </p:extLst>
                        </p:nvPr>
                      </p:nvGraphicFramePr>
                      <p:xfrm>
                        <a:off x="2371307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8" name="3D Model 317" descr="Sphere">
                          <a:extLst>
                            <a:ext uri="{FF2B5EF4-FFF2-40B4-BE49-F238E27FC236}">
                              <a16:creationId xmlns:a16="http://schemas.microsoft.com/office/drawing/2014/main" id="{2BEBEC1A-1AF1-4D15-819D-9B7F535C5F3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53281" y="263088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155" name="Flowchart: Connector 2154">
                      <a:extLst>
                        <a:ext uri="{FF2B5EF4-FFF2-40B4-BE49-F238E27FC236}">
                          <a16:creationId xmlns:a16="http://schemas.microsoft.com/office/drawing/2014/main" id="{BA7F87EA-6D81-40BB-8BBA-5AEF36321FC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156" name="3D Model 2155" descr="Sphere">
                          <a:extLst>
                            <a:ext uri="{FF2B5EF4-FFF2-40B4-BE49-F238E27FC236}">
                              <a16:creationId xmlns:a16="http://schemas.microsoft.com/office/drawing/2014/main" id="{2C906297-0A99-40F7-884D-BD7D07A2539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746485242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0" name="3D Model 319" descr="Sphere">
                          <a:extLst>
                            <a:ext uri="{FF2B5EF4-FFF2-40B4-BE49-F238E27FC236}">
                              <a16:creationId xmlns:a16="http://schemas.microsoft.com/office/drawing/2014/main" id="{1A28C680-4EF8-400E-9656-44FEB9047F9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991151" y="269268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157" name="Flowchart: Connector 2156">
                      <a:extLst>
                        <a:ext uri="{FF2B5EF4-FFF2-40B4-BE49-F238E27FC236}">
                          <a16:creationId xmlns:a16="http://schemas.microsoft.com/office/drawing/2014/main" id="{4F6084D9-AF60-4AFB-A190-6B5C763FC78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158" name="3D Model 2157" descr="Sphere">
                          <a:extLst>
                            <a:ext uri="{FF2B5EF4-FFF2-40B4-BE49-F238E27FC236}">
                              <a16:creationId xmlns:a16="http://schemas.microsoft.com/office/drawing/2014/main" id="{878B2BF2-F9B4-4C37-B27E-0800BDFC06F6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449798940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2" name="3D Model 321" descr="Sphere">
                          <a:extLst>
                            <a:ext uri="{FF2B5EF4-FFF2-40B4-BE49-F238E27FC236}">
                              <a16:creationId xmlns:a16="http://schemas.microsoft.com/office/drawing/2014/main" id="{14AA6C24-5D08-45CB-ACEC-CB80EC94130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2259569" y="2779722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1919" name="Group 1918">
                  <a:extLst>
                    <a:ext uri="{FF2B5EF4-FFF2-40B4-BE49-F238E27FC236}">
                      <a16:creationId xmlns:a16="http://schemas.microsoft.com/office/drawing/2014/main" id="{6C1177E9-23D3-470D-A4BB-358FC6A239F2}"/>
                    </a:ext>
                  </a:extLst>
                </p:cNvPr>
                <p:cNvGrpSpPr/>
                <p:nvPr/>
              </p:nvGrpSpPr>
              <p:grpSpPr>
                <a:xfrm>
                  <a:off x="1773325" y="2268938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2136" name="Flowchart: Connector 2135">
                    <a:extLst>
                      <a:ext uri="{FF2B5EF4-FFF2-40B4-BE49-F238E27FC236}">
                        <a16:creationId xmlns:a16="http://schemas.microsoft.com/office/drawing/2014/main" id="{C9724C00-6C10-4827-B705-A190F0EC0DC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137" name="Flowchart: Connector 2136">
                    <a:extLst>
                      <a:ext uri="{FF2B5EF4-FFF2-40B4-BE49-F238E27FC236}">
                        <a16:creationId xmlns:a16="http://schemas.microsoft.com/office/drawing/2014/main" id="{A49C9BC0-D430-4615-96F8-34F1B71E8C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138" name="Flowchart: Connector 2137">
                    <a:extLst>
                      <a:ext uri="{FF2B5EF4-FFF2-40B4-BE49-F238E27FC236}">
                        <a16:creationId xmlns:a16="http://schemas.microsoft.com/office/drawing/2014/main" id="{74B43F20-FE34-47AD-905E-5F0F08B9B10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1920" name="Flowchart: Connector 1919">
                  <a:extLst>
                    <a:ext uri="{FF2B5EF4-FFF2-40B4-BE49-F238E27FC236}">
                      <a16:creationId xmlns:a16="http://schemas.microsoft.com/office/drawing/2014/main" id="{45DA04E7-F201-4ED0-87F1-5AAD603F88E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37026" y="201261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1921" name="Flowchart: Connector 1920">
                  <a:extLst>
                    <a:ext uri="{FF2B5EF4-FFF2-40B4-BE49-F238E27FC236}">
                      <a16:creationId xmlns:a16="http://schemas.microsoft.com/office/drawing/2014/main" id="{01685B84-70F1-4B3B-BBD3-15D738DA850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88002" y="208727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1922" name="Group 1921">
                  <a:extLst>
                    <a:ext uri="{FF2B5EF4-FFF2-40B4-BE49-F238E27FC236}">
                      <a16:creationId xmlns:a16="http://schemas.microsoft.com/office/drawing/2014/main" id="{291A3EDB-D3F5-4C53-9A2E-24B328CB3D43}"/>
                    </a:ext>
                  </a:extLst>
                </p:cNvPr>
                <p:cNvGrpSpPr/>
                <p:nvPr/>
              </p:nvGrpSpPr>
              <p:grpSpPr>
                <a:xfrm rot="21228750">
                  <a:off x="1171220" y="1918660"/>
                  <a:ext cx="698062" cy="387533"/>
                  <a:chOff x="854933" y="2290871"/>
                  <a:chExt cx="698062" cy="387533"/>
                </a:xfrm>
              </p:grpSpPr>
              <p:sp>
                <p:nvSpPr>
                  <p:cNvPr id="2133" name="Flowchart: Connector 2132">
                    <a:extLst>
                      <a:ext uri="{FF2B5EF4-FFF2-40B4-BE49-F238E27FC236}">
                        <a16:creationId xmlns:a16="http://schemas.microsoft.com/office/drawing/2014/main" id="{E37C7316-EEA0-44CA-AE68-9FCED8D16F3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3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134" name="Flowchart: Connector 2133">
                    <a:extLst>
                      <a:ext uri="{FF2B5EF4-FFF2-40B4-BE49-F238E27FC236}">
                        <a16:creationId xmlns:a16="http://schemas.microsoft.com/office/drawing/2014/main" id="{85FA44C6-6143-4F8A-9ECD-7C864A1F4E2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5206" y="23778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135" name="Flowchart: Connector 2134">
                    <a:extLst>
                      <a:ext uri="{FF2B5EF4-FFF2-40B4-BE49-F238E27FC236}">
                        <a16:creationId xmlns:a16="http://schemas.microsoft.com/office/drawing/2014/main" id="{91E0A835-7CF5-4A14-A202-E5369ECAC4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41136" y="2462404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1923" name="Group 1922">
                  <a:extLst>
                    <a:ext uri="{FF2B5EF4-FFF2-40B4-BE49-F238E27FC236}">
                      <a16:creationId xmlns:a16="http://schemas.microsoft.com/office/drawing/2014/main" id="{1C20FC51-F9FD-4B22-8BEF-9A141DF0D722}"/>
                    </a:ext>
                  </a:extLst>
                </p:cNvPr>
                <p:cNvGrpSpPr/>
                <p:nvPr/>
              </p:nvGrpSpPr>
              <p:grpSpPr>
                <a:xfrm>
                  <a:off x="849741" y="1890320"/>
                  <a:ext cx="1098636" cy="1497980"/>
                  <a:chOff x="2089993" y="1501770"/>
                  <a:chExt cx="1098636" cy="1497980"/>
                </a:xfrm>
              </p:grpSpPr>
              <p:grpSp>
                <p:nvGrpSpPr>
                  <p:cNvPr id="2068" name="Group 2067">
                    <a:extLst>
                      <a:ext uri="{FF2B5EF4-FFF2-40B4-BE49-F238E27FC236}">
                        <a16:creationId xmlns:a16="http://schemas.microsoft.com/office/drawing/2014/main" id="{4451BFD6-E99D-4A4F-B780-82B7F33DDAEC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34990"/>
                    <a:ext cx="101484" cy="1051941"/>
                    <a:chOff x="1800622" y="2329236"/>
                    <a:chExt cx="101484" cy="1051941"/>
                  </a:xfrm>
                </p:grpSpPr>
                <p:sp>
                  <p:nvSpPr>
                    <p:cNvPr id="2129" name="Flowchart: Connector 2128">
                      <a:extLst>
                        <a:ext uri="{FF2B5EF4-FFF2-40B4-BE49-F238E27FC236}">
                          <a16:creationId xmlns:a16="http://schemas.microsoft.com/office/drawing/2014/main" id="{D7395665-5A87-4E73-8F05-E070DB9388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130" name="Flowchart: Connector 2129">
                      <a:extLst>
                        <a:ext uri="{FF2B5EF4-FFF2-40B4-BE49-F238E27FC236}">
                          <a16:creationId xmlns:a16="http://schemas.microsoft.com/office/drawing/2014/main" id="{C0BC3EC1-816E-44DE-A29B-1FCA9D40B2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131" name="Flowchart: Connector 2130">
                      <a:extLst>
                        <a:ext uri="{FF2B5EF4-FFF2-40B4-BE49-F238E27FC236}">
                          <a16:creationId xmlns:a16="http://schemas.microsoft.com/office/drawing/2014/main" id="{A0011D36-3BF9-4469-90D8-F5DD86CBE4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132" name="Flowchart: Connector 2131">
                      <a:extLst>
                        <a:ext uri="{FF2B5EF4-FFF2-40B4-BE49-F238E27FC236}">
                          <a16:creationId xmlns:a16="http://schemas.microsoft.com/office/drawing/2014/main" id="{4B39630A-72DE-4BB0-8EE7-D5B146B4185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2923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2069" name="Group 2068">
                    <a:extLst>
                      <a:ext uri="{FF2B5EF4-FFF2-40B4-BE49-F238E27FC236}">
                        <a16:creationId xmlns:a16="http://schemas.microsoft.com/office/drawing/2014/main" id="{6A8E9043-65D3-4C1F-8F9E-3736D668AC78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01770"/>
                    <a:ext cx="1074397" cy="1497980"/>
                    <a:chOff x="2114232" y="1501770"/>
                    <a:chExt cx="1074397" cy="1497980"/>
                  </a:xfrm>
                </p:grpSpPr>
                <p:grpSp>
                  <p:nvGrpSpPr>
                    <p:cNvPr id="2070" name="Group 2069">
                      <a:extLst>
                        <a:ext uri="{FF2B5EF4-FFF2-40B4-BE49-F238E27FC236}">
                          <a16:creationId xmlns:a16="http://schemas.microsoft.com/office/drawing/2014/main" id="{671DB7E7-8676-403E-914A-D55C7BD16E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2121" name="Flowchart: Connector 2120">
                        <a:extLst>
                          <a:ext uri="{FF2B5EF4-FFF2-40B4-BE49-F238E27FC236}">
                            <a16:creationId xmlns:a16="http://schemas.microsoft.com/office/drawing/2014/main" id="{9398AD9D-517C-4F6A-8932-849DAC65B3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22" name="3D Model 2121" descr="Sphere">
                            <a:extLst>
                              <a:ext uri="{FF2B5EF4-FFF2-40B4-BE49-F238E27FC236}">
                                <a16:creationId xmlns:a16="http://schemas.microsoft.com/office/drawing/2014/main" id="{FF36CE28-9811-4FE5-94D1-4018D655488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91421044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23" name="Flowchart: Connector 2122">
                        <a:extLst>
                          <a:ext uri="{FF2B5EF4-FFF2-40B4-BE49-F238E27FC236}">
                            <a16:creationId xmlns:a16="http://schemas.microsoft.com/office/drawing/2014/main" id="{1C88DBD6-F4B0-4F87-84BC-70B339C41F7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24" name="3D Model 2123" descr="Sphere">
                            <a:extLst>
                              <a:ext uri="{FF2B5EF4-FFF2-40B4-BE49-F238E27FC236}">
                                <a16:creationId xmlns:a16="http://schemas.microsoft.com/office/drawing/2014/main" id="{A4CD3E22-6889-49C5-86DE-A2AA0B4FAC0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0770688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25" name="Flowchart: Connector 2124">
                        <a:extLst>
                          <a:ext uri="{FF2B5EF4-FFF2-40B4-BE49-F238E27FC236}">
                            <a16:creationId xmlns:a16="http://schemas.microsoft.com/office/drawing/2014/main" id="{D532C7CE-8CE7-4EBF-898D-DBC9683119D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26" name="3D Model 2125" descr="Sphere">
                            <a:extLst>
                              <a:ext uri="{FF2B5EF4-FFF2-40B4-BE49-F238E27FC236}">
                                <a16:creationId xmlns:a16="http://schemas.microsoft.com/office/drawing/2014/main" id="{E0702BDD-C7E0-49F0-9FCB-3CBE61403F5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9120114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27" name="Flowchart: Connector 2126">
                        <a:extLst>
                          <a:ext uri="{FF2B5EF4-FFF2-40B4-BE49-F238E27FC236}">
                            <a16:creationId xmlns:a16="http://schemas.microsoft.com/office/drawing/2014/main" id="{A0B71C03-6F4F-4887-A8EE-14C151DCDA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28" name="3D Model 2127" descr="Sphere">
                            <a:extLst>
                              <a:ext uri="{FF2B5EF4-FFF2-40B4-BE49-F238E27FC236}">
                                <a16:creationId xmlns:a16="http://schemas.microsoft.com/office/drawing/2014/main" id="{E2AF35F9-251A-4A44-930B-E0A8F1BF729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9752440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071" name="Group 2070">
                      <a:extLst>
                        <a:ext uri="{FF2B5EF4-FFF2-40B4-BE49-F238E27FC236}">
                          <a16:creationId xmlns:a16="http://schemas.microsoft.com/office/drawing/2014/main" id="{CE24C8AA-AB8B-466F-BEDF-A5F4D1A816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105" name="Flowchart: Connector 2104">
                        <a:extLst>
                          <a:ext uri="{FF2B5EF4-FFF2-40B4-BE49-F238E27FC236}">
                            <a16:creationId xmlns:a16="http://schemas.microsoft.com/office/drawing/2014/main" id="{BB04E402-7D31-4025-950F-2602BAC52EF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06" name="Flowchart: Connector 2105">
                        <a:extLst>
                          <a:ext uri="{FF2B5EF4-FFF2-40B4-BE49-F238E27FC236}">
                            <a16:creationId xmlns:a16="http://schemas.microsoft.com/office/drawing/2014/main" id="{AA51AA14-3563-427F-B5BC-EDA7147C050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07" name="Flowchart: Connector 2106">
                        <a:extLst>
                          <a:ext uri="{FF2B5EF4-FFF2-40B4-BE49-F238E27FC236}">
                            <a16:creationId xmlns:a16="http://schemas.microsoft.com/office/drawing/2014/main" id="{F66079B9-2BD9-4E6F-B74E-ED15FAC141F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08" name="Flowchart: Connector 2107">
                        <a:extLst>
                          <a:ext uri="{FF2B5EF4-FFF2-40B4-BE49-F238E27FC236}">
                            <a16:creationId xmlns:a16="http://schemas.microsoft.com/office/drawing/2014/main" id="{E8DED092-83CD-434F-A3D9-6541E236ABA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09" name="Flowchart: Connector 2108">
                        <a:extLst>
                          <a:ext uri="{FF2B5EF4-FFF2-40B4-BE49-F238E27FC236}">
                            <a16:creationId xmlns:a16="http://schemas.microsoft.com/office/drawing/2014/main" id="{279319D9-EA2A-479B-B7D4-F1EC60949ED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10" name="Flowchart: Connector 2109">
                        <a:extLst>
                          <a:ext uri="{FF2B5EF4-FFF2-40B4-BE49-F238E27FC236}">
                            <a16:creationId xmlns:a16="http://schemas.microsoft.com/office/drawing/2014/main" id="{B3826EED-08FE-4DBD-9537-F6ECC0FADF5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11" name="Flowchart: Connector 2110">
                        <a:extLst>
                          <a:ext uri="{FF2B5EF4-FFF2-40B4-BE49-F238E27FC236}">
                            <a16:creationId xmlns:a16="http://schemas.microsoft.com/office/drawing/2014/main" id="{C1317C89-C69C-462E-99D5-7C38B8E883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12" name="Flowchart: Connector 2111">
                        <a:extLst>
                          <a:ext uri="{FF2B5EF4-FFF2-40B4-BE49-F238E27FC236}">
                            <a16:creationId xmlns:a16="http://schemas.microsoft.com/office/drawing/2014/main" id="{E7B31948-3324-4032-B745-144C68E8F81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113" name="Flowchart: Connector 2112">
                        <a:extLst>
                          <a:ext uri="{FF2B5EF4-FFF2-40B4-BE49-F238E27FC236}">
                            <a16:creationId xmlns:a16="http://schemas.microsoft.com/office/drawing/2014/main" id="{259C856F-73B2-4D6E-86EE-869A1999F31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14" name="3D Model 2113" descr="Sphere">
                            <a:extLst>
                              <a:ext uri="{FF2B5EF4-FFF2-40B4-BE49-F238E27FC236}">
                                <a16:creationId xmlns:a16="http://schemas.microsoft.com/office/drawing/2014/main" id="{FBD53705-9CB1-417B-BB81-E90C7000B2C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65019381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15" name="Flowchart: Connector 2114">
                        <a:extLst>
                          <a:ext uri="{FF2B5EF4-FFF2-40B4-BE49-F238E27FC236}">
                            <a16:creationId xmlns:a16="http://schemas.microsoft.com/office/drawing/2014/main" id="{5B827618-68A3-4345-A5C3-8AF4073BA6A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16" name="3D Model 2115" descr="Sphere">
                            <a:extLst>
                              <a:ext uri="{FF2B5EF4-FFF2-40B4-BE49-F238E27FC236}">
                                <a16:creationId xmlns:a16="http://schemas.microsoft.com/office/drawing/2014/main" id="{6BFC96C0-ED63-456D-8242-887FD1EB389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8866619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17" name="Flowchart: Connector 2116">
                        <a:extLst>
                          <a:ext uri="{FF2B5EF4-FFF2-40B4-BE49-F238E27FC236}">
                            <a16:creationId xmlns:a16="http://schemas.microsoft.com/office/drawing/2014/main" id="{FDB88CC5-431C-499A-861A-8CDDBA83F28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18" name="3D Model 2117" descr="Sphere">
                            <a:extLst>
                              <a:ext uri="{FF2B5EF4-FFF2-40B4-BE49-F238E27FC236}">
                                <a16:creationId xmlns:a16="http://schemas.microsoft.com/office/drawing/2014/main" id="{E397C758-53B7-4A7A-8CBE-6CFCB3A77E3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412038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19" name="Flowchart: Connector 2118">
                        <a:extLst>
                          <a:ext uri="{FF2B5EF4-FFF2-40B4-BE49-F238E27FC236}">
                            <a16:creationId xmlns:a16="http://schemas.microsoft.com/office/drawing/2014/main" id="{6E7FB652-EB60-44DE-90D0-94A6945D3D1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20" name="3D Model 2119" descr="Sphere">
                            <a:extLst>
                              <a:ext uri="{FF2B5EF4-FFF2-40B4-BE49-F238E27FC236}">
                                <a16:creationId xmlns:a16="http://schemas.microsoft.com/office/drawing/2014/main" id="{0A0184C4-FD09-4009-8AB0-9DCB1B2D77D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7018879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072" name="Group 2071">
                      <a:extLst>
                        <a:ext uri="{FF2B5EF4-FFF2-40B4-BE49-F238E27FC236}">
                          <a16:creationId xmlns:a16="http://schemas.microsoft.com/office/drawing/2014/main" id="{5107A99D-3DA4-433F-BD0B-EA488637E1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089" name="Flowchart: Connector 2088">
                        <a:extLst>
                          <a:ext uri="{FF2B5EF4-FFF2-40B4-BE49-F238E27FC236}">
                            <a16:creationId xmlns:a16="http://schemas.microsoft.com/office/drawing/2014/main" id="{CB24486F-660D-4BA0-BB98-0AF81A0892C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90" name="Flowchart: Connector 2089">
                        <a:extLst>
                          <a:ext uri="{FF2B5EF4-FFF2-40B4-BE49-F238E27FC236}">
                            <a16:creationId xmlns:a16="http://schemas.microsoft.com/office/drawing/2014/main" id="{3B745F87-32F6-4388-BD61-F135E92F063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91" name="Flowchart: Connector 2090">
                        <a:extLst>
                          <a:ext uri="{FF2B5EF4-FFF2-40B4-BE49-F238E27FC236}">
                            <a16:creationId xmlns:a16="http://schemas.microsoft.com/office/drawing/2014/main" id="{C2DB7154-53D9-488F-BABE-51DCA26E0D3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92" name="Flowchart: Connector 2091">
                        <a:extLst>
                          <a:ext uri="{FF2B5EF4-FFF2-40B4-BE49-F238E27FC236}">
                            <a16:creationId xmlns:a16="http://schemas.microsoft.com/office/drawing/2014/main" id="{01EDEE1A-676C-46A1-AA99-B70A82C3449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93" name="Flowchart: Connector 2092">
                        <a:extLst>
                          <a:ext uri="{FF2B5EF4-FFF2-40B4-BE49-F238E27FC236}">
                            <a16:creationId xmlns:a16="http://schemas.microsoft.com/office/drawing/2014/main" id="{A00193C8-C293-4565-82E6-5BF049170AE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94" name="Flowchart: Connector 2093">
                        <a:extLst>
                          <a:ext uri="{FF2B5EF4-FFF2-40B4-BE49-F238E27FC236}">
                            <a16:creationId xmlns:a16="http://schemas.microsoft.com/office/drawing/2014/main" id="{E91A0A0C-2706-416D-BC8B-688F459EC42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95" name="Flowchart: Connector 2094">
                        <a:extLst>
                          <a:ext uri="{FF2B5EF4-FFF2-40B4-BE49-F238E27FC236}">
                            <a16:creationId xmlns:a16="http://schemas.microsoft.com/office/drawing/2014/main" id="{ECE0D22D-AD0F-489D-A4A0-D80DCAE57BB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96" name="Flowchart: Connector 2095">
                        <a:extLst>
                          <a:ext uri="{FF2B5EF4-FFF2-40B4-BE49-F238E27FC236}">
                            <a16:creationId xmlns:a16="http://schemas.microsoft.com/office/drawing/2014/main" id="{933696CC-D079-4E4B-9A13-9DEA9635C46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97" name="Flowchart: Connector 2096">
                        <a:extLst>
                          <a:ext uri="{FF2B5EF4-FFF2-40B4-BE49-F238E27FC236}">
                            <a16:creationId xmlns:a16="http://schemas.microsoft.com/office/drawing/2014/main" id="{F3047DA6-5701-43DD-99CB-FF01BF2F68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98" name="3D Model 2097" descr="Sphere">
                            <a:extLst>
                              <a:ext uri="{FF2B5EF4-FFF2-40B4-BE49-F238E27FC236}">
                                <a16:creationId xmlns:a16="http://schemas.microsoft.com/office/drawing/2014/main" id="{9936EAD2-45D8-4368-8B86-547487DEE1A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74470592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099" name="Flowchart: Connector 2098">
                        <a:extLst>
                          <a:ext uri="{FF2B5EF4-FFF2-40B4-BE49-F238E27FC236}">
                            <a16:creationId xmlns:a16="http://schemas.microsoft.com/office/drawing/2014/main" id="{F25A5766-039A-49E8-95B5-B60E87AF9C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00" name="3D Model 2099" descr="Sphere">
                            <a:extLst>
                              <a:ext uri="{FF2B5EF4-FFF2-40B4-BE49-F238E27FC236}">
                                <a16:creationId xmlns:a16="http://schemas.microsoft.com/office/drawing/2014/main" id="{9E5CB13D-704A-4825-905C-E3E9D10DA19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586903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01" name="Flowchart: Connector 2100">
                        <a:extLst>
                          <a:ext uri="{FF2B5EF4-FFF2-40B4-BE49-F238E27FC236}">
                            <a16:creationId xmlns:a16="http://schemas.microsoft.com/office/drawing/2014/main" id="{EB2A837B-65A4-4428-9358-A2856FDE9C6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02" name="3D Model 2101" descr="Sphere">
                            <a:extLst>
                              <a:ext uri="{FF2B5EF4-FFF2-40B4-BE49-F238E27FC236}">
                                <a16:creationId xmlns:a16="http://schemas.microsoft.com/office/drawing/2014/main" id="{99248EDD-159B-493A-9001-1D9C050FF55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1252631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03" name="Flowchart: Connector 2102">
                        <a:extLst>
                          <a:ext uri="{FF2B5EF4-FFF2-40B4-BE49-F238E27FC236}">
                            <a16:creationId xmlns:a16="http://schemas.microsoft.com/office/drawing/2014/main" id="{7627984D-9ABF-492F-A52D-9DA1B180A30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04" name="3D Model 2103" descr="Sphere">
                            <a:extLst>
                              <a:ext uri="{FF2B5EF4-FFF2-40B4-BE49-F238E27FC236}">
                                <a16:creationId xmlns:a16="http://schemas.microsoft.com/office/drawing/2014/main" id="{3AD0D898-AE31-4EFD-B35C-3A6AC4C6C7B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01165822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2073" name="Flowchart: Connector 2072">
                      <a:extLst>
                        <a:ext uri="{FF2B5EF4-FFF2-40B4-BE49-F238E27FC236}">
                          <a16:creationId xmlns:a16="http://schemas.microsoft.com/office/drawing/2014/main" id="{95D6C0ED-E8EE-4E5C-82AC-F469C00E3DD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74" name="Flowchart: Connector 2073">
                      <a:extLst>
                        <a:ext uri="{FF2B5EF4-FFF2-40B4-BE49-F238E27FC236}">
                          <a16:creationId xmlns:a16="http://schemas.microsoft.com/office/drawing/2014/main" id="{706A9882-AD67-43DB-B639-E9C6E43A55C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75" name="Flowchart: Connector 2074">
                      <a:extLst>
                        <a:ext uri="{FF2B5EF4-FFF2-40B4-BE49-F238E27FC236}">
                          <a16:creationId xmlns:a16="http://schemas.microsoft.com/office/drawing/2014/main" id="{7A9CF6B2-E364-411D-83EF-16FEB49F5A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76" name="Flowchart: Connector 2075">
                      <a:extLst>
                        <a:ext uri="{FF2B5EF4-FFF2-40B4-BE49-F238E27FC236}">
                          <a16:creationId xmlns:a16="http://schemas.microsoft.com/office/drawing/2014/main" id="{791CC8C8-F341-475C-A113-6D6902ADF99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77" name="Flowchart: Connector 2076">
                      <a:extLst>
                        <a:ext uri="{FF2B5EF4-FFF2-40B4-BE49-F238E27FC236}">
                          <a16:creationId xmlns:a16="http://schemas.microsoft.com/office/drawing/2014/main" id="{C23FEDF6-41A8-406F-9D21-EB5D3EB6A3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78" name="Flowchart: Connector 2077">
                      <a:extLst>
                        <a:ext uri="{FF2B5EF4-FFF2-40B4-BE49-F238E27FC236}">
                          <a16:creationId xmlns:a16="http://schemas.microsoft.com/office/drawing/2014/main" id="{FBC9F1FC-EC42-4C5B-A22C-0EA81AA57EF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79" name="Flowchart: Connector 2078">
                      <a:extLst>
                        <a:ext uri="{FF2B5EF4-FFF2-40B4-BE49-F238E27FC236}">
                          <a16:creationId xmlns:a16="http://schemas.microsoft.com/office/drawing/2014/main" id="{ACEA557C-D917-4715-9B8E-2C915EB764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80" name="Flowchart: Connector 2079">
                      <a:extLst>
                        <a:ext uri="{FF2B5EF4-FFF2-40B4-BE49-F238E27FC236}">
                          <a16:creationId xmlns:a16="http://schemas.microsoft.com/office/drawing/2014/main" id="{EA64C1A0-2A7C-4888-A609-64026E80C4C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81" name="Flowchart: Connector 2080">
                      <a:extLst>
                        <a:ext uri="{FF2B5EF4-FFF2-40B4-BE49-F238E27FC236}">
                          <a16:creationId xmlns:a16="http://schemas.microsoft.com/office/drawing/2014/main" id="{20FABFF6-92EC-4CFF-A4E0-E62F9552CC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082" name="3D Model 2081" descr="Sphere">
                          <a:extLst>
                            <a:ext uri="{FF2B5EF4-FFF2-40B4-BE49-F238E27FC236}">
                              <a16:creationId xmlns:a16="http://schemas.microsoft.com/office/drawing/2014/main" id="{A84B00FA-843A-4071-842A-641373ED78E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6354670"/>
                            </p:ext>
                          </p:extLst>
                        </p:nvPr>
                      </p:nvGraphicFramePr>
                      <p:xfrm>
                        <a:off x="2123911" y="1501770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6" name="3D Model 245" descr="Sphere">
                          <a:extLst>
                            <a:ext uri="{FF2B5EF4-FFF2-40B4-BE49-F238E27FC236}">
                              <a16:creationId xmlns:a16="http://schemas.microsoft.com/office/drawing/2014/main" id="{577274C7-8617-4369-B298-B9B4DA1BC5D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286054" y="267971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083" name="Flowchart: Connector 2082">
                      <a:extLst>
                        <a:ext uri="{FF2B5EF4-FFF2-40B4-BE49-F238E27FC236}">
                          <a16:creationId xmlns:a16="http://schemas.microsoft.com/office/drawing/2014/main" id="{E0FE815A-70E8-4FF7-BDA2-AD1327F32E3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084" name="3D Model 2083" descr="Sphere">
                          <a:extLst>
                            <a:ext uri="{FF2B5EF4-FFF2-40B4-BE49-F238E27FC236}">
                              <a16:creationId xmlns:a16="http://schemas.microsoft.com/office/drawing/2014/main" id="{5B697CE3-1BC7-42C0-A4BE-E4C9FBD3BDC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343980572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8" name="3D Model 247" descr="Sphere">
                          <a:extLst>
                            <a:ext uri="{FF2B5EF4-FFF2-40B4-BE49-F238E27FC236}">
                              <a16:creationId xmlns:a16="http://schemas.microsoft.com/office/drawing/2014/main" id="{BC4E9140-BDC8-4E93-8770-30C4F9B0F09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26824" y="275770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085" name="Flowchart: Connector 2084">
                      <a:extLst>
                        <a:ext uri="{FF2B5EF4-FFF2-40B4-BE49-F238E27FC236}">
                          <a16:creationId xmlns:a16="http://schemas.microsoft.com/office/drawing/2014/main" id="{86BEE165-8D29-4EF0-A62F-BB6F894E5D6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93292" y="17177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086" name="3D Model 2085" descr="Sphere">
                          <a:extLst>
                            <a:ext uri="{FF2B5EF4-FFF2-40B4-BE49-F238E27FC236}">
                              <a16:creationId xmlns:a16="http://schemas.microsoft.com/office/drawing/2014/main" id="{8BDCAA03-2340-49D6-AFBD-07FA453E9CB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66456851"/>
                            </p:ext>
                          </p:extLst>
                        </p:nvPr>
                      </p:nvGraphicFramePr>
                      <p:xfrm>
                        <a:off x="2622429" y="163823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0" name="3D Model 249" descr="Sphere">
                          <a:extLst>
                            <a:ext uri="{FF2B5EF4-FFF2-40B4-BE49-F238E27FC236}">
                              <a16:creationId xmlns:a16="http://schemas.microsoft.com/office/drawing/2014/main" id="{C1AF7886-B135-485F-A801-5B21B530E01D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84572" y="281618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087" name="Flowchart: Connector 2086">
                      <a:extLst>
                        <a:ext uri="{FF2B5EF4-FFF2-40B4-BE49-F238E27FC236}">
                          <a16:creationId xmlns:a16="http://schemas.microsoft.com/office/drawing/2014/main" id="{7F95A423-3105-48F2-B09C-83A6F7B669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088" name="3D Model 2087" descr="Sphere">
                          <a:extLst>
                            <a:ext uri="{FF2B5EF4-FFF2-40B4-BE49-F238E27FC236}">
                              <a16:creationId xmlns:a16="http://schemas.microsoft.com/office/drawing/2014/main" id="{6C9AB41B-1D1A-4892-B2B0-8A0E09B9000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35213638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2" name="3D Model 251" descr="Sphere">
                          <a:extLst>
                            <a:ext uri="{FF2B5EF4-FFF2-40B4-BE49-F238E27FC236}">
                              <a16:creationId xmlns:a16="http://schemas.microsoft.com/office/drawing/2014/main" id="{EB68E7E5-FF10-4BB5-8F5E-DD6D67E5C06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2039738" y="290653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1924" name="Group 1923">
                  <a:extLst>
                    <a:ext uri="{FF2B5EF4-FFF2-40B4-BE49-F238E27FC236}">
                      <a16:creationId xmlns:a16="http://schemas.microsoft.com/office/drawing/2014/main" id="{985810F8-73C0-4310-A0A4-D66EF92D5784}"/>
                    </a:ext>
                  </a:extLst>
                </p:cNvPr>
                <p:cNvGrpSpPr/>
                <p:nvPr/>
              </p:nvGrpSpPr>
              <p:grpSpPr>
                <a:xfrm>
                  <a:off x="1547436" y="2361226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2065" name="Flowchart: Connector 2064">
                    <a:extLst>
                      <a:ext uri="{FF2B5EF4-FFF2-40B4-BE49-F238E27FC236}">
                        <a16:creationId xmlns:a16="http://schemas.microsoft.com/office/drawing/2014/main" id="{01705728-3E88-4B12-A62E-7924DFE01F6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066" name="Flowchart: Connector 2065">
                    <a:extLst>
                      <a:ext uri="{FF2B5EF4-FFF2-40B4-BE49-F238E27FC236}">
                        <a16:creationId xmlns:a16="http://schemas.microsoft.com/office/drawing/2014/main" id="{322999EF-4A0B-4260-9291-52E49A448AB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067" name="Flowchart: Connector 2066">
                    <a:extLst>
                      <a:ext uri="{FF2B5EF4-FFF2-40B4-BE49-F238E27FC236}">
                        <a16:creationId xmlns:a16="http://schemas.microsoft.com/office/drawing/2014/main" id="{F9B61167-9466-4808-8068-04A6FF799BF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1925" name="Flowchart: Connector 1924">
                  <a:extLst>
                    <a:ext uri="{FF2B5EF4-FFF2-40B4-BE49-F238E27FC236}">
                      <a16:creationId xmlns:a16="http://schemas.microsoft.com/office/drawing/2014/main" id="{FD139130-ED1D-4428-9283-CDF9E724A48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19794" y="212254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1926" name="Flowchart: Connector 1925">
                  <a:extLst>
                    <a:ext uri="{FF2B5EF4-FFF2-40B4-BE49-F238E27FC236}">
                      <a16:creationId xmlns:a16="http://schemas.microsoft.com/office/drawing/2014/main" id="{F9089A4D-1B31-4E98-BFAB-076250FF208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74020" y="218539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1927" name="Group 1926">
                  <a:extLst>
                    <a:ext uri="{FF2B5EF4-FFF2-40B4-BE49-F238E27FC236}">
                      <a16:creationId xmlns:a16="http://schemas.microsoft.com/office/drawing/2014/main" id="{A92D2A7D-1310-45C9-92F7-128D77EE1AC6}"/>
                    </a:ext>
                  </a:extLst>
                </p:cNvPr>
                <p:cNvGrpSpPr/>
                <p:nvPr/>
              </p:nvGrpSpPr>
              <p:grpSpPr>
                <a:xfrm rot="21418957">
                  <a:off x="941432" y="2025443"/>
                  <a:ext cx="710250" cy="369080"/>
                  <a:chOff x="854932" y="2290871"/>
                  <a:chExt cx="710250" cy="369080"/>
                </a:xfrm>
              </p:grpSpPr>
              <p:sp>
                <p:nvSpPr>
                  <p:cNvPr id="2062" name="Flowchart: Connector 2061">
                    <a:extLst>
                      <a:ext uri="{FF2B5EF4-FFF2-40B4-BE49-F238E27FC236}">
                        <a16:creationId xmlns:a16="http://schemas.microsoft.com/office/drawing/2014/main" id="{9568E288-AD2D-4754-986D-E8345E9AD37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2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063" name="Flowchart: Connector 2062">
                    <a:extLst>
                      <a:ext uri="{FF2B5EF4-FFF2-40B4-BE49-F238E27FC236}">
                        <a16:creationId xmlns:a16="http://schemas.microsoft.com/office/drawing/2014/main" id="{7BAB7108-E132-421B-82A4-DF17B0D7E47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1897" y="2377722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064" name="Flowchart: Connector 2063">
                    <a:extLst>
                      <a:ext uri="{FF2B5EF4-FFF2-40B4-BE49-F238E27FC236}">
                        <a16:creationId xmlns:a16="http://schemas.microsoft.com/office/drawing/2014/main" id="{21C62397-ECE9-459E-9490-9F8EB25133A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53323" y="244395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1928" name="Group 1927">
                  <a:extLst>
                    <a:ext uri="{FF2B5EF4-FFF2-40B4-BE49-F238E27FC236}">
                      <a16:creationId xmlns:a16="http://schemas.microsoft.com/office/drawing/2014/main" id="{4E890570-8265-4877-9027-552EA76E6924}"/>
                    </a:ext>
                  </a:extLst>
                </p:cNvPr>
                <p:cNvGrpSpPr/>
                <p:nvPr/>
              </p:nvGrpSpPr>
              <p:grpSpPr>
                <a:xfrm>
                  <a:off x="621287" y="1995259"/>
                  <a:ext cx="1102917" cy="1484052"/>
                  <a:chOff x="2085712" y="1515698"/>
                  <a:chExt cx="1102917" cy="1484052"/>
                </a:xfrm>
              </p:grpSpPr>
              <p:grpSp>
                <p:nvGrpSpPr>
                  <p:cNvPr id="1997" name="Group 1996">
                    <a:extLst>
                      <a:ext uri="{FF2B5EF4-FFF2-40B4-BE49-F238E27FC236}">
                        <a16:creationId xmlns:a16="http://schemas.microsoft.com/office/drawing/2014/main" id="{7D69EEC9-7DAD-4D1E-B561-BAC62B60E800}"/>
                      </a:ext>
                    </a:extLst>
                  </p:cNvPr>
                  <p:cNvGrpSpPr/>
                  <p:nvPr/>
                </p:nvGrpSpPr>
                <p:grpSpPr>
                  <a:xfrm>
                    <a:off x="2085712" y="1648950"/>
                    <a:ext cx="105765" cy="1037981"/>
                    <a:chOff x="1796341" y="2343196"/>
                    <a:chExt cx="105765" cy="1037981"/>
                  </a:xfrm>
                </p:grpSpPr>
                <p:sp>
                  <p:nvSpPr>
                    <p:cNvPr id="2058" name="Flowchart: Connector 2057">
                      <a:extLst>
                        <a:ext uri="{FF2B5EF4-FFF2-40B4-BE49-F238E27FC236}">
                          <a16:creationId xmlns:a16="http://schemas.microsoft.com/office/drawing/2014/main" id="{2A250651-6255-44C4-A0C2-0EE3B6660F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59" name="Flowchart: Connector 2058">
                      <a:extLst>
                        <a:ext uri="{FF2B5EF4-FFF2-40B4-BE49-F238E27FC236}">
                          <a16:creationId xmlns:a16="http://schemas.microsoft.com/office/drawing/2014/main" id="{2E56FDFB-2203-41AD-885F-E608712E98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60" name="Flowchart: Connector 2059">
                      <a:extLst>
                        <a:ext uri="{FF2B5EF4-FFF2-40B4-BE49-F238E27FC236}">
                          <a16:creationId xmlns:a16="http://schemas.microsoft.com/office/drawing/2014/main" id="{05A65A11-C547-4959-8494-F8AC321F38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61" name="Flowchart: Connector 2060">
                      <a:extLst>
                        <a:ext uri="{FF2B5EF4-FFF2-40B4-BE49-F238E27FC236}">
                          <a16:creationId xmlns:a16="http://schemas.microsoft.com/office/drawing/2014/main" id="{F9C8228D-950E-4E2C-9A09-9C3F675B3F0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796341" y="2343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998" name="Group 1997">
                    <a:extLst>
                      <a:ext uri="{FF2B5EF4-FFF2-40B4-BE49-F238E27FC236}">
                        <a16:creationId xmlns:a16="http://schemas.microsoft.com/office/drawing/2014/main" id="{5BC574C5-EE08-433B-AE6E-ECF85ED6ED18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15698"/>
                    <a:ext cx="1074397" cy="1484052"/>
                    <a:chOff x="2114232" y="1515698"/>
                    <a:chExt cx="1074397" cy="1484052"/>
                  </a:xfrm>
                </p:grpSpPr>
                <p:grpSp>
                  <p:nvGrpSpPr>
                    <p:cNvPr id="1999" name="Group 1998">
                      <a:extLst>
                        <a:ext uri="{FF2B5EF4-FFF2-40B4-BE49-F238E27FC236}">
                          <a16:creationId xmlns:a16="http://schemas.microsoft.com/office/drawing/2014/main" id="{8EA51080-E24D-44A3-9228-F426345C84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2050" name="Flowchart: Connector 2049">
                        <a:extLst>
                          <a:ext uri="{FF2B5EF4-FFF2-40B4-BE49-F238E27FC236}">
                            <a16:creationId xmlns:a16="http://schemas.microsoft.com/office/drawing/2014/main" id="{6A507497-0C1C-4051-BC6E-3DB20A7F148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51" name="3D Model 2050" descr="Sphere">
                            <a:extLst>
                              <a:ext uri="{FF2B5EF4-FFF2-40B4-BE49-F238E27FC236}">
                                <a16:creationId xmlns:a16="http://schemas.microsoft.com/office/drawing/2014/main" id="{8A07AF1A-F8B1-4754-8623-54F593557D6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25630373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052" name="Flowchart: Connector 2051">
                        <a:extLst>
                          <a:ext uri="{FF2B5EF4-FFF2-40B4-BE49-F238E27FC236}">
                            <a16:creationId xmlns:a16="http://schemas.microsoft.com/office/drawing/2014/main" id="{53F190E4-6E59-4C6B-AFE4-2604851820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53" name="3D Model 2052" descr="Sphere">
                            <a:extLst>
                              <a:ext uri="{FF2B5EF4-FFF2-40B4-BE49-F238E27FC236}">
                                <a16:creationId xmlns:a16="http://schemas.microsoft.com/office/drawing/2014/main" id="{ACB12641-A88F-410B-B01B-27145571A0A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0327219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054" name="Flowchart: Connector 2053">
                        <a:extLst>
                          <a:ext uri="{FF2B5EF4-FFF2-40B4-BE49-F238E27FC236}">
                            <a16:creationId xmlns:a16="http://schemas.microsoft.com/office/drawing/2014/main" id="{BFEF9682-24C6-450E-AD1E-008D14C387A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55" name="3D Model 2054" descr="Sphere">
                            <a:extLst>
                              <a:ext uri="{FF2B5EF4-FFF2-40B4-BE49-F238E27FC236}">
                                <a16:creationId xmlns:a16="http://schemas.microsoft.com/office/drawing/2014/main" id="{2B76D1D1-D5F4-4F8D-8AF5-3B4A327297D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25445488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056" name="Flowchart: Connector 2055">
                        <a:extLst>
                          <a:ext uri="{FF2B5EF4-FFF2-40B4-BE49-F238E27FC236}">
                            <a16:creationId xmlns:a16="http://schemas.microsoft.com/office/drawing/2014/main" id="{8018D425-76C2-48B9-A9E9-7127E4984C8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57" name="3D Model 2056" descr="Sphere">
                            <a:extLst>
                              <a:ext uri="{FF2B5EF4-FFF2-40B4-BE49-F238E27FC236}">
                                <a16:creationId xmlns:a16="http://schemas.microsoft.com/office/drawing/2014/main" id="{EDCCF98B-078C-44B1-A9AE-5057C2CEB4E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54268686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000" name="Group 1999">
                      <a:extLst>
                        <a:ext uri="{FF2B5EF4-FFF2-40B4-BE49-F238E27FC236}">
                          <a16:creationId xmlns:a16="http://schemas.microsoft.com/office/drawing/2014/main" id="{D101B32E-5C38-4E98-8342-3FFCFA62BA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034" name="Flowchart: Connector 2033">
                        <a:extLst>
                          <a:ext uri="{FF2B5EF4-FFF2-40B4-BE49-F238E27FC236}">
                            <a16:creationId xmlns:a16="http://schemas.microsoft.com/office/drawing/2014/main" id="{EA552A45-63D5-413C-B547-F0EA1B35B79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35" name="Flowchart: Connector 2034">
                        <a:extLst>
                          <a:ext uri="{FF2B5EF4-FFF2-40B4-BE49-F238E27FC236}">
                            <a16:creationId xmlns:a16="http://schemas.microsoft.com/office/drawing/2014/main" id="{7C43B720-4FCA-488D-9800-04F453EACC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36" name="Flowchart: Connector 2035">
                        <a:extLst>
                          <a:ext uri="{FF2B5EF4-FFF2-40B4-BE49-F238E27FC236}">
                            <a16:creationId xmlns:a16="http://schemas.microsoft.com/office/drawing/2014/main" id="{C49ABB2E-9FDC-4349-B8E4-90E071872A5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37" name="Flowchart: Connector 2036">
                        <a:extLst>
                          <a:ext uri="{FF2B5EF4-FFF2-40B4-BE49-F238E27FC236}">
                            <a16:creationId xmlns:a16="http://schemas.microsoft.com/office/drawing/2014/main" id="{5403A93E-86E5-4DDA-906C-0EF8FBD7A7A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38" name="Flowchart: Connector 2037">
                        <a:extLst>
                          <a:ext uri="{FF2B5EF4-FFF2-40B4-BE49-F238E27FC236}">
                            <a16:creationId xmlns:a16="http://schemas.microsoft.com/office/drawing/2014/main" id="{D826897B-79B1-4A0A-BCEF-8FB928CC34E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39" name="Flowchart: Connector 2038">
                        <a:extLst>
                          <a:ext uri="{FF2B5EF4-FFF2-40B4-BE49-F238E27FC236}">
                            <a16:creationId xmlns:a16="http://schemas.microsoft.com/office/drawing/2014/main" id="{A3E7E4D8-F97A-4139-998D-51290ABAFD8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40" name="Flowchart: Connector 2039">
                        <a:extLst>
                          <a:ext uri="{FF2B5EF4-FFF2-40B4-BE49-F238E27FC236}">
                            <a16:creationId xmlns:a16="http://schemas.microsoft.com/office/drawing/2014/main" id="{DB15EF04-84B6-474F-ACC2-0483548A93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41" name="Flowchart: Connector 2040">
                        <a:extLst>
                          <a:ext uri="{FF2B5EF4-FFF2-40B4-BE49-F238E27FC236}">
                            <a16:creationId xmlns:a16="http://schemas.microsoft.com/office/drawing/2014/main" id="{728C01E1-87FF-4A3E-B34B-13DD5E21B3F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42" name="Flowchart: Connector 2041">
                        <a:extLst>
                          <a:ext uri="{FF2B5EF4-FFF2-40B4-BE49-F238E27FC236}">
                            <a16:creationId xmlns:a16="http://schemas.microsoft.com/office/drawing/2014/main" id="{C86457BF-BD94-45B8-83BF-0C7D3C7E421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43" name="3D Model 2042" descr="Sphere">
                            <a:extLst>
                              <a:ext uri="{FF2B5EF4-FFF2-40B4-BE49-F238E27FC236}">
                                <a16:creationId xmlns:a16="http://schemas.microsoft.com/office/drawing/2014/main" id="{BF31A549-5B51-4B8F-90BB-F2ABFE4031B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11828471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044" name="Flowchart: Connector 2043">
                        <a:extLst>
                          <a:ext uri="{FF2B5EF4-FFF2-40B4-BE49-F238E27FC236}">
                            <a16:creationId xmlns:a16="http://schemas.microsoft.com/office/drawing/2014/main" id="{84C35D2F-598C-42C3-A8A4-E0C5A5F95D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45" name="3D Model 2044" descr="Sphere">
                            <a:extLst>
                              <a:ext uri="{FF2B5EF4-FFF2-40B4-BE49-F238E27FC236}">
                                <a16:creationId xmlns:a16="http://schemas.microsoft.com/office/drawing/2014/main" id="{41D0DFD3-E5F7-4F1E-88BE-73296ED8204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3490496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046" name="Flowchart: Connector 2045">
                        <a:extLst>
                          <a:ext uri="{FF2B5EF4-FFF2-40B4-BE49-F238E27FC236}">
                            <a16:creationId xmlns:a16="http://schemas.microsoft.com/office/drawing/2014/main" id="{9F7FF8CD-DE01-44FF-A27D-B996F49358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47" name="3D Model 2046" descr="Sphere">
                            <a:extLst>
                              <a:ext uri="{FF2B5EF4-FFF2-40B4-BE49-F238E27FC236}">
                                <a16:creationId xmlns:a16="http://schemas.microsoft.com/office/drawing/2014/main" id="{DC049A16-BD88-484A-B3A0-ECB35538D98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6692024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048" name="Flowchart: Connector 2047">
                        <a:extLst>
                          <a:ext uri="{FF2B5EF4-FFF2-40B4-BE49-F238E27FC236}">
                            <a16:creationId xmlns:a16="http://schemas.microsoft.com/office/drawing/2014/main" id="{423BB403-AE3B-4F15-8A89-48BD565417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49" name="3D Model 2048" descr="Sphere">
                            <a:extLst>
                              <a:ext uri="{FF2B5EF4-FFF2-40B4-BE49-F238E27FC236}">
                                <a16:creationId xmlns:a16="http://schemas.microsoft.com/office/drawing/2014/main" id="{3ED8E279-A51C-4CFC-BC7A-39F3B6D1F46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5885715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001" name="Group 2000">
                      <a:extLst>
                        <a:ext uri="{FF2B5EF4-FFF2-40B4-BE49-F238E27FC236}">
                          <a16:creationId xmlns:a16="http://schemas.microsoft.com/office/drawing/2014/main" id="{95E11DFA-0B1A-4C12-B1D6-E8612267AC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018" name="Flowchart: Connector 2017">
                        <a:extLst>
                          <a:ext uri="{FF2B5EF4-FFF2-40B4-BE49-F238E27FC236}">
                            <a16:creationId xmlns:a16="http://schemas.microsoft.com/office/drawing/2014/main" id="{1FBBC110-FF05-4239-839E-51B0252C267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19" name="Flowchart: Connector 2018">
                        <a:extLst>
                          <a:ext uri="{FF2B5EF4-FFF2-40B4-BE49-F238E27FC236}">
                            <a16:creationId xmlns:a16="http://schemas.microsoft.com/office/drawing/2014/main" id="{ABB28E70-BBEC-41C5-A703-5995FB9367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20" name="Flowchart: Connector 2019">
                        <a:extLst>
                          <a:ext uri="{FF2B5EF4-FFF2-40B4-BE49-F238E27FC236}">
                            <a16:creationId xmlns:a16="http://schemas.microsoft.com/office/drawing/2014/main" id="{4EEC4AE7-3B23-473A-88A3-1BFE174FFBE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21" name="Flowchart: Connector 2020">
                        <a:extLst>
                          <a:ext uri="{FF2B5EF4-FFF2-40B4-BE49-F238E27FC236}">
                            <a16:creationId xmlns:a16="http://schemas.microsoft.com/office/drawing/2014/main" id="{896B8EC2-9B8C-4F61-8A65-8A399E9F611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22" name="Flowchart: Connector 2021">
                        <a:extLst>
                          <a:ext uri="{FF2B5EF4-FFF2-40B4-BE49-F238E27FC236}">
                            <a16:creationId xmlns:a16="http://schemas.microsoft.com/office/drawing/2014/main" id="{EE95C1DB-0696-425D-A334-286D2A71532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23" name="Flowchart: Connector 2022">
                        <a:extLst>
                          <a:ext uri="{FF2B5EF4-FFF2-40B4-BE49-F238E27FC236}">
                            <a16:creationId xmlns:a16="http://schemas.microsoft.com/office/drawing/2014/main" id="{DF2AF82B-36EF-4EC4-AA07-C7ADE1A7A68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24" name="Flowchart: Connector 2023">
                        <a:extLst>
                          <a:ext uri="{FF2B5EF4-FFF2-40B4-BE49-F238E27FC236}">
                            <a16:creationId xmlns:a16="http://schemas.microsoft.com/office/drawing/2014/main" id="{E7FF16F7-D04F-4D6C-9B30-E4F21265A46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25" name="Flowchart: Connector 2024">
                        <a:extLst>
                          <a:ext uri="{FF2B5EF4-FFF2-40B4-BE49-F238E27FC236}">
                            <a16:creationId xmlns:a16="http://schemas.microsoft.com/office/drawing/2014/main" id="{9086D127-DC66-42A7-8B94-F8061F722BB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26" name="Flowchart: Connector 2025">
                        <a:extLst>
                          <a:ext uri="{FF2B5EF4-FFF2-40B4-BE49-F238E27FC236}">
                            <a16:creationId xmlns:a16="http://schemas.microsoft.com/office/drawing/2014/main" id="{AB0D996F-D6B9-432A-8D57-FB3BD248BF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27" name="3D Model 2026" descr="Sphere">
                            <a:extLst>
                              <a:ext uri="{FF2B5EF4-FFF2-40B4-BE49-F238E27FC236}">
                                <a16:creationId xmlns:a16="http://schemas.microsoft.com/office/drawing/2014/main" id="{37692ACB-AB57-4094-A49F-9E62EB846D1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3794083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028" name="Flowchart: Connector 2027">
                        <a:extLst>
                          <a:ext uri="{FF2B5EF4-FFF2-40B4-BE49-F238E27FC236}">
                            <a16:creationId xmlns:a16="http://schemas.microsoft.com/office/drawing/2014/main" id="{A64461EC-AC1B-4A1C-8238-CBEE047D1A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29" name="3D Model 2028" descr="Sphere">
                            <a:extLst>
                              <a:ext uri="{FF2B5EF4-FFF2-40B4-BE49-F238E27FC236}">
                                <a16:creationId xmlns:a16="http://schemas.microsoft.com/office/drawing/2014/main" id="{E1344D74-3071-4EE3-ADD2-5E539671FCD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5864195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030" name="Flowchart: Connector 2029">
                        <a:extLst>
                          <a:ext uri="{FF2B5EF4-FFF2-40B4-BE49-F238E27FC236}">
                            <a16:creationId xmlns:a16="http://schemas.microsoft.com/office/drawing/2014/main" id="{E741C1C4-2DE4-438B-80C1-A67EF131E7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31" name="3D Model 2030" descr="Sphere">
                            <a:extLst>
                              <a:ext uri="{FF2B5EF4-FFF2-40B4-BE49-F238E27FC236}">
                                <a16:creationId xmlns:a16="http://schemas.microsoft.com/office/drawing/2014/main" id="{4C188986-5626-4C40-BBEC-762C8A4C41D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9234184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032" name="Flowchart: Connector 2031">
                        <a:extLst>
                          <a:ext uri="{FF2B5EF4-FFF2-40B4-BE49-F238E27FC236}">
                            <a16:creationId xmlns:a16="http://schemas.microsoft.com/office/drawing/2014/main" id="{B58FA353-6DBF-48CF-B2A0-ED921864143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33" name="3D Model 2032" descr="Sphere">
                            <a:extLst>
                              <a:ext uri="{FF2B5EF4-FFF2-40B4-BE49-F238E27FC236}">
                                <a16:creationId xmlns:a16="http://schemas.microsoft.com/office/drawing/2014/main" id="{7EF179CC-321E-470B-A9BB-202C2989C6C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6023334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2002" name="Flowchart: Connector 2001">
                      <a:extLst>
                        <a:ext uri="{FF2B5EF4-FFF2-40B4-BE49-F238E27FC236}">
                          <a16:creationId xmlns:a16="http://schemas.microsoft.com/office/drawing/2014/main" id="{2A4ED453-5A29-419C-8290-2CA58764ECD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03" name="Flowchart: Connector 2002">
                      <a:extLst>
                        <a:ext uri="{FF2B5EF4-FFF2-40B4-BE49-F238E27FC236}">
                          <a16:creationId xmlns:a16="http://schemas.microsoft.com/office/drawing/2014/main" id="{161AAAD4-A2D1-4D5D-8D56-D6D2C7B11CD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04" name="Flowchart: Connector 2003">
                      <a:extLst>
                        <a:ext uri="{FF2B5EF4-FFF2-40B4-BE49-F238E27FC236}">
                          <a16:creationId xmlns:a16="http://schemas.microsoft.com/office/drawing/2014/main" id="{605E2C86-74CE-42E4-882C-4B135B1348C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05" name="Flowchart: Connector 2004">
                      <a:extLst>
                        <a:ext uri="{FF2B5EF4-FFF2-40B4-BE49-F238E27FC236}">
                          <a16:creationId xmlns:a16="http://schemas.microsoft.com/office/drawing/2014/main" id="{C8B90B8F-346A-4A93-B218-7D300CE2563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06" name="Flowchart: Connector 2005">
                      <a:extLst>
                        <a:ext uri="{FF2B5EF4-FFF2-40B4-BE49-F238E27FC236}">
                          <a16:creationId xmlns:a16="http://schemas.microsoft.com/office/drawing/2014/main" id="{9DD6FE24-A36C-44E5-A17F-72D38AAC5CE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07" name="Flowchart: Connector 2006">
                      <a:extLst>
                        <a:ext uri="{FF2B5EF4-FFF2-40B4-BE49-F238E27FC236}">
                          <a16:creationId xmlns:a16="http://schemas.microsoft.com/office/drawing/2014/main" id="{DE6E9F20-F614-4999-BA11-514BE9B5A44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08" name="Flowchart: Connector 2007">
                      <a:extLst>
                        <a:ext uri="{FF2B5EF4-FFF2-40B4-BE49-F238E27FC236}">
                          <a16:creationId xmlns:a16="http://schemas.microsoft.com/office/drawing/2014/main" id="{40322CEF-E467-437D-B3B8-51CFF8416C3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09" name="Flowchart: Connector 2008">
                      <a:extLst>
                        <a:ext uri="{FF2B5EF4-FFF2-40B4-BE49-F238E27FC236}">
                          <a16:creationId xmlns:a16="http://schemas.microsoft.com/office/drawing/2014/main" id="{7027D3B7-4F19-45CE-9E6C-1083E03D094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010" name="Flowchart: Connector 2009">
                      <a:extLst>
                        <a:ext uri="{FF2B5EF4-FFF2-40B4-BE49-F238E27FC236}">
                          <a16:creationId xmlns:a16="http://schemas.microsoft.com/office/drawing/2014/main" id="{25711F98-A453-451B-BB4E-F1848CD561D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011" name="3D Model 2010" descr="Sphere">
                          <a:extLst>
                            <a:ext uri="{FF2B5EF4-FFF2-40B4-BE49-F238E27FC236}">
                              <a16:creationId xmlns:a16="http://schemas.microsoft.com/office/drawing/2014/main" id="{C95BAF2F-B1D3-47A9-8AA3-3E4FBFA8EB2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665085516"/>
                            </p:ext>
                          </p:extLst>
                        </p:nvPr>
                      </p:nvGraphicFramePr>
                      <p:xfrm>
                        <a:off x="2127272" y="1515698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5" name="3D Model 174" descr="Sphere">
                          <a:extLst>
                            <a:ext uri="{FF2B5EF4-FFF2-40B4-BE49-F238E27FC236}">
                              <a16:creationId xmlns:a16="http://schemas.microsoft.com/office/drawing/2014/main" id="{0F441D18-6D9C-4C48-BBF1-C28CF9A13BF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1065242" y="2784657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012" name="Flowchart: Connector 2011">
                      <a:extLst>
                        <a:ext uri="{FF2B5EF4-FFF2-40B4-BE49-F238E27FC236}">
                          <a16:creationId xmlns:a16="http://schemas.microsoft.com/office/drawing/2014/main" id="{75541607-1175-4387-84ED-B2F55642D4B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013" name="3D Model 2012" descr="Sphere">
                          <a:extLst>
                            <a:ext uri="{FF2B5EF4-FFF2-40B4-BE49-F238E27FC236}">
                              <a16:creationId xmlns:a16="http://schemas.microsoft.com/office/drawing/2014/main" id="{164190EF-286F-4F6F-9C58-29B720FB6D8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06063267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7" name="3D Model 176" descr="Sphere">
                          <a:extLst>
                            <a:ext uri="{FF2B5EF4-FFF2-40B4-BE49-F238E27FC236}">
                              <a16:creationId xmlns:a16="http://schemas.microsoft.com/office/drawing/2014/main" id="{653ADD8A-AFB8-4BB3-8461-2EBD4DD6515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302651" y="284871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014" name="Flowchart: Connector 2013">
                      <a:extLst>
                        <a:ext uri="{FF2B5EF4-FFF2-40B4-BE49-F238E27FC236}">
                          <a16:creationId xmlns:a16="http://schemas.microsoft.com/office/drawing/2014/main" id="{FD35691B-D0EC-4955-AF40-BFD19836C87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6940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015" name="3D Model 2014" descr="Sphere">
                          <a:extLst>
                            <a:ext uri="{FF2B5EF4-FFF2-40B4-BE49-F238E27FC236}">
                              <a16:creationId xmlns:a16="http://schemas.microsoft.com/office/drawing/2014/main" id="{75921CCD-07B8-4362-8ACA-6B999BC60C2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136524798"/>
                            </p:ext>
                          </p:extLst>
                        </p:nvPr>
                      </p:nvGraphicFramePr>
                      <p:xfrm>
                        <a:off x="2609177" y="164853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9" name="3D Model 178" descr="Sphere">
                          <a:extLst>
                            <a:ext uri="{FF2B5EF4-FFF2-40B4-BE49-F238E27FC236}">
                              <a16:creationId xmlns:a16="http://schemas.microsoft.com/office/drawing/2014/main" id="{04097741-C651-416C-B6DD-C24D5A1D138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3"/>
                        <a:stretch>
                          <a:fillRect/>
                        </a:stretch>
                      </p:blipFill>
                      <p:spPr>
                        <a:xfrm>
                          <a:off x="1547147" y="291749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016" name="Flowchart: Connector 2015">
                      <a:extLst>
                        <a:ext uri="{FF2B5EF4-FFF2-40B4-BE49-F238E27FC236}">
                          <a16:creationId xmlns:a16="http://schemas.microsoft.com/office/drawing/2014/main" id="{0BEE9B24-8472-4AB7-84F5-0B40BFEAE6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017" name="3D Model 2016" descr="Sphere">
                          <a:extLst>
                            <a:ext uri="{FF2B5EF4-FFF2-40B4-BE49-F238E27FC236}">
                              <a16:creationId xmlns:a16="http://schemas.microsoft.com/office/drawing/2014/main" id="{8C21987E-DFA0-4463-A245-DF2D13C6A14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28781549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81" name="3D Model 180" descr="Sphere">
                          <a:extLst>
                            <a:ext uri="{FF2B5EF4-FFF2-40B4-BE49-F238E27FC236}">
                              <a16:creationId xmlns:a16="http://schemas.microsoft.com/office/drawing/2014/main" id="{C85FB5A0-5213-4020-B74F-0E33E70A3593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1815565" y="2997549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1929" name="Flowchart: Connector 1928">
                  <a:extLst>
                    <a:ext uri="{FF2B5EF4-FFF2-40B4-BE49-F238E27FC236}">
                      <a16:creationId xmlns:a16="http://schemas.microsoft.com/office/drawing/2014/main" id="{2BA7593C-B927-4042-91B8-842873BF4F9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6374" y="213847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930" name="Flowchart: Connector 1929">
                  <a:extLst>
                    <a:ext uri="{FF2B5EF4-FFF2-40B4-BE49-F238E27FC236}">
                      <a16:creationId xmlns:a16="http://schemas.microsoft.com/office/drawing/2014/main" id="{D20FDDE5-5AE8-494E-8DCF-CBF3691A9C0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86236" y="2232263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931" name="Flowchart: Connector 1930">
                  <a:extLst>
                    <a:ext uri="{FF2B5EF4-FFF2-40B4-BE49-F238E27FC236}">
                      <a16:creationId xmlns:a16="http://schemas.microsoft.com/office/drawing/2014/main" id="{78B36BFA-E820-47D9-B165-EF03A7E6CCD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52806" y="2225497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932" name="Flowchart: Connector 1931">
                  <a:extLst>
                    <a:ext uri="{FF2B5EF4-FFF2-40B4-BE49-F238E27FC236}">
                      <a16:creationId xmlns:a16="http://schemas.microsoft.com/office/drawing/2014/main" id="{EE6BDF8E-BF90-46AD-A219-3979B77415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0272" y="2504090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933" name="Flowchart: Connector 1932">
                  <a:extLst>
                    <a:ext uri="{FF2B5EF4-FFF2-40B4-BE49-F238E27FC236}">
                      <a16:creationId xmlns:a16="http://schemas.microsoft.com/office/drawing/2014/main" id="{A7F81E30-2E93-4954-B44C-9730DCB037B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20633" y="2830105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934" name="Flowchart: Connector 1933">
                  <a:extLst>
                    <a:ext uri="{FF2B5EF4-FFF2-40B4-BE49-F238E27FC236}">
                      <a16:creationId xmlns:a16="http://schemas.microsoft.com/office/drawing/2014/main" id="{8CC751AA-D68C-49EC-8324-7B24B41A8895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29128" y="231321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1935" name="Flowchart: Connector 1934">
                  <a:extLst>
                    <a:ext uri="{FF2B5EF4-FFF2-40B4-BE49-F238E27FC236}">
                      <a16:creationId xmlns:a16="http://schemas.microsoft.com/office/drawing/2014/main" id="{6444CD8B-E34C-4B72-882C-BCFB1BBBF3C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11385" y="2302378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936" name="Flowchart: Connector 1935">
                  <a:extLst>
                    <a:ext uri="{FF2B5EF4-FFF2-40B4-BE49-F238E27FC236}">
                      <a16:creationId xmlns:a16="http://schemas.microsoft.com/office/drawing/2014/main" id="{4133C0B8-16CF-442B-9AFE-E68F7F81556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1097" y="314849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grpSp>
              <p:nvGrpSpPr>
                <p:cNvPr id="1937" name="Group 1936">
                  <a:extLst>
                    <a:ext uri="{FF2B5EF4-FFF2-40B4-BE49-F238E27FC236}">
                      <a16:creationId xmlns:a16="http://schemas.microsoft.com/office/drawing/2014/main" id="{3643F96C-06D3-4331-868A-4B9A20DE0585}"/>
                    </a:ext>
                  </a:extLst>
                </p:cNvPr>
                <p:cNvGrpSpPr/>
                <p:nvPr/>
              </p:nvGrpSpPr>
              <p:grpSpPr>
                <a:xfrm>
                  <a:off x="420511" y="2127869"/>
                  <a:ext cx="1073693" cy="1496391"/>
                  <a:chOff x="2114936" y="1503359"/>
                  <a:chExt cx="1073693" cy="1496391"/>
                </a:xfrm>
              </p:grpSpPr>
              <p:grpSp>
                <p:nvGrpSpPr>
                  <p:cNvPr id="1938" name="Group 1937">
                    <a:extLst>
                      <a:ext uri="{FF2B5EF4-FFF2-40B4-BE49-F238E27FC236}">
                        <a16:creationId xmlns:a16="http://schemas.microsoft.com/office/drawing/2014/main" id="{641948EA-F57F-4B3F-BEC4-57DD9E9B4065}"/>
                      </a:ext>
                    </a:extLst>
                  </p:cNvPr>
                  <p:cNvGrpSpPr/>
                  <p:nvPr/>
                </p:nvGrpSpPr>
                <p:grpSpPr>
                  <a:xfrm>
                    <a:off x="2127974" y="2474038"/>
                    <a:ext cx="1060655" cy="525712"/>
                    <a:chOff x="3721252" y="1733424"/>
                    <a:chExt cx="1060655" cy="525712"/>
                  </a:xfrm>
                </p:grpSpPr>
                <p:sp>
                  <p:nvSpPr>
                    <p:cNvPr id="1989" name="Flowchart: Connector 1988">
                      <a:extLst>
                        <a:ext uri="{FF2B5EF4-FFF2-40B4-BE49-F238E27FC236}">
                          <a16:creationId xmlns:a16="http://schemas.microsoft.com/office/drawing/2014/main" id="{DD3B7245-8C92-41C8-B8E2-CCB9F22340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990" name="3D Model 1989" descr="Sphere">
                          <a:extLst>
                            <a:ext uri="{FF2B5EF4-FFF2-40B4-BE49-F238E27FC236}">
                              <a16:creationId xmlns:a16="http://schemas.microsoft.com/office/drawing/2014/main" id="{E05C0EC4-88D9-4538-A2E4-45505BFE2B5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99594137"/>
                            </p:ext>
                          </p:extLst>
                        </p:nvPr>
                      </p:nvGraphicFramePr>
                      <p:xfrm>
                        <a:off x="3721252" y="1733424"/>
                        <a:ext cx="299739" cy="299738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54" name="3D Model 153" descr="Sphere">
                          <a:extLst>
                            <a:ext uri="{FF2B5EF4-FFF2-40B4-BE49-F238E27FC236}">
                              <a16:creationId xmlns:a16="http://schemas.microsoft.com/office/drawing/2014/main" id="{59D6F9AA-09E2-4338-90EA-68FFD8CCDA4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835944" y="3887946"/>
                          <a:ext cx="299739" cy="299738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991" name="Flowchart: Connector 1990">
                      <a:extLst>
                        <a:ext uri="{FF2B5EF4-FFF2-40B4-BE49-F238E27FC236}">
                          <a16:creationId xmlns:a16="http://schemas.microsoft.com/office/drawing/2014/main" id="{167552D0-8ECE-4B06-9505-4A1102A0EBC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992" name="3D Model 1991" descr="Sphere">
                          <a:extLst>
                            <a:ext uri="{FF2B5EF4-FFF2-40B4-BE49-F238E27FC236}">
                              <a16:creationId xmlns:a16="http://schemas.microsoft.com/office/drawing/2014/main" id="{CAFDCF47-AE3C-4697-9DC7-AD6157878A9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26238602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1" name="3D Model 540" descr="Sphere">
                          <a:extLst>
                            <a:ext uri="{FF2B5EF4-FFF2-40B4-BE49-F238E27FC236}">
                              <a16:creationId xmlns:a16="http://schemas.microsoft.com/office/drawing/2014/main" id="{AB17CB10-4F93-4434-BA14-50AFAFF4946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666235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993" name="Flowchart: Connector 1992">
                      <a:extLst>
                        <a:ext uri="{FF2B5EF4-FFF2-40B4-BE49-F238E27FC236}">
                          <a16:creationId xmlns:a16="http://schemas.microsoft.com/office/drawing/2014/main" id="{65533CF9-752E-4B5B-9D8E-285F12ECE7E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994" name="3D Model 1993" descr="Sphere">
                          <a:extLst>
                            <a:ext uri="{FF2B5EF4-FFF2-40B4-BE49-F238E27FC236}">
                              <a16:creationId xmlns:a16="http://schemas.microsoft.com/office/drawing/2014/main" id="{8FA71769-743B-465E-9C12-2E2725DA6BD2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456502995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3" name="3D Model 542" descr="Sphere">
                          <a:extLst>
                            <a:ext uri="{FF2B5EF4-FFF2-40B4-BE49-F238E27FC236}">
                              <a16:creationId xmlns:a16="http://schemas.microsoft.com/office/drawing/2014/main" id="{503D28F6-C92A-40B9-96B8-4050B0C4C9A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72803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995" name="Flowchart: Connector 1994">
                      <a:extLst>
                        <a:ext uri="{FF2B5EF4-FFF2-40B4-BE49-F238E27FC236}">
                          <a16:creationId xmlns:a16="http://schemas.microsoft.com/office/drawing/2014/main" id="{C5CDD9AC-015A-46F9-99CA-02EC7095256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996" name="3D Model 1995" descr="Sphere">
                          <a:extLst>
                            <a:ext uri="{FF2B5EF4-FFF2-40B4-BE49-F238E27FC236}">
                              <a16:creationId xmlns:a16="http://schemas.microsoft.com/office/drawing/2014/main" id="{795A60B2-1550-427B-AD9B-EB0125A1218A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71166111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5" name="3D Model 544" descr="Sphere">
                          <a:extLst>
                            <a:ext uri="{FF2B5EF4-FFF2-40B4-BE49-F238E27FC236}">
                              <a16:creationId xmlns:a16="http://schemas.microsoft.com/office/drawing/2014/main" id="{226A18F8-2383-4285-9223-CF3CEC25C574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815073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1939" name="Group 1938">
                    <a:extLst>
                      <a:ext uri="{FF2B5EF4-FFF2-40B4-BE49-F238E27FC236}">
                        <a16:creationId xmlns:a16="http://schemas.microsoft.com/office/drawing/2014/main" id="{E9A0536C-3E4A-4A96-891E-CF47786BC715}"/>
                      </a:ext>
                    </a:extLst>
                  </p:cNvPr>
                  <p:cNvGrpSpPr/>
                  <p:nvPr/>
                </p:nvGrpSpPr>
                <p:grpSpPr>
                  <a:xfrm>
                    <a:off x="2124615" y="2140429"/>
                    <a:ext cx="1064014" cy="637179"/>
                    <a:chOff x="3717893" y="1719497"/>
                    <a:chExt cx="1064014" cy="637179"/>
                  </a:xfrm>
                </p:grpSpPr>
                <p:sp>
                  <p:nvSpPr>
                    <p:cNvPr id="1973" name="Flowchart: Connector 1972">
                      <a:extLst>
                        <a:ext uri="{FF2B5EF4-FFF2-40B4-BE49-F238E27FC236}">
                          <a16:creationId xmlns:a16="http://schemas.microsoft.com/office/drawing/2014/main" id="{D803D6C3-9830-49DE-9050-D2881D3A293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74" name="Flowchart: Connector 1973">
                      <a:extLst>
                        <a:ext uri="{FF2B5EF4-FFF2-40B4-BE49-F238E27FC236}">
                          <a16:creationId xmlns:a16="http://schemas.microsoft.com/office/drawing/2014/main" id="{CA1778D8-E3B3-4D7D-9A21-41CB8F15BD6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75" name="Flowchart: Connector 1974">
                      <a:extLst>
                        <a:ext uri="{FF2B5EF4-FFF2-40B4-BE49-F238E27FC236}">
                          <a16:creationId xmlns:a16="http://schemas.microsoft.com/office/drawing/2014/main" id="{686D4560-B3FA-4763-B1F8-0B3F3D1493A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76" name="Flowchart: Connector 1975">
                      <a:extLst>
                        <a:ext uri="{FF2B5EF4-FFF2-40B4-BE49-F238E27FC236}">
                          <a16:creationId xmlns:a16="http://schemas.microsoft.com/office/drawing/2014/main" id="{785D487F-69D2-40BA-98FF-4DE14BE3909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77" name="Flowchart: Connector 1976">
                      <a:extLst>
                        <a:ext uri="{FF2B5EF4-FFF2-40B4-BE49-F238E27FC236}">
                          <a16:creationId xmlns:a16="http://schemas.microsoft.com/office/drawing/2014/main" id="{7A37946B-BFB1-4D0F-8839-D323AF5205D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78" name="Flowchart: Connector 1977">
                      <a:extLst>
                        <a:ext uri="{FF2B5EF4-FFF2-40B4-BE49-F238E27FC236}">
                          <a16:creationId xmlns:a16="http://schemas.microsoft.com/office/drawing/2014/main" id="{B53A38BC-FAFD-4CE3-B912-12D05EE93AC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79" name="Flowchart: Connector 1978">
                      <a:extLst>
                        <a:ext uri="{FF2B5EF4-FFF2-40B4-BE49-F238E27FC236}">
                          <a16:creationId xmlns:a16="http://schemas.microsoft.com/office/drawing/2014/main" id="{78F0860D-5324-4101-9B16-A51712B27DF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80" name="Flowchart: Connector 1979">
                      <a:extLst>
                        <a:ext uri="{FF2B5EF4-FFF2-40B4-BE49-F238E27FC236}">
                          <a16:creationId xmlns:a16="http://schemas.microsoft.com/office/drawing/2014/main" id="{758A9836-FC46-4FB4-AC26-D384DFE74D3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81" name="Flowchart: Connector 1980">
                      <a:extLst>
                        <a:ext uri="{FF2B5EF4-FFF2-40B4-BE49-F238E27FC236}">
                          <a16:creationId xmlns:a16="http://schemas.microsoft.com/office/drawing/2014/main" id="{8AB74F51-9268-4A09-BE55-220B287049F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982" name="3D Model 1981" descr="Sphere">
                          <a:extLst>
                            <a:ext uri="{FF2B5EF4-FFF2-40B4-BE49-F238E27FC236}">
                              <a16:creationId xmlns:a16="http://schemas.microsoft.com/office/drawing/2014/main" id="{83FB269F-D95A-48E6-99B3-95F9C764722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50673915"/>
                            </p:ext>
                          </p:extLst>
                        </p:nvPr>
                      </p:nvGraphicFramePr>
                      <p:xfrm>
                        <a:off x="3717893" y="1719497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46" name="3D Model 145" descr="Sphere">
                          <a:extLst>
                            <a:ext uri="{FF2B5EF4-FFF2-40B4-BE49-F238E27FC236}">
                              <a16:creationId xmlns:a16="http://schemas.microsoft.com/office/drawing/2014/main" id="{756B16C5-4508-40A0-B7F3-162B4744EE2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32585" y="3554337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983" name="Flowchart: Connector 1982">
                      <a:extLst>
                        <a:ext uri="{FF2B5EF4-FFF2-40B4-BE49-F238E27FC236}">
                          <a16:creationId xmlns:a16="http://schemas.microsoft.com/office/drawing/2014/main" id="{05BD97FE-E7B0-41D4-912E-260B12DC3B4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984" name="3D Model 1983" descr="Sphere">
                          <a:extLst>
                            <a:ext uri="{FF2B5EF4-FFF2-40B4-BE49-F238E27FC236}">
                              <a16:creationId xmlns:a16="http://schemas.microsoft.com/office/drawing/2014/main" id="{43BDA091-3E89-4008-B29E-932D1BA2E1D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866906401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7" name="3D Model 556" descr="Sphere">
                          <a:extLst>
                            <a:ext uri="{FF2B5EF4-FFF2-40B4-BE49-F238E27FC236}">
                              <a16:creationId xmlns:a16="http://schemas.microsoft.com/office/drawing/2014/main" id="{A2534F90-63A2-4E00-9F6F-62444BCD921C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34655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985" name="Flowchart: Connector 1984">
                      <a:extLst>
                        <a:ext uri="{FF2B5EF4-FFF2-40B4-BE49-F238E27FC236}">
                          <a16:creationId xmlns:a16="http://schemas.microsoft.com/office/drawing/2014/main" id="{A393EED2-0730-4FA6-B19A-72B4404D776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986" name="3D Model 1985" descr="Sphere">
                          <a:extLst>
                            <a:ext uri="{FF2B5EF4-FFF2-40B4-BE49-F238E27FC236}">
                              <a16:creationId xmlns:a16="http://schemas.microsoft.com/office/drawing/2014/main" id="{6721DE4C-1F4F-4E13-B5EB-68B6453A899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244269065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9" name="3D Model 558" descr="Sphere">
                          <a:extLst>
                            <a:ext uri="{FF2B5EF4-FFF2-40B4-BE49-F238E27FC236}">
                              <a16:creationId xmlns:a16="http://schemas.microsoft.com/office/drawing/2014/main" id="{3144521F-B4C2-4106-B2F3-D31F5890AAB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408352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987" name="Flowchart: Connector 1986">
                      <a:extLst>
                        <a:ext uri="{FF2B5EF4-FFF2-40B4-BE49-F238E27FC236}">
                          <a16:creationId xmlns:a16="http://schemas.microsoft.com/office/drawing/2014/main" id="{46128A45-7B79-4551-8748-4234156068B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988" name="3D Model 1987" descr="Sphere">
                          <a:extLst>
                            <a:ext uri="{FF2B5EF4-FFF2-40B4-BE49-F238E27FC236}">
                              <a16:creationId xmlns:a16="http://schemas.microsoft.com/office/drawing/2014/main" id="{95AF1666-57BB-457F-B7A1-2BC59692C11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216646712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61" name="3D Model 560" descr="Sphere">
                          <a:extLst>
                            <a:ext uri="{FF2B5EF4-FFF2-40B4-BE49-F238E27FC236}">
                              <a16:creationId xmlns:a16="http://schemas.microsoft.com/office/drawing/2014/main" id="{81B1584C-E839-495C-A926-920C4CB7DA9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495391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1940" name="Group 1939">
                    <a:extLst>
                      <a:ext uri="{FF2B5EF4-FFF2-40B4-BE49-F238E27FC236}">
                        <a16:creationId xmlns:a16="http://schemas.microsoft.com/office/drawing/2014/main" id="{22876E80-3684-4F96-8D16-AD3948CE3661}"/>
                      </a:ext>
                    </a:extLst>
                  </p:cNvPr>
                  <p:cNvGrpSpPr/>
                  <p:nvPr/>
                </p:nvGrpSpPr>
                <p:grpSpPr>
                  <a:xfrm>
                    <a:off x="2114936" y="1817250"/>
                    <a:ext cx="1064014" cy="643455"/>
                    <a:chOff x="3717893" y="1713221"/>
                    <a:chExt cx="1064014" cy="643455"/>
                  </a:xfrm>
                </p:grpSpPr>
                <p:sp>
                  <p:nvSpPr>
                    <p:cNvPr id="1957" name="Flowchart: Connector 1956">
                      <a:extLst>
                        <a:ext uri="{FF2B5EF4-FFF2-40B4-BE49-F238E27FC236}">
                          <a16:creationId xmlns:a16="http://schemas.microsoft.com/office/drawing/2014/main" id="{4E48E381-71E7-480F-9F2C-ECA46342CA7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58" name="Flowchart: Connector 1957">
                      <a:extLst>
                        <a:ext uri="{FF2B5EF4-FFF2-40B4-BE49-F238E27FC236}">
                          <a16:creationId xmlns:a16="http://schemas.microsoft.com/office/drawing/2014/main" id="{B0EB8FC8-C683-4C9A-8367-C5E192B9B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59" name="Flowchart: Connector 1958">
                      <a:extLst>
                        <a:ext uri="{FF2B5EF4-FFF2-40B4-BE49-F238E27FC236}">
                          <a16:creationId xmlns:a16="http://schemas.microsoft.com/office/drawing/2014/main" id="{85D78877-8A23-4FFF-BADC-FD9EA40561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60" name="Flowchart: Connector 1959">
                      <a:extLst>
                        <a:ext uri="{FF2B5EF4-FFF2-40B4-BE49-F238E27FC236}">
                          <a16:creationId xmlns:a16="http://schemas.microsoft.com/office/drawing/2014/main" id="{B35903A0-D551-45CA-9E37-43F30914C07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61" name="Flowchart: Connector 1960">
                      <a:extLst>
                        <a:ext uri="{FF2B5EF4-FFF2-40B4-BE49-F238E27FC236}">
                          <a16:creationId xmlns:a16="http://schemas.microsoft.com/office/drawing/2014/main" id="{A52BAC7D-361E-44B6-85F1-2D639F68E93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62" name="Flowchart: Connector 1961">
                      <a:extLst>
                        <a:ext uri="{FF2B5EF4-FFF2-40B4-BE49-F238E27FC236}">
                          <a16:creationId xmlns:a16="http://schemas.microsoft.com/office/drawing/2014/main" id="{2431DE3F-E60E-47FC-8B83-EB99409FD25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63" name="Flowchart: Connector 1962">
                      <a:extLst>
                        <a:ext uri="{FF2B5EF4-FFF2-40B4-BE49-F238E27FC236}">
                          <a16:creationId xmlns:a16="http://schemas.microsoft.com/office/drawing/2014/main" id="{0C42936F-0193-41C5-94A4-35F5C9C714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64" name="Flowchart: Connector 1963">
                      <a:extLst>
                        <a:ext uri="{FF2B5EF4-FFF2-40B4-BE49-F238E27FC236}">
                          <a16:creationId xmlns:a16="http://schemas.microsoft.com/office/drawing/2014/main" id="{00DE3ABA-8B64-43F5-B4A8-4B597ABD7A1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965" name="Flowchart: Connector 1964">
                      <a:extLst>
                        <a:ext uri="{FF2B5EF4-FFF2-40B4-BE49-F238E27FC236}">
                          <a16:creationId xmlns:a16="http://schemas.microsoft.com/office/drawing/2014/main" id="{26C86F0F-F541-4A5F-B0CE-B47A4DD490D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966" name="3D Model 1965" descr="Sphere">
                          <a:extLst>
                            <a:ext uri="{FF2B5EF4-FFF2-40B4-BE49-F238E27FC236}">
                              <a16:creationId xmlns:a16="http://schemas.microsoft.com/office/drawing/2014/main" id="{17CCBECB-8C0D-4187-AE28-7DBFB34E1A6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164830163"/>
                            </p:ext>
                          </p:extLst>
                        </p:nvPr>
                      </p:nvGraphicFramePr>
                      <p:xfrm>
                        <a:off x="3717893" y="171322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0" name="3D Model 129" descr="Sphere">
                          <a:extLst>
                            <a:ext uri="{FF2B5EF4-FFF2-40B4-BE49-F238E27FC236}">
                              <a16:creationId xmlns:a16="http://schemas.microsoft.com/office/drawing/2014/main" id="{47D4A59F-7345-4303-916A-A0AC6A0CF64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22906" y="323115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967" name="Flowchart: Connector 1966">
                      <a:extLst>
                        <a:ext uri="{FF2B5EF4-FFF2-40B4-BE49-F238E27FC236}">
                          <a16:creationId xmlns:a16="http://schemas.microsoft.com/office/drawing/2014/main" id="{18576C18-32C9-4FBB-94B6-66CE394DCB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968" name="3D Model 1967" descr="Sphere">
                          <a:extLst>
                            <a:ext uri="{FF2B5EF4-FFF2-40B4-BE49-F238E27FC236}">
                              <a16:creationId xmlns:a16="http://schemas.microsoft.com/office/drawing/2014/main" id="{45875307-3A07-400E-BF26-BE66C1FA0A9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396290665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2" name="3D Model 131" descr="Sphere">
                          <a:extLst>
                            <a:ext uri="{FF2B5EF4-FFF2-40B4-BE49-F238E27FC236}">
                              <a16:creationId xmlns:a16="http://schemas.microsoft.com/office/drawing/2014/main" id="{2B44DAD8-B15B-485D-9084-36E08051076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062972" y="331541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969" name="Flowchart: Connector 1968">
                      <a:extLst>
                        <a:ext uri="{FF2B5EF4-FFF2-40B4-BE49-F238E27FC236}">
                          <a16:creationId xmlns:a16="http://schemas.microsoft.com/office/drawing/2014/main" id="{51BC07D3-8AC5-4475-AD5E-5ABC2CC4BF2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970" name="3D Model 1969" descr="Sphere">
                          <a:extLst>
                            <a:ext uri="{FF2B5EF4-FFF2-40B4-BE49-F238E27FC236}">
                              <a16:creationId xmlns:a16="http://schemas.microsoft.com/office/drawing/2014/main" id="{DCEA7998-99A6-4458-AB7E-04D12E50360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563074222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5" name="3D Model 574" descr="Sphere">
                          <a:extLst>
                            <a:ext uri="{FF2B5EF4-FFF2-40B4-BE49-F238E27FC236}">
                              <a16:creationId xmlns:a16="http://schemas.microsoft.com/office/drawing/2014/main" id="{A31C2113-6FBF-4DA7-9B5E-8D9B60E9FEAB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03560" y="3091449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971" name="Flowchart: Connector 1970">
                      <a:extLst>
                        <a:ext uri="{FF2B5EF4-FFF2-40B4-BE49-F238E27FC236}">
                          <a16:creationId xmlns:a16="http://schemas.microsoft.com/office/drawing/2014/main" id="{BC7D423D-03A0-4C33-81A2-2615ED7143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972" name="3D Model 1971" descr="Sphere">
                          <a:extLst>
                            <a:ext uri="{FF2B5EF4-FFF2-40B4-BE49-F238E27FC236}">
                              <a16:creationId xmlns:a16="http://schemas.microsoft.com/office/drawing/2014/main" id="{EDEDAEFD-58ED-427C-8E52-F3F125B8C77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09679747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7" name="3D Model 576" descr="Sphere">
                          <a:extLst>
                            <a:ext uri="{FF2B5EF4-FFF2-40B4-BE49-F238E27FC236}">
                              <a16:creationId xmlns:a16="http://schemas.microsoft.com/office/drawing/2014/main" id="{69CA7D75-9569-459B-AA3F-BFD6D15B257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71978" y="317848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sp>
                <p:nvSpPr>
                  <p:cNvPr id="1941" name="Flowchart: Connector 1940">
                    <a:extLst>
                      <a:ext uri="{FF2B5EF4-FFF2-40B4-BE49-F238E27FC236}">
                        <a16:creationId xmlns:a16="http://schemas.microsoft.com/office/drawing/2014/main" id="{D4D91F33-0E49-41EC-A326-A36D77315D6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22159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942" name="Flowchart: Connector 1941">
                    <a:extLst>
                      <a:ext uri="{FF2B5EF4-FFF2-40B4-BE49-F238E27FC236}">
                        <a16:creationId xmlns:a16="http://schemas.microsoft.com/office/drawing/2014/main" id="{D8221A93-898A-49F5-9368-E46A937E889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096824" y="178425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943" name="Flowchart: Connector 1942">
                    <a:extLst>
                      <a:ext uri="{FF2B5EF4-FFF2-40B4-BE49-F238E27FC236}">
                        <a16:creationId xmlns:a16="http://schemas.microsoft.com/office/drawing/2014/main" id="{9A4DB06B-BBD6-4FCF-BDFB-4556A704023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226347" y="1773345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944" name="Flowchart: Connector 1943">
                    <a:extLst>
                      <a:ext uri="{FF2B5EF4-FFF2-40B4-BE49-F238E27FC236}">
                        <a16:creationId xmlns:a16="http://schemas.microsoft.com/office/drawing/2014/main" id="{5C173DFF-086E-4568-A5BB-CB7069D4CD4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283299" y="175226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945" name="Flowchart: Connector 1944">
                    <a:extLst>
                      <a:ext uri="{FF2B5EF4-FFF2-40B4-BE49-F238E27FC236}">
                        <a16:creationId xmlns:a16="http://schemas.microsoft.com/office/drawing/2014/main" id="{FA362B2B-ED58-4F2C-BC03-C5291E092E8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472010" y="184465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946" name="Flowchart: Connector 1945">
                    <a:extLst>
                      <a:ext uri="{FF2B5EF4-FFF2-40B4-BE49-F238E27FC236}">
                        <a16:creationId xmlns:a16="http://schemas.microsoft.com/office/drawing/2014/main" id="{1B830FA5-23E1-428D-B591-A9B7C6A8812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527678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947" name="Flowchart: Connector 1946">
                    <a:extLst>
                      <a:ext uri="{FF2B5EF4-FFF2-40B4-BE49-F238E27FC236}">
                        <a16:creationId xmlns:a16="http://schemas.microsoft.com/office/drawing/2014/main" id="{EBE89C41-769E-4D28-B306-D96C8841FE4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716506" y="192146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948" name="Flowchart: Connector 1947">
                    <a:extLst>
                      <a:ext uri="{FF2B5EF4-FFF2-40B4-BE49-F238E27FC236}">
                        <a16:creationId xmlns:a16="http://schemas.microsoft.com/office/drawing/2014/main" id="{0DDCE7AE-AA92-49C0-A19B-F0C1C0187EE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88047" y="192294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949" name="Flowchart: Connector 1948">
                    <a:extLst>
                      <a:ext uri="{FF2B5EF4-FFF2-40B4-BE49-F238E27FC236}">
                        <a16:creationId xmlns:a16="http://schemas.microsoft.com/office/drawing/2014/main" id="{3BB0431A-4C72-46E9-A173-5DAC94BCE5A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981405" y="200468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950" name="3D Model 1949" descr="Sphere">
                        <a:extLst>
                          <a:ext uri="{FF2B5EF4-FFF2-40B4-BE49-F238E27FC236}">
                            <a16:creationId xmlns:a16="http://schemas.microsoft.com/office/drawing/2014/main" id="{B6F7A5B7-89B0-4A8F-A49B-5214BA0774AE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4197265448"/>
                          </p:ext>
                        </p:extLst>
                      </p:nvPr>
                    </p:nvGraphicFramePr>
                    <p:xfrm>
                      <a:off x="2122087" y="1503359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1750" cy="58922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433448" ay="1433014" az="-1105299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9"/>
                          </am3d:raster>
                          <am3d:objViewport viewportSz="60694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4" name="3D Model 113" descr="Sphere">
                        <a:extLst>
                          <a:ext uri="{FF2B5EF4-FFF2-40B4-BE49-F238E27FC236}">
                            <a16:creationId xmlns:a16="http://schemas.microsoft.com/office/drawing/2014/main" id="{56A2AB05-F072-40CA-90AE-FD36A7808D3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830057" y="2917267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951" name="Flowchart: Connector 1950">
                    <a:extLst>
                      <a:ext uri="{FF2B5EF4-FFF2-40B4-BE49-F238E27FC236}">
                        <a16:creationId xmlns:a16="http://schemas.microsoft.com/office/drawing/2014/main" id="{50BD10EC-AC6D-4D0C-8568-64B66D98FB69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345380" y="165330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952" name="3D Model 1951" descr="Sphere">
                        <a:extLst>
                          <a:ext uri="{FF2B5EF4-FFF2-40B4-BE49-F238E27FC236}">
                            <a16:creationId xmlns:a16="http://schemas.microsoft.com/office/drawing/2014/main" id="{EF2ECBE8-C19E-4F7A-A902-2AEF2D2D2E78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114262338"/>
                          </p:ext>
                        </p:extLst>
                      </p:nvPr>
                    </p:nvGraphicFramePr>
                    <p:xfrm>
                      <a:off x="2368043" y="1593681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1750" cy="58922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8"/>
                          </am3d:raster>
                          <am3d:objViewport viewportSz="6624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6" name="3D Model 115" descr="Sphere">
                        <a:extLst>
                          <a:ext uri="{FF2B5EF4-FFF2-40B4-BE49-F238E27FC236}">
                            <a16:creationId xmlns:a16="http://schemas.microsoft.com/office/drawing/2014/main" id="{7C9E6E5C-C27E-459B-A76D-97CD231ABD4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076013" y="3007589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953" name="Flowchart: Connector 1952">
                    <a:extLst>
                      <a:ext uri="{FF2B5EF4-FFF2-40B4-BE49-F238E27FC236}">
                        <a16:creationId xmlns:a16="http://schemas.microsoft.com/office/drawing/2014/main" id="{AB23EF0C-6662-46D2-8EDD-9DD5CFA6C15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584559" y="172243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954" name="3D Model 1953" descr="Sphere">
                        <a:extLst>
                          <a:ext uri="{FF2B5EF4-FFF2-40B4-BE49-F238E27FC236}">
                            <a16:creationId xmlns:a16="http://schemas.microsoft.com/office/drawing/2014/main" id="{F51E8525-10A7-4140-AB95-4B7DD289A502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189740872"/>
                          </p:ext>
                        </p:extLst>
                      </p:nvPr>
                    </p:nvGraphicFramePr>
                    <p:xfrm>
                      <a:off x="2609177" y="1641551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3136" cy="6439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6"/>
                          </am3d:raster>
                          <am3d:objViewport viewportSz="71378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8" name="3D Model 117" descr="Sphere">
                        <a:extLst>
                          <a:ext uri="{FF2B5EF4-FFF2-40B4-BE49-F238E27FC236}">
                            <a16:creationId xmlns:a16="http://schemas.microsoft.com/office/drawing/2014/main" id="{4E73B661-C0D3-4777-B427-FC4F81686E2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317147" y="3055459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955" name="Flowchart: Connector 1954">
                    <a:extLst>
                      <a:ext uri="{FF2B5EF4-FFF2-40B4-BE49-F238E27FC236}">
                        <a16:creationId xmlns:a16="http://schemas.microsoft.com/office/drawing/2014/main" id="{4AA2D006-BE65-476C-82AB-80A76182F8A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848075" y="180504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956" name="3D Model 1955" descr="Sphere">
                        <a:extLst>
                          <a:ext uri="{FF2B5EF4-FFF2-40B4-BE49-F238E27FC236}">
                            <a16:creationId xmlns:a16="http://schemas.microsoft.com/office/drawing/2014/main" id="{9F6D2529-E95D-4609-9454-94EC847B8DAB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121477930"/>
                          </p:ext>
                        </p:extLst>
                      </p:nvPr>
                    </p:nvGraphicFramePr>
                    <p:xfrm>
                      <a:off x="2877595" y="1728590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0539" cy="61493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7"/>
                          </am3d:raster>
                          <am3d:objViewport viewportSz="66761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20" name="3D Model 119" descr="Sphere">
                        <a:extLst>
                          <a:ext uri="{FF2B5EF4-FFF2-40B4-BE49-F238E27FC236}">
                            <a16:creationId xmlns:a16="http://schemas.microsoft.com/office/drawing/2014/main" id="{3476476F-DDC4-49CE-B42B-4D693A51BEBB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5565" y="3142498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</p:grpSp>
          <p:grpSp>
            <p:nvGrpSpPr>
              <p:cNvPr id="1846" name="Group 1845">
                <a:extLst>
                  <a:ext uri="{FF2B5EF4-FFF2-40B4-BE49-F238E27FC236}">
                    <a16:creationId xmlns:a16="http://schemas.microsoft.com/office/drawing/2014/main" id="{B1858B00-F911-4A31-BAD4-D5B986392494}"/>
                  </a:ext>
                </a:extLst>
              </p:cNvPr>
              <p:cNvGrpSpPr/>
              <p:nvPr/>
            </p:nvGrpSpPr>
            <p:grpSpPr>
              <a:xfrm rot="18542409">
                <a:off x="2257159" y="2362802"/>
                <a:ext cx="834986" cy="143092"/>
                <a:chOff x="2620172" y="2546175"/>
                <a:chExt cx="834986" cy="143092"/>
              </a:xfrm>
            </p:grpSpPr>
            <p:sp>
              <p:nvSpPr>
                <p:cNvPr id="1916" name="Freeform: Shape 1915">
                  <a:extLst>
                    <a:ext uri="{FF2B5EF4-FFF2-40B4-BE49-F238E27FC236}">
                      <a16:creationId xmlns:a16="http://schemas.microsoft.com/office/drawing/2014/main" id="{9FCCD791-5541-4F95-92BA-96002FD732C4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917" name="Rectangle: Rounded Corners 1916">
                  <a:extLst>
                    <a:ext uri="{FF2B5EF4-FFF2-40B4-BE49-F238E27FC236}">
                      <a16:creationId xmlns:a16="http://schemas.microsoft.com/office/drawing/2014/main" id="{174AACDD-516F-447B-9EF7-5B1A97CE1A82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47" name="Group 1846">
                <a:extLst>
                  <a:ext uri="{FF2B5EF4-FFF2-40B4-BE49-F238E27FC236}">
                    <a16:creationId xmlns:a16="http://schemas.microsoft.com/office/drawing/2014/main" id="{026D1AAB-04A0-42EC-98C7-D327125DA4DF}"/>
                  </a:ext>
                </a:extLst>
              </p:cNvPr>
              <p:cNvGrpSpPr/>
              <p:nvPr/>
            </p:nvGrpSpPr>
            <p:grpSpPr>
              <a:xfrm rot="17122200">
                <a:off x="1187274" y="2350135"/>
                <a:ext cx="834986" cy="143092"/>
                <a:chOff x="2620172" y="2546175"/>
                <a:chExt cx="834986" cy="143092"/>
              </a:xfrm>
            </p:grpSpPr>
            <p:sp>
              <p:nvSpPr>
                <p:cNvPr id="1914" name="Freeform: Shape 1913">
                  <a:extLst>
                    <a:ext uri="{FF2B5EF4-FFF2-40B4-BE49-F238E27FC236}">
                      <a16:creationId xmlns:a16="http://schemas.microsoft.com/office/drawing/2014/main" id="{62C1C668-F20D-47C5-A987-50094583C4D3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915" name="Rectangle: Rounded Corners 1914">
                  <a:extLst>
                    <a:ext uri="{FF2B5EF4-FFF2-40B4-BE49-F238E27FC236}">
                      <a16:creationId xmlns:a16="http://schemas.microsoft.com/office/drawing/2014/main" id="{68E39EE3-D423-43E7-ABE7-FAE00D06316D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48" name="Group 1847">
                <a:extLst>
                  <a:ext uri="{FF2B5EF4-FFF2-40B4-BE49-F238E27FC236}">
                    <a16:creationId xmlns:a16="http://schemas.microsoft.com/office/drawing/2014/main" id="{2256B6A5-2203-4D2E-9D13-48B2FE26A557}"/>
                  </a:ext>
                </a:extLst>
              </p:cNvPr>
              <p:cNvGrpSpPr/>
              <p:nvPr/>
            </p:nvGrpSpPr>
            <p:grpSpPr>
              <a:xfrm rot="658209">
                <a:off x="2479276" y="3323586"/>
                <a:ext cx="746642" cy="235253"/>
                <a:chOff x="2620172" y="2546175"/>
                <a:chExt cx="834986" cy="143092"/>
              </a:xfrm>
            </p:grpSpPr>
            <p:sp>
              <p:nvSpPr>
                <p:cNvPr id="1912" name="Freeform: Shape 1911">
                  <a:extLst>
                    <a:ext uri="{FF2B5EF4-FFF2-40B4-BE49-F238E27FC236}">
                      <a16:creationId xmlns:a16="http://schemas.microsoft.com/office/drawing/2014/main" id="{1EDB44B8-0FC6-4F91-88E0-384BCFBDB415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913" name="Rectangle: Rounded Corners 1912">
                  <a:extLst>
                    <a:ext uri="{FF2B5EF4-FFF2-40B4-BE49-F238E27FC236}">
                      <a16:creationId xmlns:a16="http://schemas.microsoft.com/office/drawing/2014/main" id="{6EB1A57B-4D52-4B49-BA15-FA1DFC3073B9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49" name="Group 1848">
                <a:extLst>
                  <a:ext uri="{FF2B5EF4-FFF2-40B4-BE49-F238E27FC236}">
                    <a16:creationId xmlns:a16="http://schemas.microsoft.com/office/drawing/2014/main" id="{48712D52-7A41-43B3-8511-46E3FC586721}"/>
                  </a:ext>
                </a:extLst>
              </p:cNvPr>
              <p:cNvGrpSpPr/>
              <p:nvPr/>
            </p:nvGrpSpPr>
            <p:grpSpPr>
              <a:xfrm rot="18837888">
                <a:off x="1789768" y="2238105"/>
                <a:ext cx="834986" cy="143092"/>
                <a:chOff x="2620172" y="2546175"/>
                <a:chExt cx="834986" cy="143092"/>
              </a:xfrm>
            </p:grpSpPr>
            <p:sp>
              <p:nvSpPr>
                <p:cNvPr id="1910" name="Freeform: Shape 1909">
                  <a:extLst>
                    <a:ext uri="{FF2B5EF4-FFF2-40B4-BE49-F238E27FC236}">
                      <a16:creationId xmlns:a16="http://schemas.microsoft.com/office/drawing/2014/main" id="{1CF0F874-A334-470E-80B7-7EDBE4794BBF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911" name="Rectangle: Rounded Corners 1910">
                  <a:extLst>
                    <a:ext uri="{FF2B5EF4-FFF2-40B4-BE49-F238E27FC236}">
                      <a16:creationId xmlns:a16="http://schemas.microsoft.com/office/drawing/2014/main" id="{B3E503CC-713E-4722-89E4-6FF0A7EB2B4D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50" name="Group 1849">
                <a:extLst>
                  <a:ext uri="{FF2B5EF4-FFF2-40B4-BE49-F238E27FC236}">
                    <a16:creationId xmlns:a16="http://schemas.microsoft.com/office/drawing/2014/main" id="{DB68A753-94FD-401E-B790-05A7683E4A90}"/>
                  </a:ext>
                </a:extLst>
              </p:cNvPr>
              <p:cNvGrpSpPr/>
              <p:nvPr/>
            </p:nvGrpSpPr>
            <p:grpSpPr>
              <a:xfrm rot="16200000">
                <a:off x="563034" y="2429570"/>
                <a:ext cx="834986" cy="143092"/>
                <a:chOff x="2620172" y="2546175"/>
                <a:chExt cx="834986" cy="143092"/>
              </a:xfrm>
            </p:grpSpPr>
            <p:sp>
              <p:nvSpPr>
                <p:cNvPr id="1908" name="Freeform: Shape 1907">
                  <a:extLst>
                    <a:ext uri="{FF2B5EF4-FFF2-40B4-BE49-F238E27FC236}">
                      <a16:creationId xmlns:a16="http://schemas.microsoft.com/office/drawing/2014/main" id="{2D562101-F801-4871-A9E9-A983340A6E87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909" name="Rectangle: Rounded Corners 1908">
                  <a:extLst>
                    <a:ext uri="{FF2B5EF4-FFF2-40B4-BE49-F238E27FC236}">
                      <a16:creationId xmlns:a16="http://schemas.microsoft.com/office/drawing/2014/main" id="{EA09DC83-ADA0-4A71-B1B9-E415019703C7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51" name="Group 1850">
                <a:extLst>
                  <a:ext uri="{FF2B5EF4-FFF2-40B4-BE49-F238E27FC236}">
                    <a16:creationId xmlns:a16="http://schemas.microsoft.com/office/drawing/2014/main" id="{70C28EF1-7FEA-4054-A105-A72A6D06FB64}"/>
                  </a:ext>
                </a:extLst>
              </p:cNvPr>
              <p:cNvGrpSpPr/>
              <p:nvPr/>
            </p:nvGrpSpPr>
            <p:grpSpPr>
              <a:xfrm rot="5037398" flipV="1">
                <a:off x="1350328" y="4425270"/>
                <a:ext cx="731274" cy="157011"/>
                <a:chOff x="2620172" y="2546175"/>
                <a:chExt cx="834986" cy="143092"/>
              </a:xfrm>
            </p:grpSpPr>
            <p:sp>
              <p:nvSpPr>
                <p:cNvPr id="1906" name="Freeform: Shape 1905">
                  <a:extLst>
                    <a:ext uri="{FF2B5EF4-FFF2-40B4-BE49-F238E27FC236}">
                      <a16:creationId xmlns:a16="http://schemas.microsoft.com/office/drawing/2014/main" id="{BE0A91E3-1096-4CA9-B7AE-952655075E9E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907" name="Rectangle: Rounded Corners 1906">
                  <a:extLst>
                    <a:ext uri="{FF2B5EF4-FFF2-40B4-BE49-F238E27FC236}">
                      <a16:creationId xmlns:a16="http://schemas.microsoft.com/office/drawing/2014/main" id="{F5C66B4B-5C82-48CA-8E81-9A2A6575076A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52" name="Group 1851">
                <a:extLst>
                  <a:ext uri="{FF2B5EF4-FFF2-40B4-BE49-F238E27FC236}">
                    <a16:creationId xmlns:a16="http://schemas.microsoft.com/office/drawing/2014/main" id="{6841EA1B-66E8-4806-9AEF-B886EED88A40}"/>
                  </a:ext>
                </a:extLst>
              </p:cNvPr>
              <p:cNvGrpSpPr/>
              <p:nvPr/>
            </p:nvGrpSpPr>
            <p:grpSpPr>
              <a:xfrm rot="5880914">
                <a:off x="789613" y="4380622"/>
                <a:ext cx="834986" cy="143092"/>
                <a:chOff x="2620172" y="2546175"/>
                <a:chExt cx="834986" cy="143092"/>
              </a:xfrm>
            </p:grpSpPr>
            <p:sp>
              <p:nvSpPr>
                <p:cNvPr id="1904" name="Freeform: Shape 1903">
                  <a:extLst>
                    <a:ext uri="{FF2B5EF4-FFF2-40B4-BE49-F238E27FC236}">
                      <a16:creationId xmlns:a16="http://schemas.microsoft.com/office/drawing/2014/main" id="{013D98F3-775F-4F35-AECA-2ACB06C925CF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905" name="Rectangle: Rounded Corners 1904">
                  <a:extLst>
                    <a:ext uri="{FF2B5EF4-FFF2-40B4-BE49-F238E27FC236}">
                      <a16:creationId xmlns:a16="http://schemas.microsoft.com/office/drawing/2014/main" id="{188AF1C9-8EB3-4A07-9B3F-C4E1FD1A737B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53" name="Group 1852">
                <a:extLst>
                  <a:ext uri="{FF2B5EF4-FFF2-40B4-BE49-F238E27FC236}">
                    <a16:creationId xmlns:a16="http://schemas.microsoft.com/office/drawing/2014/main" id="{26B140BA-E294-4B49-A360-134ABCC4F7A4}"/>
                  </a:ext>
                </a:extLst>
              </p:cNvPr>
              <p:cNvGrpSpPr/>
              <p:nvPr/>
            </p:nvGrpSpPr>
            <p:grpSpPr>
              <a:xfrm rot="13587211">
                <a:off x="651990" y="2929858"/>
                <a:ext cx="381035" cy="92791"/>
                <a:chOff x="2620172" y="2546175"/>
                <a:chExt cx="834986" cy="143092"/>
              </a:xfrm>
            </p:grpSpPr>
            <p:sp>
              <p:nvSpPr>
                <p:cNvPr id="1902" name="Freeform: Shape 1901">
                  <a:extLst>
                    <a:ext uri="{FF2B5EF4-FFF2-40B4-BE49-F238E27FC236}">
                      <a16:creationId xmlns:a16="http://schemas.microsoft.com/office/drawing/2014/main" id="{0D86EBD0-335E-4F71-8F26-4F917CD82B0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903" name="Rectangle: Rounded Corners 1902">
                  <a:extLst>
                    <a:ext uri="{FF2B5EF4-FFF2-40B4-BE49-F238E27FC236}">
                      <a16:creationId xmlns:a16="http://schemas.microsoft.com/office/drawing/2014/main" id="{A96B210F-2918-4441-BE05-B6E434F6B381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54" name="Group 1853">
                <a:extLst>
                  <a:ext uri="{FF2B5EF4-FFF2-40B4-BE49-F238E27FC236}">
                    <a16:creationId xmlns:a16="http://schemas.microsoft.com/office/drawing/2014/main" id="{6E6A8C6C-BDA8-4C26-8332-7D0A4B1BFFCA}"/>
                  </a:ext>
                </a:extLst>
              </p:cNvPr>
              <p:cNvGrpSpPr/>
              <p:nvPr/>
            </p:nvGrpSpPr>
            <p:grpSpPr>
              <a:xfrm rot="11351284">
                <a:off x="163719" y="3807693"/>
                <a:ext cx="834986" cy="143092"/>
                <a:chOff x="2620172" y="2546175"/>
                <a:chExt cx="834986" cy="143092"/>
              </a:xfrm>
            </p:grpSpPr>
            <p:sp>
              <p:nvSpPr>
                <p:cNvPr id="1900" name="Freeform: Shape 1899">
                  <a:extLst>
                    <a:ext uri="{FF2B5EF4-FFF2-40B4-BE49-F238E27FC236}">
                      <a16:creationId xmlns:a16="http://schemas.microsoft.com/office/drawing/2014/main" id="{589BB777-5EA6-46CC-81D7-A0FDAD209E34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901" name="Rectangle: Rounded Corners 1900">
                  <a:extLst>
                    <a:ext uri="{FF2B5EF4-FFF2-40B4-BE49-F238E27FC236}">
                      <a16:creationId xmlns:a16="http://schemas.microsoft.com/office/drawing/2014/main" id="{EE6D3520-45AD-4E56-9864-195FC78683DD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55" name="Group 1854">
                <a:extLst>
                  <a:ext uri="{FF2B5EF4-FFF2-40B4-BE49-F238E27FC236}">
                    <a16:creationId xmlns:a16="http://schemas.microsoft.com/office/drawing/2014/main" id="{0EA963C5-15DE-40FC-ACC2-25FC3C177C7B}"/>
                  </a:ext>
                </a:extLst>
              </p:cNvPr>
              <p:cNvGrpSpPr/>
              <p:nvPr/>
            </p:nvGrpSpPr>
            <p:grpSpPr>
              <a:xfrm rot="4193783">
                <a:off x="2062756" y="4148262"/>
                <a:ext cx="706454" cy="171076"/>
                <a:chOff x="2620172" y="2546175"/>
                <a:chExt cx="834986" cy="143092"/>
              </a:xfrm>
            </p:grpSpPr>
            <p:sp>
              <p:nvSpPr>
                <p:cNvPr id="1898" name="Freeform: Shape 1897">
                  <a:extLst>
                    <a:ext uri="{FF2B5EF4-FFF2-40B4-BE49-F238E27FC236}">
                      <a16:creationId xmlns:a16="http://schemas.microsoft.com/office/drawing/2014/main" id="{6E479DE5-5BB6-420A-8472-12178AD5429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99" name="Rectangle: Rounded Corners 1898">
                  <a:extLst>
                    <a:ext uri="{FF2B5EF4-FFF2-40B4-BE49-F238E27FC236}">
                      <a16:creationId xmlns:a16="http://schemas.microsoft.com/office/drawing/2014/main" id="{FD5E4A7E-DB39-4FCF-8781-D24A0928A4CE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56" name="Group 1855">
                <a:extLst>
                  <a:ext uri="{FF2B5EF4-FFF2-40B4-BE49-F238E27FC236}">
                    <a16:creationId xmlns:a16="http://schemas.microsoft.com/office/drawing/2014/main" id="{CA1AE50B-43FF-490D-9CFD-B5AACAC88EDF}"/>
                  </a:ext>
                </a:extLst>
              </p:cNvPr>
              <p:cNvGrpSpPr/>
              <p:nvPr/>
            </p:nvGrpSpPr>
            <p:grpSpPr>
              <a:xfrm rot="1837203">
                <a:off x="2331692" y="387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1896" name="Freeform: Shape 1895">
                  <a:extLst>
                    <a:ext uri="{FF2B5EF4-FFF2-40B4-BE49-F238E27FC236}">
                      <a16:creationId xmlns:a16="http://schemas.microsoft.com/office/drawing/2014/main" id="{81D451E0-FA6A-4B8A-B438-4AF8DD45386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97" name="Rectangle: Rounded Corners 1896">
                  <a:extLst>
                    <a:ext uri="{FF2B5EF4-FFF2-40B4-BE49-F238E27FC236}">
                      <a16:creationId xmlns:a16="http://schemas.microsoft.com/office/drawing/2014/main" id="{CAA5C4F1-E877-47D4-9BED-D5C41123C2D5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57" name="Group 1856">
                <a:extLst>
                  <a:ext uri="{FF2B5EF4-FFF2-40B4-BE49-F238E27FC236}">
                    <a16:creationId xmlns:a16="http://schemas.microsoft.com/office/drawing/2014/main" id="{DC002114-5428-49EF-99E2-ABD05897022F}"/>
                  </a:ext>
                </a:extLst>
              </p:cNvPr>
              <p:cNvGrpSpPr/>
              <p:nvPr/>
            </p:nvGrpSpPr>
            <p:grpSpPr>
              <a:xfrm rot="932650">
                <a:off x="2489621" y="3105014"/>
                <a:ext cx="381035" cy="92791"/>
                <a:chOff x="2620172" y="2546175"/>
                <a:chExt cx="834986" cy="143092"/>
              </a:xfrm>
            </p:grpSpPr>
            <p:sp>
              <p:nvSpPr>
                <p:cNvPr id="1894" name="Freeform: Shape 1893">
                  <a:extLst>
                    <a:ext uri="{FF2B5EF4-FFF2-40B4-BE49-F238E27FC236}">
                      <a16:creationId xmlns:a16="http://schemas.microsoft.com/office/drawing/2014/main" id="{71AB4667-D2A0-470D-BE47-58722002147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95" name="Rectangle: Rounded Corners 1894">
                  <a:extLst>
                    <a:ext uri="{FF2B5EF4-FFF2-40B4-BE49-F238E27FC236}">
                      <a16:creationId xmlns:a16="http://schemas.microsoft.com/office/drawing/2014/main" id="{940F7C1E-82CC-475D-ADC7-AD62E40223FF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58" name="Group 1857">
                <a:extLst>
                  <a:ext uri="{FF2B5EF4-FFF2-40B4-BE49-F238E27FC236}">
                    <a16:creationId xmlns:a16="http://schemas.microsoft.com/office/drawing/2014/main" id="{6E62C427-DF74-4C4E-8EBC-8506F9306F75}"/>
                  </a:ext>
                </a:extLst>
              </p:cNvPr>
              <p:cNvGrpSpPr/>
              <p:nvPr/>
            </p:nvGrpSpPr>
            <p:grpSpPr>
              <a:xfrm rot="10458038">
                <a:off x="686489" y="3490410"/>
                <a:ext cx="381035" cy="92791"/>
                <a:chOff x="2620172" y="2546175"/>
                <a:chExt cx="834986" cy="143092"/>
              </a:xfrm>
            </p:grpSpPr>
            <p:sp>
              <p:nvSpPr>
                <p:cNvPr id="1892" name="Freeform: Shape 1891">
                  <a:extLst>
                    <a:ext uri="{FF2B5EF4-FFF2-40B4-BE49-F238E27FC236}">
                      <a16:creationId xmlns:a16="http://schemas.microsoft.com/office/drawing/2014/main" id="{0D6658E8-AECE-47A0-AC74-469084192AB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93" name="Rectangle: Rounded Corners 1892">
                  <a:extLst>
                    <a:ext uri="{FF2B5EF4-FFF2-40B4-BE49-F238E27FC236}">
                      <a16:creationId xmlns:a16="http://schemas.microsoft.com/office/drawing/2014/main" id="{48BFF06A-BB65-4939-825D-D3678C11C376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59" name="Group 1858">
                <a:extLst>
                  <a:ext uri="{FF2B5EF4-FFF2-40B4-BE49-F238E27FC236}">
                    <a16:creationId xmlns:a16="http://schemas.microsoft.com/office/drawing/2014/main" id="{2FE61283-90B5-410E-AD78-517E0BAE2748}"/>
                  </a:ext>
                </a:extLst>
              </p:cNvPr>
              <p:cNvGrpSpPr/>
              <p:nvPr/>
            </p:nvGrpSpPr>
            <p:grpSpPr>
              <a:xfrm rot="16924252">
                <a:off x="1635001" y="2371073"/>
                <a:ext cx="381035" cy="92791"/>
                <a:chOff x="2620172" y="2546175"/>
                <a:chExt cx="834986" cy="143092"/>
              </a:xfrm>
            </p:grpSpPr>
            <p:sp>
              <p:nvSpPr>
                <p:cNvPr id="1890" name="Freeform: Shape 1889">
                  <a:extLst>
                    <a:ext uri="{FF2B5EF4-FFF2-40B4-BE49-F238E27FC236}">
                      <a16:creationId xmlns:a16="http://schemas.microsoft.com/office/drawing/2014/main" id="{0E8A61C3-DDD1-45DE-BE06-59B820BF358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91" name="Rectangle: Rounded Corners 1890">
                  <a:extLst>
                    <a:ext uri="{FF2B5EF4-FFF2-40B4-BE49-F238E27FC236}">
                      <a16:creationId xmlns:a16="http://schemas.microsoft.com/office/drawing/2014/main" id="{2AB11667-0F40-4CA1-B86E-43E536BCDBC0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60" name="Group 1859">
                <a:extLst>
                  <a:ext uri="{FF2B5EF4-FFF2-40B4-BE49-F238E27FC236}">
                    <a16:creationId xmlns:a16="http://schemas.microsoft.com/office/drawing/2014/main" id="{8DE0FB33-9F30-4544-8119-8587E95A3265}"/>
                  </a:ext>
                </a:extLst>
              </p:cNvPr>
              <p:cNvGrpSpPr/>
              <p:nvPr/>
            </p:nvGrpSpPr>
            <p:grpSpPr>
              <a:xfrm rot="15677156">
                <a:off x="985517" y="2521255"/>
                <a:ext cx="381035" cy="92791"/>
                <a:chOff x="2620172" y="2546175"/>
                <a:chExt cx="834986" cy="143092"/>
              </a:xfrm>
            </p:grpSpPr>
            <p:sp>
              <p:nvSpPr>
                <p:cNvPr id="1888" name="Freeform: Shape 1887">
                  <a:extLst>
                    <a:ext uri="{FF2B5EF4-FFF2-40B4-BE49-F238E27FC236}">
                      <a16:creationId xmlns:a16="http://schemas.microsoft.com/office/drawing/2014/main" id="{1BCAB669-243A-4869-B4CB-0AB3D724127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89" name="Rectangle: Rounded Corners 1888">
                  <a:extLst>
                    <a:ext uri="{FF2B5EF4-FFF2-40B4-BE49-F238E27FC236}">
                      <a16:creationId xmlns:a16="http://schemas.microsoft.com/office/drawing/2014/main" id="{8113504D-9FEA-4DB3-A5CB-2A0AD422D52F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61" name="Group 1860">
                <a:extLst>
                  <a:ext uri="{FF2B5EF4-FFF2-40B4-BE49-F238E27FC236}">
                    <a16:creationId xmlns:a16="http://schemas.microsoft.com/office/drawing/2014/main" id="{4D1D65CD-88E8-47C6-8A33-F0DE2D085A55}"/>
                  </a:ext>
                </a:extLst>
              </p:cNvPr>
              <p:cNvGrpSpPr/>
              <p:nvPr/>
            </p:nvGrpSpPr>
            <p:grpSpPr>
              <a:xfrm rot="14354853" flipV="1">
                <a:off x="976412" y="2438473"/>
                <a:ext cx="731274" cy="157011"/>
                <a:chOff x="2620172" y="2546175"/>
                <a:chExt cx="834986" cy="143092"/>
              </a:xfrm>
            </p:grpSpPr>
            <p:sp>
              <p:nvSpPr>
                <p:cNvPr id="1886" name="Freeform: Shape 1885">
                  <a:extLst>
                    <a:ext uri="{FF2B5EF4-FFF2-40B4-BE49-F238E27FC236}">
                      <a16:creationId xmlns:a16="http://schemas.microsoft.com/office/drawing/2014/main" id="{03C7528E-E6F6-49CE-A988-8B699BED6C1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87" name="Rectangle: Rounded Corners 1886">
                  <a:extLst>
                    <a:ext uri="{FF2B5EF4-FFF2-40B4-BE49-F238E27FC236}">
                      <a16:creationId xmlns:a16="http://schemas.microsoft.com/office/drawing/2014/main" id="{116DA7EC-18D9-4410-BF0C-EE733507E472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62" name="Group 1861">
                <a:extLst>
                  <a:ext uri="{FF2B5EF4-FFF2-40B4-BE49-F238E27FC236}">
                    <a16:creationId xmlns:a16="http://schemas.microsoft.com/office/drawing/2014/main" id="{1E3E6472-62A4-4E14-980C-6C8B1F0C44DE}"/>
                  </a:ext>
                </a:extLst>
              </p:cNvPr>
              <p:cNvGrpSpPr/>
              <p:nvPr/>
            </p:nvGrpSpPr>
            <p:grpSpPr>
              <a:xfrm rot="9793356" flipV="1">
                <a:off x="215985" y="3237903"/>
                <a:ext cx="731274" cy="157011"/>
                <a:chOff x="2620172" y="2546175"/>
                <a:chExt cx="834986" cy="143092"/>
              </a:xfrm>
            </p:grpSpPr>
            <p:sp>
              <p:nvSpPr>
                <p:cNvPr id="1884" name="Freeform: Shape 1883">
                  <a:extLst>
                    <a:ext uri="{FF2B5EF4-FFF2-40B4-BE49-F238E27FC236}">
                      <a16:creationId xmlns:a16="http://schemas.microsoft.com/office/drawing/2014/main" id="{61893898-17A0-4B2A-A687-DB84EF15E770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85" name="Rectangle: Rounded Corners 1884">
                  <a:extLst>
                    <a:ext uri="{FF2B5EF4-FFF2-40B4-BE49-F238E27FC236}">
                      <a16:creationId xmlns:a16="http://schemas.microsoft.com/office/drawing/2014/main" id="{E9155BA8-12A8-4385-B1FE-B536D0E04346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63" name="Group 1862">
                <a:extLst>
                  <a:ext uri="{FF2B5EF4-FFF2-40B4-BE49-F238E27FC236}">
                    <a16:creationId xmlns:a16="http://schemas.microsoft.com/office/drawing/2014/main" id="{9CABA395-5591-43FF-BEAC-38BB238D9D43}"/>
                  </a:ext>
                </a:extLst>
              </p:cNvPr>
              <p:cNvGrpSpPr/>
              <p:nvPr/>
            </p:nvGrpSpPr>
            <p:grpSpPr>
              <a:xfrm rot="6907686" flipV="1">
                <a:off x="692019" y="3931960"/>
                <a:ext cx="731274" cy="157011"/>
                <a:chOff x="2620172" y="2546175"/>
                <a:chExt cx="834986" cy="143092"/>
              </a:xfrm>
            </p:grpSpPr>
            <p:sp>
              <p:nvSpPr>
                <p:cNvPr id="1882" name="Freeform: Shape 1881">
                  <a:extLst>
                    <a:ext uri="{FF2B5EF4-FFF2-40B4-BE49-F238E27FC236}">
                      <a16:creationId xmlns:a16="http://schemas.microsoft.com/office/drawing/2014/main" id="{61C6F3AD-8156-4DCC-A39E-24B130C09E4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83" name="Rectangle: Rounded Corners 1882">
                  <a:extLst>
                    <a:ext uri="{FF2B5EF4-FFF2-40B4-BE49-F238E27FC236}">
                      <a16:creationId xmlns:a16="http://schemas.microsoft.com/office/drawing/2014/main" id="{AECF81BF-9E12-4272-9526-D41946450199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64" name="Group 1863">
                <a:extLst>
                  <a:ext uri="{FF2B5EF4-FFF2-40B4-BE49-F238E27FC236}">
                    <a16:creationId xmlns:a16="http://schemas.microsoft.com/office/drawing/2014/main" id="{648E6CB2-51F2-4C9F-9418-2F7410276602}"/>
                  </a:ext>
                </a:extLst>
              </p:cNvPr>
              <p:cNvGrpSpPr/>
              <p:nvPr/>
            </p:nvGrpSpPr>
            <p:grpSpPr>
              <a:xfrm rot="1465711" flipV="1">
                <a:off x="2002734" y="3404484"/>
                <a:ext cx="731274" cy="157011"/>
                <a:chOff x="2620172" y="2546175"/>
                <a:chExt cx="834986" cy="143092"/>
              </a:xfrm>
            </p:grpSpPr>
            <p:sp>
              <p:nvSpPr>
                <p:cNvPr id="1880" name="Freeform: Shape 1879">
                  <a:extLst>
                    <a:ext uri="{FF2B5EF4-FFF2-40B4-BE49-F238E27FC236}">
                      <a16:creationId xmlns:a16="http://schemas.microsoft.com/office/drawing/2014/main" id="{A2BC81C8-2E3F-4DF8-8BC0-3480EE6823A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81" name="Rectangle: Rounded Corners 1880">
                  <a:extLst>
                    <a:ext uri="{FF2B5EF4-FFF2-40B4-BE49-F238E27FC236}">
                      <a16:creationId xmlns:a16="http://schemas.microsoft.com/office/drawing/2014/main" id="{F80521E0-F0ED-4BEB-95BF-39D0931F1466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65" name="Group 1864">
                <a:extLst>
                  <a:ext uri="{FF2B5EF4-FFF2-40B4-BE49-F238E27FC236}">
                    <a16:creationId xmlns:a16="http://schemas.microsoft.com/office/drawing/2014/main" id="{BDFDEF6E-6D72-4D28-B3EF-13E7717C1708}"/>
                  </a:ext>
                </a:extLst>
              </p:cNvPr>
              <p:cNvGrpSpPr/>
              <p:nvPr/>
            </p:nvGrpSpPr>
            <p:grpSpPr>
              <a:xfrm rot="19016516">
                <a:off x="1733273" y="283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1878" name="Freeform: Shape 1877">
                  <a:extLst>
                    <a:ext uri="{FF2B5EF4-FFF2-40B4-BE49-F238E27FC236}">
                      <a16:creationId xmlns:a16="http://schemas.microsoft.com/office/drawing/2014/main" id="{FB3D28FC-5C3D-4FF5-BE36-0380884F64A3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79" name="Rectangle: Rounded Corners 1878">
                  <a:extLst>
                    <a:ext uri="{FF2B5EF4-FFF2-40B4-BE49-F238E27FC236}">
                      <a16:creationId xmlns:a16="http://schemas.microsoft.com/office/drawing/2014/main" id="{62358408-09F9-4DE8-AD7E-0FAF20C0BF1F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66" name="Group 1865">
                <a:extLst>
                  <a:ext uri="{FF2B5EF4-FFF2-40B4-BE49-F238E27FC236}">
                    <a16:creationId xmlns:a16="http://schemas.microsoft.com/office/drawing/2014/main" id="{BF69F5BF-57AB-4512-A5D8-BA0B31B59A38}"/>
                  </a:ext>
                </a:extLst>
              </p:cNvPr>
              <p:cNvGrpSpPr/>
              <p:nvPr/>
            </p:nvGrpSpPr>
            <p:grpSpPr>
              <a:xfrm rot="19245075">
                <a:off x="1632068" y="2825415"/>
                <a:ext cx="834986" cy="143092"/>
                <a:chOff x="2620172" y="2546175"/>
                <a:chExt cx="834986" cy="143092"/>
              </a:xfrm>
            </p:grpSpPr>
            <p:sp>
              <p:nvSpPr>
                <p:cNvPr id="1876" name="Freeform: Shape 1875">
                  <a:extLst>
                    <a:ext uri="{FF2B5EF4-FFF2-40B4-BE49-F238E27FC236}">
                      <a16:creationId xmlns:a16="http://schemas.microsoft.com/office/drawing/2014/main" id="{4275D543-1A2A-4752-BFF7-9D3DEC1A1B9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77" name="Rectangle: Rounded Corners 1876">
                  <a:extLst>
                    <a:ext uri="{FF2B5EF4-FFF2-40B4-BE49-F238E27FC236}">
                      <a16:creationId xmlns:a16="http://schemas.microsoft.com/office/drawing/2014/main" id="{85D15912-F257-4D6A-9268-488556BB0754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67" name="Group 1866">
                <a:extLst>
                  <a:ext uri="{FF2B5EF4-FFF2-40B4-BE49-F238E27FC236}">
                    <a16:creationId xmlns:a16="http://schemas.microsoft.com/office/drawing/2014/main" id="{19DD945E-545B-47A2-B6CF-08CB9D680D78}"/>
                  </a:ext>
                </a:extLst>
              </p:cNvPr>
              <p:cNvGrpSpPr/>
              <p:nvPr/>
            </p:nvGrpSpPr>
            <p:grpSpPr>
              <a:xfrm rot="10458038">
                <a:off x="838889" y="3642810"/>
                <a:ext cx="381035" cy="92791"/>
                <a:chOff x="2620172" y="2546175"/>
                <a:chExt cx="834986" cy="143092"/>
              </a:xfrm>
            </p:grpSpPr>
            <p:sp>
              <p:nvSpPr>
                <p:cNvPr id="1874" name="Freeform: Shape 1873">
                  <a:extLst>
                    <a:ext uri="{FF2B5EF4-FFF2-40B4-BE49-F238E27FC236}">
                      <a16:creationId xmlns:a16="http://schemas.microsoft.com/office/drawing/2014/main" id="{E600E3D5-0320-4B7F-829B-D34949BD2F3E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75" name="Rectangle: Rounded Corners 1874">
                  <a:extLst>
                    <a:ext uri="{FF2B5EF4-FFF2-40B4-BE49-F238E27FC236}">
                      <a16:creationId xmlns:a16="http://schemas.microsoft.com/office/drawing/2014/main" id="{29FE89B8-106F-434A-A035-1DE0198F3C9D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68" name="Group 1867">
                <a:extLst>
                  <a:ext uri="{FF2B5EF4-FFF2-40B4-BE49-F238E27FC236}">
                    <a16:creationId xmlns:a16="http://schemas.microsoft.com/office/drawing/2014/main" id="{BD5D6AF9-3583-4E1F-8ECF-B3692E66F896}"/>
                  </a:ext>
                </a:extLst>
              </p:cNvPr>
              <p:cNvGrpSpPr/>
              <p:nvPr/>
            </p:nvGrpSpPr>
            <p:grpSpPr>
              <a:xfrm rot="15824399">
                <a:off x="1224680" y="2818934"/>
                <a:ext cx="381035" cy="92791"/>
                <a:chOff x="2620172" y="2546175"/>
                <a:chExt cx="834986" cy="143092"/>
              </a:xfrm>
            </p:grpSpPr>
            <p:sp>
              <p:nvSpPr>
                <p:cNvPr id="1872" name="Freeform: Shape 1871">
                  <a:extLst>
                    <a:ext uri="{FF2B5EF4-FFF2-40B4-BE49-F238E27FC236}">
                      <a16:creationId xmlns:a16="http://schemas.microsoft.com/office/drawing/2014/main" id="{D851C89E-3198-4848-A4F8-9ACD47147835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73" name="Rectangle: Rounded Corners 1872">
                  <a:extLst>
                    <a:ext uri="{FF2B5EF4-FFF2-40B4-BE49-F238E27FC236}">
                      <a16:creationId xmlns:a16="http://schemas.microsoft.com/office/drawing/2014/main" id="{7AB2C768-D83C-4961-B84F-CA846665F3B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69" name="Group 1868">
                <a:extLst>
                  <a:ext uri="{FF2B5EF4-FFF2-40B4-BE49-F238E27FC236}">
                    <a16:creationId xmlns:a16="http://schemas.microsoft.com/office/drawing/2014/main" id="{06495E5E-BE96-4AE4-9225-8353D93F54D1}"/>
                  </a:ext>
                </a:extLst>
              </p:cNvPr>
              <p:cNvGrpSpPr/>
              <p:nvPr/>
            </p:nvGrpSpPr>
            <p:grpSpPr>
              <a:xfrm rot="16697394">
                <a:off x="1080028" y="2168448"/>
                <a:ext cx="834986" cy="143092"/>
                <a:chOff x="2620172" y="2546175"/>
                <a:chExt cx="834986" cy="143092"/>
              </a:xfrm>
            </p:grpSpPr>
            <p:sp>
              <p:nvSpPr>
                <p:cNvPr id="1870" name="Freeform: Shape 1869">
                  <a:extLst>
                    <a:ext uri="{FF2B5EF4-FFF2-40B4-BE49-F238E27FC236}">
                      <a16:creationId xmlns:a16="http://schemas.microsoft.com/office/drawing/2014/main" id="{FC2E3F39-1CA1-48BD-BCFE-73115AAE2205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871" name="Rectangle: Rounded Corners 1870">
                  <a:extLst>
                    <a:ext uri="{FF2B5EF4-FFF2-40B4-BE49-F238E27FC236}">
                      <a16:creationId xmlns:a16="http://schemas.microsoft.com/office/drawing/2014/main" id="{ADD17742-13D2-4777-9766-A2452A31748B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</p:grp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565FF6EC-4385-4144-BEB2-9C43E5868931}"/>
                </a:ext>
              </a:extLst>
            </p:cNvPr>
            <p:cNvSpPr/>
            <p:nvPr/>
          </p:nvSpPr>
          <p:spPr>
            <a:xfrm rot="6017948" flipV="1">
              <a:off x="1305755" y="4290452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9D1DD4A4-EDFE-436A-BDA6-824B400A2362}"/>
                </a:ext>
              </a:extLst>
            </p:cNvPr>
            <p:cNvSpPr/>
            <p:nvPr/>
          </p:nvSpPr>
          <p:spPr>
            <a:xfrm rot="21277659">
              <a:off x="2517403" y="2906549"/>
              <a:ext cx="690584" cy="235253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DB415DB1-7C1B-4F5D-AA4A-7E30390B1274}"/>
                </a:ext>
              </a:extLst>
            </p:cNvPr>
            <p:cNvSpPr/>
            <p:nvPr/>
          </p:nvSpPr>
          <p:spPr>
            <a:xfrm rot="11528244" flipV="1">
              <a:off x="344853" y="2978311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grpSp>
        <p:nvGrpSpPr>
          <p:cNvPr id="2204" name="Group 2203">
            <a:extLst>
              <a:ext uri="{FF2B5EF4-FFF2-40B4-BE49-F238E27FC236}">
                <a16:creationId xmlns:a16="http://schemas.microsoft.com/office/drawing/2014/main" id="{2C78BACC-09CF-4499-BE7B-1DC4061E602C}"/>
              </a:ext>
            </a:extLst>
          </p:cNvPr>
          <p:cNvGrpSpPr/>
          <p:nvPr/>
        </p:nvGrpSpPr>
        <p:grpSpPr>
          <a:xfrm>
            <a:off x="4376347" y="2442251"/>
            <a:ext cx="630854" cy="599000"/>
            <a:chOff x="163719" y="1822501"/>
            <a:chExt cx="3062199" cy="3047160"/>
          </a:xfrm>
        </p:grpSpPr>
        <p:grpSp>
          <p:nvGrpSpPr>
            <p:cNvPr id="2205" name="Group 2204">
              <a:extLst>
                <a:ext uri="{FF2B5EF4-FFF2-40B4-BE49-F238E27FC236}">
                  <a16:creationId xmlns:a16="http://schemas.microsoft.com/office/drawing/2014/main" id="{C9F75D11-37D3-49AE-B46F-793FE00F8143}"/>
                </a:ext>
              </a:extLst>
            </p:cNvPr>
            <p:cNvGrpSpPr/>
            <p:nvPr/>
          </p:nvGrpSpPr>
          <p:grpSpPr>
            <a:xfrm>
              <a:off x="163719" y="1822501"/>
              <a:ext cx="3062199" cy="3047160"/>
              <a:chOff x="163719" y="1822501"/>
              <a:chExt cx="3062199" cy="3047160"/>
            </a:xfrm>
          </p:grpSpPr>
          <p:grpSp>
            <p:nvGrpSpPr>
              <p:cNvPr id="2209" name="Group 2208">
                <a:extLst>
                  <a:ext uri="{FF2B5EF4-FFF2-40B4-BE49-F238E27FC236}">
                    <a16:creationId xmlns:a16="http://schemas.microsoft.com/office/drawing/2014/main" id="{64DEB098-FD80-4F1F-84CE-AA1FE750B725}"/>
                  </a:ext>
                </a:extLst>
              </p:cNvPr>
              <p:cNvGrpSpPr/>
              <p:nvPr/>
            </p:nvGrpSpPr>
            <p:grpSpPr>
              <a:xfrm rot="5037398" flipV="1">
                <a:off x="1683131" y="3844124"/>
                <a:ext cx="731274" cy="157011"/>
                <a:chOff x="2620172" y="2546175"/>
                <a:chExt cx="834986" cy="143092"/>
              </a:xfrm>
            </p:grpSpPr>
            <p:sp>
              <p:nvSpPr>
                <p:cNvPr id="2568" name="Freeform: Shape 2567">
                  <a:extLst>
                    <a:ext uri="{FF2B5EF4-FFF2-40B4-BE49-F238E27FC236}">
                      <a16:creationId xmlns:a16="http://schemas.microsoft.com/office/drawing/2014/main" id="{8C1B91DD-28E2-4F39-A395-5ED3E391722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569" name="Rectangle: Rounded Corners 2568">
                  <a:extLst>
                    <a:ext uri="{FF2B5EF4-FFF2-40B4-BE49-F238E27FC236}">
                      <a16:creationId xmlns:a16="http://schemas.microsoft.com/office/drawing/2014/main" id="{01AB1AD8-35FC-416D-AD43-F6348B7308F2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10" name="Group 2209">
                <a:extLst>
                  <a:ext uri="{FF2B5EF4-FFF2-40B4-BE49-F238E27FC236}">
                    <a16:creationId xmlns:a16="http://schemas.microsoft.com/office/drawing/2014/main" id="{5E40D5E5-6B29-4A77-8AC0-64A60FA4D22D}"/>
                  </a:ext>
                </a:extLst>
              </p:cNvPr>
              <p:cNvGrpSpPr/>
              <p:nvPr/>
            </p:nvGrpSpPr>
            <p:grpSpPr>
              <a:xfrm rot="5037398" flipV="1">
                <a:off x="1123013" y="4110752"/>
                <a:ext cx="731274" cy="157011"/>
                <a:chOff x="2620172" y="2546175"/>
                <a:chExt cx="834986" cy="143092"/>
              </a:xfrm>
            </p:grpSpPr>
            <p:sp>
              <p:nvSpPr>
                <p:cNvPr id="2566" name="Freeform: Shape 2565">
                  <a:extLst>
                    <a:ext uri="{FF2B5EF4-FFF2-40B4-BE49-F238E27FC236}">
                      <a16:creationId xmlns:a16="http://schemas.microsoft.com/office/drawing/2014/main" id="{6F2B0340-4F47-4226-8A3D-2C04752673A0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567" name="Rectangle: Rounded Corners 2566">
                  <a:extLst>
                    <a:ext uri="{FF2B5EF4-FFF2-40B4-BE49-F238E27FC236}">
                      <a16:creationId xmlns:a16="http://schemas.microsoft.com/office/drawing/2014/main" id="{1865ABB1-9986-4A74-83E8-93FD43F59D2B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11" name="Group 2210">
                <a:extLst>
                  <a:ext uri="{FF2B5EF4-FFF2-40B4-BE49-F238E27FC236}">
                    <a16:creationId xmlns:a16="http://schemas.microsoft.com/office/drawing/2014/main" id="{1AB2520B-30D9-4683-A761-482FFBCEB121}"/>
                  </a:ext>
                </a:extLst>
              </p:cNvPr>
              <p:cNvGrpSpPr/>
              <p:nvPr/>
            </p:nvGrpSpPr>
            <p:grpSpPr>
              <a:xfrm>
                <a:off x="860260" y="2440902"/>
                <a:ext cx="1730523" cy="1839492"/>
                <a:chOff x="420511" y="1784768"/>
                <a:chExt cx="1730523" cy="1839492"/>
              </a:xfrm>
            </p:grpSpPr>
            <p:grpSp>
              <p:nvGrpSpPr>
                <p:cNvPr id="2284" name="Group 2283">
                  <a:extLst>
                    <a:ext uri="{FF2B5EF4-FFF2-40B4-BE49-F238E27FC236}">
                      <a16:creationId xmlns:a16="http://schemas.microsoft.com/office/drawing/2014/main" id="{F79D510C-182A-401C-970F-022AC00D40FA}"/>
                    </a:ext>
                  </a:extLst>
                </p:cNvPr>
                <p:cNvGrpSpPr/>
                <p:nvPr/>
              </p:nvGrpSpPr>
              <p:grpSpPr>
                <a:xfrm>
                  <a:off x="1069572" y="1784768"/>
                  <a:ext cx="1081462" cy="1476716"/>
                  <a:chOff x="2089993" y="1523034"/>
                  <a:chExt cx="1081462" cy="1476716"/>
                </a:xfrm>
              </p:grpSpPr>
              <p:grpSp>
                <p:nvGrpSpPr>
                  <p:cNvPr id="2505" name="Group 2504">
                    <a:extLst>
                      <a:ext uri="{FF2B5EF4-FFF2-40B4-BE49-F238E27FC236}">
                        <a16:creationId xmlns:a16="http://schemas.microsoft.com/office/drawing/2014/main" id="{228F7DD8-AB7C-4F36-946C-179E75D072EE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70705"/>
                    <a:ext cx="101484" cy="1016226"/>
                    <a:chOff x="1800622" y="2364951"/>
                    <a:chExt cx="101484" cy="1016226"/>
                  </a:xfrm>
                </p:grpSpPr>
                <p:sp>
                  <p:nvSpPr>
                    <p:cNvPr id="2562" name="Flowchart: Connector 2561">
                      <a:extLst>
                        <a:ext uri="{FF2B5EF4-FFF2-40B4-BE49-F238E27FC236}">
                          <a16:creationId xmlns:a16="http://schemas.microsoft.com/office/drawing/2014/main" id="{CB0D83E2-F6E7-4ED0-AFE9-F7E72A5812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563" name="Flowchart: Connector 2562">
                      <a:extLst>
                        <a:ext uri="{FF2B5EF4-FFF2-40B4-BE49-F238E27FC236}">
                          <a16:creationId xmlns:a16="http://schemas.microsoft.com/office/drawing/2014/main" id="{A407D6AF-364B-4A4F-911B-037FC910EDE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564" name="Flowchart: Connector 2563">
                      <a:extLst>
                        <a:ext uri="{FF2B5EF4-FFF2-40B4-BE49-F238E27FC236}">
                          <a16:creationId xmlns:a16="http://schemas.microsoft.com/office/drawing/2014/main" id="{46E01391-50C2-4D6D-BD4B-BCBA071912B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565" name="Flowchart: Connector 2564">
                      <a:extLst>
                        <a:ext uri="{FF2B5EF4-FFF2-40B4-BE49-F238E27FC236}">
                          <a16:creationId xmlns:a16="http://schemas.microsoft.com/office/drawing/2014/main" id="{CAF688B9-F3B9-4484-862C-7335D10F344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649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2506" name="Group 2505">
                    <a:extLst>
                      <a:ext uri="{FF2B5EF4-FFF2-40B4-BE49-F238E27FC236}">
                        <a16:creationId xmlns:a16="http://schemas.microsoft.com/office/drawing/2014/main" id="{79AA4D3F-1A56-4A51-A594-70D075AA5AFA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23034"/>
                    <a:ext cx="1057223" cy="1476716"/>
                    <a:chOff x="2114232" y="1523034"/>
                    <a:chExt cx="1057223" cy="1476716"/>
                  </a:xfrm>
                </p:grpSpPr>
                <p:grpSp>
                  <p:nvGrpSpPr>
                    <p:cNvPr id="2507" name="Group 2506">
                      <a:extLst>
                        <a:ext uri="{FF2B5EF4-FFF2-40B4-BE49-F238E27FC236}">
                          <a16:creationId xmlns:a16="http://schemas.microsoft.com/office/drawing/2014/main" id="{7D49AE41-7EFA-41E9-9390-F3249DDFC6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47544" cy="539639"/>
                      <a:chOff x="3717189" y="1719497"/>
                      <a:chExt cx="1047544" cy="539639"/>
                    </a:xfrm>
                  </p:grpSpPr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555" name="3D Model 2554" descr="Sphere">
                            <a:extLst>
                              <a:ext uri="{FF2B5EF4-FFF2-40B4-BE49-F238E27FC236}">
                                <a16:creationId xmlns:a16="http://schemas.microsoft.com/office/drawing/2014/main" id="{EC76EC3F-222D-4126-917E-48E0768A228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79838858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556" name="Flowchart: Connector 2555">
                        <a:extLst>
                          <a:ext uri="{FF2B5EF4-FFF2-40B4-BE49-F238E27FC236}">
                            <a16:creationId xmlns:a16="http://schemas.microsoft.com/office/drawing/2014/main" id="{2D988175-AEBE-4D9A-8BF8-953BF9F7B3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557" name="3D Model 2556" descr="Sphere">
                            <a:extLst>
                              <a:ext uri="{FF2B5EF4-FFF2-40B4-BE49-F238E27FC236}">
                                <a16:creationId xmlns:a16="http://schemas.microsoft.com/office/drawing/2014/main" id="{5F7FE29B-18C1-4615-9679-56B20068E63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00341439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558" name="Flowchart: Connector 2557">
                        <a:extLst>
                          <a:ext uri="{FF2B5EF4-FFF2-40B4-BE49-F238E27FC236}">
                            <a16:creationId xmlns:a16="http://schemas.microsoft.com/office/drawing/2014/main" id="{5C421F27-0A25-4472-9779-10B406D7C1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559" name="3D Model 2558" descr="Sphere">
                            <a:extLst>
                              <a:ext uri="{FF2B5EF4-FFF2-40B4-BE49-F238E27FC236}">
                                <a16:creationId xmlns:a16="http://schemas.microsoft.com/office/drawing/2014/main" id="{3C20FE40-F551-4EDD-9523-763F42FE78E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12561242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560" name="Flowchart: Connector 2559">
                        <a:extLst>
                          <a:ext uri="{FF2B5EF4-FFF2-40B4-BE49-F238E27FC236}">
                            <a16:creationId xmlns:a16="http://schemas.microsoft.com/office/drawing/2014/main" id="{98DEE16A-DC4C-4312-84CD-851125473CE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561" name="3D Model 2560" descr="Sphere">
                            <a:extLst>
                              <a:ext uri="{FF2B5EF4-FFF2-40B4-BE49-F238E27FC236}">
                                <a16:creationId xmlns:a16="http://schemas.microsoft.com/office/drawing/2014/main" id="{59FB3649-E0F9-40CE-93F8-F10FBA36EAF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418796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508" name="Group 2507">
                      <a:extLst>
                        <a:ext uri="{FF2B5EF4-FFF2-40B4-BE49-F238E27FC236}">
                          <a16:creationId xmlns:a16="http://schemas.microsoft.com/office/drawing/2014/main" id="{5E80F5FE-9BA1-4CA6-9208-851E5FC297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2540" name="Flowchart: Connector 2539">
                        <a:extLst>
                          <a:ext uri="{FF2B5EF4-FFF2-40B4-BE49-F238E27FC236}">
                            <a16:creationId xmlns:a16="http://schemas.microsoft.com/office/drawing/2014/main" id="{145D84D6-22F1-44EE-8ECC-6C474BCB50D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41" name="Flowchart: Connector 2540">
                        <a:extLst>
                          <a:ext uri="{FF2B5EF4-FFF2-40B4-BE49-F238E27FC236}">
                            <a16:creationId xmlns:a16="http://schemas.microsoft.com/office/drawing/2014/main" id="{0DCFA7DD-93A0-4CF0-93C5-5831CAE016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42" name="Flowchart: Connector 2541">
                        <a:extLst>
                          <a:ext uri="{FF2B5EF4-FFF2-40B4-BE49-F238E27FC236}">
                            <a16:creationId xmlns:a16="http://schemas.microsoft.com/office/drawing/2014/main" id="{FA1C528E-E792-41D3-A7D4-BBBDB611990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43" name="Flowchart: Connector 2542">
                        <a:extLst>
                          <a:ext uri="{FF2B5EF4-FFF2-40B4-BE49-F238E27FC236}">
                            <a16:creationId xmlns:a16="http://schemas.microsoft.com/office/drawing/2014/main" id="{1B0BB234-8885-400D-A30D-5575BAC373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44" name="Flowchart: Connector 2543">
                        <a:extLst>
                          <a:ext uri="{FF2B5EF4-FFF2-40B4-BE49-F238E27FC236}">
                            <a16:creationId xmlns:a16="http://schemas.microsoft.com/office/drawing/2014/main" id="{82A91D2B-81D7-490F-8756-79E521C7951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45" name="Flowchart: Connector 2544">
                        <a:extLst>
                          <a:ext uri="{FF2B5EF4-FFF2-40B4-BE49-F238E27FC236}">
                            <a16:creationId xmlns:a16="http://schemas.microsoft.com/office/drawing/2014/main" id="{D8DC28FB-D23A-44D1-BD13-6453DBEB1AF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46" name="Flowchart: Connector 2545">
                        <a:extLst>
                          <a:ext uri="{FF2B5EF4-FFF2-40B4-BE49-F238E27FC236}">
                            <a16:creationId xmlns:a16="http://schemas.microsoft.com/office/drawing/2014/main" id="{83CC2D21-5B45-497C-B90F-7F23E68514F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47" name="Flowchart: Connector 2546">
                        <a:extLst>
                          <a:ext uri="{FF2B5EF4-FFF2-40B4-BE49-F238E27FC236}">
                            <a16:creationId xmlns:a16="http://schemas.microsoft.com/office/drawing/2014/main" id="{313E6FBA-9FD4-4349-8E51-8CCBFAFD95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548" name="3D Model 2547" descr="Sphere">
                            <a:extLst>
                              <a:ext uri="{FF2B5EF4-FFF2-40B4-BE49-F238E27FC236}">
                                <a16:creationId xmlns:a16="http://schemas.microsoft.com/office/drawing/2014/main" id="{CE82ED6A-0D12-43A8-895B-F054AC61632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913422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549" name="Flowchart: Connector 2548">
                        <a:extLst>
                          <a:ext uri="{FF2B5EF4-FFF2-40B4-BE49-F238E27FC236}">
                            <a16:creationId xmlns:a16="http://schemas.microsoft.com/office/drawing/2014/main" id="{523DFA05-D851-468B-AC8F-6AD96DEDE0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550" name="3D Model 2549" descr="Sphere">
                            <a:extLst>
                              <a:ext uri="{FF2B5EF4-FFF2-40B4-BE49-F238E27FC236}">
                                <a16:creationId xmlns:a16="http://schemas.microsoft.com/office/drawing/2014/main" id="{FE2D6B9E-4501-4000-AD44-DA1EC6A9519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1596103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551" name="Flowchart: Connector 2550">
                        <a:extLst>
                          <a:ext uri="{FF2B5EF4-FFF2-40B4-BE49-F238E27FC236}">
                            <a16:creationId xmlns:a16="http://schemas.microsoft.com/office/drawing/2014/main" id="{AF07C70D-A3CD-4322-807B-1399D35523E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552" name="3D Model 2551" descr="Sphere">
                            <a:extLst>
                              <a:ext uri="{FF2B5EF4-FFF2-40B4-BE49-F238E27FC236}">
                                <a16:creationId xmlns:a16="http://schemas.microsoft.com/office/drawing/2014/main" id="{C04FD869-597B-4367-B368-7D2ED6CB394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9199701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553" name="Flowchart: Connector 2552">
                        <a:extLst>
                          <a:ext uri="{FF2B5EF4-FFF2-40B4-BE49-F238E27FC236}">
                            <a16:creationId xmlns:a16="http://schemas.microsoft.com/office/drawing/2014/main" id="{DF0F8EDE-228A-4004-9D3A-23D1E8EE305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554" name="3D Model 2553" descr="Sphere">
                            <a:extLst>
                              <a:ext uri="{FF2B5EF4-FFF2-40B4-BE49-F238E27FC236}">
                                <a16:creationId xmlns:a16="http://schemas.microsoft.com/office/drawing/2014/main" id="{3DFC2FDE-40DF-4A07-B71E-3D9B4BD5625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0268704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509" name="Group 2508">
                      <a:extLst>
                        <a:ext uri="{FF2B5EF4-FFF2-40B4-BE49-F238E27FC236}">
                          <a16:creationId xmlns:a16="http://schemas.microsoft.com/office/drawing/2014/main" id="{2E03A8F6-065D-454F-BA9C-6E3E55098E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2525" name="Flowchart: Connector 2524">
                        <a:extLst>
                          <a:ext uri="{FF2B5EF4-FFF2-40B4-BE49-F238E27FC236}">
                            <a16:creationId xmlns:a16="http://schemas.microsoft.com/office/drawing/2014/main" id="{D8B0A75D-C8B8-41D2-A40F-1A0B3D5D1E3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26" name="Flowchart: Connector 2525">
                        <a:extLst>
                          <a:ext uri="{FF2B5EF4-FFF2-40B4-BE49-F238E27FC236}">
                            <a16:creationId xmlns:a16="http://schemas.microsoft.com/office/drawing/2014/main" id="{6826167B-1507-4BA8-9423-18E346D2061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27" name="Flowchart: Connector 2526">
                        <a:extLst>
                          <a:ext uri="{FF2B5EF4-FFF2-40B4-BE49-F238E27FC236}">
                            <a16:creationId xmlns:a16="http://schemas.microsoft.com/office/drawing/2014/main" id="{BF4F7FAE-2E5A-4A3D-9D03-6D78D182229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28" name="Flowchart: Connector 2527">
                        <a:extLst>
                          <a:ext uri="{FF2B5EF4-FFF2-40B4-BE49-F238E27FC236}">
                            <a16:creationId xmlns:a16="http://schemas.microsoft.com/office/drawing/2014/main" id="{47C093FC-579D-47F5-8EDA-43F7108CCB1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29" name="Flowchart: Connector 2528">
                        <a:extLst>
                          <a:ext uri="{FF2B5EF4-FFF2-40B4-BE49-F238E27FC236}">
                            <a16:creationId xmlns:a16="http://schemas.microsoft.com/office/drawing/2014/main" id="{73850802-D145-476E-87D1-06C46630677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30" name="Flowchart: Connector 2529">
                        <a:extLst>
                          <a:ext uri="{FF2B5EF4-FFF2-40B4-BE49-F238E27FC236}">
                            <a16:creationId xmlns:a16="http://schemas.microsoft.com/office/drawing/2014/main" id="{5FC1C2BF-6E73-463F-9D81-42726839A6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31" name="Flowchart: Connector 2530">
                        <a:extLst>
                          <a:ext uri="{FF2B5EF4-FFF2-40B4-BE49-F238E27FC236}">
                            <a16:creationId xmlns:a16="http://schemas.microsoft.com/office/drawing/2014/main" id="{C9609D70-E52A-4E2B-8AFC-B4317C8EAC7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32" name="Flowchart: Connector 2531">
                        <a:extLst>
                          <a:ext uri="{FF2B5EF4-FFF2-40B4-BE49-F238E27FC236}">
                            <a16:creationId xmlns:a16="http://schemas.microsoft.com/office/drawing/2014/main" id="{95043AFC-BABA-4456-9662-339458582B5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533" name="3D Model 2532" descr="Sphere">
                            <a:extLst>
                              <a:ext uri="{FF2B5EF4-FFF2-40B4-BE49-F238E27FC236}">
                                <a16:creationId xmlns:a16="http://schemas.microsoft.com/office/drawing/2014/main" id="{C5EC3398-7482-450A-B2AF-648910D9905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918452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534" name="Flowchart: Connector 2533">
                        <a:extLst>
                          <a:ext uri="{FF2B5EF4-FFF2-40B4-BE49-F238E27FC236}">
                            <a16:creationId xmlns:a16="http://schemas.microsoft.com/office/drawing/2014/main" id="{2EF75C12-8DE0-4287-95C6-2036D60176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535" name="3D Model 2534" descr="Sphere">
                            <a:extLst>
                              <a:ext uri="{FF2B5EF4-FFF2-40B4-BE49-F238E27FC236}">
                                <a16:creationId xmlns:a16="http://schemas.microsoft.com/office/drawing/2014/main" id="{842B1E6B-8FD5-42C8-94DC-6EEF0FC0B95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2793521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536" name="Flowchart: Connector 2535">
                        <a:extLst>
                          <a:ext uri="{FF2B5EF4-FFF2-40B4-BE49-F238E27FC236}">
                            <a16:creationId xmlns:a16="http://schemas.microsoft.com/office/drawing/2014/main" id="{CAFD2417-F4B9-407F-AB0A-46A76F0312A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537" name="3D Model 2536" descr="Sphere">
                            <a:extLst>
                              <a:ext uri="{FF2B5EF4-FFF2-40B4-BE49-F238E27FC236}">
                                <a16:creationId xmlns:a16="http://schemas.microsoft.com/office/drawing/2014/main" id="{1B028E33-E927-4D15-9C8D-5FF53B77D8A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3486530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538" name="Flowchart: Connector 2537">
                        <a:extLst>
                          <a:ext uri="{FF2B5EF4-FFF2-40B4-BE49-F238E27FC236}">
                            <a16:creationId xmlns:a16="http://schemas.microsoft.com/office/drawing/2014/main" id="{81FFDB63-5C05-4FD5-9E04-20F963B7E1E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539" name="3D Model 2538" descr="Sphere">
                            <a:extLst>
                              <a:ext uri="{FF2B5EF4-FFF2-40B4-BE49-F238E27FC236}">
                                <a16:creationId xmlns:a16="http://schemas.microsoft.com/office/drawing/2014/main" id="{5A9743DC-3684-4EDE-93D8-CB65FA4FC24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7862581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2510" name="Flowchart: Connector 2509">
                      <a:extLst>
                        <a:ext uri="{FF2B5EF4-FFF2-40B4-BE49-F238E27FC236}">
                          <a16:creationId xmlns:a16="http://schemas.microsoft.com/office/drawing/2014/main" id="{D66F7333-0F3E-48DA-93DE-4BE2E629323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511" name="Flowchart: Connector 2510">
                      <a:extLst>
                        <a:ext uri="{FF2B5EF4-FFF2-40B4-BE49-F238E27FC236}">
                          <a16:creationId xmlns:a16="http://schemas.microsoft.com/office/drawing/2014/main" id="{1E6A7C45-C99E-4FC6-8B0A-012C4E3703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512" name="Flowchart: Connector 2511">
                      <a:extLst>
                        <a:ext uri="{FF2B5EF4-FFF2-40B4-BE49-F238E27FC236}">
                          <a16:creationId xmlns:a16="http://schemas.microsoft.com/office/drawing/2014/main" id="{B3D2B5DA-A98B-4B0A-AA4A-CC2554FD5C9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513" name="Flowchart: Connector 2512">
                      <a:extLst>
                        <a:ext uri="{FF2B5EF4-FFF2-40B4-BE49-F238E27FC236}">
                          <a16:creationId xmlns:a16="http://schemas.microsoft.com/office/drawing/2014/main" id="{6788E809-3324-42FA-B8C5-2C6F12709D1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514" name="Flowchart: Connector 2513">
                      <a:extLst>
                        <a:ext uri="{FF2B5EF4-FFF2-40B4-BE49-F238E27FC236}">
                          <a16:creationId xmlns:a16="http://schemas.microsoft.com/office/drawing/2014/main" id="{3917A9F1-87A1-46CB-8373-FE24E753346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515" name="Flowchart: Connector 2514">
                      <a:extLst>
                        <a:ext uri="{FF2B5EF4-FFF2-40B4-BE49-F238E27FC236}">
                          <a16:creationId xmlns:a16="http://schemas.microsoft.com/office/drawing/2014/main" id="{BBE99EB4-445A-439B-A9A3-582D6956E75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516" name="Flowchart: Connector 2515">
                      <a:extLst>
                        <a:ext uri="{FF2B5EF4-FFF2-40B4-BE49-F238E27FC236}">
                          <a16:creationId xmlns:a16="http://schemas.microsoft.com/office/drawing/2014/main" id="{2B2F9DE5-22ED-44BC-B561-0204EB5F104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517" name="Flowchart: Connector 2516">
                      <a:extLst>
                        <a:ext uri="{FF2B5EF4-FFF2-40B4-BE49-F238E27FC236}">
                          <a16:creationId xmlns:a16="http://schemas.microsoft.com/office/drawing/2014/main" id="{0B645867-602F-46D3-8B21-8F57B4651D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518" name="3D Model 2517" descr="Sphere">
                          <a:extLst>
                            <a:ext uri="{FF2B5EF4-FFF2-40B4-BE49-F238E27FC236}">
                              <a16:creationId xmlns:a16="http://schemas.microsoft.com/office/drawing/2014/main" id="{2DA3B892-F460-4982-A62C-CA99C3AA5D6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702393158"/>
                            </p:ext>
                          </p:extLst>
                        </p:nvPr>
                      </p:nvGraphicFramePr>
                      <p:xfrm>
                        <a:off x="2134543" y="1523034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6" name="3D Model 315" descr="Sphere">
                          <a:extLst>
                            <a:ext uri="{FF2B5EF4-FFF2-40B4-BE49-F238E27FC236}">
                              <a16:creationId xmlns:a16="http://schemas.microsoft.com/office/drawing/2014/main" id="{94CEC40E-A38A-4B0D-A79B-E09B750E6BC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16517" y="257416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519" name="Flowchart: Connector 2518">
                      <a:extLst>
                        <a:ext uri="{FF2B5EF4-FFF2-40B4-BE49-F238E27FC236}">
                          <a16:creationId xmlns:a16="http://schemas.microsoft.com/office/drawing/2014/main" id="{BB0C08A6-1F9E-4D6A-91ED-C6E9CF4927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520" name="3D Model 2519" descr="Sphere">
                          <a:extLst>
                            <a:ext uri="{FF2B5EF4-FFF2-40B4-BE49-F238E27FC236}">
                              <a16:creationId xmlns:a16="http://schemas.microsoft.com/office/drawing/2014/main" id="{506826D1-7500-43AF-96A6-2A7944105A3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405779701"/>
                            </p:ext>
                          </p:extLst>
                        </p:nvPr>
                      </p:nvGraphicFramePr>
                      <p:xfrm>
                        <a:off x="2371307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8" name="3D Model 317" descr="Sphere">
                          <a:extLst>
                            <a:ext uri="{FF2B5EF4-FFF2-40B4-BE49-F238E27FC236}">
                              <a16:creationId xmlns:a16="http://schemas.microsoft.com/office/drawing/2014/main" id="{2BEBEC1A-1AF1-4D15-819D-9B7F535C5F3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53281" y="263088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521" name="Flowchart: Connector 2520">
                      <a:extLst>
                        <a:ext uri="{FF2B5EF4-FFF2-40B4-BE49-F238E27FC236}">
                          <a16:creationId xmlns:a16="http://schemas.microsoft.com/office/drawing/2014/main" id="{AFD0FAF8-1A37-468E-B4B4-132FAF04C2F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522" name="3D Model 2521" descr="Sphere">
                          <a:extLst>
                            <a:ext uri="{FF2B5EF4-FFF2-40B4-BE49-F238E27FC236}">
                              <a16:creationId xmlns:a16="http://schemas.microsoft.com/office/drawing/2014/main" id="{0ACCD90B-0361-49E0-AB7F-A7636686CE3A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746485242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0" name="3D Model 319" descr="Sphere">
                          <a:extLst>
                            <a:ext uri="{FF2B5EF4-FFF2-40B4-BE49-F238E27FC236}">
                              <a16:creationId xmlns:a16="http://schemas.microsoft.com/office/drawing/2014/main" id="{1A28C680-4EF8-400E-9656-44FEB9047F9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991151" y="269268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523" name="Flowchart: Connector 2522">
                      <a:extLst>
                        <a:ext uri="{FF2B5EF4-FFF2-40B4-BE49-F238E27FC236}">
                          <a16:creationId xmlns:a16="http://schemas.microsoft.com/office/drawing/2014/main" id="{3B7BBE5F-8264-42E0-8334-CB5AF4B5935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524" name="3D Model 2523" descr="Sphere">
                          <a:extLst>
                            <a:ext uri="{FF2B5EF4-FFF2-40B4-BE49-F238E27FC236}">
                              <a16:creationId xmlns:a16="http://schemas.microsoft.com/office/drawing/2014/main" id="{C4C36B62-9FF5-423A-B8A4-E09830B2D94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449798940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2" name="3D Model 321" descr="Sphere">
                          <a:extLst>
                            <a:ext uri="{FF2B5EF4-FFF2-40B4-BE49-F238E27FC236}">
                              <a16:creationId xmlns:a16="http://schemas.microsoft.com/office/drawing/2014/main" id="{14AA6C24-5D08-45CB-ACEC-CB80EC94130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2259569" y="2779722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2285" name="Group 2284">
                  <a:extLst>
                    <a:ext uri="{FF2B5EF4-FFF2-40B4-BE49-F238E27FC236}">
                      <a16:creationId xmlns:a16="http://schemas.microsoft.com/office/drawing/2014/main" id="{0D6059EE-A642-47DD-8705-53AEFDF9C13C}"/>
                    </a:ext>
                  </a:extLst>
                </p:cNvPr>
                <p:cNvGrpSpPr/>
                <p:nvPr/>
              </p:nvGrpSpPr>
              <p:grpSpPr>
                <a:xfrm>
                  <a:off x="1773325" y="2268938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2502" name="Flowchart: Connector 2501">
                    <a:extLst>
                      <a:ext uri="{FF2B5EF4-FFF2-40B4-BE49-F238E27FC236}">
                        <a16:creationId xmlns:a16="http://schemas.microsoft.com/office/drawing/2014/main" id="{2538DE12-5564-4F10-B754-AF7477975F9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503" name="Flowchart: Connector 2502">
                    <a:extLst>
                      <a:ext uri="{FF2B5EF4-FFF2-40B4-BE49-F238E27FC236}">
                        <a16:creationId xmlns:a16="http://schemas.microsoft.com/office/drawing/2014/main" id="{84B081C8-64EF-4B0E-B93C-1A3213CAADA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504" name="Flowchart: Connector 2503">
                    <a:extLst>
                      <a:ext uri="{FF2B5EF4-FFF2-40B4-BE49-F238E27FC236}">
                        <a16:creationId xmlns:a16="http://schemas.microsoft.com/office/drawing/2014/main" id="{CF748DBC-AE03-44D1-A81C-BBCF5CE8068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2286" name="Flowchart: Connector 2285">
                  <a:extLst>
                    <a:ext uri="{FF2B5EF4-FFF2-40B4-BE49-F238E27FC236}">
                      <a16:creationId xmlns:a16="http://schemas.microsoft.com/office/drawing/2014/main" id="{F1033E53-9284-4132-BA97-6240E46DA43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37026" y="201261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2287" name="Flowchart: Connector 2286">
                  <a:extLst>
                    <a:ext uri="{FF2B5EF4-FFF2-40B4-BE49-F238E27FC236}">
                      <a16:creationId xmlns:a16="http://schemas.microsoft.com/office/drawing/2014/main" id="{EB6E89A9-265D-441A-8C95-C603C4C6A73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88002" y="208727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2288" name="Group 2287">
                  <a:extLst>
                    <a:ext uri="{FF2B5EF4-FFF2-40B4-BE49-F238E27FC236}">
                      <a16:creationId xmlns:a16="http://schemas.microsoft.com/office/drawing/2014/main" id="{A6CE2E65-F1B4-4F9D-8040-EBCC0AD4E8A2}"/>
                    </a:ext>
                  </a:extLst>
                </p:cNvPr>
                <p:cNvGrpSpPr/>
                <p:nvPr/>
              </p:nvGrpSpPr>
              <p:grpSpPr>
                <a:xfrm rot="21228750">
                  <a:off x="1171220" y="1918660"/>
                  <a:ext cx="698062" cy="387533"/>
                  <a:chOff x="854933" y="2290871"/>
                  <a:chExt cx="698062" cy="387533"/>
                </a:xfrm>
              </p:grpSpPr>
              <p:sp>
                <p:nvSpPr>
                  <p:cNvPr id="2499" name="Flowchart: Connector 2498">
                    <a:extLst>
                      <a:ext uri="{FF2B5EF4-FFF2-40B4-BE49-F238E27FC236}">
                        <a16:creationId xmlns:a16="http://schemas.microsoft.com/office/drawing/2014/main" id="{B481E16F-D9BD-456C-AAA7-D226017A2F9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3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500" name="Flowchart: Connector 2499">
                    <a:extLst>
                      <a:ext uri="{FF2B5EF4-FFF2-40B4-BE49-F238E27FC236}">
                        <a16:creationId xmlns:a16="http://schemas.microsoft.com/office/drawing/2014/main" id="{F6693920-9C8E-4F40-9C0B-9F9A78E5C05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5206" y="23778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501" name="Flowchart: Connector 2500">
                    <a:extLst>
                      <a:ext uri="{FF2B5EF4-FFF2-40B4-BE49-F238E27FC236}">
                        <a16:creationId xmlns:a16="http://schemas.microsoft.com/office/drawing/2014/main" id="{D9157C61-BD51-4EAA-A486-70ECA014846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41136" y="2462404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2289" name="Group 2288">
                  <a:extLst>
                    <a:ext uri="{FF2B5EF4-FFF2-40B4-BE49-F238E27FC236}">
                      <a16:creationId xmlns:a16="http://schemas.microsoft.com/office/drawing/2014/main" id="{DA73DD4C-F2D9-498E-AB3C-9C3DAC26D2B3}"/>
                    </a:ext>
                  </a:extLst>
                </p:cNvPr>
                <p:cNvGrpSpPr/>
                <p:nvPr/>
              </p:nvGrpSpPr>
              <p:grpSpPr>
                <a:xfrm>
                  <a:off x="849741" y="1890320"/>
                  <a:ext cx="1098636" cy="1497980"/>
                  <a:chOff x="2089993" y="1501770"/>
                  <a:chExt cx="1098636" cy="1497980"/>
                </a:xfrm>
              </p:grpSpPr>
              <p:grpSp>
                <p:nvGrpSpPr>
                  <p:cNvPr id="2434" name="Group 2433">
                    <a:extLst>
                      <a:ext uri="{FF2B5EF4-FFF2-40B4-BE49-F238E27FC236}">
                        <a16:creationId xmlns:a16="http://schemas.microsoft.com/office/drawing/2014/main" id="{3F9F3564-CECB-4FD7-9AC8-07BF9EF744C1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34990"/>
                    <a:ext cx="101484" cy="1051941"/>
                    <a:chOff x="1800622" y="2329236"/>
                    <a:chExt cx="101484" cy="1051941"/>
                  </a:xfrm>
                </p:grpSpPr>
                <p:sp>
                  <p:nvSpPr>
                    <p:cNvPr id="2495" name="Flowchart: Connector 2494">
                      <a:extLst>
                        <a:ext uri="{FF2B5EF4-FFF2-40B4-BE49-F238E27FC236}">
                          <a16:creationId xmlns:a16="http://schemas.microsoft.com/office/drawing/2014/main" id="{B9C05CE9-5EF1-42F9-8D87-A1032EE2BC1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96" name="Flowchart: Connector 2495">
                      <a:extLst>
                        <a:ext uri="{FF2B5EF4-FFF2-40B4-BE49-F238E27FC236}">
                          <a16:creationId xmlns:a16="http://schemas.microsoft.com/office/drawing/2014/main" id="{3C610D9E-095F-412B-8F50-ADA5822A879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97" name="Flowchart: Connector 2496">
                      <a:extLst>
                        <a:ext uri="{FF2B5EF4-FFF2-40B4-BE49-F238E27FC236}">
                          <a16:creationId xmlns:a16="http://schemas.microsoft.com/office/drawing/2014/main" id="{E572077D-42E2-4FE1-B3DA-AEF5E5132E5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98" name="Flowchart: Connector 2497">
                      <a:extLst>
                        <a:ext uri="{FF2B5EF4-FFF2-40B4-BE49-F238E27FC236}">
                          <a16:creationId xmlns:a16="http://schemas.microsoft.com/office/drawing/2014/main" id="{094B50C2-5F9E-4DA6-8B57-1BC2A351C27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2923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2435" name="Group 2434">
                    <a:extLst>
                      <a:ext uri="{FF2B5EF4-FFF2-40B4-BE49-F238E27FC236}">
                        <a16:creationId xmlns:a16="http://schemas.microsoft.com/office/drawing/2014/main" id="{491500D6-58A1-4755-B5D2-C163F40072CE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01770"/>
                    <a:ext cx="1074397" cy="1497980"/>
                    <a:chOff x="2114232" y="1501770"/>
                    <a:chExt cx="1074397" cy="1497980"/>
                  </a:xfrm>
                </p:grpSpPr>
                <p:grpSp>
                  <p:nvGrpSpPr>
                    <p:cNvPr id="2436" name="Group 2435">
                      <a:extLst>
                        <a:ext uri="{FF2B5EF4-FFF2-40B4-BE49-F238E27FC236}">
                          <a16:creationId xmlns:a16="http://schemas.microsoft.com/office/drawing/2014/main" id="{D53425B1-30CF-4270-B743-6E99A2D836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2487" name="Flowchart: Connector 2486">
                        <a:extLst>
                          <a:ext uri="{FF2B5EF4-FFF2-40B4-BE49-F238E27FC236}">
                            <a16:creationId xmlns:a16="http://schemas.microsoft.com/office/drawing/2014/main" id="{4EE06E69-54A5-49E1-B9D8-5B2E7E6D65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88" name="3D Model 2487" descr="Sphere">
                            <a:extLst>
                              <a:ext uri="{FF2B5EF4-FFF2-40B4-BE49-F238E27FC236}">
                                <a16:creationId xmlns:a16="http://schemas.microsoft.com/office/drawing/2014/main" id="{0DCE3C41-D3C3-48DE-A4D6-9E93A261A38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91421044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89" name="Flowchart: Connector 2488">
                        <a:extLst>
                          <a:ext uri="{FF2B5EF4-FFF2-40B4-BE49-F238E27FC236}">
                            <a16:creationId xmlns:a16="http://schemas.microsoft.com/office/drawing/2014/main" id="{AEBA8E35-0BFB-41FC-8A1A-D8056A7044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90" name="3D Model 2489" descr="Sphere">
                            <a:extLst>
                              <a:ext uri="{FF2B5EF4-FFF2-40B4-BE49-F238E27FC236}">
                                <a16:creationId xmlns:a16="http://schemas.microsoft.com/office/drawing/2014/main" id="{F31EDDED-282B-41E0-B14D-1586A4F7C41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0770688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91" name="Flowchart: Connector 2490">
                        <a:extLst>
                          <a:ext uri="{FF2B5EF4-FFF2-40B4-BE49-F238E27FC236}">
                            <a16:creationId xmlns:a16="http://schemas.microsoft.com/office/drawing/2014/main" id="{B13DF00E-846C-4986-85EA-6B16E6E63C2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92" name="3D Model 2491" descr="Sphere">
                            <a:extLst>
                              <a:ext uri="{FF2B5EF4-FFF2-40B4-BE49-F238E27FC236}">
                                <a16:creationId xmlns:a16="http://schemas.microsoft.com/office/drawing/2014/main" id="{B5D49A31-BC0E-4BBA-829F-FAF10862E56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9120114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93" name="Flowchart: Connector 2492">
                        <a:extLst>
                          <a:ext uri="{FF2B5EF4-FFF2-40B4-BE49-F238E27FC236}">
                            <a16:creationId xmlns:a16="http://schemas.microsoft.com/office/drawing/2014/main" id="{4664CE5C-F58F-4E8F-AF29-E4E01ED35B1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94" name="3D Model 2493" descr="Sphere">
                            <a:extLst>
                              <a:ext uri="{FF2B5EF4-FFF2-40B4-BE49-F238E27FC236}">
                                <a16:creationId xmlns:a16="http://schemas.microsoft.com/office/drawing/2014/main" id="{D3501F8F-E4A2-49CE-B11C-CEEE5DCB940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9752440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437" name="Group 2436">
                      <a:extLst>
                        <a:ext uri="{FF2B5EF4-FFF2-40B4-BE49-F238E27FC236}">
                          <a16:creationId xmlns:a16="http://schemas.microsoft.com/office/drawing/2014/main" id="{C237DE96-B2F2-4300-9904-98819D1FDB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471" name="Flowchart: Connector 2470">
                        <a:extLst>
                          <a:ext uri="{FF2B5EF4-FFF2-40B4-BE49-F238E27FC236}">
                            <a16:creationId xmlns:a16="http://schemas.microsoft.com/office/drawing/2014/main" id="{5DCBE2BB-27CE-4C2D-AA09-31A6E25D558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72" name="Flowchart: Connector 2471">
                        <a:extLst>
                          <a:ext uri="{FF2B5EF4-FFF2-40B4-BE49-F238E27FC236}">
                            <a16:creationId xmlns:a16="http://schemas.microsoft.com/office/drawing/2014/main" id="{F70CAF48-2AAC-4ACA-A7B9-061F8BDF56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73" name="Flowchart: Connector 2472">
                        <a:extLst>
                          <a:ext uri="{FF2B5EF4-FFF2-40B4-BE49-F238E27FC236}">
                            <a16:creationId xmlns:a16="http://schemas.microsoft.com/office/drawing/2014/main" id="{A0305E83-4685-43B2-87A1-CF2F7BD43D5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74" name="Flowchart: Connector 2473">
                        <a:extLst>
                          <a:ext uri="{FF2B5EF4-FFF2-40B4-BE49-F238E27FC236}">
                            <a16:creationId xmlns:a16="http://schemas.microsoft.com/office/drawing/2014/main" id="{353E3875-F6E8-484E-B623-F3B3535ACBF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75" name="Flowchart: Connector 2474">
                        <a:extLst>
                          <a:ext uri="{FF2B5EF4-FFF2-40B4-BE49-F238E27FC236}">
                            <a16:creationId xmlns:a16="http://schemas.microsoft.com/office/drawing/2014/main" id="{4A59417B-079B-430F-973B-E59E6CC41EF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76" name="Flowchart: Connector 2475">
                        <a:extLst>
                          <a:ext uri="{FF2B5EF4-FFF2-40B4-BE49-F238E27FC236}">
                            <a16:creationId xmlns:a16="http://schemas.microsoft.com/office/drawing/2014/main" id="{407D70BF-DC1A-4152-943D-77473A3C9E7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77" name="Flowchart: Connector 2476">
                        <a:extLst>
                          <a:ext uri="{FF2B5EF4-FFF2-40B4-BE49-F238E27FC236}">
                            <a16:creationId xmlns:a16="http://schemas.microsoft.com/office/drawing/2014/main" id="{CCC362B4-178F-4E71-B126-7022436858F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78" name="Flowchart: Connector 2477">
                        <a:extLst>
                          <a:ext uri="{FF2B5EF4-FFF2-40B4-BE49-F238E27FC236}">
                            <a16:creationId xmlns:a16="http://schemas.microsoft.com/office/drawing/2014/main" id="{1DC310FB-5B98-4109-83CB-EC9D2718387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79" name="Flowchart: Connector 2478">
                        <a:extLst>
                          <a:ext uri="{FF2B5EF4-FFF2-40B4-BE49-F238E27FC236}">
                            <a16:creationId xmlns:a16="http://schemas.microsoft.com/office/drawing/2014/main" id="{24AA0068-33FA-46B5-B04B-3A970ABA311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80" name="3D Model 2479" descr="Sphere">
                            <a:extLst>
                              <a:ext uri="{FF2B5EF4-FFF2-40B4-BE49-F238E27FC236}">
                                <a16:creationId xmlns:a16="http://schemas.microsoft.com/office/drawing/2014/main" id="{6B616625-697D-4B81-BF53-72F7AF8A91B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65019381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81" name="Flowchart: Connector 2480">
                        <a:extLst>
                          <a:ext uri="{FF2B5EF4-FFF2-40B4-BE49-F238E27FC236}">
                            <a16:creationId xmlns:a16="http://schemas.microsoft.com/office/drawing/2014/main" id="{453B394D-E49F-43BE-967A-202A8D48AA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82" name="3D Model 2481" descr="Sphere">
                            <a:extLst>
                              <a:ext uri="{FF2B5EF4-FFF2-40B4-BE49-F238E27FC236}">
                                <a16:creationId xmlns:a16="http://schemas.microsoft.com/office/drawing/2014/main" id="{ED458F0D-C4BC-47A3-AF37-2B67C0CCD57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8866619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83" name="Flowchart: Connector 2482">
                        <a:extLst>
                          <a:ext uri="{FF2B5EF4-FFF2-40B4-BE49-F238E27FC236}">
                            <a16:creationId xmlns:a16="http://schemas.microsoft.com/office/drawing/2014/main" id="{34EFFD96-F667-47FD-886C-46D5B49FD4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84" name="3D Model 2483" descr="Sphere">
                            <a:extLst>
                              <a:ext uri="{FF2B5EF4-FFF2-40B4-BE49-F238E27FC236}">
                                <a16:creationId xmlns:a16="http://schemas.microsoft.com/office/drawing/2014/main" id="{431125B0-A42F-485D-B9BA-3E1724813E9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412038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85" name="Flowchart: Connector 2484">
                        <a:extLst>
                          <a:ext uri="{FF2B5EF4-FFF2-40B4-BE49-F238E27FC236}">
                            <a16:creationId xmlns:a16="http://schemas.microsoft.com/office/drawing/2014/main" id="{A3C1604B-AD7F-4ABB-AFA0-EDD11B05E5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86" name="3D Model 2485" descr="Sphere">
                            <a:extLst>
                              <a:ext uri="{FF2B5EF4-FFF2-40B4-BE49-F238E27FC236}">
                                <a16:creationId xmlns:a16="http://schemas.microsoft.com/office/drawing/2014/main" id="{192FE728-C4C2-49ED-A1AA-392694032FD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7018879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438" name="Group 2437">
                      <a:extLst>
                        <a:ext uri="{FF2B5EF4-FFF2-40B4-BE49-F238E27FC236}">
                          <a16:creationId xmlns:a16="http://schemas.microsoft.com/office/drawing/2014/main" id="{ED8F2E8F-6885-4842-86E0-89C05CB047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455" name="Flowchart: Connector 2454">
                        <a:extLst>
                          <a:ext uri="{FF2B5EF4-FFF2-40B4-BE49-F238E27FC236}">
                            <a16:creationId xmlns:a16="http://schemas.microsoft.com/office/drawing/2014/main" id="{823918CF-4AC6-46E1-B886-AA9B044DB0A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56" name="Flowchart: Connector 2455">
                        <a:extLst>
                          <a:ext uri="{FF2B5EF4-FFF2-40B4-BE49-F238E27FC236}">
                            <a16:creationId xmlns:a16="http://schemas.microsoft.com/office/drawing/2014/main" id="{20B65070-9F03-4BBC-9830-9D8FE6F3C7C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57" name="Flowchart: Connector 2456">
                        <a:extLst>
                          <a:ext uri="{FF2B5EF4-FFF2-40B4-BE49-F238E27FC236}">
                            <a16:creationId xmlns:a16="http://schemas.microsoft.com/office/drawing/2014/main" id="{2DB78DC9-C373-49A1-B7BB-97695FCC47A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58" name="Flowchart: Connector 2457">
                        <a:extLst>
                          <a:ext uri="{FF2B5EF4-FFF2-40B4-BE49-F238E27FC236}">
                            <a16:creationId xmlns:a16="http://schemas.microsoft.com/office/drawing/2014/main" id="{EC8A7481-46EE-47BC-AED8-B99E215C35E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59" name="Flowchart: Connector 2458">
                        <a:extLst>
                          <a:ext uri="{FF2B5EF4-FFF2-40B4-BE49-F238E27FC236}">
                            <a16:creationId xmlns:a16="http://schemas.microsoft.com/office/drawing/2014/main" id="{307B0747-24C4-47A1-9677-F12516F114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60" name="Flowchart: Connector 2459">
                        <a:extLst>
                          <a:ext uri="{FF2B5EF4-FFF2-40B4-BE49-F238E27FC236}">
                            <a16:creationId xmlns:a16="http://schemas.microsoft.com/office/drawing/2014/main" id="{2ECFB12B-538D-45AA-9E37-5F410B2B587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61" name="Flowchart: Connector 2460">
                        <a:extLst>
                          <a:ext uri="{FF2B5EF4-FFF2-40B4-BE49-F238E27FC236}">
                            <a16:creationId xmlns:a16="http://schemas.microsoft.com/office/drawing/2014/main" id="{849EC59E-1C7C-4BF7-8C97-85740F420D0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62" name="Flowchart: Connector 2461">
                        <a:extLst>
                          <a:ext uri="{FF2B5EF4-FFF2-40B4-BE49-F238E27FC236}">
                            <a16:creationId xmlns:a16="http://schemas.microsoft.com/office/drawing/2014/main" id="{EFEFEB6F-2D3D-41E3-BF2D-C77B2E22077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63" name="Flowchart: Connector 2462">
                        <a:extLst>
                          <a:ext uri="{FF2B5EF4-FFF2-40B4-BE49-F238E27FC236}">
                            <a16:creationId xmlns:a16="http://schemas.microsoft.com/office/drawing/2014/main" id="{68A1140B-A071-49F7-BF98-E730476ACC8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64" name="3D Model 2463" descr="Sphere">
                            <a:extLst>
                              <a:ext uri="{FF2B5EF4-FFF2-40B4-BE49-F238E27FC236}">
                                <a16:creationId xmlns:a16="http://schemas.microsoft.com/office/drawing/2014/main" id="{44963358-9F72-4E3B-A066-646E950ABD2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74470592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65" name="Flowchart: Connector 2464">
                        <a:extLst>
                          <a:ext uri="{FF2B5EF4-FFF2-40B4-BE49-F238E27FC236}">
                            <a16:creationId xmlns:a16="http://schemas.microsoft.com/office/drawing/2014/main" id="{963B0A2D-BC8F-4A26-8CDF-93DAE597ED3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66" name="3D Model 2465" descr="Sphere">
                            <a:extLst>
                              <a:ext uri="{FF2B5EF4-FFF2-40B4-BE49-F238E27FC236}">
                                <a16:creationId xmlns:a16="http://schemas.microsoft.com/office/drawing/2014/main" id="{C1E9BBFD-E870-48EC-B3E5-F43F1484528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586903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67" name="Flowchart: Connector 2466">
                        <a:extLst>
                          <a:ext uri="{FF2B5EF4-FFF2-40B4-BE49-F238E27FC236}">
                            <a16:creationId xmlns:a16="http://schemas.microsoft.com/office/drawing/2014/main" id="{7EE36FE7-1FC6-4552-9488-6DCD997DD5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68" name="3D Model 2467" descr="Sphere">
                            <a:extLst>
                              <a:ext uri="{FF2B5EF4-FFF2-40B4-BE49-F238E27FC236}">
                                <a16:creationId xmlns:a16="http://schemas.microsoft.com/office/drawing/2014/main" id="{DA639DC6-E1B7-4B14-8A23-1691CF7B39B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1252631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69" name="Flowchart: Connector 2468">
                        <a:extLst>
                          <a:ext uri="{FF2B5EF4-FFF2-40B4-BE49-F238E27FC236}">
                            <a16:creationId xmlns:a16="http://schemas.microsoft.com/office/drawing/2014/main" id="{57E2EEAE-E58B-41EA-8AC7-FC74F44AE3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70" name="3D Model 2469" descr="Sphere">
                            <a:extLst>
                              <a:ext uri="{FF2B5EF4-FFF2-40B4-BE49-F238E27FC236}">
                                <a16:creationId xmlns:a16="http://schemas.microsoft.com/office/drawing/2014/main" id="{EF518BA3-80AB-4ADD-9078-0EEFCB28966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01165822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2439" name="Flowchart: Connector 2438">
                      <a:extLst>
                        <a:ext uri="{FF2B5EF4-FFF2-40B4-BE49-F238E27FC236}">
                          <a16:creationId xmlns:a16="http://schemas.microsoft.com/office/drawing/2014/main" id="{150FE523-F276-45AB-95F2-0C38F024EA9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40" name="Flowchart: Connector 2439">
                      <a:extLst>
                        <a:ext uri="{FF2B5EF4-FFF2-40B4-BE49-F238E27FC236}">
                          <a16:creationId xmlns:a16="http://schemas.microsoft.com/office/drawing/2014/main" id="{DA796E13-F3C8-435A-AE5F-FFE4102589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41" name="Flowchart: Connector 2440">
                      <a:extLst>
                        <a:ext uri="{FF2B5EF4-FFF2-40B4-BE49-F238E27FC236}">
                          <a16:creationId xmlns:a16="http://schemas.microsoft.com/office/drawing/2014/main" id="{5588EAA8-ED8C-4A4D-8F57-DF4432D60BD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42" name="Flowchart: Connector 2441">
                      <a:extLst>
                        <a:ext uri="{FF2B5EF4-FFF2-40B4-BE49-F238E27FC236}">
                          <a16:creationId xmlns:a16="http://schemas.microsoft.com/office/drawing/2014/main" id="{AD251D65-5FFE-46BD-9D60-C12C60DDECA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43" name="Flowchart: Connector 2442">
                      <a:extLst>
                        <a:ext uri="{FF2B5EF4-FFF2-40B4-BE49-F238E27FC236}">
                          <a16:creationId xmlns:a16="http://schemas.microsoft.com/office/drawing/2014/main" id="{47260C47-CDBF-4F6B-9CE0-21FDD760338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44" name="Flowchart: Connector 2443">
                      <a:extLst>
                        <a:ext uri="{FF2B5EF4-FFF2-40B4-BE49-F238E27FC236}">
                          <a16:creationId xmlns:a16="http://schemas.microsoft.com/office/drawing/2014/main" id="{6FE7DC0D-BA15-41F5-800C-0A8D82C0E15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45" name="Flowchart: Connector 2444">
                      <a:extLst>
                        <a:ext uri="{FF2B5EF4-FFF2-40B4-BE49-F238E27FC236}">
                          <a16:creationId xmlns:a16="http://schemas.microsoft.com/office/drawing/2014/main" id="{9A635D48-334E-41BA-8FAC-DFE0B346D57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46" name="Flowchart: Connector 2445">
                      <a:extLst>
                        <a:ext uri="{FF2B5EF4-FFF2-40B4-BE49-F238E27FC236}">
                          <a16:creationId xmlns:a16="http://schemas.microsoft.com/office/drawing/2014/main" id="{9BE4583A-8E3B-44A6-A6D8-893500BB4E3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47" name="Flowchart: Connector 2446">
                      <a:extLst>
                        <a:ext uri="{FF2B5EF4-FFF2-40B4-BE49-F238E27FC236}">
                          <a16:creationId xmlns:a16="http://schemas.microsoft.com/office/drawing/2014/main" id="{6A37391E-9EE7-4A12-A347-40E7E5D7AC3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448" name="3D Model 2447" descr="Sphere">
                          <a:extLst>
                            <a:ext uri="{FF2B5EF4-FFF2-40B4-BE49-F238E27FC236}">
                              <a16:creationId xmlns:a16="http://schemas.microsoft.com/office/drawing/2014/main" id="{5BCBC6E3-8510-4713-AB99-2C326AF22484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6354670"/>
                            </p:ext>
                          </p:extLst>
                        </p:nvPr>
                      </p:nvGraphicFramePr>
                      <p:xfrm>
                        <a:off x="2123911" y="1501770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6" name="3D Model 245" descr="Sphere">
                          <a:extLst>
                            <a:ext uri="{FF2B5EF4-FFF2-40B4-BE49-F238E27FC236}">
                              <a16:creationId xmlns:a16="http://schemas.microsoft.com/office/drawing/2014/main" id="{577274C7-8617-4369-B298-B9B4DA1BC5D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286054" y="267971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449" name="Flowchart: Connector 2448">
                      <a:extLst>
                        <a:ext uri="{FF2B5EF4-FFF2-40B4-BE49-F238E27FC236}">
                          <a16:creationId xmlns:a16="http://schemas.microsoft.com/office/drawing/2014/main" id="{FE4E842A-8E21-46B4-80FB-7B2E6467EBE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450" name="3D Model 2449" descr="Sphere">
                          <a:extLst>
                            <a:ext uri="{FF2B5EF4-FFF2-40B4-BE49-F238E27FC236}">
                              <a16:creationId xmlns:a16="http://schemas.microsoft.com/office/drawing/2014/main" id="{ECE0BF80-9073-48B5-A696-B21FDDD0F68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343980572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8" name="3D Model 247" descr="Sphere">
                          <a:extLst>
                            <a:ext uri="{FF2B5EF4-FFF2-40B4-BE49-F238E27FC236}">
                              <a16:creationId xmlns:a16="http://schemas.microsoft.com/office/drawing/2014/main" id="{BC4E9140-BDC8-4E93-8770-30C4F9B0F09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26824" y="275770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451" name="Flowchart: Connector 2450">
                      <a:extLst>
                        <a:ext uri="{FF2B5EF4-FFF2-40B4-BE49-F238E27FC236}">
                          <a16:creationId xmlns:a16="http://schemas.microsoft.com/office/drawing/2014/main" id="{ABABC144-05DF-4FA1-9361-5917D0237C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93292" y="17177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452" name="3D Model 2451" descr="Sphere">
                          <a:extLst>
                            <a:ext uri="{FF2B5EF4-FFF2-40B4-BE49-F238E27FC236}">
                              <a16:creationId xmlns:a16="http://schemas.microsoft.com/office/drawing/2014/main" id="{7630EE32-1274-4900-BE79-8DF48FD8EFC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66456851"/>
                            </p:ext>
                          </p:extLst>
                        </p:nvPr>
                      </p:nvGraphicFramePr>
                      <p:xfrm>
                        <a:off x="2622429" y="163823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0" name="3D Model 249" descr="Sphere">
                          <a:extLst>
                            <a:ext uri="{FF2B5EF4-FFF2-40B4-BE49-F238E27FC236}">
                              <a16:creationId xmlns:a16="http://schemas.microsoft.com/office/drawing/2014/main" id="{C1AF7886-B135-485F-A801-5B21B530E01D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84572" y="281618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453" name="Flowchart: Connector 2452">
                      <a:extLst>
                        <a:ext uri="{FF2B5EF4-FFF2-40B4-BE49-F238E27FC236}">
                          <a16:creationId xmlns:a16="http://schemas.microsoft.com/office/drawing/2014/main" id="{B705633B-835F-409A-8AF1-7446C747620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454" name="3D Model 2453" descr="Sphere">
                          <a:extLst>
                            <a:ext uri="{FF2B5EF4-FFF2-40B4-BE49-F238E27FC236}">
                              <a16:creationId xmlns:a16="http://schemas.microsoft.com/office/drawing/2014/main" id="{039C64F6-E3CB-40C5-BE2E-717617BDC99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35213638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2" name="3D Model 251" descr="Sphere">
                          <a:extLst>
                            <a:ext uri="{FF2B5EF4-FFF2-40B4-BE49-F238E27FC236}">
                              <a16:creationId xmlns:a16="http://schemas.microsoft.com/office/drawing/2014/main" id="{EB68E7E5-FF10-4BB5-8F5E-DD6D67E5C06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2039738" y="290653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2290" name="Group 2289">
                  <a:extLst>
                    <a:ext uri="{FF2B5EF4-FFF2-40B4-BE49-F238E27FC236}">
                      <a16:creationId xmlns:a16="http://schemas.microsoft.com/office/drawing/2014/main" id="{F1F95D20-780F-4309-B8F1-1C4FBEB31A51}"/>
                    </a:ext>
                  </a:extLst>
                </p:cNvPr>
                <p:cNvGrpSpPr/>
                <p:nvPr/>
              </p:nvGrpSpPr>
              <p:grpSpPr>
                <a:xfrm>
                  <a:off x="1547436" y="2361226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2431" name="Flowchart: Connector 2430">
                    <a:extLst>
                      <a:ext uri="{FF2B5EF4-FFF2-40B4-BE49-F238E27FC236}">
                        <a16:creationId xmlns:a16="http://schemas.microsoft.com/office/drawing/2014/main" id="{AF01FFE8-6305-47A2-B4FB-7C0409CC3CB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432" name="Flowchart: Connector 2431">
                    <a:extLst>
                      <a:ext uri="{FF2B5EF4-FFF2-40B4-BE49-F238E27FC236}">
                        <a16:creationId xmlns:a16="http://schemas.microsoft.com/office/drawing/2014/main" id="{AF9D4586-53F7-43EE-9416-D5381106632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433" name="Flowchart: Connector 2432">
                    <a:extLst>
                      <a:ext uri="{FF2B5EF4-FFF2-40B4-BE49-F238E27FC236}">
                        <a16:creationId xmlns:a16="http://schemas.microsoft.com/office/drawing/2014/main" id="{EE5B7829-C291-4E5B-8A1E-8B9FA8DA9B7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2291" name="Flowchart: Connector 2290">
                  <a:extLst>
                    <a:ext uri="{FF2B5EF4-FFF2-40B4-BE49-F238E27FC236}">
                      <a16:creationId xmlns:a16="http://schemas.microsoft.com/office/drawing/2014/main" id="{8AE69788-6E96-4C91-A7E8-3C0DFC93FBF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19794" y="212254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2292" name="Flowchart: Connector 2291">
                  <a:extLst>
                    <a:ext uri="{FF2B5EF4-FFF2-40B4-BE49-F238E27FC236}">
                      <a16:creationId xmlns:a16="http://schemas.microsoft.com/office/drawing/2014/main" id="{ADA6F032-3D39-4688-9F71-0721CD233AB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74020" y="218539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2293" name="Group 2292">
                  <a:extLst>
                    <a:ext uri="{FF2B5EF4-FFF2-40B4-BE49-F238E27FC236}">
                      <a16:creationId xmlns:a16="http://schemas.microsoft.com/office/drawing/2014/main" id="{4C2D08B1-2E8E-46D9-9D4E-8EC916B9AEEA}"/>
                    </a:ext>
                  </a:extLst>
                </p:cNvPr>
                <p:cNvGrpSpPr/>
                <p:nvPr/>
              </p:nvGrpSpPr>
              <p:grpSpPr>
                <a:xfrm rot="21418957">
                  <a:off x="941432" y="2025443"/>
                  <a:ext cx="710250" cy="369080"/>
                  <a:chOff x="854932" y="2290871"/>
                  <a:chExt cx="710250" cy="369080"/>
                </a:xfrm>
              </p:grpSpPr>
              <p:sp>
                <p:nvSpPr>
                  <p:cNvPr id="2428" name="Flowchart: Connector 2427">
                    <a:extLst>
                      <a:ext uri="{FF2B5EF4-FFF2-40B4-BE49-F238E27FC236}">
                        <a16:creationId xmlns:a16="http://schemas.microsoft.com/office/drawing/2014/main" id="{A3035CD1-167A-4D1C-BF9C-4A8FE636642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2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429" name="Flowchart: Connector 2428">
                    <a:extLst>
                      <a:ext uri="{FF2B5EF4-FFF2-40B4-BE49-F238E27FC236}">
                        <a16:creationId xmlns:a16="http://schemas.microsoft.com/office/drawing/2014/main" id="{C7789DCD-9E49-466D-957C-DC509EA4875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1897" y="2377722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430" name="Flowchart: Connector 2429">
                    <a:extLst>
                      <a:ext uri="{FF2B5EF4-FFF2-40B4-BE49-F238E27FC236}">
                        <a16:creationId xmlns:a16="http://schemas.microsoft.com/office/drawing/2014/main" id="{FE34E581-8481-4003-9CCE-FEBF9795538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53323" y="244395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2294" name="Group 2293">
                  <a:extLst>
                    <a:ext uri="{FF2B5EF4-FFF2-40B4-BE49-F238E27FC236}">
                      <a16:creationId xmlns:a16="http://schemas.microsoft.com/office/drawing/2014/main" id="{E468BB3A-1D1D-4F81-91CA-11389D341B5A}"/>
                    </a:ext>
                  </a:extLst>
                </p:cNvPr>
                <p:cNvGrpSpPr/>
                <p:nvPr/>
              </p:nvGrpSpPr>
              <p:grpSpPr>
                <a:xfrm>
                  <a:off x="621287" y="1995259"/>
                  <a:ext cx="1102917" cy="1484052"/>
                  <a:chOff x="2085712" y="1515698"/>
                  <a:chExt cx="1102917" cy="1484052"/>
                </a:xfrm>
              </p:grpSpPr>
              <p:grpSp>
                <p:nvGrpSpPr>
                  <p:cNvPr id="2363" name="Group 2362">
                    <a:extLst>
                      <a:ext uri="{FF2B5EF4-FFF2-40B4-BE49-F238E27FC236}">
                        <a16:creationId xmlns:a16="http://schemas.microsoft.com/office/drawing/2014/main" id="{58062FBB-AFFF-4843-ADA7-1D84431B6308}"/>
                      </a:ext>
                    </a:extLst>
                  </p:cNvPr>
                  <p:cNvGrpSpPr/>
                  <p:nvPr/>
                </p:nvGrpSpPr>
                <p:grpSpPr>
                  <a:xfrm>
                    <a:off x="2085712" y="1648950"/>
                    <a:ext cx="105765" cy="1037981"/>
                    <a:chOff x="1796341" y="2343196"/>
                    <a:chExt cx="105765" cy="1037981"/>
                  </a:xfrm>
                </p:grpSpPr>
                <p:sp>
                  <p:nvSpPr>
                    <p:cNvPr id="2424" name="Flowchart: Connector 2423">
                      <a:extLst>
                        <a:ext uri="{FF2B5EF4-FFF2-40B4-BE49-F238E27FC236}">
                          <a16:creationId xmlns:a16="http://schemas.microsoft.com/office/drawing/2014/main" id="{0C833C2A-B146-4109-BFD6-874BC30EC4C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25" name="Flowchart: Connector 2424">
                      <a:extLst>
                        <a:ext uri="{FF2B5EF4-FFF2-40B4-BE49-F238E27FC236}">
                          <a16:creationId xmlns:a16="http://schemas.microsoft.com/office/drawing/2014/main" id="{43851075-B3C5-4536-AA82-76DF7B7FF93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26" name="Flowchart: Connector 2425">
                      <a:extLst>
                        <a:ext uri="{FF2B5EF4-FFF2-40B4-BE49-F238E27FC236}">
                          <a16:creationId xmlns:a16="http://schemas.microsoft.com/office/drawing/2014/main" id="{907DAE23-015F-4401-8CD0-3D53F18964C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27" name="Flowchart: Connector 2426">
                      <a:extLst>
                        <a:ext uri="{FF2B5EF4-FFF2-40B4-BE49-F238E27FC236}">
                          <a16:creationId xmlns:a16="http://schemas.microsoft.com/office/drawing/2014/main" id="{E0521B4A-5EB9-42FB-8B40-3427CE35EE0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796341" y="2343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2364" name="Group 2363">
                    <a:extLst>
                      <a:ext uri="{FF2B5EF4-FFF2-40B4-BE49-F238E27FC236}">
                        <a16:creationId xmlns:a16="http://schemas.microsoft.com/office/drawing/2014/main" id="{8DCC1C2B-8BFF-45D9-9D22-4FE1A2506EAC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15698"/>
                    <a:ext cx="1074397" cy="1484052"/>
                    <a:chOff x="2114232" y="1515698"/>
                    <a:chExt cx="1074397" cy="1484052"/>
                  </a:xfrm>
                </p:grpSpPr>
                <p:grpSp>
                  <p:nvGrpSpPr>
                    <p:cNvPr id="2365" name="Group 2364">
                      <a:extLst>
                        <a:ext uri="{FF2B5EF4-FFF2-40B4-BE49-F238E27FC236}">
                          <a16:creationId xmlns:a16="http://schemas.microsoft.com/office/drawing/2014/main" id="{B6595B9D-7905-4A6C-9284-80C25C0373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2416" name="Flowchart: Connector 2415">
                        <a:extLst>
                          <a:ext uri="{FF2B5EF4-FFF2-40B4-BE49-F238E27FC236}">
                            <a16:creationId xmlns:a16="http://schemas.microsoft.com/office/drawing/2014/main" id="{2FB9642C-2898-466A-B889-0BB49DF0E02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17" name="3D Model 2416" descr="Sphere">
                            <a:extLst>
                              <a:ext uri="{FF2B5EF4-FFF2-40B4-BE49-F238E27FC236}">
                                <a16:creationId xmlns:a16="http://schemas.microsoft.com/office/drawing/2014/main" id="{D5034022-902E-4D25-AD2A-9B15B972688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25630373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18" name="Flowchart: Connector 2417">
                        <a:extLst>
                          <a:ext uri="{FF2B5EF4-FFF2-40B4-BE49-F238E27FC236}">
                            <a16:creationId xmlns:a16="http://schemas.microsoft.com/office/drawing/2014/main" id="{76FA4F81-E5B9-48D9-B309-6CECBFE63B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19" name="3D Model 2418" descr="Sphere">
                            <a:extLst>
                              <a:ext uri="{FF2B5EF4-FFF2-40B4-BE49-F238E27FC236}">
                                <a16:creationId xmlns:a16="http://schemas.microsoft.com/office/drawing/2014/main" id="{B5DEB96D-334A-4222-A5FD-4D3952457C2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0327219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20" name="Flowchart: Connector 2419">
                        <a:extLst>
                          <a:ext uri="{FF2B5EF4-FFF2-40B4-BE49-F238E27FC236}">
                            <a16:creationId xmlns:a16="http://schemas.microsoft.com/office/drawing/2014/main" id="{E93346CB-A732-4CE7-94A7-788733474A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21" name="3D Model 2420" descr="Sphere">
                            <a:extLst>
                              <a:ext uri="{FF2B5EF4-FFF2-40B4-BE49-F238E27FC236}">
                                <a16:creationId xmlns:a16="http://schemas.microsoft.com/office/drawing/2014/main" id="{A1ED2578-1E67-4905-8DDA-9FDF2298235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25445488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22" name="Flowchart: Connector 2421">
                        <a:extLst>
                          <a:ext uri="{FF2B5EF4-FFF2-40B4-BE49-F238E27FC236}">
                            <a16:creationId xmlns:a16="http://schemas.microsoft.com/office/drawing/2014/main" id="{74BE40C8-1076-4ECB-9AB2-386DB5B36F8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23" name="3D Model 2422" descr="Sphere">
                            <a:extLst>
                              <a:ext uri="{FF2B5EF4-FFF2-40B4-BE49-F238E27FC236}">
                                <a16:creationId xmlns:a16="http://schemas.microsoft.com/office/drawing/2014/main" id="{745F9D5F-4CF2-4C4A-ABA5-E3DC52C9C76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54268686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366" name="Group 2365">
                      <a:extLst>
                        <a:ext uri="{FF2B5EF4-FFF2-40B4-BE49-F238E27FC236}">
                          <a16:creationId xmlns:a16="http://schemas.microsoft.com/office/drawing/2014/main" id="{323FCB95-1B3C-4558-AD9B-27E9FF6B68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400" name="Flowchart: Connector 2399">
                        <a:extLst>
                          <a:ext uri="{FF2B5EF4-FFF2-40B4-BE49-F238E27FC236}">
                            <a16:creationId xmlns:a16="http://schemas.microsoft.com/office/drawing/2014/main" id="{5CEC7063-B76A-4A64-8187-B1E45158C52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01" name="Flowchart: Connector 2400">
                        <a:extLst>
                          <a:ext uri="{FF2B5EF4-FFF2-40B4-BE49-F238E27FC236}">
                            <a16:creationId xmlns:a16="http://schemas.microsoft.com/office/drawing/2014/main" id="{285188AD-A2B0-4405-961C-C36C3B2D6F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02" name="Flowchart: Connector 2401">
                        <a:extLst>
                          <a:ext uri="{FF2B5EF4-FFF2-40B4-BE49-F238E27FC236}">
                            <a16:creationId xmlns:a16="http://schemas.microsoft.com/office/drawing/2014/main" id="{A66DA601-09D8-4817-889F-37C49B41CA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03" name="Flowchart: Connector 2402">
                        <a:extLst>
                          <a:ext uri="{FF2B5EF4-FFF2-40B4-BE49-F238E27FC236}">
                            <a16:creationId xmlns:a16="http://schemas.microsoft.com/office/drawing/2014/main" id="{AD0E94A6-B0AC-4A46-804E-8F0F59E7CB1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04" name="Flowchart: Connector 2403">
                        <a:extLst>
                          <a:ext uri="{FF2B5EF4-FFF2-40B4-BE49-F238E27FC236}">
                            <a16:creationId xmlns:a16="http://schemas.microsoft.com/office/drawing/2014/main" id="{84EADE4F-73AF-4054-887E-2757D4B8F17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05" name="Flowchart: Connector 2404">
                        <a:extLst>
                          <a:ext uri="{FF2B5EF4-FFF2-40B4-BE49-F238E27FC236}">
                            <a16:creationId xmlns:a16="http://schemas.microsoft.com/office/drawing/2014/main" id="{E08634C1-01B3-437B-80FC-988F432BCF5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06" name="Flowchart: Connector 2405">
                        <a:extLst>
                          <a:ext uri="{FF2B5EF4-FFF2-40B4-BE49-F238E27FC236}">
                            <a16:creationId xmlns:a16="http://schemas.microsoft.com/office/drawing/2014/main" id="{BD1C80F9-8E4F-45EA-85AD-7149B7D2057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07" name="Flowchart: Connector 2406">
                        <a:extLst>
                          <a:ext uri="{FF2B5EF4-FFF2-40B4-BE49-F238E27FC236}">
                            <a16:creationId xmlns:a16="http://schemas.microsoft.com/office/drawing/2014/main" id="{38E6B81F-29D0-47A4-8A03-540720156D9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408" name="Flowchart: Connector 2407">
                        <a:extLst>
                          <a:ext uri="{FF2B5EF4-FFF2-40B4-BE49-F238E27FC236}">
                            <a16:creationId xmlns:a16="http://schemas.microsoft.com/office/drawing/2014/main" id="{7B9C8C50-2DE6-4DDF-8C47-EAA9F4F9DEE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09" name="3D Model 2408" descr="Sphere">
                            <a:extLst>
                              <a:ext uri="{FF2B5EF4-FFF2-40B4-BE49-F238E27FC236}">
                                <a16:creationId xmlns:a16="http://schemas.microsoft.com/office/drawing/2014/main" id="{AA26B5F4-6E31-4083-8364-23B52D27686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11828471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10" name="Flowchart: Connector 2409">
                        <a:extLst>
                          <a:ext uri="{FF2B5EF4-FFF2-40B4-BE49-F238E27FC236}">
                            <a16:creationId xmlns:a16="http://schemas.microsoft.com/office/drawing/2014/main" id="{AE04131B-4579-484E-94E9-FDD26E649E8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11" name="3D Model 2410" descr="Sphere">
                            <a:extLst>
                              <a:ext uri="{FF2B5EF4-FFF2-40B4-BE49-F238E27FC236}">
                                <a16:creationId xmlns:a16="http://schemas.microsoft.com/office/drawing/2014/main" id="{88B2430D-6EBA-4317-B48B-B52FA7A009B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3490496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12" name="Flowchart: Connector 2411">
                        <a:extLst>
                          <a:ext uri="{FF2B5EF4-FFF2-40B4-BE49-F238E27FC236}">
                            <a16:creationId xmlns:a16="http://schemas.microsoft.com/office/drawing/2014/main" id="{D334ED16-8C0C-49A1-A651-2A021AE20E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13" name="3D Model 2412" descr="Sphere">
                            <a:extLst>
                              <a:ext uri="{FF2B5EF4-FFF2-40B4-BE49-F238E27FC236}">
                                <a16:creationId xmlns:a16="http://schemas.microsoft.com/office/drawing/2014/main" id="{27EF283A-5699-465D-B919-AA6C3FEC922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6692024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414" name="Flowchart: Connector 2413">
                        <a:extLst>
                          <a:ext uri="{FF2B5EF4-FFF2-40B4-BE49-F238E27FC236}">
                            <a16:creationId xmlns:a16="http://schemas.microsoft.com/office/drawing/2014/main" id="{AFCA632B-C4FC-4354-868F-3EBE1379BB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415" name="3D Model 2414" descr="Sphere">
                            <a:extLst>
                              <a:ext uri="{FF2B5EF4-FFF2-40B4-BE49-F238E27FC236}">
                                <a16:creationId xmlns:a16="http://schemas.microsoft.com/office/drawing/2014/main" id="{8213C4F4-8348-4E60-806A-63A213D9286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5885715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367" name="Group 2366">
                      <a:extLst>
                        <a:ext uri="{FF2B5EF4-FFF2-40B4-BE49-F238E27FC236}">
                          <a16:creationId xmlns:a16="http://schemas.microsoft.com/office/drawing/2014/main" id="{BB0AC404-BCEE-462D-B3A1-24978C98301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384" name="Flowchart: Connector 2383">
                        <a:extLst>
                          <a:ext uri="{FF2B5EF4-FFF2-40B4-BE49-F238E27FC236}">
                            <a16:creationId xmlns:a16="http://schemas.microsoft.com/office/drawing/2014/main" id="{FF38B26D-F891-45F7-AF7D-8B843B521AD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85" name="Flowchart: Connector 2384">
                        <a:extLst>
                          <a:ext uri="{FF2B5EF4-FFF2-40B4-BE49-F238E27FC236}">
                            <a16:creationId xmlns:a16="http://schemas.microsoft.com/office/drawing/2014/main" id="{6E1ACDAD-4ECB-46E3-BE06-376B61C073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86" name="Flowchart: Connector 2385">
                        <a:extLst>
                          <a:ext uri="{FF2B5EF4-FFF2-40B4-BE49-F238E27FC236}">
                            <a16:creationId xmlns:a16="http://schemas.microsoft.com/office/drawing/2014/main" id="{3ACCA382-52EC-436B-83FA-356B471E47C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87" name="Flowchart: Connector 2386">
                        <a:extLst>
                          <a:ext uri="{FF2B5EF4-FFF2-40B4-BE49-F238E27FC236}">
                            <a16:creationId xmlns:a16="http://schemas.microsoft.com/office/drawing/2014/main" id="{ACF71B27-7912-47A2-AA91-AB1EE80E02C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88" name="Flowchart: Connector 2387">
                        <a:extLst>
                          <a:ext uri="{FF2B5EF4-FFF2-40B4-BE49-F238E27FC236}">
                            <a16:creationId xmlns:a16="http://schemas.microsoft.com/office/drawing/2014/main" id="{7866B6AC-207A-419E-8ED2-241C7940A5F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89" name="Flowchart: Connector 2388">
                        <a:extLst>
                          <a:ext uri="{FF2B5EF4-FFF2-40B4-BE49-F238E27FC236}">
                            <a16:creationId xmlns:a16="http://schemas.microsoft.com/office/drawing/2014/main" id="{A39208EE-71F1-45C0-A21F-33C418F17D8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90" name="Flowchart: Connector 2389">
                        <a:extLst>
                          <a:ext uri="{FF2B5EF4-FFF2-40B4-BE49-F238E27FC236}">
                            <a16:creationId xmlns:a16="http://schemas.microsoft.com/office/drawing/2014/main" id="{566CC3BF-2FA3-4AA2-8BE8-8766E113A5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91" name="Flowchart: Connector 2390">
                        <a:extLst>
                          <a:ext uri="{FF2B5EF4-FFF2-40B4-BE49-F238E27FC236}">
                            <a16:creationId xmlns:a16="http://schemas.microsoft.com/office/drawing/2014/main" id="{EE20E3DC-0114-4419-9178-371043A5EE8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392" name="Flowchart: Connector 2391">
                        <a:extLst>
                          <a:ext uri="{FF2B5EF4-FFF2-40B4-BE49-F238E27FC236}">
                            <a16:creationId xmlns:a16="http://schemas.microsoft.com/office/drawing/2014/main" id="{47EE90FD-F564-4DBC-B3AE-0383B08475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393" name="3D Model 2392" descr="Sphere">
                            <a:extLst>
                              <a:ext uri="{FF2B5EF4-FFF2-40B4-BE49-F238E27FC236}">
                                <a16:creationId xmlns:a16="http://schemas.microsoft.com/office/drawing/2014/main" id="{C16EB33B-2F42-4F1C-AB68-FFBF2FD2DC5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3794083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394" name="Flowchart: Connector 2393">
                        <a:extLst>
                          <a:ext uri="{FF2B5EF4-FFF2-40B4-BE49-F238E27FC236}">
                            <a16:creationId xmlns:a16="http://schemas.microsoft.com/office/drawing/2014/main" id="{6C3442E8-30A5-487D-AD17-D3954DD12E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395" name="3D Model 2394" descr="Sphere">
                            <a:extLst>
                              <a:ext uri="{FF2B5EF4-FFF2-40B4-BE49-F238E27FC236}">
                                <a16:creationId xmlns:a16="http://schemas.microsoft.com/office/drawing/2014/main" id="{771B8CA5-4B93-4082-8CF2-77543BC0E4A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5864195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396" name="Flowchart: Connector 2395">
                        <a:extLst>
                          <a:ext uri="{FF2B5EF4-FFF2-40B4-BE49-F238E27FC236}">
                            <a16:creationId xmlns:a16="http://schemas.microsoft.com/office/drawing/2014/main" id="{E8B18264-BF66-4966-8A60-1E43BC7DF90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397" name="3D Model 2396" descr="Sphere">
                            <a:extLst>
                              <a:ext uri="{FF2B5EF4-FFF2-40B4-BE49-F238E27FC236}">
                                <a16:creationId xmlns:a16="http://schemas.microsoft.com/office/drawing/2014/main" id="{6C517415-74DA-4C33-9001-2C95358A786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9234184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398" name="Flowchart: Connector 2397">
                        <a:extLst>
                          <a:ext uri="{FF2B5EF4-FFF2-40B4-BE49-F238E27FC236}">
                            <a16:creationId xmlns:a16="http://schemas.microsoft.com/office/drawing/2014/main" id="{24125B44-7256-48B3-AE34-AC8E198463C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399" name="3D Model 2398" descr="Sphere">
                            <a:extLst>
                              <a:ext uri="{FF2B5EF4-FFF2-40B4-BE49-F238E27FC236}">
                                <a16:creationId xmlns:a16="http://schemas.microsoft.com/office/drawing/2014/main" id="{2A208F80-A23A-4133-A474-A5EFA1A4DBD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6023334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2368" name="Flowchart: Connector 2367">
                      <a:extLst>
                        <a:ext uri="{FF2B5EF4-FFF2-40B4-BE49-F238E27FC236}">
                          <a16:creationId xmlns:a16="http://schemas.microsoft.com/office/drawing/2014/main" id="{7DADBB27-1313-42B4-9492-AABAE616703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69" name="Flowchart: Connector 2368">
                      <a:extLst>
                        <a:ext uri="{FF2B5EF4-FFF2-40B4-BE49-F238E27FC236}">
                          <a16:creationId xmlns:a16="http://schemas.microsoft.com/office/drawing/2014/main" id="{28BEB5F7-CA23-4988-B827-58B4235CF6E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70" name="Flowchart: Connector 2369">
                      <a:extLst>
                        <a:ext uri="{FF2B5EF4-FFF2-40B4-BE49-F238E27FC236}">
                          <a16:creationId xmlns:a16="http://schemas.microsoft.com/office/drawing/2014/main" id="{C3296BC3-38E2-4EAB-B8F6-EA134BF44B1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71" name="Flowchart: Connector 2370">
                      <a:extLst>
                        <a:ext uri="{FF2B5EF4-FFF2-40B4-BE49-F238E27FC236}">
                          <a16:creationId xmlns:a16="http://schemas.microsoft.com/office/drawing/2014/main" id="{9D38D4B7-AAC5-4EEC-ADAE-35F3E3007AF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72" name="Flowchart: Connector 2371">
                      <a:extLst>
                        <a:ext uri="{FF2B5EF4-FFF2-40B4-BE49-F238E27FC236}">
                          <a16:creationId xmlns:a16="http://schemas.microsoft.com/office/drawing/2014/main" id="{5103BCCC-C5A5-4541-8B0D-696CEAD60E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73" name="Flowchart: Connector 2372">
                      <a:extLst>
                        <a:ext uri="{FF2B5EF4-FFF2-40B4-BE49-F238E27FC236}">
                          <a16:creationId xmlns:a16="http://schemas.microsoft.com/office/drawing/2014/main" id="{C13F0CA1-4CC5-4489-BBAC-7C7A0E3F3BD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74" name="Flowchart: Connector 2373">
                      <a:extLst>
                        <a:ext uri="{FF2B5EF4-FFF2-40B4-BE49-F238E27FC236}">
                          <a16:creationId xmlns:a16="http://schemas.microsoft.com/office/drawing/2014/main" id="{D191C5D0-B610-473C-866E-E3565EA6E36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75" name="Flowchart: Connector 2374">
                      <a:extLst>
                        <a:ext uri="{FF2B5EF4-FFF2-40B4-BE49-F238E27FC236}">
                          <a16:creationId xmlns:a16="http://schemas.microsoft.com/office/drawing/2014/main" id="{75017035-1DC6-447A-A813-7852A8F676F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76" name="Flowchart: Connector 2375">
                      <a:extLst>
                        <a:ext uri="{FF2B5EF4-FFF2-40B4-BE49-F238E27FC236}">
                          <a16:creationId xmlns:a16="http://schemas.microsoft.com/office/drawing/2014/main" id="{37E587CF-6094-43C4-9819-ED07583ED69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77" name="3D Model 2376" descr="Sphere">
                          <a:extLst>
                            <a:ext uri="{FF2B5EF4-FFF2-40B4-BE49-F238E27FC236}">
                              <a16:creationId xmlns:a16="http://schemas.microsoft.com/office/drawing/2014/main" id="{3D9E3801-5ED8-4CDD-8B4D-1BE14CCE919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665085516"/>
                            </p:ext>
                          </p:extLst>
                        </p:nvPr>
                      </p:nvGraphicFramePr>
                      <p:xfrm>
                        <a:off x="2127272" y="1515698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5" name="3D Model 174" descr="Sphere">
                          <a:extLst>
                            <a:ext uri="{FF2B5EF4-FFF2-40B4-BE49-F238E27FC236}">
                              <a16:creationId xmlns:a16="http://schemas.microsoft.com/office/drawing/2014/main" id="{0F441D18-6D9C-4C48-BBF1-C28CF9A13BF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1065242" y="2784657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378" name="Flowchart: Connector 2377">
                      <a:extLst>
                        <a:ext uri="{FF2B5EF4-FFF2-40B4-BE49-F238E27FC236}">
                          <a16:creationId xmlns:a16="http://schemas.microsoft.com/office/drawing/2014/main" id="{4E89B024-B975-4655-8BC1-5F2DDCA426F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79" name="3D Model 2378" descr="Sphere">
                          <a:extLst>
                            <a:ext uri="{FF2B5EF4-FFF2-40B4-BE49-F238E27FC236}">
                              <a16:creationId xmlns:a16="http://schemas.microsoft.com/office/drawing/2014/main" id="{6CCB0D20-8D23-41A0-9709-442A7F7E57D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06063267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7" name="3D Model 176" descr="Sphere">
                          <a:extLst>
                            <a:ext uri="{FF2B5EF4-FFF2-40B4-BE49-F238E27FC236}">
                              <a16:creationId xmlns:a16="http://schemas.microsoft.com/office/drawing/2014/main" id="{653ADD8A-AFB8-4BB3-8461-2EBD4DD6515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302651" y="284871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380" name="Flowchart: Connector 2379">
                      <a:extLst>
                        <a:ext uri="{FF2B5EF4-FFF2-40B4-BE49-F238E27FC236}">
                          <a16:creationId xmlns:a16="http://schemas.microsoft.com/office/drawing/2014/main" id="{F88F44EA-191F-4A42-8107-234018822B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6940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81" name="3D Model 2380" descr="Sphere">
                          <a:extLst>
                            <a:ext uri="{FF2B5EF4-FFF2-40B4-BE49-F238E27FC236}">
                              <a16:creationId xmlns:a16="http://schemas.microsoft.com/office/drawing/2014/main" id="{2FD7386B-B67D-47B3-858A-2305D7FF566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136524798"/>
                            </p:ext>
                          </p:extLst>
                        </p:nvPr>
                      </p:nvGraphicFramePr>
                      <p:xfrm>
                        <a:off x="2609177" y="164853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9" name="3D Model 178" descr="Sphere">
                          <a:extLst>
                            <a:ext uri="{FF2B5EF4-FFF2-40B4-BE49-F238E27FC236}">
                              <a16:creationId xmlns:a16="http://schemas.microsoft.com/office/drawing/2014/main" id="{04097741-C651-416C-B6DD-C24D5A1D138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3"/>
                        <a:stretch>
                          <a:fillRect/>
                        </a:stretch>
                      </p:blipFill>
                      <p:spPr>
                        <a:xfrm>
                          <a:off x="1547147" y="291749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382" name="Flowchart: Connector 2381">
                      <a:extLst>
                        <a:ext uri="{FF2B5EF4-FFF2-40B4-BE49-F238E27FC236}">
                          <a16:creationId xmlns:a16="http://schemas.microsoft.com/office/drawing/2014/main" id="{D806F204-227C-4390-A0B1-66DB58F8CE3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83" name="3D Model 2382" descr="Sphere">
                          <a:extLst>
                            <a:ext uri="{FF2B5EF4-FFF2-40B4-BE49-F238E27FC236}">
                              <a16:creationId xmlns:a16="http://schemas.microsoft.com/office/drawing/2014/main" id="{BAB1CE66-BC00-4FA7-8A97-4C9D437A973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28781549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81" name="3D Model 180" descr="Sphere">
                          <a:extLst>
                            <a:ext uri="{FF2B5EF4-FFF2-40B4-BE49-F238E27FC236}">
                              <a16:creationId xmlns:a16="http://schemas.microsoft.com/office/drawing/2014/main" id="{C85FB5A0-5213-4020-B74F-0E33E70A3593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1815565" y="2997549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2295" name="Flowchart: Connector 2294">
                  <a:extLst>
                    <a:ext uri="{FF2B5EF4-FFF2-40B4-BE49-F238E27FC236}">
                      <a16:creationId xmlns:a16="http://schemas.microsoft.com/office/drawing/2014/main" id="{9B1CFB02-00CD-438B-901E-422D4A7D9E5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6374" y="213847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2296" name="Flowchart: Connector 2295">
                  <a:extLst>
                    <a:ext uri="{FF2B5EF4-FFF2-40B4-BE49-F238E27FC236}">
                      <a16:creationId xmlns:a16="http://schemas.microsoft.com/office/drawing/2014/main" id="{5F325BB1-7EB7-4879-89AD-840F19AED6E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86236" y="2232263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2297" name="Flowchart: Connector 2296">
                  <a:extLst>
                    <a:ext uri="{FF2B5EF4-FFF2-40B4-BE49-F238E27FC236}">
                      <a16:creationId xmlns:a16="http://schemas.microsoft.com/office/drawing/2014/main" id="{7053C335-51C7-421B-A783-B7FB1DB5EB9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52806" y="2225497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2298" name="Flowchart: Connector 2297">
                  <a:extLst>
                    <a:ext uri="{FF2B5EF4-FFF2-40B4-BE49-F238E27FC236}">
                      <a16:creationId xmlns:a16="http://schemas.microsoft.com/office/drawing/2014/main" id="{8B1EFDE0-F905-44E1-A3C4-8883DFB7ED7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0272" y="2504090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2299" name="Flowchart: Connector 2298">
                  <a:extLst>
                    <a:ext uri="{FF2B5EF4-FFF2-40B4-BE49-F238E27FC236}">
                      <a16:creationId xmlns:a16="http://schemas.microsoft.com/office/drawing/2014/main" id="{3F3B28B4-4353-4D78-AB6D-CFF7701B0D5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20633" y="2830105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2300" name="Flowchart: Connector 2299">
                  <a:extLst>
                    <a:ext uri="{FF2B5EF4-FFF2-40B4-BE49-F238E27FC236}">
                      <a16:creationId xmlns:a16="http://schemas.microsoft.com/office/drawing/2014/main" id="{F5F33906-B4F5-493C-A7ED-CD664E3E04C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29128" y="231321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2301" name="Flowchart: Connector 2300">
                  <a:extLst>
                    <a:ext uri="{FF2B5EF4-FFF2-40B4-BE49-F238E27FC236}">
                      <a16:creationId xmlns:a16="http://schemas.microsoft.com/office/drawing/2014/main" id="{E113BBBC-8DDF-411F-87BF-0439F4415E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11385" y="2302378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2302" name="Flowchart: Connector 2301">
                  <a:extLst>
                    <a:ext uri="{FF2B5EF4-FFF2-40B4-BE49-F238E27FC236}">
                      <a16:creationId xmlns:a16="http://schemas.microsoft.com/office/drawing/2014/main" id="{20A31D36-B770-45F1-8339-56E8D2D4E5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1097" y="314849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grpSp>
              <p:nvGrpSpPr>
                <p:cNvPr id="2303" name="Group 2302">
                  <a:extLst>
                    <a:ext uri="{FF2B5EF4-FFF2-40B4-BE49-F238E27FC236}">
                      <a16:creationId xmlns:a16="http://schemas.microsoft.com/office/drawing/2014/main" id="{27AF41E3-66B6-49E9-8099-C1959BFE19A5}"/>
                    </a:ext>
                  </a:extLst>
                </p:cNvPr>
                <p:cNvGrpSpPr/>
                <p:nvPr/>
              </p:nvGrpSpPr>
              <p:grpSpPr>
                <a:xfrm>
                  <a:off x="420511" y="2127869"/>
                  <a:ext cx="1073693" cy="1496391"/>
                  <a:chOff x="2114936" y="1503359"/>
                  <a:chExt cx="1073693" cy="1496391"/>
                </a:xfrm>
              </p:grpSpPr>
              <p:grpSp>
                <p:nvGrpSpPr>
                  <p:cNvPr id="2304" name="Group 2303">
                    <a:extLst>
                      <a:ext uri="{FF2B5EF4-FFF2-40B4-BE49-F238E27FC236}">
                        <a16:creationId xmlns:a16="http://schemas.microsoft.com/office/drawing/2014/main" id="{FFC36DCA-0673-4409-B43F-934102E95060}"/>
                      </a:ext>
                    </a:extLst>
                  </p:cNvPr>
                  <p:cNvGrpSpPr/>
                  <p:nvPr/>
                </p:nvGrpSpPr>
                <p:grpSpPr>
                  <a:xfrm>
                    <a:off x="2127974" y="2474038"/>
                    <a:ext cx="1060655" cy="525712"/>
                    <a:chOff x="3721252" y="1733424"/>
                    <a:chExt cx="1060655" cy="525712"/>
                  </a:xfrm>
                </p:grpSpPr>
                <p:sp>
                  <p:nvSpPr>
                    <p:cNvPr id="2355" name="Flowchart: Connector 2354">
                      <a:extLst>
                        <a:ext uri="{FF2B5EF4-FFF2-40B4-BE49-F238E27FC236}">
                          <a16:creationId xmlns:a16="http://schemas.microsoft.com/office/drawing/2014/main" id="{9A09522F-92AE-4BC1-92F3-9A31291285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56" name="3D Model 2355" descr="Sphere">
                          <a:extLst>
                            <a:ext uri="{FF2B5EF4-FFF2-40B4-BE49-F238E27FC236}">
                              <a16:creationId xmlns:a16="http://schemas.microsoft.com/office/drawing/2014/main" id="{51EAAA45-8929-4B82-A011-2EB96DDBB5D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99594137"/>
                            </p:ext>
                          </p:extLst>
                        </p:nvPr>
                      </p:nvGraphicFramePr>
                      <p:xfrm>
                        <a:off x="3721252" y="1733424"/>
                        <a:ext cx="299739" cy="299738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54" name="3D Model 153" descr="Sphere">
                          <a:extLst>
                            <a:ext uri="{FF2B5EF4-FFF2-40B4-BE49-F238E27FC236}">
                              <a16:creationId xmlns:a16="http://schemas.microsoft.com/office/drawing/2014/main" id="{59D6F9AA-09E2-4338-90EA-68FFD8CCDA4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835944" y="3887946"/>
                          <a:ext cx="299739" cy="299738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357" name="Flowchart: Connector 2356">
                      <a:extLst>
                        <a:ext uri="{FF2B5EF4-FFF2-40B4-BE49-F238E27FC236}">
                          <a16:creationId xmlns:a16="http://schemas.microsoft.com/office/drawing/2014/main" id="{9E7C7820-2803-43A9-922E-21D78BF899D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58" name="3D Model 2357" descr="Sphere">
                          <a:extLst>
                            <a:ext uri="{FF2B5EF4-FFF2-40B4-BE49-F238E27FC236}">
                              <a16:creationId xmlns:a16="http://schemas.microsoft.com/office/drawing/2014/main" id="{6C41C583-57A1-43EB-9146-8E5C8EF138B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26238602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1" name="3D Model 540" descr="Sphere">
                          <a:extLst>
                            <a:ext uri="{FF2B5EF4-FFF2-40B4-BE49-F238E27FC236}">
                              <a16:creationId xmlns:a16="http://schemas.microsoft.com/office/drawing/2014/main" id="{AB17CB10-4F93-4434-BA14-50AFAFF4946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666235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359" name="Flowchart: Connector 2358">
                      <a:extLst>
                        <a:ext uri="{FF2B5EF4-FFF2-40B4-BE49-F238E27FC236}">
                          <a16:creationId xmlns:a16="http://schemas.microsoft.com/office/drawing/2014/main" id="{C7975720-C8B0-4D24-89A2-ED6E5CB96C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60" name="3D Model 2359" descr="Sphere">
                          <a:extLst>
                            <a:ext uri="{FF2B5EF4-FFF2-40B4-BE49-F238E27FC236}">
                              <a16:creationId xmlns:a16="http://schemas.microsoft.com/office/drawing/2014/main" id="{EFA30B64-1A29-49B6-BDCD-F09269E4FD7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456502995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3" name="3D Model 542" descr="Sphere">
                          <a:extLst>
                            <a:ext uri="{FF2B5EF4-FFF2-40B4-BE49-F238E27FC236}">
                              <a16:creationId xmlns:a16="http://schemas.microsoft.com/office/drawing/2014/main" id="{503D28F6-C92A-40B9-96B8-4050B0C4C9A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72803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361" name="Flowchart: Connector 2360">
                      <a:extLst>
                        <a:ext uri="{FF2B5EF4-FFF2-40B4-BE49-F238E27FC236}">
                          <a16:creationId xmlns:a16="http://schemas.microsoft.com/office/drawing/2014/main" id="{0A602D53-9AB8-48DE-AB6D-8F6D82C9D63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62" name="3D Model 2361" descr="Sphere">
                          <a:extLst>
                            <a:ext uri="{FF2B5EF4-FFF2-40B4-BE49-F238E27FC236}">
                              <a16:creationId xmlns:a16="http://schemas.microsoft.com/office/drawing/2014/main" id="{C146E04F-8012-4D35-835D-DC81FB930BB3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71166111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5" name="3D Model 544" descr="Sphere">
                          <a:extLst>
                            <a:ext uri="{FF2B5EF4-FFF2-40B4-BE49-F238E27FC236}">
                              <a16:creationId xmlns:a16="http://schemas.microsoft.com/office/drawing/2014/main" id="{226A18F8-2383-4285-9223-CF3CEC25C574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815073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2305" name="Group 2304">
                    <a:extLst>
                      <a:ext uri="{FF2B5EF4-FFF2-40B4-BE49-F238E27FC236}">
                        <a16:creationId xmlns:a16="http://schemas.microsoft.com/office/drawing/2014/main" id="{DB77B03E-DBF5-456A-97AA-0D16EC6DAD9E}"/>
                      </a:ext>
                    </a:extLst>
                  </p:cNvPr>
                  <p:cNvGrpSpPr/>
                  <p:nvPr/>
                </p:nvGrpSpPr>
                <p:grpSpPr>
                  <a:xfrm>
                    <a:off x="2124615" y="2140429"/>
                    <a:ext cx="1064014" cy="637179"/>
                    <a:chOff x="3717893" y="1719497"/>
                    <a:chExt cx="1064014" cy="637179"/>
                  </a:xfrm>
                </p:grpSpPr>
                <p:sp>
                  <p:nvSpPr>
                    <p:cNvPr id="2339" name="Flowchart: Connector 2338">
                      <a:extLst>
                        <a:ext uri="{FF2B5EF4-FFF2-40B4-BE49-F238E27FC236}">
                          <a16:creationId xmlns:a16="http://schemas.microsoft.com/office/drawing/2014/main" id="{B609D784-1D9B-4E81-AD94-A47430640CD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40" name="Flowchart: Connector 2339">
                      <a:extLst>
                        <a:ext uri="{FF2B5EF4-FFF2-40B4-BE49-F238E27FC236}">
                          <a16:creationId xmlns:a16="http://schemas.microsoft.com/office/drawing/2014/main" id="{B6BF853F-8578-4D56-9D36-E04EB9FC609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41" name="Flowchart: Connector 2340">
                      <a:extLst>
                        <a:ext uri="{FF2B5EF4-FFF2-40B4-BE49-F238E27FC236}">
                          <a16:creationId xmlns:a16="http://schemas.microsoft.com/office/drawing/2014/main" id="{B460E4E0-7C98-4F29-BA5F-814C90B78E9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42" name="Flowchart: Connector 2341">
                      <a:extLst>
                        <a:ext uri="{FF2B5EF4-FFF2-40B4-BE49-F238E27FC236}">
                          <a16:creationId xmlns:a16="http://schemas.microsoft.com/office/drawing/2014/main" id="{FE09FB26-19FE-471B-BEF6-AF6E1B0FDBF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43" name="Flowchart: Connector 2342">
                      <a:extLst>
                        <a:ext uri="{FF2B5EF4-FFF2-40B4-BE49-F238E27FC236}">
                          <a16:creationId xmlns:a16="http://schemas.microsoft.com/office/drawing/2014/main" id="{0C187429-9296-4463-B328-ACF1D2CFE6E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44" name="Flowchart: Connector 2343">
                      <a:extLst>
                        <a:ext uri="{FF2B5EF4-FFF2-40B4-BE49-F238E27FC236}">
                          <a16:creationId xmlns:a16="http://schemas.microsoft.com/office/drawing/2014/main" id="{D89FB5F3-3587-4C42-9F1D-E0285E12259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45" name="Flowchart: Connector 2344">
                      <a:extLst>
                        <a:ext uri="{FF2B5EF4-FFF2-40B4-BE49-F238E27FC236}">
                          <a16:creationId xmlns:a16="http://schemas.microsoft.com/office/drawing/2014/main" id="{43EA22EC-4629-464E-BD2E-DB4D01E2EC3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46" name="Flowchart: Connector 2345">
                      <a:extLst>
                        <a:ext uri="{FF2B5EF4-FFF2-40B4-BE49-F238E27FC236}">
                          <a16:creationId xmlns:a16="http://schemas.microsoft.com/office/drawing/2014/main" id="{DB69F7CA-E573-44EA-BC51-32783E1F11A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47" name="Flowchart: Connector 2346">
                      <a:extLst>
                        <a:ext uri="{FF2B5EF4-FFF2-40B4-BE49-F238E27FC236}">
                          <a16:creationId xmlns:a16="http://schemas.microsoft.com/office/drawing/2014/main" id="{CC937CAF-6C8B-4EA0-BD58-2EF1706697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48" name="3D Model 2347" descr="Sphere">
                          <a:extLst>
                            <a:ext uri="{FF2B5EF4-FFF2-40B4-BE49-F238E27FC236}">
                              <a16:creationId xmlns:a16="http://schemas.microsoft.com/office/drawing/2014/main" id="{D400BF07-C792-4890-AF35-05A79A587BC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50673915"/>
                            </p:ext>
                          </p:extLst>
                        </p:nvPr>
                      </p:nvGraphicFramePr>
                      <p:xfrm>
                        <a:off x="3717893" y="1719497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46" name="3D Model 145" descr="Sphere">
                          <a:extLst>
                            <a:ext uri="{FF2B5EF4-FFF2-40B4-BE49-F238E27FC236}">
                              <a16:creationId xmlns:a16="http://schemas.microsoft.com/office/drawing/2014/main" id="{756B16C5-4508-40A0-B7F3-162B4744EE2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32585" y="3554337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349" name="Flowchart: Connector 2348">
                      <a:extLst>
                        <a:ext uri="{FF2B5EF4-FFF2-40B4-BE49-F238E27FC236}">
                          <a16:creationId xmlns:a16="http://schemas.microsoft.com/office/drawing/2014/main" id="{D171E8A4-323D-4988-B865-C82F6ABB37C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50" name="3D Model 2349" descr="Sphere">
                          <a:extLst>
                            <a:ext uri="{FF2B5EF4-FFF2-40B4-BE49-F238E27FC236}">
                              <a16:creationId xmlns:a16="http://schemas.microsoft.com/office/drawing/2014/main" id="{DB21719D-796C-4FB6-88FF-592EF5B2C7A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866906401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7" name="3D Model 556" descr="Sphere">
                          <a:extLst>
                            <a:ext uri="{FF2B5EF4-FFF2-40B4-BE49-F238E27FC236}">
                              <a16:creationId xmlns:a16="http://schemas.microsoft.com/office/drawing/2014/main" id="{A2534F90-63A2-4E00-9F6F-62444BCD921C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34655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351" name="Flowchart: Connector 2350">
                      <a:extLst>
                        <a:ext uri="{FF2B5EF4-FFF2-40B4-BE49-F238E27FC236}">
                          <a16:creationId xmlns:a16="http://schemas.microsoft.com/office/drawing/2014/main" id="{B20EA8B9-5EC1-41D3-A377-E3ECBD28A5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52" name="3D Model 2351" descr="Sphere">
                          <a:extLst>
                            <a:ext uri="{FF2B5EF4-FFF2-40B4-BE49-F238E27FC236}">
                              <a16:creationId xmlns:a16="http://schemas.microsoft.com/office/drawing/2014/main" id="{F0A4FCF6-7315-40E0-9C60-6D82D0EB5643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244269065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9" name="3D Model 558" descr="Sphere">
                          <a:extLst>
                            <a:ext uri="{FF2B5EF4-FFF2-40B4-BE49-F238E27FC236}">
                              <a16:creationId xmlns:a16="http://schemas.microsoft.com/office/drawing/2014/main" id="{3144521F-B4C2-4106-B2F3-D31F5890AAB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408352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353" name="Flowchart: Connector 2352">
                      <a:extLst>
                        <a:ext uri="{FF2B5EF4-FFF2-40B4-BE49-F238E27FC236}">
                          <a16:creationId xmlns:a16="http://schemas.microsoft.com/office/drawing/2014/main" id="{71260306-FEC2-4667-A36D-C32C4C921DD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54" name="3D Model 2353" descr="Sphere">
                          <a:extLst>
                            <a:ext uri="{FF2B5EF4-FFF2-40B4-BE49-F238E27FC236}">
                              <a16:creationId xmlns:a16="http://schemas.microsoft.com/office/drawing/2014/main" id="{98A82532-7503-4EC1-9706-3EC0C0A7392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216646712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61" name="3D Model 560" descr="Sphere">
                          <a:extLst>
                            <a:ext uri="{FF2B5EF4-FFF2-40B4-BE49-F238E27FC236}">
                              <a16:creationId xmlns:a16="http://schemas.microsoft.com/office/drawing/2014/main" id="{81B1584C-E839-495C-A926-920C4CB7DA9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495391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2306" name="Group 2305">
                    <a:extLst>
                      <a:ext uri="{FF2B5EF4-FFF2-40B4-BE49-F238E27FC236}">
                        <a16:creationId xmlns:a16="http://schemas.microsoft.com/office/drawing/2014/main" id="{30107A17-713F-4258-8F75-1BDA774A2A8B}"/>
                      </a:ext>
                    </a:extLst>
                  </p:cNvPr>
                  <p:cNvGrpSpPr/>
                  <p:nvPr/>
                </p:nvGrpSpPr>
                <p:grpSpPr>
                  <a:xfrm>
                    <a:off x="2114936" y="1817250"/>
                    <a:ext cx="1064014" cy="643455"/>
                    <a:chOff x="3717893" y="1713221"/>
                    <a:chExt cx="1064014" cy="643455"/>
                  </a:xfrm>
                </p:grpSpPr>
                <p:sp>
                  <p:nvSpPr>
                    <p:cNvPr id="2323" name="Flowchart: Connector 2322">
                      <a:extLst>
                        <a:ext uri="{FF2B5EF4-FFF2-40B4-BE49-F238E27FC236}">
                          <a16:creationId xmlns:a16="http://schemas.microsoft.com/office/drawing/2014/main" id="{57EA13A3-BF1E-46A8-A9A4-260B7BD1F5B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24" name="Flowchart: Connector 2323">
                      <a:extLst>
                        <a:ext uri="{FF2B5EF4-FFF2-40B4-BE49-F238E27FC236}">
                          <a16:creationId xmlns:a16="http://schemas.microsoft.com/office/drawing/2014/main" id="{FADB4679-0082-4D8D-925C-C5A361D2DFB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25" name="Flowchart: Connector 2324">
                      <a:extLst>
                        <a:ext uri="{FF2B5EF4-FFF2-40B4-BE49-F238E27FC236}">
                          <a16:creationId xmlns:a16="http://schemas.microsoft.com/office/drawing/2014/main" id="{F0C1A72A-6022-4A66-A2D4-A6FFFAF5A33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26" name="Flowchart: Connector 2325">
                      <a:extLst>
                        <a:ext uri="{FF2B5EF4-FFF2-40B4-BE49-F238E27FC236}">
                          <a16:creationId xmlns:a16="http://schemas.microsoft.com/office/drawing/2014/main" id="{B2F8CE52-FCE0-4FC3-84E8-098157AE513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27" name="Flowchart: Connector 2326">
                      <a:extLst>
                        <a:ext uri="{FF2B5EF4-FFF2-40B4-BE49-F238E27FC236}">
                          <a16:creationId xmlns:a16="http://schemas.microsoft.com/office/drawing/2014/main" id="{11469215-3BB0-4CE8-A90A-F17E4DE0B44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28" name="Flowchart: Connector 2327">
                      <a:extLst>
                        <a:ext uri="{FF2B5EF4-FFF2-40B4-BE49-F238E27FC236}">
                          <a16:creationId xmlns:a16="http://schemas.microsoft.com/office/drawing/2014/main" id="{18AF9828-FD77-4C48-BD88-ECDF53CE09E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29" name="Flowchart: Connector 2328">
                      <a:extLst>
                        <a:ext uri="{FF2B5EF4-FFF2-40B4-BE49-F238E27FC236}">
                          <a16:creationId xmlns:a16="http://schemas.microsoft.com/office/drawing/2014/main" id="{2927436D-A4FA-48AF-A11B-9C691F52AEE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30" name="Flowchart: Connector 2329">
                      <a:extLst>
                        <a:ext uri="{FF2B5EF4-FFF2-40B4-BE49-F238E27FC236}">
                          <a16:creationId xmlns:a16="http://schemas.microsoft.com/office/drawing/2014/main" id="{0AC04C27-0965-4750-B5B8-62A6908A0B5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31" name="Flowchart: Connector 2330">
                      <a:extLst>
                        <a:ext uri="{FF2B5EF4-FFF2-40B4-BE49-F238E27FC236}">
                          <a16:creationId xmlns:a16="http://schemas.microsoft.com/office/drawing/2014/main" id="{CD47AF1E-1640-4241-AD96-3CF1432FF21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32" name="3D Model 2331" descr="Sphere">
                          <a:extLst>
                            <a:ext uri="{FF2B5EF4-FFF2-40B4-BE49-F238E27FC236}">
                              <a16:creationId xmlns:a16="http://schemas.microsoft.com/office/drawing/2014/main" id="{CC128F09-9D7F-4ABC-BDDB-230586CB43D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164830163"/>
                            </p:ext>
                          </p:extLst>
                        </p:nvPr>
                      </p:nvGraphicFramePr>
                      <p:xfrm>
                        <a:off x="3717893" y="171322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0" name="3D Model 129" descr="Sphere">
                          <a:extLst>
                            <a:ext uri="{FF2B5EF4-FFF2-40B4-BE49-F238E27FC236}">
                              <a16:creationId xmlns:a16="http://schemas.microsoft.com/office/drawing/2014/main" id="{47D4A59F-7345-4303-916A-A0AC6A0CF64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22906" y="323115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333" name="Flowchart: Connector 2332">
                      <a:extLst>
                        <a:ext uri="{FF2B5EF4-FFF2-40B4-BE49-F238E27FC236}">
                          <a16:creationId xmlns:a16="http://schemas.microsoft.com/office/drawing/2014/main" id="{C1C34C2A-56AE-4820-AA1E-78148F327AA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34" name="3D Model 2333" descr="Sphere">
                          <a:extLst>
                            <a:ext uri="{FF2B5EF4-FFF2-40B4-BE49-F238E27FC236}">
                              <a16:creationId xmlns:a16="http://schemas.microsoft.com/office/drawing/2014/main" id="{3C696C9F-2BE8-467A-B5CC-2A15FD2F07D3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396290665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2" name="3D Model 131" descr="Sphere">
                          <a:extLst>
                            <a:ext uri="{FF2B5EF4-FFF2-40B4-BE49-F238E27FC236}">
                              <a16:creationId xmlns:a16="http://schemas.microsoft.com/office/drawing/2014/main" id="{2B44DAD8-B15B-485D-9084-36E08051076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062972" y="331541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335" name="Flowchart: Connector 2334">
                      <a:extLst>
                        <a:ext uri="{FF2B5EF4-FFF2-40B4-BE49-F238E27FC236}">
                          <a16:creationId xmlns:a16="http://schemas.microsoft.com/office/drawing/2014/main" id="{60C7F652-AEC8-43BA-BA25-503B106BA7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36" name="3D Model 2335" descr="Sphere">
                          <a:extLst>
                            <a:ext uri="{FF2B5EF4-FFF2-40B4-BE49-F238E27FC236}">
                              <a16:creationId xmlns:a16="http://schemas.microsoft.com/office/drawing/2014/main" id="{E3552922-4D06-4239-8A4D-EC466574F6C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563074222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5" name="3D Model 574" descr="Sphere">
                          <a:extLst>
                            <a:ext uri="{FF2B5EF4-FFF2-40B4-BE49-F238E27FC236}">
                              <a16:creationId xmlns:a16="http://schemas.microsoft.com/office/drawing/2014/main" id="{A31C2113-6FBF-4DA7-9B5E-8D9B60E9FEAB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03560" y="3091449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337" name="Flowchart: Connector 2336">
                      <a:extLst>
                        <a:ext uri="{FF2B5EF4-FFF2-40B4-BE49-F238E27FC236}">
                          <a16:creationId xmlns:a16="http://schemas.microsoft.com/office/drawing/2014/main" id="{7086DB09-751A-4CB1-962D-2A18FCD2C16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338" name="3D Model 2337" descr="Sphere">
                          <a:extLst>
                            <a:ext uri="{FF2B5EF4-FFF2-40B4-BE49-F238E27FC236}">
                              <a16:creationId xmlns:a16="http://schemas.microsoft.com/office/drawing/2014/main" id="{0EFB55C8-9D37-4E47-8612-184E13B99E0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09679747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7" name="3D Model 576" descr="Sphere">
                          <a:extLst>
                            <a:ext uri="{FF2B5EF4-FFF2-40B4-BE49-F238E27FC236}">
                              <a16:creationId xmlns:a16="http://schemas.microsoft.com/office/drawing/2014/main" id="{69CA7D75-9569-459B-AA3F-BFD6D15B257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71978" y="317848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sp>
                <p:nvSpPr>
                  <p:cNvPr id="2307" name="Flowchart: Connector 2306">
                    <a:extLst>
                      <a:ext uri="{FF2B5EF4-FFF2-40B4-BE49-F238E27FC236}">
                        <a16:creationId xmlns:a16="http://schemas.microsoft.com/office/drawing/2014/main" id="{FB81275A-07FE-4677-9AE0-94BFC59DD64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22159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08" name="Flowchart: Connector 2307">
                    <a:extLst>
                      <a:ext uri="{FF2B5EF4-FFF2-40B4-BE49-F238E27FC236}">
                        <a16:creationId xmlns:a16="http://schemas.microsoft.com/office/drawing/2014/main" id="{6B9574F0-63F4-4FA9-8AD7-A1F08087AD6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096824" y="178425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09" name="Flowchart: Connector 2308">
                    <a:extLst>
                      <a:ext uri="{FF2B5EF4-FFF2-40B4-BE49-F238E27FC236}">
                        <a16:creationId xmlns:a16="http://schemas.microsoft.com/office/drawing/2014/main" id="{D91CC2B7-39F1-42B4-8AD3-2A7D31BB7AD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226347" y="1773345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10" name="Flowchart: Connector 2309">
                    <a:extLst>
                      <a:ext uri="{FF2B5EF4-FFF2-40B4-BE49-F238E27FC236}">
                        <a16:creationId xmlns:a16="http://schemas.microsoft.com/office/drawing/2014/main" id="{3BF17230-632F-46F7-A118-3BDD10A6243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283299" y="175226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11" name="Flowchart: Connector 2310">
                    <a:extLst>
                      <a:ext uri="{FF2B5EF4-FFF2-40B4-BE49-F238E27FC236}">
                        <a16:creationId xmlns:a16="http://schemas.microsoft.com/office/drawing/2014/main" id="{6D0E4A08-4A6A-47FF-B9C3-F7DB0E7A96B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472010" y="184465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12" name="Flowchart: Connector 2311">
                    <a:extLst>
                      <a:ext uri="{FF2B5EF4-FFF2-40B4-BE49-F238E27FC236}">
                        <a16:creationId xmlns:a16="http://schemas.microsoft.com/office/drawing/2014/main" id="{B95EBFDE-8B7A-4826-95F3-4D2B1B12F30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527678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13" name="Flowchart: Connector 2312">
                    <a:extLst>
                      <a:ext uri="{FF2B5EF4-FFF2-40B4-BE49-F238E27FC236}">
                        <a16:creationId xmlns:a16="http://schemas.microsoft.com/office/drawing/2014/main" id="{3F939938-7A5C-4609-AE78-88D1D13A84E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716506" y="192146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14" name="Flowchart: Connector 2313">
                    <a:extLst>
                      <a:ext uri="{FF2B5EF4-FFF2-40B4-BE49-F238E27FC236}">
                        <a16:creationId xmlns:a16="http://schemas.microsoft.com/office/drawing/2014/main" id="{69621B13-916B-48AB-A0C8-61ED0D7B29E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88047" y="192294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15" name="Flowchart: Connector 2314">
                    <a:extLst>
                      <a:ext uri="{FF2B5EF4-FFF2-40B4-BE49-F238E27FC236}">
                        <a16:creationId xmlns:a16="http://schemas.microsoft.com/office/drawing/2014/main" id="{483E00B1-450F-4F1C-984D-CB91B4E5395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981405" y="200468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2316" name="3D Model 2315" descr="Sphere">
                        <a:extLst>
                          <a:ext uri="{FF2B5EF4-FFF2-40B4-BE49-F238E27FC236}">
                            <a16:creationId xmlns:a16="http://schemas.microsoft.com/office/drawing/2014/main" id="{60287A84-9F9B-4BD1-86B8-7CB690BCCED1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4197265448"/>
                          </p:ext>
                        </p:extLst>
                      </p:nvPr>
                    </p:nvGraphicFramePr>
                    <p:xfrm>
                      <a:off x="2122087" y="1503359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1750" cy="58922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433448" ay="1433014" az="-1105299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9"/>
                          </am3d:raster>
                          <am3d:objViewport viewportSz="60694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4" name="3D Model 113" descr="Sphere">
                        <a:extLst>
                          <a:ext uri="{FF2B5EF4-FFF2-40B4-BE49-F238E27FC236}">
                            <a16:creationId xmlns:a16="http://schemas.microsoft.com/office/drawing/2014/main" id="{56A2AB05-F072-40CA-90AE-FD36A7808D3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830057" y="2917267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2317" name="Flowchart: Connector 2316">
                    <a:extLst>
                      <a:ext uri="{FF2B5EF4-FFF2-40B4-BE49-F238E27FC236}">
                        <a16:creationId xmlns:a16="http://schemas.microsoft.com/office/drawing/2014/main" id="{D92482EE-3F04-4D65-8CEB-43C31A8EF68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345380" y="165330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2318" name="3D Model 2317" descr="Sphere">
                        <a:extLst>
                          <a:ext uri="{FF2B5EF4-FFF2-40B4-BE49-F238E27FC236}">
                            <a16:creationId xmlns:a16="http://schemas.microsoft.com/office/drawing/2014/main" id="{E06D38F7-3131-41D0-8422-85B951E14D4C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114262338"/>
                          </p:ext>
                        </p:extLst>
                      </p:nvPr>
                    </p:nvGraphicFramePr>
                    <p:xfrm>
                      <a:off x="2368043" y="1593681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1750" cy="58922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8"/>
                          </am3d:raster>
                          <am3d:objViewport viewportSz="6624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6" name="3D Model 115" descr="Sphere">
                        <a:extLst>
                          <a:ext uri="{FF2B5EF4-FFF2-40B4-BE49-F238E27FC236}">
                            <a16:creationId xmlns:a16="http://schemas.microsoft.com/office/drawing/2014/main" id="{7C9E6E5C-C27E-459B-A76D-97CD231ABD4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076013" y="3007589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2319" name="Flowchart: Connector 2318">
                    <a:extLst>
                      <a:ext uri="{FF2B5EF4-FFF2-40B4-BE49-F238E27FC236}">
                        <a16:creationId xmlns:a16="http://schemas.microsoft.com/office/drawing/2014/main" id="{9F98C660-E3EE-42A8-859F-02C6CEE8B25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584559" y="172243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2320" name="3D Model 2319" descr="Sphere">
                        <a:extLst>
                          <a:ext uri="{FF2B5EF4-FFF2-40B4-BE49-F238E27FC236}">
                            <a16:creationId xmlns:a16="http://schemas.microsoft.com/office/drawing/2014/main" id="{5FA9FED4-519F-4817-B254-7F6EE19B3504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189740872"/>
                          </p:ext>
                        </p:extLst>
                      </p:nvPr>
                    </p:nvGraphicFramePr>
                    <p:xfrm>
                      <a:off x="2609177" y="1641551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3136" cy="6439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6"/>
                          </am3d:raster>
                          <am3d:objViewport viewportSz="71378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8" name="3D Model 117" descr="Sphere">
                        <a:extLst>
                          <a:ext uri="{FF2B5EF4-FFF2-40B4-BE49-F238E27FC236}">
                            <a16:creationId xmlns:a16="http://schemas.microsoft.com/office/drawing/2014/main" id="{4E73B661-C0D3-4777-B427-FC4F81686E2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317147" y="3055459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2321" name="Flowchart: Connector 2320">
                    <a:extLst>
                      <a:ext uri="{FF2B5EF4-FFF2-40B4-BE49-F238E27FC236}">
                        <a16:creationId xmlns:a16="http://schemas.microsoft.com/office/drawing/2014/main" id="{040A4366-E4AC-4ECD-BD20-49D6A63BF45F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848075" y="180504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2322" name="3D Model 2321" descr="Sphere">
                        <a:extLst>
                          <a:ext uri="{FF2B5EF4-FFF2-40B4-BE49-F238E27FC236}">
                            <a16:creationId xmlns:a16="http://schemas.microsoft.com/office/drawing/2014/main" id="{7D92CA98-2768-4B25-A6F1-B92D6BEF766B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121477930"/>
                          </p:ext>
                        </p:extLst>
                      </p:nvPr>
                    </p:nvGraphicFramePr>
                    <p:xfrm>
                      <a:off x="2877595" y="1728590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0539" cy="61493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7"/>
                          </am3d:raster>
                          <am3d:objViewport viewportSz="66761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20" name="3D Model 119" descr="Sphere">
                        <a:extLst>
                          <a:ext uri="{FF2B5EF4-FFF2-40B4-BE49-F238E27FC236}">
                            <a16:creationId xmlns:a16="http://schemas.microsoft.com/office/drawing/2014/main" id="{3476476F-DDC4-49CE-B42B-4D693A51BEBB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5565" y="3142498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</p:grpSp>
          <p:grpSp>
            <p:nvGrpSpPr>
              <p:cNvPr id="2212" name="Group 2211">
                <a:extLst>
                  <a:ext uri="{FF2B5EF4-FFF2-40B4-BE49-F238E27FC236}">
                    <a16:creationId xmlns:a16="http://schemas.microsoft.com/office/drawing/2014/main" id="{F9FEF67F-03C6-4303-892D-9811D614DB07}"/>
                  </a:ext>
                </a:extLst>
              </p:cNvPr>
              <p:cNvGrpSpPr/>
              <p:nvPr/>
            </p:nvGrpSpPr>
            <p:grpSpPr>
              <a:xfrm rot="18542409">
                <a:off x="2257159" y="2362802"/>
                <a:ext cx="834986" cy="143092"/>
                <a:chOff x="2620172" y="2546175"/>
                <a:chExt cx="834986" cy="143092"/>
              </a:xfrm>
            </p:grpSpPr>
            <p:sp>
              <p:nvSpPr>
                <p:cNvPr id="2282" name="Freeform: Shape 2281">
                  <a:extLst>
                    <a:ext uri="{FF2B5EF4-FFF2-40B4-BE49-F238E27FC236}">
                      <a16:creationId xmlns:a16="http://schemas.microsoft.com/office/drawing/2014/main" id="{85497E81-59EE-4BF1-9844-7D3E2B2A46E3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83" name="Rectangle: Rounded Corners 2282">
                  <a:extLst>
                    <a:ext uri="{FF2B5EF4-FFF2-40B4-BE49-F238E27FC236}">
                      <a16:creationId xmlns:a16="http://schemas.microsoft.com/office/drawing/2014/main" id="{85400E36-F951-4034-93DF-A5373AC26910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13" name="Group 2212">
                <a:extLst>
                  <a:ext uri="{FF2B5EF4-FFF2-40B4-BE49-F238E27FC236}">
                    <a16:creationId xmlns:a16="http://schemas.microsoft.com/office/drawing/2014/main" id="{70E02EF8-BD5C-453D-8BF2-7F123DE2371F}"/>
                  </a:ext>
                </a:extLst>
              </p:cNvPr>
              <p:cNvGrpSpPr/>
              <p:nvPr/>
            </p:nvGrpSpPr>
            <p:grpSpPr>
              <a:xfrm rot="17122200">
                <a:off x="1187274" y="2350135"/>
                <a:ext cx="834986" cy="143092"/>
                <a:chOff x="2620172" y="2546175"/>
                <a:chExt cx="834986" cy="143092"/>
              </a:xfrm>
            </p:grpSpPr>
            <p:sp>
              <p:nvSpPr>
                <p:cNvPr id="2280" name="Freeform: Shape 2279">
                  <a:extLst>
                    <a:ext uri="{FF2B5EF4-FFF2-40B4-BE49-F238E27FC236}">
                      <a16:creationId xmlns:a16="http://schemas.microsoft.com/office/drawing/2014/main" id="{620627B6-40EB-48FC-AAAC-D9757979AA4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81" name="Rectangle: Rounded Corners 2280">
                  <a:extLst>
                    <a:ext uri="{FF2B5EF4-FFF2-40B4-BE49-F238E27FC236}">
                      <a16:creationId xmlns:a16="http://schemas.microsoft.com/office/drawing/2014/main" id="{7E30CBB6-157C-4A54-AF91-93BEE27D2325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14" name="Group 2213">
                <a:extLst>
                  <a:ext uri="{FF2B5EF4-FFF2-40B4-BE49-F238E27FC236}">
                    <a16:creationId xmlns:a16="http://schemas.microsoft.com/office/drawing/2014/main" id="{BC2EC8B9-04FF-495A-BB91-32989D7F511E}"/>
                  </a:ext>
                </a:extLst>
              </p:cNvPr>
              <p:cNvGrpSpPr/>
              <p:nvPr/>
            </p:nvGrpSpPr>
            <p:grpSpPr>
              <a:xfrm rot="658209">
                <a:off x="2479276" y="3323586"/>
                <a:ext cx="746642" cy="235253"/>
                <a:chOff x="2620172" y="2546175"/>
                <a:chExt cx="834986" cy="143092"/>
              </a:xfrm>
            </p:grpSpPr>
            <p:sp>
              <p:nvSpPr>
                <p:cNvPr id="2278" name="Freeform: Shape 2277">
                  <a:extLst>
                    <a:ext uri="{FF2B5EF4-FFF2-40B4-BE49-F238E27FC236}">
                      <a16:creationId xmlns:a16="http://schemas.microsoft.com/office/drawing/2014/main" id="{D7DCD828-A02D-415D-9BB1-27F057FDA34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79" name="Rectangle: Rounded Corners 2278">
                  <a:extLst>
                    <a:ext uri="{FF2B5EF4-FFF2-40B4-BE49-F238E27FC236}">
                      <a16:creationId xmlns:a16="http://schemas.microsoft.com/office/drawing/2014/main" id="{B7285083-274C-4A27-B563-73FD1AF4D12F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15" name="Group 2214">
                <a:extLst>
                  <a:ext uri="{FF2B5EF4-FFF2-40B4-BE49-F238E27FC236}">
                    <a16:creationId xmlns:a16="http://schemas.microsoft.com/office/drawing/2014/main" id="{3B565D9F-9188-4A86-96A8-F9A98722CB15}"/>
                  </a:ext>
                </a:extLst>
              </p:cNvPr>
              <p:cNvGrpSpPr/>
              <p:nvPr/>
            </p:nvGrpSpPr>
            <p:grpSpPr>
              <a:xfrm rot="18837888">
                <a:off x="1789768" y="2238105"/>
                <a:ext cx="834986" cy="143092"/>
                <a:chOff x="2620172" y="2546175"/>
                <a:chExt cx="834986" cy="143092"/>
              </a:xfrm>
            </p:grpSpPr>
            <p:sp>
              <p:nvSpPr>
                <p:cNvPr id="2276" name="Freeform: Shape 2275">
                  <a:extLst>
                    <a:ext uri="{FF2B5EF4-FFF2-40B4-BE49-F238E27FC236}">
                      <a16:creationId xmlns:a16="http://schemas.microsoft.com/office/drawing/2014/main" id="{3A73D3D2-C578-44F0-ADE9-303CEB9CCA7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77" name="Rectangle: Rounded Corners 2276">
                  <a:extLst>
                    <a:ext uri="{FF2B5EF4-FFF2-40B4-BE49-F238E27FC236}">
                      <a16:creationId xmlns:a16="http://schemas.microsoft.com/office/drawing/2014/main" id="{59BE65D2-A8F9-4863-905F-97B242759C4E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16" name="Group 2215">
                <a:extLst>
                  <a:ext uri="{FF2B5EF4-FFF2-40B4-BE49-F238E27FC236}">
                    <a16:creationId xmlns:a16="http://schemas.microsoft.com/office/drawing/2014/main" id="{E8C9688B-DC9E-4D11-96F6-D1CA48EAF223}"/>
                  </a:ext>
                </a:extLst>
              </p:cNvPr>
              <p:cNvGrpSpPr/>
              <p:nvPr/>
            </p:nvGrpSpPr>
            <p:grpSpPr>
              <a:xfrm rot="16200000">
                <a:off x="563034" y="2429570"/>
                <a:ext cx="834986" cy="143092"/>
                <a:chOff x="2620172" y="2546175"/>
                <a:chExt cx="834986" cy="143092"/>
              </a:xfrm>
            </p:grpSpPr>
            <p:sp>
              <p:nvSpPr>
                <p:cNvPr id="2274" name="Freeform: Shape 2273">
                  <a:extLst>
                    <a:ext uri="{FF2B5EF4-FFF2-40B4-BE49-F238E27FC236}">
                      <a16:creationId xmlns:a16="http://schemas.microsoft.com/office/drawing/2014/main" id="{A56FB10F-1C1D-43C5-8E80-EA597D64DAD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75" name="Rectangle: Rounded Corners 2274">
                  <a:extLst>
                    <a:ext uri="{FF2B5EF4-FFF2-40B4-BE49-F238E27FC236}">
                      <a16:creationId xmlns:a16="http://schemas.microsoft.com/office/drawing/2014/main" id="{4CF5A265-C9B8-4055-8575-586EEE304BD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17" name="Group 2216">
                <a:extLst>
                  <a:ext uri="{FF2B5EF4-FFF2-40B4-BE49-F238E27FC236}">
                    <a16:creationId xmlns:a16="http://schemas.microsoft.com/office/drawing/2014/main" id="{C7C8003B-4023-4E83-B7E0-EA35377FA8A2}"/>
                  </a:ext>
                </a:extLst>
              </p:cNvPr>
              <p:cNvGrpSpPr/>
              <p:nvPr/>
            </p:nvGrpSpPr>
            <p:grpSpPr>
              <a:xfrm rot="5037398" flipV="1">
                <a:off x="1350328" y="4425270"/>
                <a:ext cx="731274" cy="157011"/>
                <a:chOff x="2620172" y="2546175"/>
                <a:chExt cx="834986" cy="143092"/>
              </a:xfrm>
            </p:grpSpPr>
            <p:sp>
              <p:nvSpPr>
                <p:cNvPr id="2272" name="Freeform: Shape 2271">
                  <a:extLst>
                    <a:ext uri="{FF2B5EF4-FFF2-40B4-BE49-F238E27FC236}">
                      <a16:creationId xmlns:a16="http://schemas.microsoft.com/office/drawing/2014/main" id="{1C7544CC-8263-477B-A1FC-B02079565AB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73" name="Rectangle: Rounded Corners 2272">
                  <a:extLst>
                    <a:ext uri="{FF2B5EF4-FFF2-40B4-BE49-F238E27FC236}">
                      <a16:creationId xmlns:a16="http://schemas.microsoft.com/office/drawing/2014/main" id="{E1A0CC2A-622E-4725-BCDD-D62CFBA147A5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18" name="Group 2217">
                <a:extLst>
                  <a:ext uri="{FF2B5EF4-FFF2-40B4-BE49-F238E27FC236}">
                    <a16:creationId xmlns:a16="http://schemas.microsoft.com/office/drawing/2014/main" id="{48C8474A-4053-4464-B756-5683B496936E}"/>
                  </a:ext>
                </a:extLst>
              </p:cNvPr>
              <p:cNvGrpSpPr/>
              <p:nvPr/>
            </p:nvGrpSpPr>
            <p:grpSpPr>
              <a:xfrm rot="5880914">
                <a:off x="789613" y="4380622"/>
                <a:ext cx="834986" cy="143092"/>
                <a:chOff x="2620172" y="2546175"/>
                <a:chExt cx="834986" cy="143092"/>
              </a:xfrm>
            </p:grpSpPr>
            <p:sp>
              <p:nvSpPr>
                <p:cNvPr id="2270" name="Freeform: Shape 2269">
                  <a:extLst>
                    <a:ext uri="{FF2B5EF4-FFF2-40B4-BE49-F238E27FC236}">
                      <a16:creationId xmlns:a16="http://schemas.microsoft.com/office/drawing/2014/main" id="{426519D9-C459-4666-A980-E95A4BE3ADA4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71" name="Rectangle: Rounded Corners 2270">
                  <a:extLst>
                    <a:ext uri="{FF2B5EF4-FFF2-40B4-BE49-F238E27FC236}">
                      <a16:creationId xmlns:a16="http://schemas.microsoft.com/office/drawing/2014/main" id="{0CD31BAA-63FC-45D8-9660-1F14FF6B0A6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19" name="Group 2218">
                <a:extLst>
                  <a:ext uri="{FF2B5EF4-FFF2-40B4-BE49-F238E27FC236}">
                    <a16:creationId xmlns:a16="http://schemas.microsoft.com/office/drawing/2014/main" id="{E0DD7FAB-93E7-494E-AD40-372B381B7DE8}"/>
                  </a:ext>
                </a:extLst>
              </p:cNvPr>
              <p:cNvGrpSpPr/>
              <p:nvPr/>
            </p:nvGrpSpPr>
            <p:grpSpPr>
              <a:xfrm rot="13587211">
                <a:off x="651990" y="2929858"/>
                <a:ext cx="381035" cy="92791"/>
                <a:chOff x="2620172" y="2546175"/>
                <a:chExt cx="834986" cy="143092"/>
              </a:xfrm>
            </p:grpSpPr>
            <p:sp>
              <p:nvSpPr>
                <p:cNvPr id="2268" name="Freeform: Shape 2267">
                  <a:extLst>
                    <a:ext uri="{FF2B5EF4-FFF2-40B4-BE49-F238E27FC236}">
                      <a16:creationId xmlns:a16="http://schemas.microsoft.com/office/drawing/2014/main" id="{0E33F522-8463-4816-8918-50CBAD36550F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69" name="Rectangle: Rounded Corners 2268">
                  <a:extLst>
                    <a:ext uri="{FF2B5EF4-FFF2-40B4-BE49-F238E27FC236}">
                      <a16:creationId xmlns:a16="http://schemas.microsoft.com/office/drawing/2014/main" id="{939ACFE6-97EC-4174-9B1C-56DDB1E9CFB2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20" name="Group 2219">
                <a:extLst>
                  <a:ext uri="{FF2B5EF4-FFF2-40B4-BE49-F238E27FC236}">
                    <a16:creationId xmlns:a16="http://schemas.microsoft.com/office/drawing/2014/main" id="{3BF14FDF-0298-498A-B2AC-46BBC4D23C1E}"/>
                  </a:ext>
                </a:extLst>
              </p:cNvPr>
              <p:cNvGrpSpPr/>
              <p:nvPr/>
            </p:nvGrpSpPr>
            <p:grpSpPr>
              <a:xfrm rot="11351284">
                <a:off x="163719" y="3807693"/>
                <a:ext cx="834986" cy="143092"/>
                <a:chOff x="2620172" y="2546175"/>
                <a:chExt cx="834986" cy="143092"/>
              </a:xfrm>
            </p:grpSpPr>
            <p:sp>
              <p:nvSpPr>
                <p:cNvPr id="2266" name="Freeform: Shape 2265">
                  <a:extLst>
                    <a:ext uri="{FF2B5EF4-FFF2-40B4-BE49-F238E27FC236}">
                      <a16:creationId xmlns:a16="http://schemas.microsoft.com/office/drawing/2014/main" id="{E2C4EAE9-C9FF-474A-B6D0-C9755E994E47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67" name="Rectangle: Rounded Corners 2266">
                  <a:extLst>
                    <a:ext uri="{FF2B5EF4-FFF2-40B4-BE49-F238E27FC236}">
                      <a16:creationId xmlns:a16="http://schemas.microsoft.com/office/drawing/2014/main" id="{BA68183A-81B0-4DC5-A60C-45BD480D5212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21" name="Group 2220">
                <a:extLst>
                  <a:ext uri="{FF2B5EF4-FFF2-40B4-BE49-F238E27FC236}">
                    <a16:creationId xmlns:a16="http://schemas.microsoft.com/office/drawing/2014/main" id="{599A6C9C-8080-4655-85BC-C30BD80FD71F}"/>
                  </a:ext>
                </a:extLst>
              </p:cNvPr>
              <p:cNvGrpSpPr/>
              <p:nvPr/>
            </p:nvGrpSpPr>
            <p:grpSpPr>
              <a:xfrm rot="4193783">
                <a:off x="2062756" y="4148262"/>
                <a:ext cx="706454" cy="171076"/>
                <a:chOff x="2620172" y="2546175"/>
                <a:chExt cx="834986" cy="143092"/>
              </a:xfrm>
            </p:grpSpPr>
            <p:sp>
              <p:nvSpPr>
                <p:cNvPr id="2264" name="Freeform: Shape 2263">
                  <a:extLst>
                    <a:ext uri="{FF2B5EF4-FFF2-40B4-BE49-F238E27FC236}">
                      <a16:creationId xmlns:a16="http://schemas.microsoft.com/office/drawing/2014/main" id="{61ECAC3A-1382-4823-99E4-234BB6AACE67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65" name="Rectangle: Rounded Corners 2264">
                  <a:extLst>
                    <a:ext uri="{FF2B5EF4-FFF2-40B4-BE49-F238E27FC236}">
                      <a16:creationId xmlns:a16="http://schemas.microsoft.com/office/drawing/2014/main" id="{BE8B4257-9F0E-42EA-8464-D6593BA6FFAD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22" name="Group 2221">
                <a:extLst>
                  <a:ext uri="{FF2B5EF4-FFF2-40B4-BE49-F238E27FC236}">
                    <a16:creationId xmlns:a16="http://schemas.microsoft.com/office/drawing/2014/main" id="{68C0FF5B-A874-4D6F-98C1-156299E6063A}"/>
                  </a:ext>
                </a:extLst>
              </p:cNvPr>
              <p:cNvGrpSpPr/>
              <p:nvPr/>
            </p:nvGrpSpPr>
            <p:grpSpPr>
              <a:xfrm rot="1837203">
                <a:off x="2331692" y="387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2262" name="Freeform: Shape 2261">
                  <a:extLst>
                    <a:ext uri="{FF2B5EF4-FFF2-40B4-BE49-F238E27FC236}">
                      <a16:creationId xmlns:a16="http://schemas.microsoft.com/office/drawing/2014/main" id="{D456E653-83A6-4011-B7C2-84DF9FF0F1F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63" name="Rectangle: Rounded Corners 2262">
                  <a:extLst>
                    <a:ext uri="{FF2B5EF4-FFF2-40B4-BE49-F238E27FC236}">
                      <a16:creationId xmlns:a16="http://schemas.microsoft.com/office/drawing/2014/main" id="{74078D93-0627-4352-806E-E73C95735463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23" name="Group 2222">
                <a:extLst>
                  <a:ext uri="{FF2B5EF4-FFF2-40B4-BE49-F238E27FC236}">
                    <a16:creationId xmlns:a16="http://schemas.microsoft.com/office/drawing/2014/main" id="{EEC4F38F-75EF-4289-B35A-B10A19829757}"/>
                  </a:ext>
                </a:extLst>
              </p:cNvPr>
              <p:cNvGrpSpPr/>
              <p:nvPr/>
            </p:nvGrpSpPr>
            <p:grpSpPr>
              <a:xfrm rot="932650">
                <a:off x="2489621" y="3105014"/>
                <a:ext cx="381035" cy="92791"/>
                <a:chOff x="2620172" y="2546175"/>
                <a:chExt cx="834986" cy="143092"/>
              </a:xfrm>
            </p:grpSpPr>
            <p:sp>
              <p:nvSpPr>
                <p:cNvPr id="2260" name="Freeform: Shape 2259">
                  <a:extLst>
                    <a:ext uri="{FF2B5EF4-FFF2-40B4-BE49-F238E27FC236}">
                      <a16:creationId xmlns:a16="http://schemas.microsoft.com/office/drawing/2014/main" id="{F8C3063F-B764-4ACA-ABCF-89F713465C2F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61" name="Rectangle: Rounded Corners 2260">
                  <a:extLst>
                    <a:ext uri="{FF2B5EF4-FFF2-40B4-BE49-F238E27FC236}">
                      <a16:creationId xmlns:a16="http://schemas.microsoft.com/office/drawing/2014/main" id="{B8BBB5BF-6929-412A-85F2-4815A29CA270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24" name="Group 2223">
                <a:extLst>
                  <a:ext uri="{FF2B5EF4-FFF2-40B4-BE49-F238E27FC236}">
                    <a16:creationId xmlns:a16="http://schemas.microsoft.com/office/drawing/2014/main" id="{0F220BF6-78C5-44AB-941F-CD5D296EB7DC}"/>
                  </a:ext>
                </a:extLst>
              </p:cNvPr>
              <p:cNvGrpSpPr/>
              <p:nvPr/>
            </p:nvGrpSpPr>
            <p:grpSpPr>
              <a:xfrm rot="10458038">
                <a:off x="686489" y="3490410"/>
                <a:ext cx="381035" cy="92791"/>
                <a:chOff x="2620172" y="2546175"/>
                <a:chExt cx="834986" cy="143092"/>
              </a:xfrm>
            </p:grpSpPr>
            <p:sp>
              <p:nvSpPr>
                <p:cNvPr id="2258" name="Freeform: Shape 2257">
                  <a:extLst>
                    <a:ext uri="{FF2B5EF4-FFF2-40B4-BE49-F238E27FC236}">
                      <a16:creationId xmlns:a16="http://schemas.microsoft.com/office/drawing/2014/main" id="{6B74FDF6-7B59-48FD-A9D9-39B6807BAE23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59" name="Rectangle: Rounded Corners 2258">
                  <a:extLst>
                    <a:ext uri="{FF2B5EF4-FFF2-40B4-BE49-F238E27FC236}">
                      <a16:creationId xmlns:a16="http://schemas.microsoft.com/office/drawing/2014/main" id="{AB23D02B-2B3A-4B57-AF47-8827324A131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25" name="Group 2224">
                <a:extLst>
                  <a:ext uri="{FF2B5EF4-FFF2-40B4-BE49-F238E27FC236}">
                    <a16:creationId xmlns:a16="http://schemas.microsoft.com/office/drawing/2014/main" id="{15FB58DD-887F-4DB8-886C-5D9728A8AE38}"/>
                  </a:ext>
                </a:extLst>
              </p:cNvPr>
              <p:cNvGrpSpPr/>
              <p:nvPr/>
            </p:nvGrpSpPr>
            <p:grpSpPr>
              <a:xfrm rot="16924252">
                <a:off x="1635001" y="2371073"/>
                <a:ext cx="381035" cy="92791"/>
                <a:chOff x="2620172" y="2546175"/>
                <a:chExt cx="834986" cy="143092"/>
              </a:xfrm>
            </p:grpSpPr>
            <p:sp>
              <p:nvSpPr>
                <p:cNvPr id="2256" name="Freeform: Shape 2255">
                  <a:extLst>
                    <a:ext uri="{FF2B5EF4-FFF2-40B4-BE49-F238E27FC236}">
                      <a16:creationId xmlns:a16="http://schemas.microsoft.com/office/drawing/2014/main" id="{D2403299-5C6E-4155-83D1-4D13BE814957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57" name="Rectangle: Rounded Corners 2256">
                  <a:extLst>
                    <a:ext uri="{FF2B5EF4-FFF2-40B4-BE49-F238E27FC236}">
                      <a16:creationId xmlns:a16="http://schemas.microsoft.com/office/drawing/2014/main" id="{969C9114-82C9-47E4-986A-B0AC57FDCBD3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26" name="Group 2225">
                <a:extLst>
                  <a:ext uri="{FF2B5EF4-FFF2-40B4-BE49-F238E27FC236}">
                    <a16:creationId xmlns:a16="http://schemas.microsoft.com/office/drawing/2014/main" id="{23735CE4-F78A-489F-8AA4-21F885951345}"/>
                  </a:ext>
                </a:extLst>
              </p:cNvPr>
              <p:cNvGrpSpPr/>
              <p:nvPr/>
            </p:nvGrpSpPr>
            <p:grpSpPr>
              <a:xfrm rot="15677156">
                <a:off x="985517" y="2521255"/>
                <a:ext cx="381035" cy="92791"/>
                <a:chOff x="2620172" y="2546175"/>
                <a:chExt cx="834986" cy="143092"/>
              </a:xfrm>
            </p:grpSpPr>
            <p:sp>
              <p:nvSpPr>
                <p:cNvPr id="2254" name="Freeform: Shape 2253">
                  <a:extLst>
                    <a:ext uri="{FF2B5EF4-FFF2-40B4-BE49-F238E27FC236}">
                      <a16:creationId xmlns:a16="http://schemas.microsoft.com/office/drawing/2014/main" id="{74F63829-2CBC-4429-B4A9-DDBD7DCC27C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55" name="Rectangle: Rounded Corners 2254">
                  <a:extLst>
                    <a:ext uri="{FF2B5EF4-FFF2-40B4-BE49-F238E27FC236}">
                      <a16:creationId xmlns:a16="http://schemas.microsoft.com/office/drawing/2014/main" id="{E0482348-D533-45AA-B600-D97E6BDDC6D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27" name="Group 2226">
                <a:extLst>
                  <a:ext uri="{FF2B5EF4-FFF2-40B4-BE49-F238E27FC236}">
                    <a16:creationId xmlns:a16="http://schemas.microsoft.com/office/drawing/2014/main" id="{2BFCB3DC-CFE6-4EB0-918A-02E789550E18}"/>
                  </a:ext>
                </a:extLst>
              </p:cNvPr>
              <p:cNvGrpSpPr/>
              <p:nvPr/>
            </p:nvGrpSpPr>
            <p:grpSpPr>
              <a:xfrm rot="14354853" flipV="1">
                <a:off x="976412" y="2438473"/>
                <a:ext cx="731274" cy="157011"/>
                <a:chOff x="2620172" y="2546175"/>
                <a:chExt cx="834986" cy="143092"/>
              </a:xfrm>
            </p:grpSpPr>
            <p:sp>
              <p:nvSpPr>
                <p:cNvPr id="2252" name="Freeform: Shape 2251">
                  <a:extLst>
                    <a:ext uri="{FF2B5EF4-FFF2-40B4-BE49-F238E27FC236}">
                      <a16:creationId xmlns:a16="http://schemas.microsoft.com/office/drawing/2014/main" id="{2550AA9B-1C9A-4ECF-AEA1-D2511CFAD76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53" name="Rectangle: Rounded Corners 2252">
                  <a:extLst>
                    <a:ext uri="{FF2B5EF4-FFF2-40B4-BE49-F238E27FC236}">
                      <a16:creationId xmlns:a16="http://schemas.microsoft.com/office/drawing/2014/main" id="{BA8C8011-56A5-4197-855F-B2D07B7F5ADD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28" name="Group 2227">
                <a:extLst>
                  <a:ext uri="{FF2B5EF4-FFF2-40B4-BE49-F238E27FC236}">
                    <a16:creationId xmlns:a16="http://schemas.microsoft.com/office/drawing/2014/main" id="{713F67EC-7697-45D3-9E37-ED83CAD9AD28}"/>
                  </a:ext>
                </a:extLst>
              </p:cNvPr>
              <p:cNvGrpSpPr/>
              <p:nvPr/>
            </p:nvGrpSpPr>
            <p:grpSpPr>
              <a:xfrm rot="9793356" flipV="1">
                <a:off x="215985" y="3237903"/>
                <a:ext cx="731274" cy="157011"/>
                <a:chOff x="2620172" y="2546175"/>
                <a:chExt cx="834986" cy="143092"/>
              </a:xfrm>
            </p:grpSpPr>
            <p:sp>
              <p:nvSpPr>
                <p:cNvPr id="2250" name="Freeform: Shape 2249">
                  <a:extLst>
                    <a:ext uri="{FF2B5EF4-FFF2-40B4-BE49-F238E27FC236}">
                      <a16:creationId xmlns:a16="http://schemas.microsoft.com/office/drawing/2014/main" id="{F6DA9582-3FD2-479F-9E4F-B6358C354AF8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51" name="Rectangle: Rounded Corners 2250">
                  <a:extLst>
                    <a:ext uri="{FF2B5EF4-FFF2-40B4-BE49-F238E27FC236}">
                      <a16:creationId xmlns:a16="http://schemas.microsoft.com/office/drawing/2014/main" id="{0C5DB50A-65CB-42DC-8100-28FD52EA5E16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29" name="Group 2228">
                <a:extLst>
                  <a:ext uri="{FF2B5EF4-FFF2-40B4-BE49-F238E27FC236}">
                    <a16:creationId xmlns:a16="http://schemas.microsoft.com/office/drawing/2014/main" id="{748E9359-36F5-4D82-A005-A8A4976723F0}"/>
                  </a:ext>
                </a:extLst>
              </p:cNvPr>
              <p:cNvGrpSpPr/>
              <p:nvPr/>
            </p:nvGrpSpPr>
            <p:grpSpPr>
              <a:xfrm rot="6907686" flipV="1">
                <a:off x="692019" y="3931960"/>
                <a:ext cx="731274" cy="157011"/>
                <a:chOff x="2620172" y="2546175"/>
                <a:chExt cx="834986" cy="143092"/>
              </a:xfrm>
            </p:grpSpPr>
            <p:sp>
              <p:nvSpPr>
                <p:cNvPr id="2248" name="Freeform: Shape 2247">
                  <a:extLst>
                    <a:ext uri="{FF2B5EF4-FFF2-40B4-BE49-F238E27FC236}">
                      <a16:creationId xmlns:a16="http://schemas.microsoft.com/office/drawing/2014/main" id="{236162E0-F20F-4958-88ED-6D2243F8DC3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49" name="Rectangle: Rounded Corners 2248">
                  <a:extLst>
                    <a:ext uri="{FF2B5EF4-FFF2-40B4-BE49-F238E27FC236}">
                      <a16:creationId xmlns:a16="http://schemas.microsoft.com/office/drawing/2014/main" id="{E9F215E2-B854-4851-A1B1-07B8DEBF1050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30" name="Group 2229">
                <a:extLst>
                  <a:ext uri="{FF2B5EF4-FFF2-40B4-BE49-F238E27FC236}">
                    <a16:creationId xmlns:a16="http://schemas.microsoft.com/office/drawing/2014/main" id="{77BF7245-8914-4B81-BE34-47B348F991D5}"/>
                  </a:ext>
                </a:extLst>
              </p:cNvPr>
              <p:cNvGrpSpPr/>
              <p:nvPr/>
            </p:nvGrpSpPr>
            <p:grpSpPr>
              <a:xfrm rot="1465711" flipV="1">
                <a:off x="2002734" y="3404484"/>
                <a:ext cx="731274" cy="157011"/>
                <a:chOff x="2620172" y="2546175"/>
                <a:chExt cx="834986" cy="143092"/>
              </a:xfrm>
            </p:grpSpPr>
            <p:sp>
              <p:nvSpPr>
                <p:cNvPr id="2246" name="Freeform: Shape 2245">
                  <a:extLst>
                    <a:ext uri="{FF2B5EF4-FFF2-40B4-BE49-F238E27FC236}">
                      <a16:creationId xmlns:a16="http://schemas.microsoft.com/office/drawing/2014/main" id="{853A6A3F-8750-43E7-B04B-D54E421A902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47" name="Rectangle: Rounded Corners 2246">
                  <a:extLst>
                    <a:ext uri="{FF2B5EF4-FFF2-40B4-BE49-F238E27FC236}">
                      <a16:creationId xmlns:a16="http://schemas.microsoft.com/office/drawing/2014/main" id="{78B9CE6A-CACA-4C75-9E86-FC9AFD1D98D9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31" name="Group 2230">
                <a:extLst>
                  <a:ext uri="{FF2B5EF4-FFF2-40B4-BE49-F238E27FC236}">
                    <a16:creationId xmlns:a16="http://schemas.microsoft.com/office/drawing/2014/main" id="{3E53B506-7C85-4E82-B992-50D9F026FAF4}"/>
                  </a:ext>
                </a:extLst>
              </p:cNvPr>
              <p:cNvGrpSpPr/>
              <p:nvPr/>
            </p:nvGrpSpPr>
            <p:grpSpPr>
              <a:xfrm rot="19016516">
                <a:off x="1733273" y="283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2244" name="Freeform: Shape 2243">
                  <a:extLst>
                    <a:ext uri="{FF2B5EF4-FFF2-40B4-BE49-F238E27FC236}">
                      <a16:creationId xmlns:a16="http://schemas.microsoft.com/office/drawing/2014/main" id="{96405AE9-8394-45F3-A291-CBA85F54078F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45" name="Rectangle: Rounded Corners 2244">
                  <a:extLst>
                    <a:ext uri="{FF2B5EF4-FFF2-40B4-BE49-F238E27FC236}">
                      <a16:creationId xmlns:a16="http://schemas.microsoft.com/office/drawing/2014/main" id="{541BD66F-D49F-473B-86AC-5B14C91846AA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32" name="Group 2231">
                <a:extLst>
                  <a:ext uri="{FF2B5EF4-FFF2-40B4-BE49-F238E27FC236}">
                    <a16:creationId xmlns:a16="http://schemas.microsoft.com/office/drawing/2014/main" id="{07F99494-3CF1-4F93-AD14-DCC568015700}"/>
                  </a:ext>
                </a:extLst>
              </p:cNvPr>
              <p:cNvGrpSpPr/>
              <p:nvPr/>
            </p:nvGrpSpPr>
            <p:grpSpPr>
              <a:xfrm rot="19245075">
                <a:off x="1632068" y="2825415"/>
                <a:ext cx="834986" cy="143092"/>
                <a:chOff x="2620172" y="2546175"/>
                <a:chExt cx="834986" cy="143092"/>
              </a:xfrm>
            </p:grpSpPr>
            <p:sp>
              <p:nvSpPr>
                <p:cNvPr id="2242" name="Freeform: Shape 2241">
                  <a:extLst>
                    <a:ext uri="{FF2B5EF4-FFF2-40B4-BE49-F238E27FC236}">
                      <a16:creationId xmlns:a16="http://schemas.microsoft.com/office/drawing/2014/main" id="{6AC805A6-CB05-4B88-A3E3-6A7FE6A06A74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43" name="Rectangle: Rounded Corners 2242">
                  <a:extLst>
                    <a:ext uri="{FF2B5EF4-FFF2-40B4-BE49-F238E27FC236}">
                      <a16:creationId xmlns:a16="http://schemas.microsoft.com/office/drawing/2014/main" id="{DBBB46E6-E26B-4F15-AFA2-2D9B7F4D27F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33" name="Group 2232">
                <a:extLst>
                  <a:ext uri="{FF2B5EF4-FFF2-40B4-BE49-F238E27FC236}">
                    <a16:creationId xmlns:a16="http://schemas.microsoft.com/office/drawing/2014/main" id="{419F4B19-7A1C-4BA8-9D0F-9C7A7F0E5C08}"/>
                  </a:ext>
                </a:extLst>
              </p:cNvPr>
              <p:cNvGrpSpPr/>
              <p:nvPr/>
            </p:nvGrpSpPr>
            <p:grpSpPr>
              <a:xfrm rot="10458038">
                <a:off x="838889" y="3642810"/>
                <a:ext cx="381035" cy="92791"/>
                <a:chOff x="2620172" y="2546175"/>
                <a:chExt cx="834986" cy="143092"/>
              </a:xfrm>
            </p:grpSpPr>
            <p:sp>
              <p:nvSpPr>
                <p:cNvPr id="2240" name="Freeform: Shape 2239">
                  <a:extLst>
                    <a:ext uri="{FF2B5EF4-FFF2-40B4-BE49-F238E27FC236}">
                      <a16:creationId xmlns:a16="http://schemas.microsoft.com/office/drawing/2014/main" id="{8F6B7DE5-0B2E-4E5A-A2E8-DE571F7F105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41" name="Rectangle: Rounded Corners 2240">
                  <a:extLst>
                    <a:ext uri="{FF2B5EF4-FFF2-40B4-BE49-F238E27FC236}">
                      <a16:creationId xmlns:a16="http://schemas.microsoft.com/office/drawing/2014/main" id="{809D8CA7-4533-45BD-85D2-5A810D91FC01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34" name="Group 2233">
                <a:extLst>
                  <a:ext uri="{FF2B5EF4-FFF2-40B4-BE49-F238E27FC236}">
                    <a16:creationId xmlns:a16="http://schemas.microsoft.com/office/drawing/2014/main" id="{CBE7C009-1ED6-4EC6-9E8E-80E4435D470E}"/>
                  </a:ext>
                </a:extLst>
              </p:cNvPr>
              <p:cNvGrpSpPr/>
              <p:nvPr/>
            </p:nvGrpSpPr>
            <p:grpSpPr>
              <a:xfrm rot="15824399">
                <a:off x="1224680" y="2818934"/>
                <a:ext cx="381035" cy="92791"/>
                <a:chOff x="2620172" y="2546175"/>
                <a:chExt cx="834986" cy="143092"/>
              </a:xfrm>
            </p:grpSpPr>
            <p:sp>
              <p:nvSpPr>
                <p:cNvPr id="2238" name="Freeform: Shape 2237">
                  <a:extLst>
                    <a:ext uri="{FF2B5EF4-FFF2-40B4-BE49-F238E27FC236}">
                      <a16:creationId xmlns:a16="http://schemas.microsoft.com/office/drawing/2014/main" id="{5D6B3F96-3B7E-4E8A-BAD4-5EC09C2703B4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39" name="Rectangle: Rounded Corners 2238">
                  <a:extLst>
                    <a:ext uri="{FF2B5EF4-FFF2-40B4-BE49-F238E27FC236}">
                      <a16:creationId xmlns:a16="http://schemas.microsoft.com/office/drawing/2014/main" id="{2F342FDD-D10E-46A9-94C4-FF1F2ADB9E16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35" name="Group 2234">
                <a:extLst>
                  <a:ext uri="{FF2B5EF4-FFF2-40B4-BE49-F238E27FC236}">
                    <a16:creationId xmlns:a16="http://schemas.microsoft.com/office/drawing/2014/main" id="{158E1389-240C-419A-98F0-B420F82FFB7C}"/>
                  </a:ext>
                </a:extLst>
              </p:cNvPr>
              <p:cNvGrpSpPr/>
              <p:nvPr/>
            </p:nvGrpSpPr>
            <p:grpSpPr>
              <a:xfrm rot="16697394">
                <a:off x="1080028" y="2168448"/>
                <a:ext cx="834986" cy="143092"/>
                <a:chOff x="2620172" y="2546175"/>
                <a:chExt cx="834986" cy="143092"/>
              </a:xfrm>
            </p:grpSpPr>
            <p:sp>
              <p:nvSpPr>
                <p:cNvPr id="2236" name="Freeform: Shape 2235">
                  <a:extLst>
                    <a:ext uri="{FF2B5EF4-FFF2-40B4-BE49-F238E27FC236}">
                      <a16:creationId xmlns:a16="http://schemas.microsoft.com/office/drawing/2014/main" id="{55BE7E97-F52F-4F9A-B610-851D16E0399F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237" name="Rectangle: Rounded Corners 2236">
                  <a:extLst>
                    <a:ext uri="{FF2B5EF4-FFF2-40B4-BE49-F238E27FC236}">
                      <a16:creationId xmlns:a16="http://schemas.microsoft.com/office/drawing/2014/main" id="{7D936200-563C-4E55-848F-D49B52FE61E7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</p:grp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56224851-0F37-4F7E-B127-6CEF62EED105}"/>
                </a:ext>
              </a:extLst>
            </p:cNvPr>
            <p:cNvSpPr/>
            <p:nvPr/>
          </p:nvSpPr>
          <p:spPr>
            <a:xfrm rot="6017948" flipV="1">
              <a:off x="1305755" y="4290452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9F932364-9C1B-4BBE-ABAE-B8336CA601F4}"/>
                </a:ext>
              </a:extLst>
            </p:cNvPr>
            <p:cNvSpPr/>
            <p:nvPr/>
          </p:nvSpPr>
          <p:spPr>
            <a:xfrm rot="21277659">
              <a:off x="2517403" y="2906549"/>
              <a:ext cx="690584" cy="235253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5DCCB45C-9316-46EF-8C89-7A2E622A378B}"/>
                </a:ext>
              </a:extLst>
            </p:cNvPr>
            <p:cNvSpPr/>
            <p:nvPr/>
          </p:nvSpPr>
          <p:spPr>
            <a:xfrm rot="11528244" flipV="1">
              <a:off x="344853" y="2978311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grpSp>
        <p:nvGrpSpPr>
          <p:cNvPr id="2570" name="Group 2569">
            <a:extLst>
              <a:ext uri="{FF2B5EF4-FFF2-40B4-BE49-F238E27FC236}">
                <a16:creationId xmlns:a16="http://schemas.microsoft.com/office/drawing/2014/main" id="{23AEBCF9-1B5C-4316-BD42-19790E42981A}"/>
              </a:ext>
            </a:extLst>
          </p:cNvPr>
          <p:cNvGrpSpPr/>
          <p:nvPr/>
        </p:nvGrpSpPr>
        <p:grpSpPr>
          <a:xfrm>
            <a:off x="4827285" y="2467141"/>
            <a:ext cx="630854" cy="599000"/>
            <a:chOff x="163719" y="1822501"/>
            <a:chExt cx="3062199" cy="3047160"/>
          </a:xfrm>
        </p:grpSpPr>
        <p:grpSp>
          <p:nvGrpSpPr>
            <p:cNvPr id="2571" name="Group 2570">
              <a:extLst>
                <a:ext uri="{FF2B5EF4-FFF2-40B4-BE49-F238E27FC236}">
                  <a16:creationId xmlns:a16="http://schemas.microsoft.com/office/drawing/2014/main" id="{43C958EE-30F1-4D85-A071-E26138C2702F}"/>
                </a:ext>
              </a:extLst>
            </p:cNvPr>
            <p:cNvGrpSpPr/>
            <p:nvPr/>
          </p:nvGrpSpPr>
          <p:grpSpPr>
            <a:xfrm>
              <a:off x="163719" y="1822501"/>
              <a:ext cx="3062199" cy="3047160"/>
              <a:chOff x="163719" y="1822501"/>
              <a:chExt cx="3062199" cy="3047160"/>
            </a:xfrm>
          </p:grpSpPr>
          <p:grpSp>
            <p:nvGrpSpPr>
              <p:cNvPr id="2575" name="Group 2574">
                <a:extLst>
                  <a:ext uri="{FF2B5EF4-FFF2-40B4-BE49-F238E27FC236}">
                    <a16:creationId xmlns:a16="http://schemas.microsoft.com/office/drawing/2014/main" id="{17E32372-EC99-44EA-AE85-D88B75C0A3F6}"/>
                  </a:ext>
                </a:extLst>
              </p:cNvPr>
              <p:cNvGrpSpPr/>
              <p:nvPr/>
            </p:nvGrpSpPr>
            <p:grpSpPr>
              <a:xfrm rot="5037398" flipV="1">
                <a:off x="1683131" y="3844124"/>
                <a:ext cx="731274" cy="157011"/>
                <a:chOff x="2620172" y="2546175"/>
                <a:chExt cx="834986" cy="143092"/>
              </a:xfrm>
            </p:grpSpPr>
            <p:sp>
              <p:nvSpPr>
                <p:cNvPr id="2934" name="Freeform: Shape 2933">
                  <a:extLst>
                    <a:ext uri="{FF2B5EF4-FFF2-40B4-BE49-F238E27FC236}">
                      <a16:creationId xmlns:a16="http://schemas.microsoft.com/office/drawing/2014/main" id="{B6B00C9A-6081-48DF-88CB-558167F96D0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935" name="Rectangle: Rounded Corners 2934">
                  <a:extLst>
                    <a:ext uri="{FF2B5EF4-FFF2-40B4-BE49-F238E27FC236}">
                      <a16:creationId xmlns:a16="http://schemas.microsoft.com/office/drawing/2014/main" id="{767E4B18-D859-4AE3-A41A-32955AB4AF8F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76" name="Group 2575">
                <a:extLst>
                  <a:ext uri="{FF2B5EF4-FFF2-40B4-BE49-F238E27FC236}">
                    <a16:creationId xmlns:a16="http://schemas.microsoft.com/office/drawing/2014/main" id="{E4283756-252A-457F-B10B-64F433557F8A}"/>
                  </a:ext>
                </a:extLst>
              </p:cNvPr>
              <p:cNvGrpSpPr/>
              <p:nvPr/>
            </p:nvGrpSpPr>
            <p:grpSpPr>
              <a:xfrm rot="5037398" flipV="1">
                <a:off x="1123013" y="4110752"/>
                <a:ext cx="731274" cy="157011"/>
                <a:chOff x="2620172" y="2546175"/>
                <a:chExt cx="834986" cy="143092"/>
              </a:xfrm>
            </p:grpSpPr>
            <p:sp>
              <p:nvSpPr>
                <p:cNvPr id="2932" name="Freeform: Shape 2931">
                  <a:extLst>
                    <a:ext uri="{FF2B5EF4-FFF2-40B4-BE49-F238E27FC236}">
                      <a16:creationId xmlns:a16="http://schemas.microsoft.com/office/drawing/2014/main" id="{02E49E9B-AE04-437F-B4C7-8902B40DCA35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933" name="Rectangle: Rounded Corners 2932">
                  <a:extLst>
                    <a:ext uri="{FF2B5EF4-FFF2-40B4-BE49-F238E27FC236}">
                      <a16:creationId xmlns:a16="http://schemas.microsoft.com/office/drawing/2014/main" id="{EFFCE4C9-B4A1-4F93-B88E-35353C644E33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77" name="Group 2576">
                <a:extLst>
                  <a:ext uri="{FF2B5EF4-FFF2-40B4-BE49-F238E27FC236}">
                    <a16:creationId xmlns:a16="http://schemas.microsoft.com/office/drawing/2014/main" id="{5500723C-000B-4AA7-BC8B-24D77198209B}"/>
                  </a:ext>
                </a:extLst>
              </p:cNvPr>
              <p:cNvGrpSpPr/>
              <p:nvPr/>
            </p:nvGrpSpPr>
            <p:grpSpPr>
              <a:xfrm>
                <a:off x="860260" y="2440902"/>
                <a:ext cx="1730523" cy="1839492"/>
                <a:chOff x="420511" y="1784768"/>
                <a:chExt cx="1730523" cy="1839492"/>
              </a:xfrm>
            </p:grpSpPr>
            <p:grpSp>
              <p:nvGrpSpPr>
                <p:cNvPr id="2650" name="Group 2649">
                  <a:extLst>
                    <a:ext uri="{FF2B5EF4-FFF2-40B4-BE49-F238E27FC236}">
                      <a16:creationId xmlns:a16="http://schemas.microsoft.com/office/drawing/2014/main" id="{40BBDBCA-5B0A-45C9-A2B5-F8CDF3365254}"/>
                    </a:ext>
                  </a:extLst>
                </p:cNvPr>
                <p:cNvGrpSpPr/>
                <p:nvPr/>
              </p:nvGrpSpPr>
              <p:grpSpPr>
                <a:xfrm>
                  <a:off x="1069572" y="1784768"/>
                  <a:ext cx="1081462" cy="1476716"/>
                  <a:chOff x="2089993" y="1523034"/>
                  <a:chExt cx="1081462" cy="1476716"/>
                </a:xfrm>
              </p:grpSpPr>
              <p:grpSp>
                <p:nvGrpSpPr>
                  <p:cNvPr id="2871" name="Group 2870">
                    <a:extLst>
                      <a:ext uri="{FF2B5EF4-FFF2-40B4-BE49-F238E27FC236}">
                        <a16:creationId xmlns:a16="http://schemas.microsoft.com/office/drawing/2014/main" id="{A3BD6C9A-64A9-44BB-857F-7E361D778E2C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70705"/>
                    <a:ext cx="101484" cy="1016226"/>
                    <a:chOff x="1800622" y="2364951"/>
                    <a:chExt cx="101484" cy="1016226"/>
                  </a:xfrm>
                </p:grpSpPr>
                <p:sp>
                  <p:nvSpPr>
                    <p:cNvPr id="2928" name="Flowchart: Connector 2927">
                      <a:extLst>
                        <a:ext uri="{FF2B5EF4-FFF2-40B4-BE49-F238E27FC236}">
                          <a16:creationId xmlns:a16="http://schemas.microsoft.com/office/drawing/2014/main" id="{12ADE28A-0A69-475D-81C5-9F4195E0DF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929" name="Flowchart: Connector 2928">
                      <a:extLst>
                        <a:ext uri="{FF2B5EF4-FFF2-40B4-BE49-F238E27FC236}">
                          <a16:creationId xmlns:a16="http://schemas.microsoft.com/office/drawing/2014/main" id="{2A9B9B3D-45F2-4949-8DD1-CC1E7CB6166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930" name="Flowchart: Connector 2929">
                      <a:extLst>
                        <a:ext uri="{FF2B5EF4-FFF2-40B4-BE49-F238E27FC236}">
                          <a16:creationId xmlns:a16="http://schemas.microsoft.com/office/drawing/2014/main" id="{3A836063-7F6B-4D28-B245-FA55AD4E4AD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931" name="Flowchart: Connector 2930">
                      <a:extLst>
                        <a:ext uri="{FF2B5EF4-FFF2-40B4-BE49-F238E27FC236}">
                          <a16:creationId xmlns:a16="http://schemas.microsoft.com/office/drawing/2014/main" id="{2E884A12-9BD5-4C04-98D6-2DA3B2BFD15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649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2872" name="Group 2871">
                    <a:extLst>
                      <a:ext uri="{FF2B5EF4-FFF2-40B4-BE49-F238E27FC236}">
                        <a16:creationId xmlns:a16="http://schemas.microsoft.com/office/drawing/2014/main" id="{19DB499F-CE66-428F-B631-B37E8C299E7B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23034"/>
                    <a:ext cx="1057223" cy="1476716"/>
                    <a:chOff x="2114232" y="1523034"/>
                    <a:chExt cx="1057223" cy="1476716"/>
                  </a:xfrm>
                </p:grpSpPr>
                <p:grpSp>
                  <p:nvGrpSpPr>
                    <p:cNvPr id="2873" name="Group 2872">
                      <a:extLst>
                        <a:ext uri="{FF2B5EF4-FFF2-40B4-BE49-F238E27FC236}">
                          <a16:creationId xmlns:a16="http://schemas.microsoft.com/office/drawing/2014/main" id="{B85659AD-E3FD-4A64-8995-16E91E6312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47544" cy="539639"/>
                      <a:chOff x="3717189" y="1719497"/>
                      <a:chExt cx="1047544" cy="539639"/>
                    </a:xfrm>
                  </p:grpSpPr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21" name="3D Model 2920" descr="Sphere">
                            <a:extLst>
                              <a:ext uri="{FF2B5EF4-FFF2-40B4-BE49-F238E27FC236}">
                                <a16:creationId xmlns:a16="http://schemas.microsoft.com/office/drawing/2014/main" id="{4B5CDD5A-AE8D-428D-B6DF-6BD76FB31B3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79838858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922" name="Flowchart: Connector 2921">
                        <a:extLst>
                          <a:ext uri="{FF2B5EF4-FFF2-40B4-BE49-F238E27FC236}">
                            <a16:creationId xmlns:a16="http://schemas.microsoft.com/office/drawing/2014/main" id="{77828820-AD0D-4984-9ADC-B1D7D721121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23" name="3D Model 2922" descr="Sphere">
                            <a:extLst>
                              <a:ext uri="{FF2B5EF4-FFF2-40B4-BE49-F238E27FC236}">
                                <a16:creationId xmlns:a16="http://schemas.microsoft.com/office/drawing/2014/main" id="{3577C642-1ABE-4903-BF54-F1CF5C7C4DA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00341439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924" name="Flowchart: Connector 2923">
                        <a:extLst>
                          <a:ext uri="{FF2B5EF4-FFF2-40B4-BE49-F238E27FC236}">
                            <a16:creationId xmlns:a16="http://schemas.microsoft.com/office/drawing/2014/main" id="{831FACD8-22C1-43F6-B037-9D50D684F75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25" name="3D Model 2924" descr="Sphere">
                            <a:extLst>
                              <a:ext uri="{FF2B5EF4-FFF2-40B4-BE49-F238E27FC236}">
                                <a16:creationId xmlns:a16="http://schemas.microsoft.com/office/drawing/2014/main" id="{9960C764-E154-4B52-9DB1-155E6D7DF29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12561242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926" name="Flowchart: Connector 2925">
                        <a:extLst>
                          <a:ext uri="{FF2B5EF4-FFF2-40B4-BE49-F238E27FC236}">
                            <a16:creationId xmlns:a16="http://schemas.microsoft.com/office/drawing/2014/main" id="{57AB83B8-B6FE-4057-A787-87FB2D3B6E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27" name="3D Model 2926" descr="Sphere">
                            <a:extLst>
                              <a:ext uri="{FF2B5EF4-FFF2-40B4-BE49-F238E27FC236}">
                                <a16:creationId xmlns:a16="http://schemas.microsoft.com/office/drawing/2014/main" id="{2B8AA43E-84E1-4932-8D8E-519CB9F3F1A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418796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874" name="Group 2873">
                      <a:extLst>
                        <a:ext uri="{FF2B5EF4-FFF2-40B4-BE49-F238E27FC236}">
                          <a16:creationId xmlns:a16="http://schemas.microsoft.com/office/drawing/2014/main" id="{1BFD73A5-C24A-4573-818B-3DEBE32E8B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2906" name="Flowchart: Connector 2905">
                        <a:extLst>
                          <a:ext uri="{FF2B5EF4-FFF2-40B4-BE49-F238E27FC236}">
                            <a16:creationId xmlns:a16="http://schemas.microsoft.com/office/drawing/2014/main" id="{B38B26D9-BBE7-49C6-ACF8-49D08D16C0F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907" name="Flowchart: Connector 2906">
                        <a:extLst>
                          <a:ext uri="{FF2B5EF4-FFF2-40B4-BE49-F238E27FC236}">
                            <a16:creationId xmlns:a16="http://schemas.microsoft.com/office/drawing/2014/main" id="{BC4DD293-8BD6-4D88-A3B1-7274CF5C92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908" name="Flowchart: Connector 2907">
                        <a:extLst>
                          <a:ext uri="{FF2B5EF4-FFF2-40B4-BE49-F238E27FC236}">
                            <a16:creationId xmlns:a16="http://schemas.microsoft.com/office/drawing/2014/main" id="{7EC09E1F-39C0-43C7-96B9-7FE293E99D0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909" name="Flowchart: Connector 2908">
                        <a:extLst>
                          <a:ext uri="{FF2B5EF4-FFF2-40B4-BE49-F238E27FC236}">
                            <a16:creationId xmlns:a16="http://schemas.microsoft.com/office/drawing/2014/main" id="{A313B216-3678-453A-9F61-5DB21F441DF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910" name="Flowchart: Connector 2909">
                        <a:extLst>
                          <a:ext uri="{FF2B5EF4-FFF2-40B4-BE49-F238E27FC236}">
                            <a16:creationId xmlns:a16="http://schemas.microsoft.com/office/drawing/2014/main" id="{9BC74A45-ABB3-4377-A019-16DEB283D04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911" name="Flowchart: Connector 2910">
                        <a:extLst>
                          <a:ext uri="{FF2B5EF4-FFF2-40B4-BE49-F238E27FC236}">
                            <a16:creationId xmlns:a16="http://schemas.microsoft.com/office/drawing/2014/main" id="{170BC12F-CD59-432D-88A0-BFDD438D873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912" name="Flowchart: Connector 2911">
                        <a:extLst>
                          <a:ext uri="{FF2B5EF4-FFF2-40B4-BE49-F238E27FC236}">
                            <a16:creationId xmlns:a16="http://schemas.microsoft.com/office/drawing/2014/main" id="{87A216DE-E598-4001-B8A9-5FDBCDABC5C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913" name="Flowchart: Connector 2912">
                        <a:extLst>
                          <a:ext uri="{FF2B5EF4-FFF2-40B4-BE49-F238E27FC236}">
                            <a16:creationId xmlns:a16="http://schemas.microsoft.com/office/drawing/2014/main" id="{BE5398E6-5E3B-4DBC-934C-A46192CAA36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14" name="3D Model 2913" descr="Sphere">
                            <a:extLst>
                              <a:ext uri="{FF2B5EF4-FFF2-40B4-BE49-F238E27FC236}">
                                <a16:creationId xmlns:a16="http://schemas.microsoft.com/office/drawing/2014/main" id="{4E4C074B-45FD-46C2-BB55-44C7A9745C4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913422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915" name="Flowchart: Connector 2914">
                        <a:extLst>
                          <a:ext uri="{FF2B5EF4-FFF2-40B4-BE49-F238E27FC236}">
                            <a16:creationId xmlns:a16="http://schemas.microsoft.com/office/drawing/2014/main" id="{CD1285F0-DEC3-4DAD-B25D-66900332F9B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16" name="3D Model 2915" descr="Sphere">
                            <a:extLst>
                              <a:ext uri="{FF2B5EF4-FFF2-40B4-BE49-F238E27FC236}">
                                <a16:creationId xmlns:a16="http://schemas.microsoft.com/office/drawing/2014/main" id="{4C3ECDA1-D14E-4837-8332-B858B121A82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1596103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917" name="Flowchart: Connector 2916">
                        <a:extLst>
                          <a:ext uri="{FF2B5EF4-FFF2-40B4-BE49-F238E27FC236}">
                            <a16:creationId xmlns:a16="http://schemas.microsoft.com/office/drawing/2014/main" id="{6D980ADD-164E-41D4-88A6-7522DF8E33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18" name="3D Model 2917" descr="Sphere">
                            <a:extLst>
                              <a:ext uri="{FF2B5EF4-FFF2-40B4-BE49-F238E27FC236}">
                                <a16:creationId xmlns:a16="http://schemas.microsoft.com/office/drawing/2014/main" id="{CC21F8A1-DC8A-4F93-9C09-8BA33364810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9199701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919" name="Flowchart: Connector 2918">
                        <a:extLst>
                          <a:ext uri="{FF2B5EF4-FFF2-40B4-BE49-F238E27FC236}">
                            <a16:creationId xmlns:a16="http://schemas.microsoft.com/office/drawing/2014/main" id="{90601059-C79D-4DBE-B5A9-3710B1D05C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20" name="3D Model 2919" descr="Sphere">
                            <a:extLst>
                              <a:ext uri="{FF2B5EF4-FFF2-40B4-BE49-F238E27FC236}">
                                <a16:creationId xmlns:a16="http://schemas.microsoft.com/office/drawing/2014/main" id="{75DAC968-A265-4AE2-AD2D-6A4B468814A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0268704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875" name="Group 2874">
                      <a:extLst>
                        <a:ext uri="{FF2B5EF4-FFF2-40B4-BE49-F238E27FC236}">
                          <a16:creationId xmlns:a16="http://schemas.microsoft.com/office/drawing/2014/main" id="{65EAD962-4742-4702-9ADE-FA208A939C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2891" name="Flowchart: Connector 2890">
                        <a:extLst>
                          <a:ext uri="{FF2B5EF4-FFF2-40B4-BE49-F238E27FC236}">
                            <a16:creationId xmlns:a16="http://schemas.microsoft.com/office/drawing/2014/main" id="{55F65C2C-33FF-4B04-829C-DFEA4B825C4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92" name="Flowchart: Connector 2891">
                        <a:extLst>
                          <a:ext uri="{FF2B5EF4-FFF2-40B4-BE49-F238E27FC236}">
                            <a16:creationId xmlns:a16="http://schemas.microsoft.com/office/drawing/2014/main" id="{EDFBC823-FD45-433A-8F7E-405E735EE6E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93" name="Flowchart: Connector 2892">
                        <a:extLst>
                          <a:ext uri="{FF2B5EF4-FFF2-40B4-BE49-F238E27FC236}">
                            <a16:creationId xmlns:a16="http://schemas.microsoft.com/office/drawing/2014/main" id="{4DAFEA96-52BC-4EF0-81C3-D524A2A0002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94" name="Flowchart: Connector 2893">
                        <a:extLst>
                          <a:ext uri="{FF2B5EF4-FFF2-40B4-BE49-F238E27FC236}">
                            <a16:creationId xmlns:a16="http://schemas.microsoft.com/office/drawing/2014/main" id="{C4496EB0-33EC-459B-A0E1-C26E87A8999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95" name="Flowchart: Connector 2894">
                        <a:extLst>
                          <a:ext uri="{FF2B5EF4-FFF2-40B4-BE49-F238E27FC236}">
                            <a16:creationId xmlns:a16="http://schemas.microsoft.com/office/drawing/2014/main" id="{6979414C-F231-4F8F-922B-430521245E4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96" name="Flowchart: Connector 2895">
                        <a:extLst>
                          <a:ext uri="{FF2B5EF4-FFF2-40B4-BE49-F238E27FC236}">
                            <a16:creationId xmlns:a16="http://schemas.microsoft.com/office/drawing/2014/main" id="{C254C95F-245D-4718-A1B6-04EC4FAA9CE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97" name="Flowchart: Connector 2896">
                        <a:extLst>
                          <a:ext uri="{FF2B5EF4-FFF2-40B4-BE49-F238E27FC236}">
                            <a16:creationId xmlns:a16="http://schemas.microsoft.com/office/drawing/2014/main" id="{ED563330-285E-4C98-BE96-CBAC0A5101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98" name="Flowchart: Connector 2897">
                        <a:extLst>
                          <a:ext uri="{FF2B5EF4-FFF2-40B4-BE49-F238E27FC236}">
                            <a16:creationId xmlns:a16="http://schemas.microsoft.com/office/drawing/2014/main" id="{3CDB43DD-0F3A-4E76-A130-37CFB43D173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99" name="3D Model 2898" descr="Sphere">
                            <a:extLst>
                              <a:ext uri="{FF2B5EF4-FFF2-40B4-BE49-F238E27FC236}">
                                <a16:creationId xmlns:a16="http://schemas.microsoft.com/office/drawing/2014/main" id="{421B1986-460C-48C6-8AD3-9216DD6159C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918452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900" name="Flowchart: Connector 2899">
                        <a:extLst>
                          <a:ext uri="{FF2B5EF4-FFF2-40B4-BE49-F238E27FC236}">
                            <a16:creationId xmlns:a16="http://schemas.microsoft.com/office/drawing/2014/main" id="{DEFE7504-345A-4382-82EF-A048F6873CA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01" name="3D Model 2900" descr="Sphere">
                            <a:extLst>
                              <a:ext uri="{FF2B5EF4-FFF2-40B4-BE49-F238E27FC236}">
                                <a16:creationId xmlns:a16="http://schemas.microsoft.com/office/drawing/2014/main" id="{DCCF80D5-53BB-4109-95E6-163F6B27933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2793521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902" name="Flowchart: Connector 2901">
                        <a:extLst>
                          <a:ext uri="{FF2B5EF4-FFF2-40B4-BE49-F238E27FC236}">
                            <a16:creationId xmlns:a16="http://schemas.microsoft.com/office/drawing/2014/main" id="{6112CDD0-1645-480D-8014-B548953221F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03" name="3D Model 2902" descr="Sphere">
                            <a:extLst>
                              <a:ext uri="{FF2B5EF4-FFF2-40B4-BE49-F238E27FC236}">
                                <a16:creationId xmlns:a16="http://schemas.microsoft.com/office/drawing/2014/main" id="{B11FC2A4-B545-4588-92F5-B667E9C86EA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3486530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904" name="Flowchart: Connector 2903">
                        <a:extLst>
                          <a:ext uri="{FF2B5EF4-FFF2-40B4-BE49-F238E27FC236}">
                            <a16:creationId xmlns:a16="http://schemas.microsoft.com/office/drawing/2014/main" id="{79F5BFEA-CAA2-47EB-9E83-78CC0613B7D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05" name="3D Model 2904" descr="Sphere">
                            <a:extLst>
                              <a:ext uri="{FF2B5EF4-FFF2-40B4-BE49-F238E27FC236}">
                                <a16:creationId xmlns:a16="http://schemas.microsoft.com/office/drawing/2014/main" id="{DFC953E3-773E-4BF5-842D-DA02A6546CB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7862581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2876" name="Flowchart: Connector 2875">
                      <a:extLst>
                        <a:ext uri="{FF2B5EF4-FFF2-40B4-BE49-F238E27FC236}">
                          <a16:creationId xmlns:a16="http://schemas.microsoft.com/office/drawing/2014/main" id="{EC5745F9-2A28-402D-B596-D591A303FFC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77" name="Flowchart: Connector 2876">
                      <a:extLst>
                        <a:ext uri="{FF2B5EF4-FFF2-40B4-BE49-F238E27FC236}">
                          <a16:creationId xmlns:a16="http://schemas.microsoft.com/office/drawing/2014/main" id="{95E58329-67BD-435D-8A82-F753E630BD8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78" name="Flowchart: Connector 2877">
                      <a:extLst>
                        <a:ext uri="{FF2B5EF4-FFF2-40B4-BE49-F238E27FC236}">
                          <a16:creationId xmlns:a16="http://schemas.microsoft.com/office/drawing/2014/main" id="{6BB7B1CB-AEFE-4060-B80B-2AF0E6C73FF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79" name="Flowchart: Connector 2878">
                      <a:extLst>
                        <a:ext uri="{FF2B5EF4-FFF2-40B4-BE49-F238E27FC236}">
                          <a16:creationId xmlns:a16="http://schemas.microsoft.com/office/drawing/2014/main" id="{8D20F092-3699-416D-8CF0-BD3A014A34B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80" name="Flowchart: Connector 2879">
                      <a:extLst>
                        <a:ext uri="{FF2B5EF4-FFF2-40B4-BE49-F238E27FC236}">
                          <a16:creationId xmlns:a16="http://schemas.microsoft.com/office/drawing/2014/main" id="{7B5B1046-1F79-4747-9811-BA52742E29E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81" name="Flowchart: Connector 2880">
                      <a:extLst>
                        <a:ext uri="{FF2B5EF4-FFF2-40B4-BE49-F238E27FC236}">
                          <a16:creationId xmlns:a16="http://schemas.microsoft.com/office/drawing/2014/main" id="{C3E5B31F-91C8-43EB-A364-CEEBDA0746B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82" name="Flowchart: Connector 2881">
                      <a:extLst>
                        <a:ext uri="{FF2B5EF4-FFF2-40B4-BE49-F238E27FC236}">
                          <a16:creationId xmlns:a16="http://schemas.microsoft.com/office/drawing/2014/main" id="{B1FD232F-7E8E-4A50-9832-814B187C9B2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83" name="Flowchart: Connector 2882">
                      <a:extLst>
                        <a:ext uri="{FF2B5EF4-FFF2-40B4-BE49-F238E27FC236}">
                          <a16:creationId xmlns:a16="http://schemas.microsoft.com/office/drawing/2014/main" id="{6055D93E-EBF3-4BA8-8567-B216CC02FB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884" name="3D Model 2883" descr="Sphere">
                          <a:extLst>
                            <a:ext uri="{FF2B5EF4-FFF2-40B4-BE49-F238E27FC236}">
                              <a16:creationId xmlns:a16="http://schemas.microsoft.com/office/drawing/2014/main" id="{A0EFE794-4F3D-4335-BADF-443EA154DA6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702393158"/>
                            </p:ext>
                          </p:extLst>
                        </p:nvPr>
                      </p:nvGraphicFramePr>
                      <p:xfrm>
                        <a:off x="2134543" y="1523034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6" name="3D Model 315" descr="Sphere">
                          <a:extLst>
                            <a:ext uri="{FF2B5EF4-FFF2-40B4-BE49-F238E27FC236}">
                              <a16:creationId xmlns:a16="http://schemas.microsoft.com/office/drawing/2014/main" id="{94CEC40E-A38A-4B0D-A79B-E09B750E6BC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16517" y="257416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885" name="Flowchart: Connector 2884">
                      <a:extLst>
                        <a:ext uri="{FF2B5EF4-FFF2-40B4-BE49-F238E27FC236}">
                          <a16:creationId xmlns:a16="http://schemas.microsoft.com/office/drawing/2014/main" id="{B224646B-B672-4A35-9E19-D8B87047375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886" name="3D Model 2885" descr="Sphere">
                          <a:extLst>
                            <a:ext uri="{FF2B5EF4-FFF2-40B4-BE49-F238E27FC236}">
                              <a16:creationId xmlns:a16="http://schemas.microsoft.com/office/drawing/2014/main" id="{92F61BBD-F28C-4CE6-8EDE-121CB4026893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405779701"/>
                            </p:ext>
                          </p:extLst>
                        </p:nvPr>
                      </p:nvGraphicFramePr>
                      <p:xfrm>
                        <a:off x="2371307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8" name="3D Model 317" descr="Sphere">
                          <a:extLst>
                            <a:ext uri="{FF2B5EF4-FFF2-40B4-BE49-F238E27FC236}">
                              <a16:creationId xmlns:a16="http://schemas.microsoft.com/office/drawing/2014/main" id="{2BEBEC1A-1AF1-4D15-819D-9B7F535C5F3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53281" y="263088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887" name="Flowchart: Connector 2886">
                      <a:extLst>
                        <a:ext uri="{FF2B5EF4-FFF2-40B4-BE49-F238E27FC236}">
                          <a16:creationId xmlns:a16="http://schemas.microsoft.com/office/drawing/2014/main" id="{63787B5E-B339-4B83-9F55-FCA79CDA3C0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888" name="3D Model 2887" descr="Sphere">
                          <a:extLst>
                            <a:ext uri="{FF2B5EF4-FFF2-40B4-BE49-F238E27FC236}">
                              <a16:creationId xmlns:a16="http://schemas.microsoft.com/office/drawing/2014/main" id="{E3CB79B9-1CA8-4D1C-A481-F9D04F431344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746485242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0" name="3D Model 319" descr="Sphere">
                          <a:extLst>
                            <a:ext uri="{FF2B5EF4-FFF2-40B4-BE49-F238E27FC236}">
                              <a16:creationId xmlns:a16="http://schemas.microsoft.com/office/drawing/2014/main" id="{1A28C680-4EF8-400E-9656-44FEB9047F9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991151" y="269268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889" name="Flowchart: Connector 2888">
                      <a:extLst>
                        <a:ext uri="{FF2B5EF4-FFF2-40B4-BE49-F238E27FC236}">
                          <a16:creationId xmlns:a16="http://schemas.microsoft.com/office/drawing/2014/main" id="{0857574F-03D6-4D53-A2AC-061378C7A6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890" name="3D Model 2889" descr="Sphere">
                          <a:extLst>
                            <a:ext uri="{FF2B5EF4-FFF2-40B4-BE49-F238E27FC236}">
                              <a16:creationId xmlns:a16="http://schemas.microsoft.com/office/drawing/2014/main" id="{B0AA9288-4FD0-4F85-BC4E-DC7388112A92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449798940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2" name="3D Model 321" descr="Sphere">
                          <a:extLst>
                            <a:ext uri="{FF2B5EF4-FFF2-40B4-BE49-F238E27FC236}">
                              <a16:creationId xmlns:a16="http://schemas.microsoft.com/office/drawing/2014/main" id="{14AA6C24-5D08-45CB-ACEC-CB80EC94130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2259569" y="2779722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2651" name="Group 2650">
                  <a:extLst>
                    <a:ext uri="{FF2B5EF4-FFF2-40B4-BE49-F238E27FC236}">
                      <a16:creationId xmlns:a16="http://schemas.microsoft.com/office/drawing/2014/main" id="{A1B30464-8B27-48E0-84DC-5DCBCF31C453}"/>
                    </a:ext>
                  </a:extLst>
                </p:cNvPr>
                <p:cNvGrpSpPr/>
                <p:nvPr/>
              </p:nvGrpSpPr>
              <p:grpSpPr>
                <a:xfrm>
                  <a:off x="1773325" y="2268938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2868" name="Flowchart: Connector 2867">
                    <a:extLst>
                      <a:ext uri="{FF2B5EF4-FFF2-40B4-BE49-F238E27FC236}">
                        <a16:creationId xmlns:a16="http://schemas.microsoft.com/office/drawing/2014/main" id="{FDCDBC4C-B8C4-4AA5-8492-347D5F3CD2D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869" name="Flowchart: Connector 2868">
                    <a:extLst>
                      <a:ext uri="{FF2B5EF4-FFF2-40B4-BE49-F238E27FC236}">
                        <a16:creationId xmlns:a16="http://schemas.microsoft.com/office/drawing/2014/main" id="{DE75D546-41F0-4D67-BAAC-39744AC285A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870" name="Flowchart: Connector 2869">
                    <a:extLst>
                      <a:ext uri="{FF2B5EF4-FFF2-40B4-BE49-F238E27FC236}">
                        <a16:creationId xmlns:a16="http://schemas.microsoft.com/office/drawing/2014/main" id="{319BF57F-2CD3-4EAD-8E90-6703A85FB5D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2652" name="Flowchart: Connector 2651">
                  <a:extLst>
                    <a:ext uri="{FF2B5EF4-FFF2-40B4-BE49-F238E27FC236}">
                      <a16:creationId xmlns:a16="http://schemas.microsoft.com/office/drawing/2014/main" id="{29E9D7B6-1943-45A3-97FB-98F41B32D18D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37026" y="201261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2653" name="Flowchart: Connector 2652">
                  <a:extLst>
                    <a:ext uri="{FF2B5EF4-FFF2-40B4-BE49-F238E27FC236}">
                      <a16:creationId xmlns:a16="http://schemas.microsoft.com/office/drawing/2014/main" id="{97489BFB-6EF3-4FB3-948F-D192456A6725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88002" y="208727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2654" name="Group 2653">
                  <a:extLst>
                    <a:ext uri="{FF2B5EF4-FFF2-40B4-BE49-F238E27FC236}">
                      <a16:creationId xmlns:a16="http://schemas.microsoft.com/office/drawing/2014/main" id="{0DC2AF78-9FED-4B51-B74A-F52DE0357761}"/>
                    </a:ext>
                  </a:extLst>
                </p:cNvPr>
                <p:cNvGrpSpPr/>
                <p:nvPr/>
              </p:nvGrpSpPr>
              <p:grpSpPr>
                <a:xfrm rot="21228750">
                  <a:off x="1171220" y="1918660"/>
                  <a:ext cx="698062" cy="387533"/>
                  <a:chOff x="854933" y="2290871"/>
                  <a:chExt cx="698062" cy="387533"/>
                </a:xfrm>
              </p:grpSpPr>
              <p:sp>
                <p:nvSpPr>
                  <p:cNvPr id="2865" name="Flowchart: Connector 2864">
                    <a:extLst>
                      <a:ext uri="{FF2B5EF4-FFF2-40B4-BE49-F238E27FC236}">
                        <a16:creationId xmlns:a16="http://schemas.microsoft.com/office/drawing/2014/main" id="{6F8A1513-FC5C-4EF2-A0FD-C0DD67D394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3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866" name="Flowchart: Connector 2865">
                    <a:extLst>
                      <a:ext uri="{FF2B5EF4-FFF2-40B4-BE49-F238E27FC236}">
                        <a16:creationId xmlns:a16="http://schemas.microsoft.com/office/drawing/2014/main" id="{8F2DEB42-594B-4B54-B706-F43CA962A5C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5206" y="23778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867" name="Flowchart: Connector 2866">
                    <a:extLst>
                      <a:ext uri="{FF2B5EF4-FFF2-40B4-BE49-F238E27FC236}">
                        <a16:creationId xmlns:a16="http://schemas.microsoft.com/office/drawing/2014/main" id="{353483ED-487D-406E-AB87-404CDC1820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41136" y="2462404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2655" name="Group 2654">
                  <a:extLst>
                    <a:ext uri="{FF2B5EF4-FFF2-40B4-BE49-F238E27FC236}">
                      <a16:creationId xmlns:a16="http://schemas.microsoft.com/office/drawing/2014/main" id="{90837AEC-1AC7-4F17-85D0-82435CA6D50B}"/>
                    </a:ext>
                  </a:extLst>
                </p:cNvPr>
                <p:cNvGrpSpPr/>
                <p:nvPr/>
              </p:nvGrpSpPr>
              <p:grpSpPr>
                <a:xfrm>
                  <a:off x="849741" y="1890320"/>
                  <a:ext cx="1098636" cy="1497980"/>
                  <a:chOff x="2089993" y="1501770"/>
                  <a:chExt cx="1098636" cy="1497980"/>
                </a:xfrm>
              </p:grpSpPr>
              <p:grpSp>
                <p:nvGrpSpPr>
                  <p:cNvPr id="2800" name="Group 2799">
                    <a:extLst>
                      <a:ext uri="{FF2B5EF4-FFF2-40B4-BE49-F238E27FC236}">
                        <a16:creationId xmlns:a16="http://schemas.microsoft.com/office/drawing/2014/main" id="{2801D956-9656-4AB8-B86F-7E886867E9C7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34990"/>
                    <a:ext cx="101484" cy="1051941"/>
                    <a:chOff x="1800622" y="2329236"/>
                    <a:chExt cx="101484" cy="1051941"/>
                  </a:xfrm>
                </p:grpSpPr>
                <p:sp>
                  <p:nvSpPr>
                    <p:cNvPr id="2861" name="Flowchart: Connector 2860">
                      <a:extLst>
                        <a:ext uri="{FF2B5EF4-FFF2-40B4-BE49-F238E27FC236}">
                          <a16:creationId xmlns:a16="http://schemas.microsoft.com/office/drawing/2014/main" id="{5AA48AE7-A5FB-42FF-AA32-B54567C8FAD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62" name="Flowchart: Connector 2861">
                      <a:extLst>
                        <a:ext uri="{FF2B5EF4-FFF2-40B4-BE49-F238E27FC236}">
                          <a16:creationId xmlns:a16="http://schemas.microsoft.com/office/drawing/2014/main" id="{955120B4-3EF0-4871-B168-A6EA5BD4A88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63" name="Flowchart: Connector 2862">
                      <a:extLst>
                        <a:ext uri="{FF2B5EF4-FFF2-40B4-BE49-F238E27FC236}">
                          <a16:creationId xmlns:a16="http://schemas.microsoft.com/office/drawing/2014/main" id="{D5972823-CC75-4A83-A017-CF9C9593513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64" name="Flowchart: Connector 2863">
                      <a:extLst>
                        <a:ext uri="{FF2B5EF4-FFF2-40B4-BE49-F238E27FC236}">
                          <a16:creationId xmlns:a16="http://schemas.microsoft.com/office/drawing/2014/main" id="{FFF22D45-B43D-4E0A-BA6B-168B9D9E42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2923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2801" name="Group 2800">
                    <a:extLst>
                      <a:ext uri="{FF2B5EF4-FFF2-40B4-BE49-F238E27FC236}">
                        <a16:creationId xmlns:a16="http://schemas.microsoft.com/office/drawing/2014/main" id="{E69E1803-C16C-4962-8107-53B2F5E43229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01770"/>
                    <a:ext cx="1074397" cy="1497980"/>
                    <a:chOff x="2114232" y="1501770"/>
                    <a:chExt cx="1074397" cy="1497980"/>
                  </a:xfrm>
                </p:grpSpPr>
                <p:grpSp>
                  <p:nvGrpSpPr>
                    <p:cNvPr id="2802" name="Group 2801">
                      <a:extLst>
                        <a:ext uri="{FF2B5EF4-FFF2-40B4-BE49-F238E27FC236}">
                          <a16:creationId xmlns:a16="http://schemas.microsoft.com/office/drawing/2014/main" id="{B16F6123-F218-452C-AB98-F0FA0BB282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2853" name="Flowchart: Connector 2852">
                        <a:extLst>
                          <a:ext uri="{FF2B5EF4-FFF2-40B4-BE49-F238E27FC236}">
                            <a16:creationId xmlns:a16="http://schemas.microsoft.com/office/drawing/2014/main" id="{95C23E67-E6A8-4D6B-96CD-C33180770C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54" name="3D Model 2853" descr="Sphere">
                            <a:extLst>
                              <a:ext uri="{FF2B5EF4-FFF2-40B4-BE49-F238E27FC236}">
                                <a16:creationId xmlns:a16="http://schemas.microsoft.com/office/drawing/2014/main" id="{4C9D9B40-60E5-4906-897E-3E39E215AC9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91421044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55" name="Flowchart: Connector 2854">
                        <a:extLst>
                          <a:ext uri="{FF2B5EF4-FFF2-40B4-BE49-F238E27FC236}">
                            <a16:creationId xmlns:a16="http://schemas.microsoft.com/office/drawing/2014/main" id="{CF1B5C14-37AF-4C23-9447-6DA854AA1A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56" name="3D Model 2855" descr="Sphere">
                            <a:extLst>
                              <a:ext uri="{FF2B5EF4-FFF2-40B4-BE49-F238E27FC236}">
                                <a16:creationId xmlns:a16="http://schemas.microsoft.com/office/drawing/2014/main" id="{6F828CDF-6FD9-4E34-BFBA-2AFA0B83DD1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0770688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57" name="Flowchart: Connector 2856">
                        <a:extLst>
                          <a:ext uri="{FF2B5EF4-FFF2-40B4-BE49-F238E27FC236}">
                            <a16:creationId xmlns:a16="http://schemas.microsoft.com/office/drawing/2014/main" id="{0504DA75-4D17-4709-95A2-B2ECFC4C592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58" name="3D Model 2857" descr="Sphere">
                            <a:extLst>
                              <a:ext uri="{FF2B5EF4-FFF2-40B4-BE49-F238E27FC236}">
                                <a16:creationId xmlns:a16="http://schemas.microsoft.com/office/drawing/2014/main" id="{54300AB7-1AC0-4EAF-95B6-344A7E4C5DD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9120114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59" name="Flowchart: Connector 2858">
                        <a:extLst>
                          <a:ext uri="{FF2B5EF4-FFF2-40B4-BE49-F238E27FC236}">
                            <a16:creationId xmlns:a16="http://schemas.microsoft.com/office/drawing/2014/main" id="{B752E223-FB52-4C50-8CD1-8EE84745137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60" name="3D Model 2859" descr="Sphere">
                            <a:extLst>
                              <a:ext uri="{FF2B5EF4-FFF2-40B4-BE49-F238E27FC236}">
                                <a16:creationId xmlns:a16="http://schemas.microsoft.com/office/drawing/2014/main" id="{1F60963A-BE20-4E99-9142-2CBCD926192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9752440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803" name="Group 2802">
                      <a:extLst>
                        <a:ext uri="{FF2B5EF4-FFF2-40B4-BE49-F238E27FC236}">
                          <a16:creationId xmlns:a16="http://schemas.microsoft.com/office/drawing/2014/main" id="{057296C5-C2B2-41B3-8EAC-9AB3F9DED1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837" name="Flowchart: Connector 2836">
                        <a:extLst>
                          <a:ext uri="{FF2B5EF4-FFF2-40B4-BE49-F238E27FC236}">
                            <a16:creationId xmlns:a16="http://schemas.microsoft.com/office/drawing/2014/main" id="{45C4EA74-65F3-42A5-A50A-7C94B13468F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38" name="Flowchart: Connector 2837">
                        <a:extLst>
                          <a:ext uri="{FF2B5EF4-FFF2-40B4-BE49-F238E27FC236}">
                            <a16:creationId xmlns:a16="http://schemas.microsoft.com/office/drawing/2014/main" id="{1CD6237B-664C-4C8B-AFBD-D8AC0C36C17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39" name="Flowchart: Connector 2838">
                        <a:extLst>
                          <a:ext uri="{FF2B5EF4-FFF2-40B4-BE49-F238E27FC236}">
                            <a16:creationId xmlns:a16="http://schemas.microsoft.com/office/drawing/2014/main" id="{1AE031FE-81CE-42B0-8CE1-83F73EE9BE2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40" name="Flowchart: Connector 2839">
                        <a:extLst>
                          <a:ext uri="{FF2B5EF4-FFF2-40B4-BE49-F238E27FC236}">
                            <a16:creationId xmlns:a16="http://schemas.microsoft.com/office/drawing/2014/main" id="{955E646E-F44C-45B1-9DB0-D12DF02C3A4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41" name="Flowchart: Connector 2840">
                        <a:extLst>
                          <a:ext uri="{FF2B5EF4-FFF2-40B4-BE49-F238E27FC236}">
                            <a16:creationId xmlns:a16="http://schemas.microsoft.com/office/drawing/2014/main" id="{B4964D14-3A30-491C-9B81-2739482AC2F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42" name="Flowchart: Connector 2841">
                        <a:extLst>
                          <a:ext uri="{FF2B5EF4-FFF2-40B4-BE49-F238E27FC236}">
                            <a16:creationId xmlns:a16="http://schemas.microsoft.com/office/drawing/2014/main" id="{56F0B8D1-4936-451D-BD03-60E49B17CE7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43" name="Flowchart: Connector 2842">
                        <a:extLst>
                          <a:ext uri="{FF2B5EF4-FFF2-40B4-BE49-F238E27FC236}">
                            <a16:creationId xmlns:a16="http://schemas.microsoft.com/office/drawing/2014/main" id="{8087A3B9-E7FE-4C83-9EA1-7C56675F48B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44" name="Flowchart: Connector 2843">
                        <a:extLst>
                          <a:ext uri="{FF2B5EF4-FFF2-40B4-BE49-F238E27FC236}">
                            <a16:creationId xmlns:a16="http://schemas.microsoft.com/office/drawing/2014/main" id="{F6E72591-B85F-4018-A3AC-A04980CD670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45" name="Flowchart: Connector 2844">
                        <a:extLst>
                          <a:ext uri="{FF2B5EF4-FFF2-40B4-BE49-F238E27FC236}">
                            <a16:creationId xmlns:a16="http://schemas.microsoft.com/office/drawing/2014/main" id="{69B44198-6701-4192-BCB8-0F7C9691FF9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46" name="3D Model 2845" descr="Sphere">
                            <a:extLst>
                              <a:ext uri="{FF2B5EF4-FFF2-40B4-BE49-F238E27FC236}">
                                <a16:creationId xmlns:a16="http://schemas.microsoft.com/office/drawing/2014/main" id="{1F9C2691-44FD-43E9-B5C5-92F0DD83F2D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65019381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47" name="Flowchart: Connector 2846">
                        <a:extLst>
                          <a:ext uri="{FF2B5EF4-FFF2-40B4-BE49-F238E27FC236}">
                            <a16:creationId xmlns:a16="http://schemas.microsoft.com/office/drawing/2014/main" id="{ABF63A75-29C8-4EA5-8A56-4260938E7FF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48" name="3D Model 2847" descr="Sphere">
                            <a:extLst>
                              <a:ext uri="{FF2B5EF4-FFF2-40B4-BE49-F238E27FC236}">
                                <a16:creationId xmlns:a16="http://schemas.microsoft.com/office/drawing/2014/main" id="{0823B6BA-EB02-4105-86CD-59995D1DE39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8866619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49" name="Flowchart: Connector 2848">
                        <a:extLst>
                          <a:ext uri="{FF2B5EF4-FFF2-40B4-BE49-F238E27FC236}">
                            <a16:creationId xmlns:a16="http://schemas.microsoft.com/office/drawing/2014/main" id="{B4028774-3494-47C7-BC02-80FC2E0669A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50" name="3D Model 2849" descr="Sphere">
                            <a:extLst>
                              <a:ext uri="{FF2B5EF4-FFF2-40B4-BE49-F238E27FC236}">
                                <a16:creationId xmlns:a16="http://schemas.microsoft.com/office/drawing/2014/main" id="{AE091683-AE83-4308-B8C8-A3F8CBF112D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412038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51" name="Flowchart: Connector 2850">
                        <a:extLst>
                          <a:ext uri="{FF2B5EF4-FFF2-40B4-BE49-F238E27FC236}">
                            <a16:creationId xmlns:a16="http://schemas.microsoft.com/office/drawing/2014/main" id="{EB64692C-29C5-4B01-B353-C648CA4C174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52" name="3D Model 2851" descr="Sphere">
                            <a:extLst>
                              <a:ext uri="{FF2B5EF4-FFF2-40B4-BE49-F238E27FC236}">
                                <a16:creationId xmlns:a16="http://schemas.microsoft.com/office/drawing/2014/main" id="{EF52B8BD-A01F-441E-AD07-6C7ADB1BEC7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7018879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804" name="Group 2803">
                      <a:extLst>
                        <a:ext uri="{FF2B5EF4-FFF2-40B4-BE49-F238E27FC236}">
                          <a16:creationId xmlns:a16="http://schemas.microsoft.com/office/drawing/2014/main" id="{62AABFB6-C620-4CEB-845D-2189B6CFB9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821" name="Flowchart: Connector 2820">
                        <a:extLst>
                          <a:ext uri="{FF2B5EF4-FFF2-40B4-BE49-F238E27FC236}">
                            <a16:creationId xmlns:a16="http://schemas.microsoft.com/office/drawing/2014/main" id="{1C271956-298C-40B8-BF3E-83DBBD53436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22" name="Flowchart: Connector 2821">
                        <a:extLst>
                          <a:ext uri="{FF2B5EF4-FFF2-40B4-BE49-F238E27FC236}">
                            <a16:creationId xmlns:a16="http://schemas.microsoft.com/office/drawing/2014/main" id="{387E2ABD-9AA2-4075-9218-10BE9A87B96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23" name="Flowchart: Connector 2822">
                        <a:extLst>
                          <a:ext uri="{FF2B5EF4-FFF2-40B4-BE49-F238E27FC236}">
                            <a16:creationId xmlns:a16="http://schemas.microsoft.com/office/drawing/2014/main" id="{F779773F-4587-4EE2-88C1-2F25BC6D014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24" name="Flowchart: Connector 2823">
                        <a:extLst>
                          <a:ext uri="{FF2B5EF4-FFF2-40B4-BE49-F238E27FC236}">
                            <a16:creationId xmlns:a16="http://schemas.microsoft.com/office/drawing/2014/main" id="{D4FE69F6-714F-4FB6-A29D-EB05C798D01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25" name="Flowchart: Connector 2824">
                        <a:extLst>
                          <a:ext uri="{FF2B5EF4-FFF2-40B4-BE49-F238E27FC236}">
                            <a16:creationId xmlns:a16="http://schemas.microsoft.com/office/drawing/2014/main" id="{C2DA7E5A-CF7E-4FA3-8ADB-A5FCF7156C2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26" name="Flowchart: Connector 2825">
                        <a:extLst>
                          <a:ext uri="{FF2B5EF4-FFF2-40B4-BE49-F238E27FC236}">
                            <a16:creationId xmlns:a16="http://schemas.microsoft.com/office/drawing/2014/main" id="{4406301E-AE78-4BC4-8B35-C6F2FB2EEE3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27" name="Flowchart: Connector 2826">
                        <a:extLst>
                          <a:ext uri="{FF2B5EF4-FFF2-40B4-BE49-F238E27FC236}">
                            <a16:creationId xmlns:a16="http://schemas.microsoft.com/office/drawing/2014/main" id="{E5042FF1-D90C-48AD-ADE2-A179452008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28" name="Flowchart: Connector 2827">
                        <a:extLst>
                          <a:ext uri="{FF2B5EF4-FFF2-40B4-BE49-F238E27FC236}">
                            <a16:creationId xmlns:a16="http://schemas.microsoft.com/office/drawing/2014/main" id="{1AD22FA3-E0AE-4338-99EC-EA57AE88208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829" name="Flowchart: Connector 2828">
                        <a:extLst>
                          <a:ext uri="{FF2B5EF4-FFF2-40B4-BE49-F238E27FC236}">
                            <a16:creationId xmlns:a16="http://schemas.microsoft.com/office/drawing/2014/main" id="{262EBA53-1764-4095-93F3-A809C03FDF0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30" name="3D Model 2829" descr="Sphere">
                            <a:extLst>
                              <a:ext uri="{FF2B5EF4-FFF2-40B4-BE49-F238E27FC236}">
                                <a16:creationId xmlns:a16="http://schemas.microsoft.com/office/drawing/2014/main" id="{C3C38B8E-CE25-4ADE-983D-7E07B3D9AE2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74470592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31" name="Flowchart: Connector 2830">
                        <a:extLst>
                          <a:ext uri="{FF2B5EF4-FFF2-40B4-BE49-F238E27FC236}">
                            <a16:creationId xmlns:a16="http://schemas.microsoft.com/office/drawing/2014/main" id="{F05FEC4D-89B2-4261-A886-D3C148468FA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32" name="3D Model 2831" descr="Sphere">
                            <a:extLst>
                              <a:ext uri="{FF2B5EF4-FFF2-40B4-BE49-F238E27FC236}">
                                <a16:creationId xmlns:a16="http://schemas.microsoft.com/office/drawing/2014/main" id="{24362D78-49EC-42A0-B71A-7D401ED71D9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586903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33" name="Flowchart: Connector 2832">
                        <a:extLst>
                          <a:ext uri="{FF2B5EF4-FFF2-40B4-BE49-F238E27FC236}">
                            <a16:creationId xmlns:a16="http://schemas.microsoft.com/office/drawing/2014/main" id="{1526FBC8-22DD-4D31-B0A6-2F318FA6009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34" name="3D Model 2833" descr="Sphere">
                            <a:extLst>
                              <a:ext uri="{FF2B5EF4-FFF2-40B4-BE49-F238E27FC236}">
                                <a16:creationId xmlns:a16="http://schemas.microsoft.com/office/drawing/2014/main" id="{35CDB0AD-608C-43BE-AD3E-1C523802B9C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1252631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35" name="Flowchart: Connector 2834">
                        <a:extLst>
                          <a:ext uri="{FF2B5EF4-FFF2-40B4-BE49-F238E27FC236}">
                            <a16:creationId xmlns:a16="http://schemas.microsoft.com/office/drawing/2014/main" id="{06C903A4-E8E3-45DC-B3E8-162DEBD4673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36" name="3D Model 2835" descr="Sphere">
                            <a:extLst>
                              <a:ext uri="{FF2B5EF4-FFF2-40B4-BE49-F238E27FC236}">
                                <a16:creationId xmlns:a16="http://schemas.microsoft.com/office/drawing/2014/main" id="{CEB3F30B-D2C4-4DBF-87C6-5EB002E9DB6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01165822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2805" name="Flowchart: Connector 2804">
                      <a:extLst>
                        <a:ext uri="{FF2B5EF4-FFF2-40B4-BE49-F238E27FC236}">
                          <a16:creationId xmlns:a16="http://schemas.microsoft.com/office/drawing/2014/main" id="{23408328-BC1B-4C2E-BE16-459BA48F44E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06" name="Flowchart: Connector 2805">
                      <a:extLst>
                        <a:ext uri="{FF2B5EF4-FFF2-40B4-BE49-F238E27FC236}">
                          <a16:creationId xmlns:a16="http://schemas.microsoft.com/office/drawing/2014/main" id="{1F742A14-8E8A-45A4-9CFC-1EF58830C75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07" name="Flowchart: Connector 2806">
                      <a:extLst>
                        <a:ext uri="{FF2B5EF4-FFF2-40B4-BE49-F238E27FC236}">
                          <a16:creationId xmlns:a16="http://schemas.microsoft.com/office/drawing/2014/main" id="{8B78554D-B841-4B38-9D4E-6EBE39FD252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08" name="Flowchart: Connector 2807">
                      <a:extLst>
                        <a:ext uri="{FF2B5EF4-FFF2-40B4-BE49-F238E27FC236}">
                          <a16:creationId xmlns:a16="http://schemas.microsoft.com/office/drawing/2014/main" id="{34C2F621-7453-4A16-96BB-E53B52D922B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09" name="Flowchart: Connector 2808">
                      <a:extLst>
                        <a:ext uri="{FF2B5EF4-FFF2-40B4-BE49-F238E27FC236}">
                          <a16:creationId xmlns:a16="http://schemas.microsoft.com/office/drawing/2014/main" id="{52758CEE-2B7A-4506-A086-DE3288BC195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10" name="Flowchart: Connector 2809">
                      <a:extLst>
                        <a:ext uri="{FF2B5EF4-FFF2-40B4-BE49-F238E27FC236}">
                          <a16:creationId xmlns:a16="http://schemas.microsoft.com/office/drawing/2014/main" id="{3CE53531-93A6-4F38-92D1-7B035642964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11" name="Flowchart: Connector 2810">
                      <a:extLst>
                        <a:ext uri="{FF2B5EF4-FFF2-40B4-BE49-F238E27FC236}">
                          <a16:creationId xmlns:a16="http://schemas.microsoft.com/office/drawing/2014/main" id="{8556FF2C-1BC7-42F5-BB30-544C1C885E8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12" name="Flowchart: Connector 2811">
                      <a:extLst>
                        <a:ext uri="{FF2B5EF4-FFF2-40B4-BE49-F238E27FC236}">
                          <a16:creationId xmlns:a16="http://schemas.microsoft.com/office/drawing/2014/main" id="{AD68CC7B-FC7B-400F-B8E6-DBCA1AE859B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813" name="Flowchart: Connector 2812">
                      <a:extLst>
                        <a:ext uri="{FF2B5EF4-FFF2-40B4-BE49-F238E27FC236}">
                          <a16:creationId xmlns:a16="http://schemas.microsoft.com/office/drawing/2014/main" id="{14440255-3BBC-40FC-AC14-3CCB0582FD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814" name="3D Model 2813" descr="Sphere">
                          <a:extLst>
                            <a:ext uri="{FF2B5EF4-FFF2-40B4-BE49-F238E27FC236}">
                              <a16:creationId xmlns:a16="http://schemas.microsoft.com/office/drawing/2014/main" id="{AA7FAB78-EE2A-4F82-B095-F80DD129DB5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6354670"/>
                            </p:ext>
                          </p:extLst>
                        </p:nvPr>
                      </p:nvGraphicFramePr>
                      <p:xfrm>
                        <a:off x="2123911" y="1501770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6" name="3D Model 245" descr="Sphere">
                          <a:extLst>
                            <a:ext uri="{FF2B5EF4-FFF2-40B4-BE49-F238E27FC236}">
                              <a16:creationId xmlns:a16="http://schemas.microsoft.com/office/drawing/2014/main" id="{577274C7-8617-4369-B298-B9B4DA1BC5D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286054" y="267971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815" name="Flowchart: Connector 2814">
                      <a:extLst>
                        <a:ext uri="{FF2B5EF4-FFF2-40B4-BE49-F238E27FC236}">
                          <a16:creationId xmlns:a16="http://schemas.microsoft.com/office/drawing/2014/main" id="{4EB9590B-DB6F-4BF1-9BE7-64C7F47345D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816" name="3D Model 2815" descr="Sphere">
                          <a:extLst>
                            <a:ext uri="{FF2B5EF4-FFF2-40B4-BE49-F238E27FC236}">
                              <a16:creationId xmlns:a16="http://schemas.microsoft.com/office/drawing/2014/main" id="{70984207-21E3-44A0-8649-459DF095E1F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343980572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8" name="3D Model 247" descr="Sphere">
                          <a:extLst>
                            <a:ext uri="{FF2B5EF4-FFF2-40B4-BE49-F238E27FC236}">
                              <a16:creationId xmlns:a16="http://schemas.microsoft.com/office/drawing/2014/main" id="{BC4E9140-BDC8-4E93-8770-30C4F9B0F09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26824" y="275770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817" name="Flowchart: Connector 2816">
                      <a:extLst>
                        <a:ext uri="{FF2B5EF4-FFF2-40B4-BE49-F238E27FC236}">
                          <a16:creationId xmlns:a16="http://schemas.microsoft.com/office/drawing/2014/main" id="{CED9EFA3-B88F-4636-8B72-E563B738671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93292" y="17177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818" name="3D Model 2817" descr="Sphere">
                          <a:extLst>
                            <a:ext uri="{FF2B5EF4-FFF2-40B4-BE49-F238E27FC236}">
                              <a16:creationId xmlns:a16="http://schemas.microsoft.com/office/drawing/2014/main" id="{C98E56B5-5E06-4E47-A5B3-B824D8420E7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66456851"/>
                            </p:ext>
                          </p:extLst>
                        </p:nvPr>
                      </p:nvGraphicFramePr>
                      <p:xfrm>
                        <a:off x="2622429" y="163823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0" name="3D Model 249" descr="Sphere">
                          <a:extLst>
                            <a:ext uri="{FF2B5EF4-FFF2-40B4-BE49-F238E27FC236}">
                              <a16:creationId xmlns:a16="http://schemas.microsoft.com/office/drawing/2014/main" id="{C1AF7886-B135-485F-A801-5B21B530E01D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84572" y="281618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819" name="Flowchart: Connector 2818">
                      <a:extLst>
                        <a:ext uri="{FF2B5EF4-FFF2-40B4-BE49-F238E27FC236}">
                          <a16:creationId xmlns:a16="http://schemas.microsoft.com/office/drawing/2014/main" id="{921FC3A0-7AEC-4FE9-9E68-BAF6C9203B9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820" name="3D Model 2819" descr="Sphere">
                          <a:extLst>
                            <a:ext uri="{FF2B5EF4-FFF2-40B4-BE49-F238E27FC236}">
                              <a16:creationId xmlns:a16="http://schemas.microsoft.com/office/drawing/2014/main" id="{1D7CA4A1-5D85-4AC6-8051-9C77CFD76E2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35213638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2" name="3D Model 251" descr="Sphere">
                          <a:extLst>
                            <a:ext uri="{FF2B5EF4-FFF2-40B4-BE49-F238E27FC236}">
                              <a16:creationId xmlns:a16="http://schemas.microsoft.com/office/drawing/2014/main" id="{EB68E7E5-FF10-4BB5-8F5E-DD6D67E5C06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2039738" y="290653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2656" name="Group 2655">
                  <a:extLst>
                    <a:ext uri="{FF2B5EF4-FFF2-40B4-BE49-F238E27FC236}">
                      <a16:creationId xmlns:a16="http://schemas.microsoft.com/office/drawing/2014/main" id="{01DC6BC8-7CB2-4757-9979-4317E9A2C942}"/>
                    </a:ext>
                  </a:extLst>
                </p:cNvPr>
                <p:cNvGrpSpPr/>
                <p:nvPr/>
              </p:nvGrpSpPr>
              <p:grpSpPr>
                <a:xfrm>
                  <a:off x="1547436" y="2361226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2797" name="Flowchart: Connector 2796">
                    <a:extLst>
                      <a:ext uri="{FF2B5EF4-FFF2-40B4-BE49-F238E27FC236}">
                        <a16:creationId xmlns:a16="http://schemas.microsoft.com/office/drawing/2014/main" id="{49E7A71A-7AE9-4DCA-927B-5193E939B5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798" name="Flowchart: Connector 2797">
                    <a:extLst>
                      <a:ext uri="{FF2B5EF4-FFF2-40B4-BE49-F238E27FC236}">
                        <a16:creationId xmlns:a16="http://schemas.microsoft.com/office/drawing/2014/main" id="{4F6DCE18-936A-4A61-9327-E0E49DE5062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799" name="Flowchart: Connector 2798">
                    <a:extLst>
                      <a:ext uri="{FF2B5EF4-FFF2-40B4-BE49-F238E27FC236}">
                        <a16:creationId xmlns:a16="http://schemas.microsoft.com/office/drawing/2014/main" id="{AA434DE6-E66B-49D8-A00E-37E9390F662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2657" name="Flowchart: Connector 2656">
                  <a:extLst>
                    <a:ext uri="{FF2B5EF4-FFF2-40B4-BE49-F238E27FC236}">
                      <a16:creationId xmlns:a16="http://schemas.microsoft.com/office/drawing/2014/main" id="{53889E4B-5EFF-419F-8215-B7467A08946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19794" y="212254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2658" name="Flowchart: Connector 2657">
                  <a:extLst>
                    <a:ext uri="{FF2B5EF4-FFF2-40B4-BE49-F238E27FC236}">
                      <a16:creationId xmlns:a16="http://schemas.microsoft.com/office/drawing/2014/main" id="{25A3504D-848A-48A9-8F02-8F26762ECC6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74020" y="218539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2659" name="Group 2658">
                  <a:extLst>
                    <a:ext uri="{FF2B5EF4-FFF2-40B4-BE49-F238E27FC236}">
                      <a16:creationId xmlns:a16="http://schemas.microsoft.com/office/drawing/2014/main" id="{73043682-6284-48DE-9995-C5621B435671}"/>
                    </a:ext>
                  </a:extLst>
                </p:cNvPr>
                <p:cNvGrpSpPr/>
                <p:nvPr/>
              </p:nvGrpSpPr>
              <p:grpSpPr>
                <a:xfrm rot="21418957">
                  <a:off x="941432" y="2025443"/>
                  <a:ext cx="710250" cy="369080"/>
                  <a:chOff x="854932" y="2290871"/>
                  <a:chExt cx="710250" cy="369080"/>
                </a:xfrm>
              </p:grpSpPr>
              <p:sp>
                <p:nvSpPr>
                  <p:cNvPr id="2794" name="Flowchart: Connector 2793">
                    <a:extLst>
                      <a:ext uri="{FF2B5EF4-FFF2-40B4-BE49-F238E27FC236}">
                        <a16:creationId xmlns:a16="http://schemas.microsoft.com/office/drawing/2014/main" id="{8A368D1B-E110-40E6-AAAB-77213422BAC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2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795" name="Flowchart: Connector 2794">
                    <a:extLst>
                      <a:ext uri="{FF2B5EF4-FFF2-40B4-BE49-F238E27FC236}">
                        <a16:creationId xmlns:a16="http://schemas.microsoft.com/office/drawing/2014/main" id="{EE6F4B08-7F5B-4B06-8B50-7EC681D7C14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1897" y="2377722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796" name="Flowchart: Connector 2795">
                    <a:extLst>
                      <a:ext uri="{FF2B5EF4-FFF2-40B4-BE49-F238E27FC236}">
                        <a16:creationId xmlns:a16="http://schemas.microsoft.com/office/drawing/2014/main" id="{072805F3-6C49-4839-B0AB-43F5251014A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53323" y="244395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2660" name="Group 2659">
                  <a:extLst>
                    <a:ext uri="{FF2B5EF4-FFF2-40B4-BE49-F238E27FC236}">
                      <a16:creationId xmlns:a16="http://schemas.microsoft.com/office/drawing/2014/main" id="{CDEE7577-E3C2-4CFA-885A-F4E97B2571D5}"/>
                    </a:ext>
                  </a:extLst>
                </p:cNvPr>
                <p:cNvGrpSpPr/>
                <p:nvPr/>
              </p:nvGrpSpPr>
              <p:grpSpPr>
                <a:xfrm>
                  <a:off x="621287" y="1995259"/>
                  <a:ext cx="1102917" cy="1484052"/>
                  <a:chOff x="2085712" y="1515698"/>
                  <a:chExt cx="1102917" cy="1484052"/>
                </a:xfrm>
              </p:grpSpPr>
              <p:grpSp>
                <p:nvGrpSpPr>
                  <p:cNvPr id="2729" name="Group 2728">
                    <a:extLst>
                      <a:ext uri="{FF2B5EF4-FFF2-40B4-BE49-F238E27FC236}">
                        <a16:creationId xmlns:a16="http://schemas.microsoft.com/office/drawing/2014/main" id="{42F42480-BD7D-4DFC-B03A-1F638672A54A}"/>
                      </a:ext>
                    </a:extLst>
                  </p:cNvPr>
                  <p:cNvGrpSpPr/>
                  <p:nvPr/>
                </p:nvGrpSpPr>
                <p:grpSpPr>
                  <a:xfrm>
                    <a:off x="2085712" y="1648950"/>
                    <a:ext cx="105765" cy="1037981"/>
                    <a:chOff x="1796341" y="2343196"/>
                    <a:chExt cx="105765" cy="1037981"/>
                  </a:xfrm>
                </p:grpSpPr>
                <p:sp>
                  <p:nvSpPr>
                    <p:cNvPr id="2790" name="Flowchart: Connector 2789">
                      <a:extLst>
                        <a:ext uri="{FF2B5EF4-FFF2-40B4-BE49-F238E27FC236}">
                          <a16:creationId xmlns:a16="http://schemas.microsoft.com/office/drawing/2014/main" id="{6BBEE7D3-BC59-4C75-8EFF-1D8CD306D0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91" name="Flowchart: Connector 2790">
                      <a:extLst>
                        <a:ext uri="{FF2B5EF4-FFF2-40B4-BE49-F238E27FC236}">
                          <a16:creationId xmlns:a16="http://schemas.microsoft.com/office/drawing/2014/main" id="{398C517E-D5BC-4944-94B5-68858677AD3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92" name="Flowchart: Connector 2791">
                      <a:extLst>
                        <a:ext uri="{FF2B5EF4-FFF2-40B4-BE49-F238E27FC236}">
                          <a16:creationId xmlns:a16="http://schemas.microsoft.com/office/drawing/2014/main" id="{A949ACCF-D2AD-43B8-969E-4D5F9A3325A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93" name="Flowchart: Connector 2792">
                      <a:extLst>
                        <a:ext uri="{FF2B5EF4-FFF2-40B4-BE49-F238E27FC236}">
                          <a16:creationId xmlns:a16="http://schemas.microsoft.com/office/drawing/2014/main" id="{BE929C20-5DD4-4A27-98B6-9D38AE3CCAC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796341" y="2343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2730" name="Group 2729">
                    <a:extLst>
                      <a:ext uri="{FF2B5EF4-FFF2-40B4-BE49-F238E27FC236}">
                        <a16:creationId xmlns:a16="http://schemas.microsoft.com/office/drawing/2014/main" id="{72A99F98-9C29-4484-828D-F70261772859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15698"/>
                    <a:ext cx="1074397" cy="1484052"/>
                    <a:chOff x="2114232" y="1515698"/>
                    <a:chExt cx="1074397" cy="1484052"/>
                  </a:xfrm>
                </p:grpSpPr>
                <p:grpSp>
                  <p:nvGrpSpPr>
                    <p:cNvPr id="2731" name="Group 2730">
                      <a:extLst>
                        <a:ext uri="{FF2B5EF4-FFF2-40B4-BE49-F238E27FC236}">
                          <a16:creationId xmlns:a16="http://schemas.microsoft.com/office/drawing/2014/main" id="{080992E1-4400-47E1-9FDB-91929DC167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2782" name="Flowchart: Connector 2781">
                        <a:extLst>
                          <a:ext uri="{FF2B5EF4-FFF2-40B4-BE49-F238E27FC236}">
                            <a16:creationId xmlns:a16="http://schemas.microsoft.com/office/drawing/2014/main" id="{5D74EA49-1197-45F9-A3E0-2FD595DB00A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83" name="3D Model 2782" descr="Sphere">
                            <a:extLst>
                              <a:ext uri="{FF2B5EF4-FFF2-40B4-BE49-F238E27FC236}">
                                <a16:creationId xmlns:a16="http://schemas.microsoft.com/office/drawing/2014/main" id="{E1B40A87-DC99-4CB2-A8F7-2F16EEEE145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25630373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784" name="Flowchart: Connector 2783">
                        <a:extLst>
                          <a:ext uri="{FF2B5EF4-FFF2-40B4-BE49-F238E27FC236}">
                            <a16:creationId xmlns:a16="http://schemas.microsoft.com/office/drawing/2014/main" id="{69C31E94-548E-4E33-8ACE-16C37812947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85" name="3D Model 2784" descr="Sphere">
                            <a:extLst>
                              <a:ext uri="{FF2B5EF4-FFF2-40B4-BE49-F238E27FC236}">
                                <a16:creationId xmlns:a16="http://schemas.microsoft.com/office/drawing/2014/main" id="{54D5053E-9E73-43FF-82F9-19F4C2523FC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0327219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786" name="Flowchart: Connector 2785">
                        <a:extLst>
                          <a:ext uri="{FF2B5EF4-FFF2-40B4-BE49-F238E27FC236}">
                            <a16:creationId xmlns:a16="http://schemas.microsoft.com/office/drawing/2014/main" id="{20D5EB73-820D-421B-861E-12B11782D70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87" name="3D Model 2786" descr="Sphere">
                            <a:extLst>
                              <a:ext uri="{FF2B5EF4-FFF2-40B4-BE49-F238E27FC236}">
                                <a16:creationId xmlns:a16="http://schemas.microsoft.com/office/drawing/2014/main" id="{FA61D179-A8A9-4BB8-90F8-A973C364B02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25445488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788" name="Flowchart: Connector 2787">
                        <a:extLst>
                          <a:ext uri="{FF2B5EF4-FFF2-40B4-BE49-F238E27FC236}">
                            <a16:creationId xmlns:a16="http://schemas.microsoft.com/office/drawing/2014/main" id="{740B5A74-2D6F-4EC1-9678-2AF8C884DA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89" name="3D Model 2788" descr="Sphere">
                            <a:extLst>
                              <a:ext uri="{FF2B5EF4-FFF2-40B4-BE49-F238E27FC236}">
                                <a16:creationId xmlns:a16="http://schemas.microsoft.com/office/drawing/2014/main" id="{27EE9CE4-6091-461A-AF4B-E5514CF7125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54268686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732" name="Group 2731">
                      <a:extLst>
                        <a:ext uri="{FF2B5EF4-FFF2-40B4-BE49-F238E27FC236}">
                          <a16:creationId xmlns:a16="http://schemas.microsoft.com/office/drawing/2014/main" id="{D70453DF-00A3-48AD-9176-5A9884DF68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766" name="Flowchart: Connector 2765">
                        <a:extLst>
                          <a:ext uri="{FF2B5EF4-FFF2-40B4-BE49-F238E27FC236}">
                            <a16:creationId xmlns:a16="http://schemas.microsoft.com/office/drawing/2014/main" id="{678F7200-9264-45E9-A355-3020004443C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67" name="Flowchart: Connector 2766">
                        <a:extLst>
                          <a:ext uri="{FF2B5EF4-FFF2-40B4-BE49-F238E27FC236}">
                            <a16:creationId xmlns:a16="http://schemas.microsoft.com/office/drawing/2014/main" id="{34893F17-CABE-4BD1-BB0A-7D7E19B5D53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68" name="Flowchart: Connector 2767">
                        <a:extLst>
                          <a:ext uri="{FF2B5EF4-FFF2-40B4-BE49-F238E27FC236}">
                            <a16:creationId xmlns:a16="http://schemas.microsoft.com/office/drawing/2014/main" id="{FF33A80F-AAEC-40EA-AB67-6B8152F6A4E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69" name="Flowchart: Connector 2768">
                        <a:extLst>
                          <a:ext uri="{FF2B5EF4-FFF2-40B4-BE49-F238E27FC236}">
                            <a16:creationId xmlns:a16="http://schemas.microsoft.com/office/drawing/2014/main" id="{7FAA4802-1A8B-449A-8FF8-0A0C75BE036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70" name="Flowchart: Connector 2769">
                        <a:extLst>
                          <a:ext uri="{FF2B5EF4-FFF2-40B4-BE49-F238E27FC236}">
                            <a16:creationId xmlns:a16="http://schemas.microsoft.com/office/drawing/2014/main" id="{92BFAF03-F503-4639-9D88-698A8FD57C0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71" name="Flowchart: Connector 2770">
                        <a:extLst>
                          <a:ext uri="{FF2B5EF4-FFF2-40B4-BE49-F238E27FC236}">
                            <a16:creationId xmlns:a16="http://schemas.microsoft.com/office/drawing/2014/main" id="{2AFC6C85-5973-4C8F-9154-3F70881ECD5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72" name="Flowchart: Connector 2771">
                        <a:extLst>
                          <a:ext uri="{FF2B5EF4-FFF2-40B4-BE49-F238E27FC236}">
                            <a16:creationId xmlns:a16="http://schemas.microsoft.com/office/drawing/2014/main" id="{7079B2BA-BAF1-4C03-BA6D-F0E4D62ADB5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73" name="Flowchart: Connector 2772">
                        <a:extLst>
                          <a:ext uri="{FF2B5EF4-FFF2-40B4-BE49-F238E27FC236}">
                            <a16:creationId xmlns:a16="http://schemas.microsoft.com/office/drawing/2014/main" id="{9CCF5181-21C1-4887-940F-8F7F6D211FE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74" name="Flowchart: Connector 2773">
                        <a:extLst>
                          <a:ext uri="{FF2B5EF4-FFF2-40B4-BE49-F238E27FC236}">
                            <a16:creationId xmlns:a16="http://schemas.microsoft.com/office/drawing/2014/main" id="{271A841C-8DD8-4B78-9F9D-E3DCC62D89A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75" name="3D Model 2774" descr="Sphere">
                            <a:extLst>
                              <a:ext uri="{FF2B5EF4-FFF2-40B4-BE49-F238E27FC236}">
                                <a16:creationId xmlns:a16="http://schemas.microsoft.com/office/drawing/2014/main" id="{EC90D2D4-2D28-449D-B996-D89BE0E1966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11828471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776" name="Flowchart: Connector 2775">
                        <a:extLst>
                          <a:ext uri="{FF2B5EF4-FFF2-40B4-BE49-F238E27FC236}">
                            <a16:creationId xmlns:a16="http://schemas.microsoft.com/office/drawing/2014/main" id="{F2253B40-ADEB-4A83-B3C7-D8DEA272B9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77" name="3D Model 2776" descr="Sphere">
                            <a:extLst>
                              <a:ext uri="{FF2B5EF4-FFF2-40B4-BE49-F238E27FC236}">
                                <a16:creationId xmlns:a16="http://schemas.microsoft.com/office/drawing/2014/main" id="{21ED6772-6C5C-4E03-80C2-91380616A8C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3490496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778" name="Flowchart: Connector 2777">
                        <a:extLst>
                          <a:ext uri="{FF2B5EF4-FFF2-40B4-BE49-F238E27FC236}">
                            <a16:creationId xmlns:a16="http://schemas.microsoft.com/office/drawing/2014/main" id="{E4F42D4B-7AFE-44B3-8FEA-C35C54EB963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79" name="3D Model 2778" descr="Sphere">
                            <a:extLst>
                              <a:ext uri="{FF2B5EF4-FFF2-40B4-BE49-F238E27FC236}">
                                <a16:creationId xmlns:a16="http://schemas.microsoft.com/office/drawing/2014/main" id="{6730288B-38A9-4B7F-AA30-55A63E0CFEC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6692024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780" name="Flowchart: Connector 2779">
                        <a:extLst>
                          <a:ext uri="{FF2B5EF4-FFF2-40B4-BE49-F238E27FC236}">
                            <a16:creationId xmlns:a16="http://schemas.microsoft.com/office/drawing/2014/main" id="{32F023F6-254B-4E69-ADBA-A8B9206A050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81" name="3D Model 2780" descr="Sphere">
                            <a:extLst>
                              <a:ext uri="{FF2B5EF4-FFF2-40B4-BE49-F238E27FC236}">
                                <a16:creationId xmlns:a16="http://schemas.microsoft.com/office/drawing/2014/main" id="{A290BE32-0777-455C-80F4-FF4F499BDE9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5885715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733" name="Group 2732">
                      <a:extLst>
                        <a:ext uri="{FF2B5EF4-FFF2-40B4-BE49-F238E27FC236}">
                          <a16:creationId xmlns:a16="http://schemas.microsoft.com/office/drawing/2014/main" id="{8FCDECF5-D14C-40CD-B2BA-1B9909A1E92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750" name="Flowchart: Connector 2749">
                        <a:extLst>
                          <a:ext uri="{FF2B5EF4-FFF2-40B4-BE49-F238E27FC236}">
                            <a16:creationId xmlns:a16="http://schemas.microsoft.com/office/drawing/2014/main" id="{41A33E20-B196-46D4-AED8-630853DDABD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51" name="Flowchart: Connector 2750">
                        <a:extLst>
                          <a:ext uri="{FF2B5EF4-FFF2-40B4-BE49-F238E27FC236}">
                            <a16:creationId xmlns:a16="http://schemas.microsoft.com/office/drawing/2014/main" id="{F908E614-2E00-4427-98AE-5475E99908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52" name="Flowchart: Connector 2751">
                        <a:extLst>
                          <a:ext uri="{FF2B5EF4-FFF2-40B4-BE49-F238E27FC236}">
                            <a16:creationId xmlns:a16="http://schemas.microsoft.com/office/drawing/2014/main" id="{E1D072B3-9565-44F1-96AB-73C49A3F7B2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53" name="Flowchart: Connector 2752">
                        <a:extLst>
                          <a:ext uri="{FF2B5EF4-FFF2-40B4-BE49-F238E27FC236}">
                            <a16:creationId xmlns:a16="http://schemas.microsoft.com/office/drawing/2014/main" id="{B9ED477B-5F0A-4E1D-9B73-00FCDA5C5DE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54" name="Flowchart: Connector 2753">
                        <a:extLst>
                          <a:ext uri="{FF2B5EF4-FFF2-40B4-BE49-F238E27FC236}">
                            <a16:creationId xmlns:a16="http://schemas.microsoft.com/office/drawing/2014/main" id="{62E57AFA-27DC-4599-994F-A10F70AD15D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55" name="Flowchart: Connector 2754">
                        <a:extLst>
                          <a:ext uri="{FF2B5EF4-FFF2-40B4-BE49-F238E27FC236}">
                            <a16:creationId xmlns:a16="http://schemas.microsoft.com/office/drawing/2014/main" id="{CFE46C1F-A75B-4BC1-8ADC-2012751F16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56" name="Flowchart: Connector 2755">
                        <a:extLst>
                          <a:ext uri="{FF2B5EF4-FFF2-40B4-BE49-F238E27FC236}">
                            <a16:creationId xmlns:a16="http://schemas.microsoft.com/office/drawing/2014/main" id="{F5A96726-F2BA-4129-BB81-F18E04C842A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57" name="Flowchart: Connector 2756">
                        <a:extLst>
                          <a:ext uri="{FF2B5EF4-FFF2-40B4-BE49-F238E27FC236}">
                            <a16:creationId xmlns:a16="http://schemas.microsoft.com/office/drawing/2014/main" id="{BDA244D3-E194-4E2E-BC50-9AB081B3E50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58" name="Flowchart: Connector 2757">
                        <a:extLst>
                          <a:ext uri="{FF2B5EF4-FFF2-40B4-BE49-F238E27FC236}">
                            <a16:creationId xmlns:a16="http://schemas.microsoft.com/office/drawing/2014/main" id="{CBA00AD3-1744-4D40-9F93-822F28B983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59" name="3D Model 2758" descr="Sphere">
                            <a:extLst>
                              <a:ext uri="{FF2B5EF4-FFF2-40B4-BE49-F238E27FC236}">
                                <a16:creationId xmlns:a16="http://schemas.microsoft.com/office/drawing/2014/main" id="{8D5D2C25-B223-4671-A317-031A31B2EEE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37940836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760" name="Flowchart: Connector 2759">
                        <a:extLst>
                          <a:ext uri="{FF2B5EF4-FFF2-40B4-BE49-F238E27FC236}">
                            <a16:creationId xmlns:a16="http://schemas.microsoft.com/office/drawing/2014/main" id="{825CF0F6-4F56-4B6F-B464-87D6D05F3BD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61" name="3D Model 2760" descr="Sphere">
                            <a:extLst>
                              <a:ext uri="{FF2B5EF4-FFF2-40B4-BE49-F238E27FC236}">
                                <a16:creationId xmlns:a16="http://schemas.microsoft.com/office/drawing/2014/main" id="{9E5627D7-CEF0-4DC7-88F3-AF77BD1657B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5864195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762" name="Flowchart: Connector 2761">
                        <a:extLst>
                          <a:ext uri="{FF2B5EF4-FFF2-40B4-BE49-F238E27FC236}">
                            <a16:creationId xmlns:a16="http://schemas.microsoft.com/office/drawing/2014/main" id="{436E4DB2-95C8-4736-8A13-6E93363545F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63" name="3D Model 2762" descr="Sphere">
                            <a:extLst>
                              <a:ext uri="{FF2B5EF4-FFF2-40B4-BE49-F238E27FC236}">
                                <a16:creationId xmlns:a16="http://schemas.microsoft.com/office/drawing/2014/main" id="{BECB7F4E-4660-4D8D-9EF7-2BE0CF7B7B8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9234184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764" name="Flowchart: Connector 2763">
                        <a:extLst>
                          <a:ext uri="{FF2B5EF4-FFF2-40B4-BE49-F238E27FC236}">
                            <a16:creationId xmlns:a16="http://schemas.microsoft.com/office/drawing/2014/main" id="{AF148612-9932-49D1-80F1-F69CAC7E74B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65" name="3D Model 2764" descr="Sphere">
                            <a:extLst>
                              <a:ext uri="{FF2B5EF4-FFF2-40B4-BE49-F238E27FC236}">
                                <a16:creationId xmlns:a16="http://schemas.microsoft.com/office/drawing/2014/main" id="{A821EE32-14C7-4D82-8F63-04F71A794DE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6023334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2734" name="Flowchart: Connector 2733">
                      <a:extLst>
                        <a:ext uri="{FF2B5EF4-FFF2-40B4-BE49-F238E27FC236}">
                          <a16:creationId xmlns:a16="http://schemas.microsoft.com/office/drawing/2014/main" id="{45059C3B-C495-4540-BEEA-ECC0B82A648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35" name="Flowchart: Connector 2734">
                      <a:extLst>
                        <a:ext uri="{FF2B5EF4-FFF2-40B4-BE49-F238E27FC236}">
                          <a16:creationId xmlns:a16="http://schemas.microsoft.com/office/drawing/2014/main" id="{4DED26C6-2EB0-4401-A9C2-481D8ADA490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36" name="Flowchart: Connector 2735">
                      <a:extLst>
                        <a:ext uri="{FF2B5EF4-FFF2-40B4-BE49-F238E27FC236}">
                          <a16:creationId xmlns:a16="http://schemas.microsoft.com/office/drawing/2014/main" id="{3C44E608-674D-4435-8EF4-CE57810ED42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37" name="Flowchart: Connector 2736">
                      <a:extLst>
                        <a:ext uri="{FF2B5EF4-FFF2-40B4-BE49-F238E27FC236}">
                          <a16:creationId xmlns:a16="http://schemas.microsoft.com/office/drawing/2014/main" id="{E691EC79-AC6E-4E7B-9314-92C95E6DCF2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38" name="Flowchart: Connector 2737">
                      <a:extLst>
                        <a:ext uri="{FF2B5EF4-FFF2-40B4-BE49-F238E27FC236}">
                          <a16:creationId xmlns:a16="http://schemas.microsoft.com/office/drawing/2014/main" id="{5835C889-D821-42F8-BDC6-330839AA2EF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39" name="Flowchart: Connector 2738">
                      <a:extLst>
                        <a:ext uri="{FF2B5EF4-FFF2-40B4-BE49-F238E27FC236}">
                          <a16:creationId xmlns:a16="http://schemas.microsoft.com/office/drawing/2014/main" id="{484A14F8-813D-45E0-B15B-A3A6E44644D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40" name="Flowchart: Connector 2739">
                      <a:extLst>
                        <a:ext uri="{FF2B5EF4-FFF2-40B4-BE49-F238E27FC236}">
                          <a16:creationId xmlns:a16="http://schemas.microsoft.com/office/drawing/2014/main" id="{C131F0A8-25D8-463B-B17D-C293FDD408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41" name="Flowchart: Connector 2740">
                      <a:extLst>
                        <a:ext uri="{FF2B5EF4-FFF2-40B4-BE49-F238E27FC236}">
                          <a16:creationId xmlns:a16="http://schemas.microsoft.com/office/drawing/2014/main" id="{4942609B-0225-4726-AA95-3DB7961CDEE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42" name="Flowchart: Connector 2741">
                      <a:extLst>
                        <a:ext uri="{FF2B5EF4-FFF2-40B4-BE49-F238E27FC236}">
                          <a16:creationId xmlns:a16="http://schemas.microsoft.com/office/drawing/2014/main" id="{24BC5C9C-397B-4A11-BA20-EFA50F2E46C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43" name="3D Model 2742" descr="Sphere">
                          <a:extLst>
                            <a:ext uri="{FF2B5EF4-FFF2-40B4-BE49-F238E27FC236}">
                              <a16:creationId xmlns:a16="http://schemas.microsoft.com/office/drawing/2014/main" id="{EAF65EF7-0E94-4E79-9051-804E859788B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665085516"/>
                            </p:ext>
                          </p:extLst>
                        </p:nvPr>
                      </p:nvGraphicFramePr>
                      <p:xfrm>
                        <a:off x="2127272" y="1515698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5" name="3D Model 174" descr="Sphere">
                          <a:extLst>
                            <a:ext uri="{FF2B5EF4-FFF2-40B4-BE49-F238E27FC236}">
                              <a16:creationId xmlns:a16="http://schemas.microsoft.com/office/drawing/2014/main" id="{0F441D18-6D9C-4C48-BBF1-C28CF9A13BF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1065242" y="2784657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744" name="Flowchart: Connector 2743">
                      <a:extLst>
                        <a:ext uri="{FF2B5EF4-FFF2-40B4-BE49-F238E27FC236}">
                          <a16:creationId xmlns:a16="http://schemas.microsoft.com/office/drawing/2014/main" id="{2024222D-0FA9-49E5-A7F3-44FC53A68C3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45" name="3D Model 2744" descr="Sphere">
                          <a:extLst>
                            <a:ext uri="{FF2B5EF4-FFF2-40B4-BE49-F238E27FC236}">
                              <a16:creationId xmlns:a16="http://schemas.microsoft.com/office/drawing/2014/main" id="{F4C50B93-C53F-499B-9C80-EC7EE7F0C0F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06063267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7" name="3D Model 176" descr="Sphere">
                          <a:extLst>
                            <a:ext uri="{FF2B5EF4-FFF2-40B4-BE49-F238E27FC236}">
                              <a16:creationId xmlns:a16="http://schemas.microsoft.com/office/drawing/2014/main" id="{653ADD8A-AFB8-4BB3-8461-2EBD4DD6515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302651" y="284871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746" name="Flowchart: Connector 2745">
                      <a:extLst>
                        <a:ext uri="{FF2B5EF4-FFF2-40B4-BE49-F238E27FC236}">
                          <a16:creationId xmlns:a16="http://schemas.microsoft.com/office/drawing/2014/main" id="{11C64980-7AE0-4F5B-AA24-C2E0BC20A83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6940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47" name="3D Model 2746" descr="Sphere">
                          <a:extLst>
                            <a:ext uri="{FF2B5EF4-FFF2-40B4-BE49-F238E27FC236}">
                              <a16:creationId xmlns:a16="http://schemas.microsoft.com/office/drawing/2014/main" id="{B74AED07-7C68-4102-9183-BF1BF58C53FA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136524798"/>
                            </p:ext>
                          </p:extLst>
                        </p:nvPr>
                      </p:nvGraphicFramePr>
                      <p:xfrm>
                        <a:off x="2609177" y="164853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9" name="3D Model 178" descr="Sphere">
                          <a:extLst>
                            <a:ext uri="{FF2B5EF4-FFF2-40B4-BE49-F238E27FC236}">
                              <a16:creationId xmlns:a16="http://schemas.microsoft.com/office/drawing/2014/main" id="{04097741-C651-416C-B6DD-C24D5A1D138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3"/>
                        <a:stretch>
                          <a:fillRect/>
                        </a:stretch>
                      </p:blipFill>
                      <p:spPr>
                        <a:xfrm>
                          <a:off x="1547147" y="291749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748" name="Flowchart: Connector 2747">
                      <a:extLst>
                        <a:ext uri="{FF2B5EF4-FFF2-40B4-BE49-F238E27FC236}">
                          <a16:creationId xmlns:a16="http://schemas.microsoft.com/office/drawing/2014/main" id="{DF532922-D419-4AB9-8F6A-06BE8AE64E6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49" name="3D Model 2748" descr="Sphere">
                          <a:extLst>
                            <a:ext uri="{FF2B5EF4-FFF2-40B4-BE49-F238E27FC236}">
                              <a16:creationId xmlns:a16="http://schemas.microsoft.com/office/drawing/2014/main" id="{CC6ADACD-DA73-4099-BA63-E4EC45474424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28781549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81" name="3D Model 180" descr="Sphere">
                          <a:extLst>
                            <a:ext uri="{FF2B5EF4-FFF2-40B4-BE49-F238E27FC236}">
                              <a16:creationId xmlns:a16="http://schemas.microsoft.com/office/drawing/2014/main" id="{C85FB5A0-5213-4020-B74F-0E33E70A3593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1815565" y="2997549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2661" name="Flowchart: Connector 2660">
                  <a:extLst>
                    <a:ext uri="{FF2B5EF4-FFF2-40B4-BE49-F238E27FC236}">
                      <a16:creationId xmlns:a16="http://schemas.microsoft.com/office/drawing/2014/main" id="{3CDAEDF4-7A95-4A6F-A052-53182A82E56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6374" y="213847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2662" name="Flowchart: Connector 2661">
                  <a:extLst>
                    <a:ext uri="{FF2B5EF4-FFF2-40B4-BE49-F238E27FC236}">
                      <a16:creationId xmlns:a16="http://schemas.microsoft.com/office/drawing/2014/main" id="{B8B174E1-674E-4BC0-8202-D1CFA0B83AC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86236" y="2232263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2663" name="Flowchart: Connector 2662">
                  <a:extLst>
                    <a:ext uri="{FF2B5EF4-FFF2-40B4-BE49-F238E27FC236}">
                      <a16:creationId xmlns:a16="http://schemas.microsoft.com/office/drawing/2014/main" id="{2120C9F9-7D71-4F52-80A8-AF0A99B447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52806" y="2225497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2664" name="Flowchart: Connector 2663">
                  <a:extLst>
                    <a:ext uri="{FF2B5EF4-FFF2-40B4-BE49-F238E27FC236}">
                      <a16:creationId xmlns:a16="http://schemas.microsoft.com/office/drawing/2014/main" id="{E40C027D-C6B1-43B6-913B-35738189920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0272" y="2504090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2665" name="Flowchart: Connector 2664">
                  <a:extLst>
                    <a:ext uri="{FF2B5EF4-FFF2-40B4-BE49-F238E27FC236}">
                      <a16:creationId xmlns:a16="http://schemas.microsoft.com/office/drawing/2014/main" id="{A2A309D6-1C64-464F-8E06-DB8E35E2F05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20633" y="2830105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2666" name="Flowchart: Connector 2665">
                  <a:extLst>
                    <a:ext uri="{FF2B5EF4-FFF2-40B4-BE49-F238E27FC236}">
                      <a16:creationId xmlns:a16="http://schemas.microsoft.com/office/drawing/2014/main" id="{4ECF11D9-370D-4BC3-A784-CBBF46AE4A9D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29128" y="231321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2667" name="Flowchart: Connector 2666">
                  <a:extLst>
                    <a:ext uri="{FF2B5EF4-FFF2-40B4-BE49-F238E27FC236}">
                      <a16:creationId xmlns:a16="http://schemas.microsoft.com/office/drawing/2014/main" id="{E09CCFDC-9DBE-4DB4-ADCF-0ECF5777A5D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11385" y="2302378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2668" name="Flowchart: Connector 2667">
                  <a:extLst>
                    <a:ext uri="{FF2B5EF4-FFF2-40B4-BE49-F238E27FC236}">
                      <a16:creationId xmlns:a16="http://schemas.microsoft.com/office/drawing/2014/main" id="{EC3D23C1-2F55-41E8-B4FF-89B959AA61D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1097" y="314849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grpSp>
              <p:nvGrpSpPr>
                <p:cNvPr id="2669" name="Group 2668">
                  <a:extLst>
                    <a:ext uri="{FF2B5EF4-FFF2-40B4-BE49-F238E27FC236}">
                      <a16:creationId xmlns:a16="http://schemas.microsoft.com/office/drawing/2014/main" id="{053F82C2-8CF3-4168-821D-28CF3C19CA59}"/>
                    </a:ext>
                  </a:extLst>
                </p:cNvPr>
                <p:cNvGrpSpPr/>
                <p:nvPr/>
              </p:nvGrpSpPr>
              <p:grpSpPr>
                <a:xfrm>
                  <a:off x="420511" y="2127869"/>
                  <a:ext cx="1073693" cy="1496391"/>
                  <a:chOff x="2114936" y="1503359"/>
                  <a:chExt cx="1073693" cy="1496391"/>
                </a:xfrm>
              </p:grpSpPr>
              <p:grpSp>
                <p:nvGrpSpPr>
                  <p:cNvPr id="2670" name="Group 2669">
                    <a:extLst>
                      <a:ext uri="{FF2B5EF4-FFF2-40B4-BE49-F238E27FC236}">
                        <a16:creationId xmlns:a16="http://schemas.microsoft.com/office/drawing/2014/main" id="{8FDBBFF3-E158-45B8-AE7F-C84FF4AC611A}"/>
                      </a:ext>
                    </a:extLst>
                  </p:cNvPr>
                  <p:cNvGrpSpPr/>
                  <p:nvPr/>
                </p:nvGrpSpPr>
                <p:grpSpPr>
                  <a:xfrm>
                    <a:off x="2127974" y="2474038"/>
                    <a:ext cx="1060655" cy="525712"/>
                    <a:chOff x="3721252" y="1733424"/>
                    <a:chExt cx="1060655" cy="525712"/>
                  </a:xfrm>
                </p:grpSpPr>
                <p:sp>
                  <p:nvSpPr>
                    <p:cNvPr id="2721" name="Flowchart: Connector 2720">
                      <a:extLst>
                        <a:ext uri="{FF2B5EF4-FFF2-40B4-BE49-F238E27FC236}">
                          <a16:creationId xmlns:a16="http://schemas.microsoft.com/office/drawing/2014/main" id="{45F57E05-05EE-4463-8CA4-D509F6B5291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22" name="3D Model 2721" descr="Sphere">
                          <a:extLst>
                            <a:ext uri="{FF2B5EF4-FFF2-40B4-BE49-F238E27FC236}">
                              <a16:creationId xmlns:a16="http://schemas.microsoft.com/office/drawing/2014/main" id="{5ADA39E9-30D5-4787-A4D2-10C62A6A0BB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99594137"/>
                            </p:ext>
                          </p:extLst>
                        </p:nvPr>
                      </p:nvGraphicFramePr>
                      <p:xfrm>
                        <a:off x="3721252" y="1733424"/>
                        <a:ext cx="299739" cy="299738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54" name="3D Model 153" descr="Sphere">
                          <a:extLst>
                            <a:ext uri="{FF2B5EF4-FFF2-40B4-BE49-F238E27FC236}">
                              <a16:creationId xmlns:a16="http://schemas.microsoft.com/office/drawing/2014/main" id="{59D6F9AA-09E2-4338-90EA-68FFD8CCDA4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835944" y="3887946"/>
                          <a:ext cx="299739" cy="299738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723" name="Flowchart: Connector 2722">
                      <a:extLst>
                        <a:ext uri="{FF2B5EF4-FFF2-40B4-BE49-F238E27FC236}">
                          <a16:creationId xmlns:a16="http://schemas.microsoft.com/office/drawing/2014/main" id="{1EAF118B-0F0B-469D-A383-8A234FA2A9E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24" name="3D Model 2723" descr="Sphere">
                          <a:extLst>
                            <a:ext uri="{FF2B5EF4-FFF2-40B4-BE49-F238E27FC236}">
                              <a16:creationId xmlns:a16="http://schemas.microsoft.com/office/drawing/2014/main" id="{8E2E3080-1DF1-4D7C-AE42-D29A011DA382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26238602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1" name="3D Model 540" descr="Sphere">
                          <a:extLst>
                            <a:ext uri="{FF2B5EF4-FFF2-40B4-BE49-F238E27FC236}">
                              <a16:creationId xmlns:a16="http://schemas.microsoft.com/office/drawing/2014/main" id="{AB17CB10-4F93-4434-BA14-50AFAFF4946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666235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725" name="Flowchart: Connector 2724">
                      <a:extLst>
                        <a:ext uri="{FF2B5EF4-FFF2-40B4-BE49-F238E27FC236}">
                          <a16:creationId xmlns:a16="http://schemas.microsoft.com/office/drawing/2014/main" id="{4EF086A8-7193-44CA-8582-521318597D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26" name="3D Model 2725" descr="Sphere">
                          <a:extLst>
                            <a:ext uri="{FF2B5EF4-FFF2-40B4-BE49-F238E27FC236}">
                              <a16:creationId xmlns:a16="http://schemas.microsoft.com/office/drawing/2014/main" id="{580883AA-957A-4E40-BA44-47181128F85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456502995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3" name="3D Model 542" descr="Sphere">
                          <a:extLst>
                            <a:ext uri="{FF2B5EF4-FFF2-40B4-BE49-F238E27FC236}">
                              <a16:creationId xmlns:a16="http://schemas.microsoft.com/office/drawing/2014/main" id="{503D28F6-C92A-40B9-96B8-4050B0C4C9A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72803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727" name="Flowchart: Connector 2726">
                      <a:extLst>
                        <a:ext uri="{FF2B5EF4-FFF2-40B4-BE49-F238E27FC236}">
                          <a16:creationId xmlns:a16="http://schemas.microsoft.com/office/drawing/2014/main" id="{CC7FDCA8-F559-4807-9BD2-530E89E19E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28" name="3D Model 2727" descr="Sphere">
                          <a:extLst>
                            <a:ext uri="{FF2B5EF4-FFF2-40B4-BE49-F238E27FC236}">
                              <a16:creationId xmlns:a16="http://schemas.microsoft.com/office/drawing/2014/main" id="{B89E535C-FCDA-4B3A-AFD9-C95413A2AC7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71166111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5" name="3D Model 544" descr="Sphere">
                          <a:extLst>
                            <a:ext uri="{FF2B5EF4-FFF2-40B4-BE49-F238E27FC236}">
                              <a16:creationId xmlns:a16="http://schemas.microsoft.com/office/drawing/2014/main" id="{226A18F8-2383-4285-9223-CF3CEC25C574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815073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2671" name="Group 2670">
                    <a:extLst>
                      <a:ext uri="{FF2B5EF4-FFF2-40B4-BE49-F238E27FC236}">
                        <a16:creationId xmlns:a16="http://schemas.microsoft.com/office/drawing/2014/main" id="{C803F9DB-E000-401A-8EEE-1D02AFBB2DFC}"/>
                      </a:ext>
                    </a:extLst>
                  </p:cNvPr>
                  <p:cNvGrpSpPr/>
                  <p:nvPr/>
                </p:nvGrpSpPr>
                <p:grpSpPr>
                  <a:xfrm>
                    <a:off x="2124615" y="2140429"/>
                    <a:ext cx="1064014" cy="637179"/>
                    <a:chOff x="3717893" y="1719497"/>
                    <a:chExt cx="1064014" cy="637179"/>
                  </a:xfrm>
                </p:grpSpPr>
                <p:sp>
                  <p:nvSpPr>
                    <p:cNvPr id="2705" name="Flowchart: Connector 2704">
                      <a:extLst>
                        <a:ext uri="{FF2B5EF4-FFF2-40B4-BE49-F238E27FC236}">
                          <a16:creationId xmlns:a16="http://schemas.microsoft.com/office/drawing/2014/main" id="{240D937F-B7E5-4DDB-B808-33414357588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06" name="Flowchart: Connector 2705">
                      <a:extLst>
                        <a:ext uri="{FF2B5EF4-FFF2-40B4-BE49-F238E27FC236}">
                          <a16:creationId xmlns:a16="http://schemas.microsoft.com/office/drawing/2014/main" id="{C9813DBF-A753-4AEE-8E37-9CAFC5FC15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07" name="Flowchart: Connector 2706">
                      <a:extLst>
                        <a:ext uri="{FF2B5EF4-FFF2-40B4-BE49-F238E27FC236}">
                          <a16:creationId xmlns:a16="http://schemas.microsoft.com/office/drawing/2014/main" id="{02587A91-4B75-4788-A962-ED59828E11B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08" name="Flowchart: Connector 2707">
                      <a:extLst>
                        <a:ext uri="{FF2B5EF4-FFF2-40B4-BE49-F238E27FC236}">
                          <a16:creationId xmlns:a16="http://schemas.microsoft.com/office/drawing/2014/main" id="{904111E0-13B8-48A1-B06B-CF0E0DDD182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09" name="Flowchart: Connector 2708">
                      <a:extLst>
                        <a:ext uri="{FF2B5EF4-FFF2-40B4-BE49-F238E27FC236}">
                          <a16:creationId xmlns:a16="http://schemas.microsoft.com/office/drawing/2014/main" id="{6D13D788-09D5-42AF-8D8C-969EB4CCB6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10" name="Flowchart: Connector 2709">
                      <a:extLst>
                        <a:ext uri="{FF2B5EF4-FFF2-40B4-BE49-F238E27FC236}">
                          <a16:creationId xmlns:a16="http://schemas.microsoft.com/office/drawing/2014/main" id="{D720AF4D-3834-4513-BF40-D1084658899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11" name="Flowchart: Connector 2710">
                      <a:extLst>
                        <a:ext uri="{FF2B5EF4-FFF2-40B4-BE49-F238E27FC236}">
                          <a16:creationId xmlns:a16="http://schemas.microsoft.com/office/drawing/2014/main" id="{AABE08FE-718A-4814-9B75-D7C0CE2399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12" name="Flowchart: Connector 2711">
                      <a:extLst>
                        <a:ext uri="{FF2B5EF4-FFF2-40B4-BE49-F238E27FC236}">
                          <a16:creationId xmlns:a16="http://schemas.microsoft.com/office/drawing/2014/main" id="{F2BBCAEE-945F-4C0F-A2D7-A6ECACBFF89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713" name="Flowchart: Connector 2712">
                      <a:extLst>
                        <a:ext uri="{FF2B5EF4-FFF2-40B4-BE49-F238E27FC236}">
                          <a16:creationId xmlns:a16="http://schemas.microsoft.com/office/drawing/2014/main" id="{F5FC4BDD-1031-4821-ACA2-D8206BFE36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14" name="3D Model 2713" descr="Sphere">
                          <a:extLst>
                            <a:ext uri="{FF2B5EF4-FFF2-40B4-BE49-F238E27FC236}">
                              <a16:creationId xmlns:a16="http://schemas.microsoft.com/office/drawing/2014/main" id="{72958CDB-CCC7-47DF-A0FE-91F42E85433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50673915"/>
                            </p:ext>
                          </p:extLst>
                        </p:nvPr>
                      </p:nvGraphicFramePr>
                      <p:xfrm>
                        <a:off x="3717893" y="1719497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46" name="3D Model 145" descr="Sphere">
                          <a:extLst>
                            <a:ext uri="{FF2B5EF4-FFF2-40B4-BE49-F238E27FC236}">
                              <a16:creationId xmlns:a16="http://schemas.microsoft.com/office/drawing/2014/main" id="{756B16C5-4508-40A0-B7F3-162B4744EE2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32585" y="3554337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715" name="Flowchart: Connector 2714">
                      <a:extLst>
                        <a:ext uri="{FF2B5EF4-FFF2-40B4-BE49-F238E27FC236}">
                          <a16:creationId xmlns:a16="http://schemas.microsoft.com/office/drawing/2014/main" id="{81962B7D-0229-414E-92E2-32ED86810D0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16" name="3D Model 2715" descr="Sphere">
                          <a:extLst>
                            <a:ext uri="{FF2B5EF4-FFF2-40B4-BE49-F238E27FC236}">
                              <a16:creationId xmlns:a16="http://schemas.microsoft.com/office/drawing/2014/main" id="{FB67F25E-D758-4405-8C6F-137AE8FF8B4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866906401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7" name="3D Model 556" descr="Sphere">
                          <a:extLst>
                            <a:ext uri="{FF2B5EF4-FFF2-40B4-BE49-F238E27FC236}">
                              <a16:creationId xmlns:a16="http://schemas.microsoft.com/office/drawing/2014/main" id="{A2534F90-63A2-4E00-9F6F-62444BCD921C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34655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717" name="Flowchart: Connector 2716">
                      <a:extLst>
                        <a:ext uri="{FF2B5EF4-FFF2-40B4-BE49-F238E27FC236}">
                          <a16:creationId xmlns:a16="http://schemas.microsoft.com/office/drawing/2014/main" id="{70DEDBBB-B338-4026-897F-323AB6A67B2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18" name="3D Model 2717" descr="Sphere">
                          <a:extLst>
                            <a:ext uri="{FF2B5EF4-FFF2-40B4-BE49-F238E27FC236}">
                              <a16:creationId xmlns:a16="http://schemas.microsoft.com/office/drawing/2014/main" id="{490E02A4-CB65-4AF5-8984-374B854EF43A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244269065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9" name="3D Model 558" descr="Sphere">
                          <a:extLst>
                            <a:ext uri="{FF2B5EF4-FFF2-40B4-BE49-F238E27FC236}">
                              <a16:creationId xmlns:a16="http://schemas.microsoft.com/office/drawing/2014/main" id="{3144521F-B4C2-4106-B2F3-D31F5890AAB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408352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719" name="Flowchart: Connector 2718">
                      <a:extLst>
                        <a:ext uri="{FF2B5EF4-FFF2-40B4-BE49-F238E27FC236}">
                          <a16:creationId xmlns:a16="http://schemas.microsoft.com/office/drawing/2014/main" id="{1709FE23-D302-462F-85C7-4C8C0CE735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20" name="3D Model 2719" descr="Sphere">
                          <a:extLst>
                            <a:ext uri="{FF2B5EF4-FFF2-40B4-BE49-F238E27FC236}">
                              <a16:creationId xmlns:a16="http://schemas.microsoft.com/office/drawing/2014/main" id="{0C54A4FD-33E8-4EF1-8ABD-28012FDD157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216646712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61" name="3D Model 560" descr="Sphere">
                          <a:extLst>
                            <a:ext uri="{FF2B5EF4-FFF2-40B4-BE49-F238E27FC236}">
                              <a16:creationId xmlns:a16="http://schemas.microsoft.com/office/drawing/2014/main" id="{81B1584C-E839-495C-A926-920C4CB7DA9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495391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2672" name="Group 2671">
                    <a:extLst>
                      <a:ext uri="{FF2B5EF4-FFF2-40B4-BE49-F238E27FC236}">
                        <a16:creationId xmlns:a16="http://schemas.microsoft.com/office/drawing/2014/main" id="{307D07B4-8403-4FD9-87B3-EDB35BBE6FB1}"/>
                      </a:ext>
                    </a:extLst>
                  </p:cNvPr>
                  <p:cNvGrpSpPr/>
                  <p:nvPr/>
                </p:nvGrpSpPr>
                <p:grpSpPr>
                  <a:xfrm>
                    <a:off x="2114936" y="1817250"/>
                    <a:ext cx="1064014" cy="643455"/>
                    <a:chOff x="3717893" y="1713221"/>
                    <a:chExt cx="1064014" cy="643455"/>
                  </a:xfrm>
                </p:grpSpPr>
                <p:sp>
                  <p:nvSpPr>
                    <p:cNvPr id="2689" name="Flowchart: Connector 2688">
                      <a:extLst>
                        <a:ext uri="{FF2B5EF4-FFF2-40B4-BE49-F238E27FC236}">
                          <a16:creationId xmlns:a16="http://schemas.microsoft.com/office/drawing/2014/main" id="{9D2A421A-AB43-4CE0-91FA-233593A99BC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690" name="Flowchart: Connector 2689">
                      <a:extLst>
                        <a:ext uri="{FF2B5EF4-FFF2-40B4-BE49-F238E27FC236}">
                          <a16:creationId xmlns:a16="http://schemas.microsoft.com/office/drawing/2014/main" id="{2EC18279-07B0-4E06-BE4C-5943772B014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691" name="Flowchart: Connector 2690">
                      <a:extLst>
                        <a:ext uri="{FF2B5EF4-FFF2-40B4-BE49-F238E27FC236}">
                          <a16:creationId xmlns:a16="http://schemas.microsoft.com/office/drawing/2014/main" id="{E7C0FEAA-A32D-44DD-840D-035D9011B1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692" name="Flowchart: Connector 2691">
                      <a:extLst>
                        <a:ext uri="{FF2B5EF4-FFF2-40B4-BE49-F238E27FC236}">
                          <a16:creationId xmlns:a16="http://schemas.microsoft.com/office/drawing/2014/main" id="{02F64104-9674-43CB-A43E-446DA6591A9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693" name="Flowchart: Connector 2692">
                      <a:extLst>
                        <a:ext uri="{FF2B5EF4-FFF2-40B4-BE49-F238E27FC236}">
                          <a16:creationId xmlns:a16="http://schemas.microsoft.com/office/drawing/2014/main" id="{6C6D4D71-58D0-4791-81D3-07A46A0E1E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694" name="Flowchart: Connector 2693">
                      <a:extLst>
                        <a:ext uri="{FF2B5EF4-FFF2-40B4-BE49-F238E27FC236}">
                          <a16:creationId xmlns:a16="http://schemas.microsoft.com/office/drawing/2014/main" id="{C1DB5536-BCC4-43A2-8A32-4784CC06D4E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695" name="Flowchart: Connector 2694">
                      <a:extLst>
                        <a:ext uri="{FF2B5EF4-FFF2-40B4-BE49-F238E27FC236}">
                          <a16:creationId xmlns:a16="http://schemas.microsoft.com/office/drawing/2014/main" id="{545893AF-5339-4450-97C9-802F1C9C2D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696" name="Flowchart: Connector 2695">
                      <a:extLst>
                        <a:ext uri="{FF2B5EF4-FFF2-40B4-BE49-F238E27FC236}">
                          <a16:creationId xmlns:a16="http://schemas.microsoft.com/office/drawing/2014/main" id="{A58E6F57-B431-4C52-B2A4-57117D6275A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697" name="Flowchart: Connector 2696">
                      <a:extLst>
                        <a:ext uri="{FF2B5EF4-FFF2-40B4-BE49-F238E27FC236}">
                          <a16:creationId xmlns:a16="http://schemas.microsoft.com/office/drawing/2014/main" id="{7447A149-9F59-46A6-88D0-DCB96644DC2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698" name="3D Model 2697" descr="Sphere">
                          <a:extLst>
                            <a:ext uri="{FF2B5EF4-FFF2-40B4-BE49-F238E27FC236}">
                              <a16:creationId xmlns:a16="http://schemas.microsoft.com/office/drawing/2014/main" id="{BDA68E6D-4B48-4B12-A7BE-CAAABCC45DC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164830163"/>
                            </p:ext>
                          </p:extLst>
                        </p:nvPr>
                      </p:nvGraphicFramePr>
                      <p:xfrm>
                        <a:off x="3717893" y="171322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0" name="3D Model 129" descr="Sphere">
                          <a:extLst>
                            <a:ext uri="{FF2B5EF4-FFF2-40B4-BE49-F238E27FC236}">
                              <a16:creationId xmlns:a16="http://schemas.microsoft.com/office/drawing/2014/main" id="{47D4A59F-7345-4303-916A-A0AC6A0CF64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22906" y="323115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699" name="Flowchart: Connector 2698">
                      <a:extLst>
                        <a:ext uri="{FF2B5EF4-FFF2-40B4-BE49-F238E27FC236}">
                          <a16:creationId xmlns:a16="http://schemas.microsoft.com/office/drawing/2014/main" id="{3A65FC75-31B1-461C-B614-90D58717E85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00" name="3D Model 2699" descr="Sphere">
                          <a:extLst>
                            <a:ext uri="{FF2B5EF4-FFF2-40B4-BE49-F238E27FC236}">
                              <a16:creationId xmlns:a16="http://schemas.microsoft.com/office/drawing/2014/main" id="{80BC85C1-B826-495D-B6BC-19AD482A95E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396290665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2" name="3D Model 131" descr="Sphere">
                          <a:extLst>
                            <a:ext uri="{FF2B5EF4-FFF2-40B4-BE49-F238E27FC236}">
                              <a16:creationId xmlns:a16="http://schemas.microsoft.com/office/drawing/2014/main" id="{2B44DAD8-B15B-485D-9084-36E08051076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062972" y="331541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701" name="Flowchart: Connector 2700">
                      <a:extLst>
                        <a:ext uri="{FF2B5EF4-FFF2-40B4-BE49-F238E27FC236}">
                          <a16:creationId xmlns:a16="http://schemas.microsoft.com/office/drawing/2014/main" id="{596A23D0-B118-4D8D-83CD-DAFCBCBE299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02" name="3D Model 2701" descr="Sphere">
                          <a:extLst>
                            <a:ext uri="{FF2B5EF4-FFF2-40B4-BE49-F238E27FC236}">
                              <a16:creationId xmlns:a16="http://schemas.microsoft.com/office/drawing/2014/main" id="{7D3356DB-C373-4753-AB3F-085D2E02737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563074222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5" name="3D Model 574" descr="Sphere">
                          <a:extLst>
                            <a:ext uri="{FF2B5EF4-FFF2-40B4-BE49-F238E27FC236}">
                              <a16:creationId xmlns:a16="http://schemas.microsoft.com/office/drawing/2014/main" id="{A31C2113-6FBF-4DA7-9B5E-8D9B60E9FEAB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03560" y="3091449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703" name="Flowchart: Connector 2702">
                      <a:extLst>
                        <a:ext uri="{FF2B5EF4-FFF2-40B4-BE49-F238E27FC236}">
                          <a16:creationId xmlns:a16="http://schemas.microsoft.com/office/drawing/2014/main" id="{719D4201-9E10-48DC-B23A-A3902543E56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704" name="3D Model 2703" descr="Sphere">
                          <a:extLst>
                            <a:ext uri="{FF2B5EF4-FFF2-40B4-BE49-F238E27FC236}">
                              <a16:creationId xmlns:a16="http://schemas.microsoft.com/office/drawing/2014/main" id="{1ABF9C8E-C6DA-4A59-82A2-AD915D93B1D2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09679747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7" name="3D Model 576" descr="Sphere">
                          <a:extLst>
                            <a:ext uri="{FF2B5EF4-FFF2-40B4-BE49-F238E27FC236}">
                              <a16:creationId xmlns:a16="http://schemas.microsoft.com/office/drawing/2014/main" id="{69CA7D75-9569-459B-AA3F-BFD6D15B257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71978" y="317848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sp>
                <p:nvSpPr>
                  <p:cNvPr id="2673" name="Flowchart: Connector 2672">
                    <a:extLst>
                      <a:ext uri="{FF2B5EF4-FFF2-40B4-BE49-F238E27FC236}">
                        <a16:creationId xmlns:a16="http://schemas.microsoft.com/office/drawing/2014/main" id="{E0264CF2-CA92-4EBB-AF4B-A6F42A59EFC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22159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674" name="Flowchart: Connector 2673">
                    <a:extLst>
                      <a:ext uri="{FF2B5EF4-FFF2-40B4-BE49-F238E27FC236}">
                        <a16:creationId xmlns:a16="http://schemas.microsoft.com/office/drawing/2014/main" id="{6BB5FFB7-E002-448F-B9C9-65FDE91C6AB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096824" y="178425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675" name="Flowchart: Connector 2674">
                    <a:extLst>
                      <a:ext uri="{FF2B5EF4-FFF2-40B4-BE49-F238E27FC236}">
                        <a16:creationId xmlns:a16="http://schemas.microsoft.com/office/drawing/2014/main" id="{C418A9DC-2229-4424-A9B6-0EE5D7E4AB7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226347" y="1773345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676" name="Flowchart: Connector 2675">
                    <a:extLst>
                      <a:ext uri="{FF2B5EF4-FFF2-40B4-BE49-F238E27FC236}">
                        <a16:creationId xmlns:a16="http://schemas.microsoft.com/office/drawing/2014/main" id="{CEBA133D-DCF9-4A94-918C-F3D362E62C6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283299" y="175226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677" name="Flowchart: Connector 2676">
                    <a:extLst>
                      <a:ext uri="{FF2B5EF4-FFF2-40B4-BE49-F238E27FC236}">
                        <a16:creationId xmlns:a16="http://schemas.microsoft.com/office/drawing/2014/main" id="{70AD4207-63C1-4075-9EB2-3579CED92AD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472010" y="184465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678" name="Flowchart: Connector 2677">
                    <a:extLst>
                      <a:ext uri="{FF2B5EF4-FFF2-40B4-BE49-F238E27FC236}">
                        <a16:creationId xmlns:a16="http://schemas.microsoft.com/office/drawing/2014/main" id="{5B79A678-297B-41AB-AFE6-05ECAFBB8F5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527678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679" name="Flowchart: Connector 2678">
                    <a:extLst>
                      <a:ext uri="{FF2B5EF4-FFF2-40B4-BE49-F238E27FC236}">
                        <a16:creationId xmlns:a16="http://schemas.microsoft.com/office/drawing/2014/main" id="{11EFA35F-6159-4636-9D0D-D6E73AAED36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716506" y="192146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680" name="Flowchart: Connector 2679">
                    <a:extLst>
                      <a:ext uri="{FF2B5EF4-FFF2-40B4-BE49-F238E27FC236}">
                        <a16:creationId xmlns:a16="http://schemas.microsoft.com/office/drawing/2014/main" id="{BB337094-3135-4AF5-8B27-DF19233A29B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88047" y="192294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681" name="Flowchart: Connector 2680">
                    <a:extLst>
                      <a:ext uri="{FF2B5EF4-FFF2-40B4-BE49-F238E27FC236}">
                        <a16:creationId xmlns:a16="http://schemas.microsoft.com/office/drawing/2014/main" id="{FA362A29-BD3D-4200-A2E3-53EE3034629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981405" y="200468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2682" name="3D Model 2681" descr="Sphere">
                        <a:extLst>
                          <a:ext uri="{FF2B5EF4-FFF2-40B4-BE49-F238E27FC236}">
                            <a16:creationId xmlns:a16="http://schemas.microsoft.com/office/drawing/2014/main" id="{58E4C55B-8F71-48F2-ACD3-184E4E825CAA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4197265448"/>
                          </p:ext>
                        </p:extLst>
                      </p:nvPr>
                    </p:nvGraphicFramePr>
                    <p:xfrm>
                      <a:off x="2122087" y="1503359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1750" cy="58922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433448" ay="1433014" az="-1105299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9"/>
                          </am3d:raster>
                          <am3d:objViewport viewportSz="60694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4" name="3D Model 113" descr="Sphere">
                        <a:extLst>
                          <a:ext uri="{FF2B5EF4-FFF2-40B4-BE49-F238E27FC236}">
                            <a16:creationId xmlns:a16="http://schemas.microsoft.com/office/drawing/2014/main" id="{56A2AB05-F072-40CA-90AE-FD36A7808D3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830057" y="2917267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2683" name="Flowchart: Connector 2682">
                    <a:extLst>
                      <a:ext uri="{FF2B5EF4-FFF2-40B4-BE49-F238E27FC236}">
                        <a16:creationId xmlns:a16="http://schemas.microsoft.com/office/drawing/2014/main" id="{B66F3187-9ED3-4991-A607-3B2A403F66B7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345380" y="165330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2684" name="3D Model 2683" descr="Sphere">
                        <a:extLst>
                          <a:ext uri="{FF2B5EF4-FFF2-40B4-BE49-F238E27FC236}">
                            <a16:creationId xmlns:a16="http://schemas.microsoft.com/office/drawing/2014/main" id="{F2A41659-5DD6-4096-9063-1F01AB5D0FA1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114262338"/>
                          </p:ext>
                        </p:extLst>
                      </p:nvPr>
                    </p:nvGraphicFramePr>
                    <p:xfrm>
                      <a:off x="2368043" y="1593681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1750" cy="58922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8"/>
                          </am3d:raster>
                          <am3d:objViewport viewportSz="6624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6" name="3D Model 115" descr="Sphere">
                        <a:extLst>
                          <a:ext uri="{FF2B5EF4-FFF2-40B4-BE49-F238E27FC236}">
                            <a16:creationId xmlns:a16="http://schemas.microsoft.com/office/drawing/2014/main" id="{7C9E6E5C-C27E-459B-A76D-97CD231ABD4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076013" y="3007589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2685" name="Flowchart: Connector 2684">
                    <a:extLst>
                      <a:ext uri="{FF2B5EF4-FFF2-40B4-BE49-F238E27FC236}">
                        <a16:creationId xmlns:a16="http://schemas.microsoft.com/office/drawing/2014/main" id="{B4ABE09B-6588-429E-98E9-BA41ECE5301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584559" y="172243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2686" name="3D Model 2685" descr="Sphere">
                        <a:extLst>
                          <a:ext uri="{FF2B5EF4-FFF2-40B4-BE49-F238E27FC236}">
                            <a16:creationId xmlns:a16="http://schemas.microsoft.com/office/drawing/2014/main" id="{F894207D-70CD-4FD0-852C-E471BCFFA750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189740872"/>
                          </p:ext>
                        </p:extLst>
                      </p:nvPr>
                    </p:nvGraphicFramePr>
                    <p:xfrm>
                      <a:off x="2609177" y="1641551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3136" cy="6439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6"/>
                          </am3d:raster>
                          <am3d:objViewport viewportSz="71378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8" name="3D Model 117" descr="Sphere">
                        <a:extLst>
                          <a:ext uri="{FF2B5EF4-FFF2-40B4-BE49-F238E27FC236}">
                            <a16:creationId xmlns:a16="http://schemas.microsoft.com/office/drawing/2014/main" id="{4E73B661-C0D3-4777-B427-FC4F81686E2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317147" y="3055459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2687" name="Flowchart: Connector 2686">
                    <a:extLst>
                      <a:ext uri="{FF2B5EF4-FFF2-40B4-BE49-F238E27FC236}">
                        <a16:creationId xmlns:a16="http://schemas.microsoft.com/office/drawing/2014/main" id="{AEBBD521-ED29-488B-A0FB-8A824163980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848075" y="180504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2688" name="3D Model 2687" descr="Sphere">
                        <a:extLst>
                          <a:ext uri="{FF2B5EF4-FFF2-40B4-BE49-F238E27FC236}">
                            <a16:creationId xmlns:a16="http://schemas.microsoft.com/office/drawing/2014/main" id="{18A03B55-C944-46E7-BA51-BA2D23BD26B4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121477930"/>
                          </p:ext>
                        </p:extLst>
                      </p:nvPr>
                    </p:nvGraphicFramePr>
                    <p:xfrm>
                      <a:off x="2877595" y="1728590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60539" cy="61493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7"/>
                          </am3d:raster>
                          <am3d:objViewport viewportSz="66761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20" name="3D Model 119" descr="Sphere">
                        <a:extLst>
                          <a:ext uri="{FF2B5EF4-FFF2-40B4-BE49-F238E27FC236}">
                            <a16:creationId xmlns:a16="http://schemas.microsoft.com/office/drawing/2014/main" id="{3476476F-DDC4-49CE-B42B-4D693A51BEBB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5565" y="3142498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</p:grpSp>
          <p:grpSp>
            <p:nvGrpSpPr>
              <p:cNvPr id="2578" name="Group 2577">
                <a:extLst>
                  <a:ext uri="{FF2B5EF4-FFF2-40B4-BE49-F238E27FC236}">
                    <a16:creationId xmlns:a16="http://schemas.microsoft.com/office/drawing/2014/main" id="{24639217-7269-4FFA-BAA0-996DC7C18979}"/>
                  </a:ext>
                </a:extLst>
              </p:cNvPr>
              <p:cNvGrpSpPr/>
              <p:nvPr/>
            </p:nvGrpSpPr>
            <p:grpSpPr>
              <a:xfrm rot="18542409">
                <a:off x="2257159" y="2362802"/>
                <a:ext cx="834986" cy="143092"/>
                <a:chOff x="2620172" y="2546175"/>
                <a:chExt cx="834986" cy="143092"/>
              </a:xfrm>
            </p:grpSpPr>
            <p:sp>
              <p:nvSpPr>
                <p:cNvPr id="2648" name="Freeform: Shape 2647">
                  <a:extLst>
                    <a:ext uri="{FF2B5EF4-FFF2-40B4-BE49-F238E27FC236}">
                      <a16:creationId xmlns:a16="http://schemas.microsoft.com/office/drawing/2014/main" id="{DE2FB462-74CD-4A07-8A56-C450E6FD863F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49" name="Rectangle: Rounded Corners 2648">
                  <a:extLst>
                    <a:ext uri="{FF2B5EF4-FFF2-40B4-BE49-F238E27FC236}">
                      <a16:creationId xmlns:a16="http://schemas.microsoft.com/office/drawing/2014/main" id="{5BAF6FCC-AFD2-4C1B-A592-54CF86BC2592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79" name="Group 2578">
                <a:extLst>
                  <a:ext uri="{FF2B5EF4-FFF2-40B4-BE49-F238E27FC236}">
                    <a16:creationId xmlns:a16="http://schemas.microsoft.com/office/drawing/2014/main" id="{2CCF9BBB-5308-40BA-916D-AC3FCADF16F6}"/>
                  </a:ext>
                </a:extLst>
              </p:cNvPr>
              <p:cNvGrpSpPr/>
              <p:nvPr/>
            </p:nvGrpSpPr>
            <p:grpSpPr>
              <a:xfrm rot="17122200">
                <a:off x="1187274" y="2350135"/>
                <a:ext cx="834986" cy="143092"/>
                <a:chOff x="2620172" y="2546175"/>
                <a:chExt cx="834986" cy="143092"/>
              </a:xfrm>
            </p:grpSpPr>
            <p:sp>
              <p:nvSpPr>
                <p:cNvPr id="2646" name="Freeform: Shape 2645">
                  <a:extLst>
                    <a:ext uri="{FF2B5EF4-FFF2-40B4-BE49-F238E27FC236}">
                      <a16:creationId xmlns:a16="http://schemas.microsoft.com/office/drawing/2014/main" id="{C32F0D09-9CB4-43F2-BCD8-EF6436FE3DF8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47" name="Rectangle: Rounded Corners 2646">
                  <a:extLst>
                    <a:ext uri="{FF2B5EF4-FFF2-40B4-BE49-F238E27FC236}">
                      <a16:creationId xmlns:a16="http://schemas.microsoft.com/office/drawing/2014/main" id="{E5B231C0-62EC-43EF-BD73-1B2A4BDFB286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80" name="Group 2579">
                <a:extLst>
                  <a:ext uri="{FF2B5EF4-FFF2-40B4-BE49-F238E27FC236}">
                    <a16:creationId xmlns:a16="http://schemas.microsoft.com/office/drawing/2014/main" id="{2348255D-7C47-429B-BBC3-3875B63E204C}"/>
                  </a:ext>
                </a:extLst>
              </p:cNvPr>
              <p:cNvGrpSpPr/>
              <p:nvPr/>
            </p:nvGrpSpPr>
            <p:grpSpPr>
              <a:xfrm rot="658209">
                <a:off x="2479276" y="3323586"/>
                <a:ext cx="746642" cy="235253"/>
                <a:chOff x="2620172" y="2546175"/>
                <a:chExt cx="834986" cy="143092"/>
              </a:xfrm>
            </p:grpSpPr>
            <p:sp>
              <p:nvSpPr>
                <p:cNvPr id="2644" name="Freeform: Shape 2643">
                  <a:extLst>
                    <a:ext uri="{FF2B5EF4-FFF2-40B4-BE49-F238E27FC236}">
                      <a16:creationId xmlns:a16="http://schemas.microsoft.com/office/drawing/2014/main" id="{7FCA3E42-EB13-49A5-8866-BF0E64F791C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45" name="Rectangle: Rounded Corners 2644">
                  <a:extLst>
                    <a:ext uri="{FF2B5EF4-FFF2-40B4-BE49-F238E27FC236}">
                      <a16:creationId xmlns:a16="http://schemas.microsoft.com/office/drawing/2014/main" id="{10460E57-927B-4109-86FC-00CB200BE5A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81" name="Group 2580">
                <a:extLst>
                  <a:ext uri="{FF2B5EF4-FFF2-40B4-BE49-F238E27FC236}">
                    <a16:creationId xmlns:a16="http://schemas.microsoft.com/office/drawing/2014/main" id="{C1D01350-D268-4D32-8421-EB7FE0DA979F}"/>
                  </a:ext>
                </a:extLst>
              </p:cNvPr>
              <p:cNvGrpSpPr/>
              <p:nvPr/>
            </p:nvGrpSpPr>
            <p:grpSpPr>
              <a:xfrm rot="18837888">
                <a:off x="1789768" y="2238105"/>
                <a:ext cx="834986" cy="143092"/>
                <a:chOff x="2620172" y="2546175"/>
                <a:chExt cx="834986" cy="143092"/>
              </a:xfrm>
            </p:grpSpPr>
            <p:sp>
              <p:nvSpPr>
                <p:cNvPr id="2642" name="Freeform: Shape 2641">
                  <a:extLst>
                    <a:ext uri="{FF2B5EF4-FFF2-40B4-BE49-F238E27FC236}">
                      <a16:creationId xmlns:a16="http://schemas.microsoft.com/office/drawing/2014/main" id="{802DD87F-ED12-497D-923C-4387372FBCB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43" name="Rectangle: Rounded Corners 2642">
                  <a:extLst>
                    <a:ext uri="{FF2B5EF4-FFF2-40B4-BE49-F238E27FC236}">
                      <a16:creationId xmlns:a16="http://schemas.microsoft.com/office/drawing/2014/main" id="{272BAC78-A5F5-4E29-B216-05F93E4529D6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82" name="Group 2581">
                <a:extLst>
                  <a:ext uri="{FF2B5EF4-FFF2-40B4-BE49-F238E27FC236}">
                    <a16:creationId xmlns:a16="http://schemas.microsoft.com/office/drawing/2014/main" id="{37B228D0-EBBB-4AD5-8296-BAECE8D9BC5D}"/>
                  </a:ext>
                </a:extLst>
              </p:cNvPr>
              <p:cNvGrpSpPr/>
              <p:nvPr/>
            </p:nvGrpSpPr>
            <p:grpSpPr>
              <a:xfrm rot="16200000">
                <a:off x="563034" y="2429570"/>
                <a:ext cx="834986" cy="143092"/>
                <a:chOff x="2620172" y="2546175"/>
                <a:chExt cx="834986" cy="143092"/>
              </a:xfrm>
            </p:grpSpPr>
            <p:sp>
              <p:nvSpPr>
                <p:cNvPr id="2640" name="Freeform: Shape 2639">
                  <a:extLst>
                    <a:ext uri="{FF2B5EF4-FFF2-40B4-BE49-F238E27FC236}">
                      <a16:creationId xmlns:a16="http://schemas.microsoft.com/office/drawing/2014/main" id="{A2992F73-F917-48CA-8888-1D46BF943E87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41" name="Rectangle: Rounded Corners 2640">
                  <a:extLst>
                    <a:ext uri="{FF2B5EF4-FFF2-40B4-BE49-F238E27FC236}">
                      <a16:creationId xmlns:a16="http://schemas.microsoft.com/office/drawing/2014/main" id="{ECFE177F-60F7-4447-BABB-E967F88ECF41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83" name="Group 2582">
                <a:extLst>
                  <a:ext uri="{FF2B5EF4-FFF2-40B4-BE49-F238E27FC236}">
                    <a16:creationId xmlns:a16="http://schemas.microsoft.com/office/drawing/2014/main" id="{BBD0724D-42BA-48B0-B876-F75DF0E3D155}"/>
                  </a:ext>
                </a:extLst>
              </p:cNvPr>
              <p:cNvGrpSpPr/>
              <p:nvPr/>
            </p:nvGrpSpPr>
            <p:grpSpPr>
              <a:xfrm rot="5037398" flipV="1">
                <a:off x="1350328" y="4425270"/>
                <a:ext cx="731274" cy="157011"/>
                <a:chOff x="2620172" y="2546175"/>
                <a:chExt cx="834986" cy="143092"/>
              </a:xfrm>
            </p:grpSpPr>
            <p:sp>
              <p:nvSpPr>
                <p:cNvPr id="2638" name="Freeform: Shape 2637">
                  <a:extLst>
                    <a:ext uri="{FF2B5EF4-FFF2-40B4-BE49-F238E27FC236}">
                      <a16:creationId xmlns:a16="http://schemas.microsoft.com/office/drawing/2014/main" id="{481D2026-3D9B-42B5-BF8A-001AC26D34E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39" name="Rectangle: Rounded Corners 2638">
                  <a:extLst>
                    <a:ext uri="{FF2B5EF4-FFF2-40B4-BE49-F238E27FC236}">
                      <a16:creationId xmlns:a16="http://schemas.microsoft.com/office/drawing/2014/main" id="{A37BBC8F-4523-4714-B553-481FEA079DD3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84" name="Group 2583">
                <a:extLst>
                  <a:ext uri="{FF2B5EF4-FFF2-40B4-BE49-F238E27FC236}">
                    <a16:creationId xmlns:a16="http://schemas.microsoft.com/office/drawing/2014/main" id="{F2C0B385-EC3E-4258-969F-E80D6ADC31C2}"/>
                  </a:ext>
                </a:extLst>
              </p:cNvPr>
              <p:cNvGrpSpPr/>
              <p:nvPr/>
            </p:nvGrpSpPr>
            <p:grpSpPr>
              <a:xfrm rot="5880914">
                <a:off x="789613" y="4380622"/>
                <a:ext cx="834986" cy="143092"/>
                <a:chOff x="2620172" y="2546175"/>
                <a:chExt cx="834986" cy="143092"/>
              </a:xfrm>
            </p:grpSpPr>
            <p:sp>
              <p:nvSpPr>
                <p:cNvPr id="2636" name="Freeform: Shape 2635">
                  <a:extLst>
                    <a:ext uri="{FF2B5EF4-FFF2-40B4-BE49-F238E27FC236}">
                      <a16:creationId xmlns:a16="http://schemas.microsoft.com/office/drawing/2014/main" id="{F054F7C6-BEBD-4A68-A5A5-B9B7ED628C4F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37" name="Rectangle: Rounded Corners 2636">
                  <a:extLst>
                    <a:ext uri="{FF2B5EF4-FFF2-40B4-BE49-F238E27FC236}">
                      <a16:creationId xmlns:a16="http://schemas.microsoft.com/office/drawing/2014/main" id="{D45B07B5-E847-4DEE-AE35-E6884237EA82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85" name="Group 2584">
                <a:extLst>
                  <a:ext uri="{FF2B5EF4-FFF2-40B4-BE49-F238E27FC236}">
                    <a16:creationId xmlns:a16="http://schemas.microsoft.com/office/drawing/2014/main" id="{0D73E8FF-4512-41C0-ABB4-08453159292A}"/>
                  </a:ext>
                </a:extLst>
              </p:cNvPr>
              <p:cNvGrpSpPr/>
              <p:nvPr/>
            </p:nvGrpSpPr>
            <p:grpSpPr>
              <a:xfrm rot="13587211">
                <a:off x="651990" y="2929858"/>
                <a:ext cx="381035" cy="92791"/>
                <a:chOff x="2620172" y="2546175"/>
                <a:chExt cx="834986" cy="143092"/>
              </a:xfrm>
            </p:grpSpPr>
            <p:sp>
              <p:nvSpPr>
                <p:cNvPr id="2634" name="Freeform: Shape 2633">
                  <a:extLst>
                    <a:ext uri="{FF2B5EF4-FFF2-40B4-BE49-F238E27FC236}">
                      <a16:creationId xmlns:a16="http://schemas.microsoft.com/office/drawing/2014/main" id="{6B80F4AC-F83E-4871-8CE2-AFD7336E3C5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35" name="Rectangle: Rounded Corners 2634">
                  <a:extLst>
                    <a:ext uri="{FF2B5EF4-FFF2-40B4-BE49-F238E27FC236}">
                      <a16:creationId xmlns:a16="http://schemas.microsoft.com/office/drawing/2014/main" id="{893CC685-8818-4E4F-99D9-897D037F99B2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86" name="Group 2585">
                <a:extLst>
                  <a:ext uri="{FF2B5EF4-FFF2-40B4-BE49-F238E27FC236}">
                    <a16:creationId xmlns:a16="http://schemas.microsoft.com/office/drawing/2014/main" id="{1127D9CB-35D3-4A2D-8E1F-BE95B449A373}"/>
                  </a:ext>
                </a:extLst>
              </p:cNvPr>
              <p:cNvGrpSpPr/>
              <p:nvPr/>
            </p:nvGrpSpPr>
            <p:grpSpPr>
              <a:xfrm rot="11351284">
                <a:off x="163719" y="3807693"/>
                <a:ext cx="834986" cy="143092"/>
                <a:chOff x="2620172" y="2546175"/>
                <a:chExt cx="834986" cy="143092"/>
              </a:xfrm>
            </p:grpSpPr>
            <p:sp>
              <p:nvSpPr>
                <p:cNvPr id="2632" name="Freeform: Shape 2631">
                  <a:extLst>
                    <a:ext uri="{FF2B5EF4-FFF2-40B4-BE49-F238E27FC236}">
                      <a16:creationId xmlns:a16="http://schemas.microsoft.com/office/drawing/2014/main" id="{85520B55-50A7-4EB2-8A38-133DC8AF203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33" name="Rectangle: Rounded Corners 2632">
                  <a:extLst>
                    <a:ext uri="{FF2B5EF4-FFF2-40B4-BE49-F238E27FC236}">
                      <a16:creationId xmlns:a16="http://schemas.microsoft.com/office/drawing/2014/main" id="{E640A7F1-F1EA-459C-9B69-037343F84841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87" name="Group 2586">
                <a:extLst>
                  <a:ext uri="{FF2B5EF4-FFF2-40B4-BE49-F238E27FC236}">
                    <a16:creationId xmlns:a16="http://schemas.microsoft.com/office/drawing/2014/main" id="{62B2C5F4-D020-4F10-931C-383694DE2B0F}"/>
                  </a:ext>
                </a:extLst>
              </p:cNvPr>
              <p:cNvGrpSpPr/>
              <p:nvPr/>
            </p:nvGrpSpPr>
            <p:grpSpPr>
              <a:xfrm rot="4193783">
                <a:off x="2062756" y="4148262"/>
                <a:ext cx="706454" cy="171076"/>
                <a:chOff x="2620172" y="2546175"/>
                <a:chExt cx="834986" cy="143092"/>
              </a:xfrm>
            </p:grpSpPr>
            <p:sp>
              <p:nvSpPr>
                <p:cNvPr id="2630" name="Freeform: Shape 2629">
                  <a:extLst>
                    <a:ext uri="{FF2B5EF4-FFF2-40B4-BE49-F238E27FC236}">
                      <a16:creationId xmlns:a16="http://schemas.microsoft.com/office/drawing/2014/main" id="{66363689-C554-41B5-8314-B2F5002D8B90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31" name="Rectangle: Rounded Corners 2630">
                  <a:extLst>
                    <a:ext uri="{FF2B5EF4-FFF2-40B4-BE49-F238E27FC236}">
                      <a16:creationId xmlns:a16="http://schemas.microsoft.com/office/drawing/2014/main" id="{52198104-87C1-44AB-A116-252EAAC64A91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88" name="Group 2587">
                <a:extLst>
                  <a:ext uri="{FF2B5EF4-FFF2-40B4-BE49-F238E27FC236}">
                    <a16:creationId xmlns:a16="http://schemas.microsoft.com/office/drawing/2014/main" id="{BD30E173-808E-45D6-99E5-A61CABE7FCBA}"/>
                  </a:ext>
                </a:extLst>
              </p:cNvPr>
              <p:cNvGrpSpPr/>
              <p:nvPr/>
            </p:nvGrpSpPr>
            <p:grpSpPr>
              <a:xfrm rot="1837203">
                <a:off x="2331692" y="387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2628" name="Freeform: Shape 2627">
                  <a:extLst>
                    <a:ext uri="{FF2B5EF4-FFF2-40B4-BE49-F238E27FC236}">
                      <a16:creationId xmlns:a16="http://schemas.microsoft.com/office/drawing/2014/main" id="{C6DD3346-6AF6-41B4-8137-1312EFF1CF8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29" name="Rectangle: Rounded Corners 2628">
                  <a:extLst>
                    <a:ext uri="{FF2B5EF4-FFF2-40B4-BE49-F238E27FC236}">
                      <a16:creationId xmlns:a16="http://schemas.microsoft.com/office/drawing/2014/main" id="{036E2032-D436-42D6-BBB6-F7C427D66D1D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89" name="Group 2588">
                <a:extLst>
                  <a:ext uri="{FF2B5EF4-FFF2-40B4-BE49-F238E27FC236}">
                    <a16:creationId xmlns:a16="http://schemas.microsoft.com/office/drawing/2014/main" id="{36D536DB-99DC-4045-B850-73C82BF73C29}"/>
                  </a:ext>
                </a:extLst>
              </p:cNvPr>
              <p:cNvGrpSpPr/>
              <p:nvPr/>
            </p:nvGrpSpPr>
            <p:grpSpPr>
              <a:xfrm rot="932650">
                <a:off x="2489621" y="3105014"/>
                <a:ext cx="381035" cy="92791"/>
                <a:chOff x="2620172" y="2546175"/>
                <a:chExt cx="834986" cy="143092"/>
              </a:xfrm>
            </p:grpSpPr>
            <p:sp>
              <p:nvSpPr>
                <p:cNvPr id="2626" name="Freeform: Shape 2625">
                  <a:extLst>
                    <a:ext uri="{FF2B5EF4-FFF2-40B4-BE49-F238E27FC236}">
                      <a16:creationId xmlns:a16="http://schemas.microsoft.com/office/drawing/2014/main" id="{A82E9A34-CE42-45F3-B0DB-D8BAAF9770B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27" name="Rectangle: Rounded Corners 2626">
                  <a:extLst>
                    <a:ext uri="{FF2B5EF4-FFF2-40B4-BE49-F238E27FC236}">
                      <a16:creationId xmlns:a16="http://schemas.microsoft.com/office/drawing/2014/main" id="{ABA1DEE2-14DB-4A8A-A4CA-A4F708045133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90" name="Group 2589">
                <a:extLst>
                  <a:ext uri="{FF2B5EF4-FFF2-40B4-BE49-F238E27FC236}">
                    <a16:creationId xmlns:a16="http://schemas.microsoft.com/office/drawing/2014/main" id="{92A65ED0-41A2-43CB-A709-C64FD0FB836E}"/>
                  </a:ext>
                </a:extLst>
              </p:cNvPr>
              <p:cNvGrpSpPr/>
              <p:nvPr/>
            </p:nvGrpSpPr>
            <p:grpSpPr>
              <a:xfrm rot="10458038">
                <a:off x="686489" y="3490410"/>
                <a:ext cx="381035" cy="92791"/>
                <a:chOff x="2620172" y="2546175"/>
                <a:chExt cx="834986" cy="143092"/>
              </a:xfrm>
            </p:grpSpPr>
            <p:sp>
              <p:nvSpPr>
                <p:cNvPr id="2624" name="Freeform: Shape 2623">
                  <a:extLst>
                    <a:ext uri="{FF2B5EF4-FFF2-40B4-BE49-F238E27FC236}">
                      <a16:creationId xmlns:a16="http://schemas.microsoft.com/office/drawing/2014/main" id="{6D771F04-3D57-4DBB-8C98-3FEEC63AFAE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25" name="Rectangle: Rounded Corners 2624">
                  <a:extLst>
                    <a:ext uri="{FF2B5EF4-FFF2-40B4-BE49-F238E27FC236}">
                      <a16:creationId xmlns:a16="http://schemas.microsoft.com/office/drawing/2014/main" id="{F89FCB96-39DD-41E1-8E4C-9E0282B98DCF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91" name="Group 2590">
                <a:extLst>
                  <a:ext uri="{FF2B5EF4-FFF2-40B4-BE49-F238E27FC236}">
                    <a16:creationId xmlns:a16="http://schemas.microsoft.com/office/drawing/2014/main" id="{1547B84E-DA73-4B77-BAD9-129B68CBF0D5}"/>
                  </a:ext>
                </a:extLst>
              </p:cNvPr>
              <p:cNvGrpSpPr/>
              <p:nvPr/>
            </p:nvGrpSpPr>
            <p:grpSpPr>
              <a:xfrm rot="16924252">
                <a:off x="1635001" y="2371073"/>
                <a:ext cx="381035" cy="92791"/>
                <a:chOff x="2620172" y="2546175"/>
                <a:chExt cx="834986" cy="143092"/>
              </a:xfrm>
            </p:grpSpPr>
            <p:sp>
              <p:nvSpPr>
                <p:cNvPr id="2622" name="Freeform: Shape 2621">
                  <a:extLst>
                    <a:ext uri="{FF2B5EF4-FFF2-40B4-BE49-F238E27FC236}">
                      <a16:creationId xmlns:a16="http://schemas.microsoft.com/office/drawing/2014/main" id="{36F47D3A-CA6F-43F0-948F-D83FF9A3E570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23" name="Rectangle: Rounded Corners 2622">
                  <a:extLst>
                    <a:ext uri="{FF2B5EF4-FFF2-40B4-BE49-F238E27FC236}">
                      <a16:creationId xmlns:a16="http://schemas.microsoft.com/office/drawing/2014/main" id="{9E8D7C54-1F11-43CB-8BBE-96E563911D44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92" name="Group 2591">
                <a:extLst>
                  <a:ext uri="{FF2B5EF4-FFF2-40B4-BE49-F238E27FC236}">
                    <a16:creationId xmlns:a16="http://schemas.microsoft.com/office/drawing/2014/main" id="{390634CF-AB29-407B-B4F9-29E0B373F654}"/>
                  </a:ext>
                </a:extLst>
              </p:cNvPr>
              <p:cNvGrpSpPr/>
              <p:nvPr/>
            </p:nvGrpSpPr>
            <p:grpSpPr>
              <a:xfrm rot="15677156">
                <a:off x="985517" y="2521255"/>
                <a:ext cx="381035" cy="92791"/>
                <a:chOff x="2620172" y="2546175"/>
                <a:chExt cx="834986" cy="143092"/>
              </a:xfrm>
            </p:grpSpPr>
            <p:sp>
              <p:nvSpPr>
                <p:cNvPr id="2620" name="Freeform: Shape 2619">
                  <a:extLst>
                    <a:ext uri="{FF2B5EF4-FFF2-40B4-BE49-F238E27FC236}">
                      <a16:creationId xmlns:a16="http://schemas.microsoft.com/office/drawing/2014/main" id="{E70E3DB9-2EFA-4046-A4D2-21363F1CCF65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21" name="Rectangle: Rounded Corners 2620">
                  <a:extLst>
                    <a:ext uri="{FF2B5EF4-FFF2-40B4-BE49-F238E27FC236}">
                      <a16:creationId xmlns:a16="http://schemas.microsoft.com/office/drawing/2014/main" id="{A7CEB484-97BF-46F4-9EFB-C20EC4893F1B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93" name="Group 2592">
                <a:extLst>
                  <a:ext uri="{FF2B5EF4-FFF2-40B4-BE49-F238E27FC236}">
                    <a16:creationId xmlns:a16="http://schemas.microsoft.com/office/drawing/2014/main" id="{771AB22F-28D1-4999-B6AB-DDE796972A4B}"/>
                  </a:ext>
                </a:extLst>
              </p:cNvPr>
              <p:cNvGrpSpPr/>
              <p:nvPr/>
            </p:nvGrpSpPr>
            <p:grpSpPr>
              <a:xfrm rot="14354853" flipV="1">
                <a:off x="976412" y="2438473"/>
                <a:ext cx="731274" cy="157011"/>
                <a:chOff x="2620172" y="2546175"/>
                <a:chExt cx="834986" cy="143092"/>
              </a:xfrm>
            </p:grpSpPr>
            <p:sp>
              <p:nvSpPr>
                <p:cNvPr id="2618" name="Freeform: Shape 2617">
                  <a:extLst>
                    <a:ext uri="{FF2B5EF4-FFF2-40B4-BE49-F238E27FC236}">
                      <a16:creationId xmlns:a16="http://schemas.microsoft.com/office/drawing/2014/main" id="{0C521037-DD09-43C1-BFF7-3B6C3BA47915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19" name="Rectangle: Rounded Corners 2618">
                  <a:extLst>
                    <a:ext uri="{FF2B5EF4-FFF2-40B4-BE49-F238E27FC236}">
                      <a16:creationId xmlns:a16="http://schemas.microsoft.com/office/drawing/2014/main" id="{00F5CE49-74FA-4C50-A7AC-B49C72BCBF7C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94" name="Group 2593">
                <a:extLst>
                  <a:ext uri="{FF2B5EF4-FFF2-40B4-BE49-F238E27FC236}">
                    <a16:creationId xmlns:a16="http://schemas.microsoft.com/office/drawing/2014/main" id="{EC203CF9-7863-486A-A228-6597EB77333F}"/>
                  </a:ext>
                </a:extLst>
              </p:cNvPr>
              <p:cNvGrpSpPr/>
              <p:nvPr/>
            </p:nvGrpSpPr>
            <p:grpSpPr>
              <a:xfrm rot="9793356" flipV="1">
                <a:off x="215985" y="3237903"/>
                <a:ext cx="731274" cy="157011"/>
                <a:chOff x="2620172" y="2546175"/>
                <a:chExt cx="834986" cy="143092"/>
              </a:xfrm>
            </p:grpSpPr>
            <p:sp>
              <p:nvSpPr>
                <p:cNvPr id="2616" name="Freeform: Shape 2615">
                  <a:extLst>
                    <a:ext uri="{FF2B5EF4-FFF2-40B4-BE49-F238E27FC236}">
                      <a16:creationId xmlns:a16="http://schemas.microsoft.com/office/drawing/2014/main" id="{DF326C83-85E5-4B7D-8710-BA66432FB484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17" name="Rectangle: Rounded Corners 2616">
                  <a:extLst>
                    <a:ext uri="{FF2B5EF4-FFF2-40B4-BE49-F238E27FC236}">
                      <a16:creationId xmlns:a16="http://schemas.microsoft.com/office/drawing/2014/main" id="{BED68906-5C46-4A26-9453-154D24792345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95" name="Group 2594">
                <a:extLst>
                  <a:ext uri="{FF2B5EF4-FFF2-40B4-BE49-F238E27FC236}">
                    <a16:creationId xmlns:a16="http://schemas.microsoft.com/office/drawing/2014/main" id="{F3E3E02D-C350-4C1F-BB93-77DAB54F6F8A}"/>
                  </a:ext>
                </a:extLst>
              </p:cNvPr>
              <p:cNvGrpSpPr/>
              <p:nvPr/>
            </p:nvGrpSpPr>
            <p:grpSpPr>
              <a:xfrm rot="6907686" flipV="1">
                <a:off x="692019" y="3931960"/>
                <a:ext cx="731274" cy="157011"/>
                <a:chOff x="2620172" y="2546175"/>
                <a:chExt cx="834986" cy="143092"/>
              </a:xfrm>
            </p:grpSpPr>
            <p:sp>
              <p:nvSpPr>
                <p:cNvPr id="2614" name="Freeform: Shape 2613">
                  <a:extLst>
                    <a:ext uri="{FF2B5EF4-FFF2-40B4-BE49-F238E27FC236}">
                      <a16:creationId xmlns:a16="http://schemas.microsoft.com/office/drawing/2014/main" id="{BD039280-EB83-4726-99EB-37338EC7948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15" name="Rectangle: Rounded Corners 2614">
                  <a:extLst>
                    <a:ext uri="{FF2B5EF4-FFF2-40B4-BE49-F238E27FC236}">
                      <a16:creationId xmlns:a16="http://schemas.microsoft.com/office/drawing/2014/main" id="{394D563D-465B-45EC-BE39-54093573BE65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96" name="Group 2595">
                <a:extLst>
                  <a:ext uri="{FF2B5EF4-FFF2-40B4-BE49-F238E27FC236}">
                    <a16:creationId xmlns:a16="http://schemas.microsoft.com/office/drawing/2014/main" id="{0F9CDD65-5307-4ED8-9FEC-BB94FDCCA8AA}"/>
                  </a:ext>
                </a:extLst>
              </p:cNvPr>
              <p:cNvGrpSpPr/>
              <p:nvPr/>
            </p:nvGrpSpPr>
            <p:grpSpPr>
              <a:xfrm rot="1465711" flipV="1">
                <a:off x="2002734" y="3404484"/>
                <a:ext cx="731274" cy="157011"/>
                <a:chOff x="2620172" y="2546175"/>
                <a:chExt cx="834986" cy="143092"/>
              </a:xfrm>
            </p:grpSpPr>
            <p:sp>
              <p:nvSpPr>
                <p:cNvPr id="2612" name="Freeform: Shape 2611">
                  <a:extLst>
                    <a:ext uri="{FF2B5EF4-FFF2-40B4-BE49-F238E27FC236}">
                      <a16:creationId xmlns:a16="http://schemas.microsoft.com/office/drawing/2014/main" id="{0DD96C5E-F057-40A5-8DF5-7CE37570E3E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13" name="Rectangle: Rounded Corners 2612">
                  <a:extLst>
                    <a:ext uri="{FF2B5EF4-FFF2-40B4-BE49-F238E27FC236}">
                      <a16:creationId xmlns:a16="http://schemas.microsoft.com/office/drawing/2014/main" id="{344EDD5D-B1FB-4053-9DE9-D141CF63CE94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97" name="Group 2596">
                <a:extLst>
                  <a:ext uri="{FF2B5EF4-FFF2-40B4-BE49-F238E27FC236}">
                    <a16:creationId xmlns:a16="http://schemas.microsoft.com/office/drawing/2014/main" id="{90587369-9DF2-4E61-A185-B604FD025316}"/>
                  </a:ext>
                </a:extLst>
              </p:cNvPr>
              <p:cNvGrpSpPr/>
              <p:nvPr/>
            </p:nvGrpSpPr>
            <p:grpSpPr>
              <a:xfrm rot="19016516">
                <a:off x="1733273" y="283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2610" name="Freeform: Shape 2609">
                  <a:extLst>
                    <a:ext uri="{FF2B5EF4-FFF2-40B4-BE49-F238E27FC236}">
                      <a16:creationId xmlns:a16="http://schemas.microsoft.com/office/drawing/2014/main" id="{7ADC8DC3-6657-461A-8657-B97D3BA97EF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11" name="Rectangle: Rounded Corners 2610">
                  <a:extLst>
                    <a:ext uri="{FF2B5EF4-FFF2-40B4-BE49-F238E27FC236}">
                      <a16:creationId xmlns:a16="http://schemas.microsoft.com/office/drawing/2014/main" id="{92B81176-055F-4AF7-91BF-D122924F86B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98" name="Group 2597">
                <a:extLst>
                  <a:ext uri="{FF2B5EF4-FFF2-40B4-BE49-F238E27FC236}">
                    <a16:creationId xmlns:a16="http://schemas.microsoft.com/office/drawing/2014/main" id="{22979EC6-56AB-4B54-B712-92BB56211B6B}"/>
                  </a:ext>
                </a:extLst>
              </p:cNvPr>
              <p:cNvGrpSpPr/>
              <p:nvPr/>
            </p:nvGrpSpPr>
            <p:grpSpPr>
              <a:xfrm rot="19245075">
                <a:off x="1632068" y="2825415"/>
                <a:ext cx="834986" cy="143092"/>
                <a:chOff x="2620172" y="2546175"/>
                <a:chExt cx="834986" cy="143092"/>
              </a:xfrm>
            </p:grpSpPr>
            <p:sp>
              <p:nvSpPr>
                <p:cNvPr id="2608" name="Freeform: Shape 2607">
                  <a:extLst>
                    <a:ext uri="{FF2B5EF4-FFF2-40B4-BE49-F238E27FC236}">
                      <a16:creationId xmlns:a16="http://schemas.microsoft.com/office/drawing/2014/main" id="{264603F8-97B0-40C5-8E4A-676FCD3E32A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09" name="Rectangle: Rounded Corners 2608">
                  <a:extLst>
                    <a:ext uri="{FF2B5EF4-FFF2-40B4-BE49-F238E27FC236}">
                      <a16:creationId xmlns:a16="http://schemas.microsoft.com/office/drawing/2014/main" id="{1268C0F5-FF60-4A17-9C76-3E6AB7EA65A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99" name="Group 2598">
                <a:extLst>
                  <a:ext uri="{FF2B5EF4-FFF2-40B4-BE49-F238E27FC236}">
                    <a16:creationId xmlns:a16="http://schemas.microsoft.com/office/drawing/2014/main" id="{3399643E-A3E7-40A0-AD3B-62E9E39A0B29}"/>
                  </a:ext>
                </a:extLst>
              </p:cNvPr>
              <p:cNvGrpSpPr/>
              <p:nvPr/>
            </p:nvGrpSpPr>
            <p:grpSpPr>
              <a:xfrm rot="10458038">
                <a:off x="838889" y="3642810"/>
                <a:ext cx="381035" cy="92791"/>
                <a:chOff x="2620172" y="2546175"/>
                <a:chExt cx="834986" cy="143092"/>
              </a:xfrm>
            </p:grpSpPr>
            <p:sp>
              <p:nvSpPr>
                <p:cNvPr id="2606" name="Freeform: Shape 2605">
                  <a:extLst>
                    <a:ext uri="{FF2B5EF4-FFF2-40B4-BE49-F238E27FC236}">
                      <a16:creationId xmlns:a16="http://schemas.microsoft.com/office/drawing/2014/main" id="{94BD9ED9-DB41-4C22-908C-BED3AADFA5E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07" name="Rectangle: Rounded Corners 2606">
                  <a:extLst>
                    <a:ext uri="{FF2B5EF4-FFF2-40B4-BE49-F238E27FC236}">
                      <a16:creationId xmlns:a16="http://schemas.microsoft.com/office/drawing/2014/main" id="{4B976CB5-BBB9-469F-9514-50CC6DCE520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600" name="Group 2599">
                <a:extLst>
                  <a:ext uri="{FF2B5EF4-FFF2-40B4-BE49-F238E27FC236}">
                    <a16:creationId xmlns:a16="http://schemas.microsoft.com/office/drawing/2014/main" id="{72A54A49-70B3-4542-A852-B8FBF6D4D08A}"/>
                  </a:ext>
                </a:extLst>
              </p:cNvPr>
              <p:cNvGrpSpPr/>
              <p:nvPr/>
            </p:nvGrpSpPr>
            <p:grpSpPr>
              <a:xfrm rot="15824399">
                <a:off x="1224680" y="2818934"/>
                <a:ext cx="381035" cy="92791"/>
                <a:chOff x="2620172" y="2546175"/>
                <a:chExt cx="834986" cy="143092"/>
              </a:xfrm>
            </p:grpSpPr>
            <p:sp>
              <p:nvSpPr>
                <p:cNvPr id="2604" name="Freeform: Shape 2603">
                  <a:extLst>
                    <a:ext uri="{FF2B5EF4-FFF2-40B4-BE49-F238E27FC236}">
                      <a16:creationId xmlns:a16="http://schemas.microsoft.com/office/drawing/2014/main" id="{336BEF67-D3AD-4F28-86A7-9AF7423CC06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05" name="Rectangle: Rounded Corners 2604">
                  <a:extLst>
                    <a:ext uri="{FF2B5EF4-FFF2-40B4-BE49-F238E27FC236}">
                      <a16:creationId xmlns:a16="http://schemas.microsoft.com/office/drawing/2014/main" id="{BE42A3FA-1EC8-4CB1-8FC7-9A26734DC234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601" name="Group 2600">
                <a:extLst>
                  <a:ext uri="{FF2B5EF4-FFF2-40B4-BE49-F238E27FC236}">
                    <a16:creationId xmlns:a16="http://schemas.microsoft.com/office/drawing/2014/main" id="{B6190485-121C-4D95-AA50-82DE1B26BD9E}"/>
                  </a:ext>
                </a:extLst>
              </p:cNvPr>
              <p:cNvGrpSpPr/>
              <p:nvPr/>
            </p:nvGrpSpPr>
            <p:grpSpPr>
              <a:xfrm rot="16697394">
                <a:off x="1080028" y="2168448"/>
                <a:ext cx="834986" cy="143092"/>
                <a:chOff x="2620172" y="2546175"/>
                <a:chExt cx="834986" cy="143092"/>
              </a:xfrm>
            </p:grpSpPr>
            <p:sp>
              <p:nvSpPr>
                <p:cNvPr id="2602" name="Freeform: Shape 2601">
                  <a:extLst>
                    <a:ext uri="{FF2B5EF4-FFF2-40B4-BE49-F238E27FC236}">
                      <a16:creationId xmlns:a16="http://schemas.microsoft.com/office/drawing/2014/main" id="{5E8FE76F-BCDE-4F60-97BF-40D5D820DED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2603" name="Rectangle: Rounded Corners 2602">
                  <a:extLst>
                    <a:ext uri="{FF2B5EF4-FFF2-40B4-BE49-F238E27FC236}">
                      <a16:creationId xmlns:a16="http://schemas.microsoft.com/office/drawing/2014/main" id="{66584BAD-5CCF-4EFB-8348-86E3F114312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</p:grp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id="{BFA51706-9C61-43A4-A448-9159755D21B6}"/>
                </a:ext>
              </a:extLst>
            </p:cNvPr>
            <p:cNvSpPr/>
            <p:nvPr/>
          </p:nvSpPr>
          <p:spPr>
            <a:xfrm rot="6017948" flipV="1">
              <a:off x="1305755" y="4290452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id="{D350DFCC-D3B6-42C7-AC88-8151222854FB}"/>
                </a:ext>
              </a:extLst>
            </p:cNvPr>
            <p:cNvSpPr/>
            <p:nvPr/>
          </p:nvSpPr>
          <p:spPr>
            <a:xfrm rot="21277659">
              <a:off x="2517403" y="2906549"/>
              <a:ext cx="690584" cy="235253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id="{15844CF4-DF8B-4A90-824F-18CBAF4D810B}"/>
                </a:ext>
              </a:extLst>
            </p:cNvPr>
            <p:cNvSpPr/>
            <p:nvPr/>
          </p:nvSpPr>
          <p:spPr>
            <a:xfrm rot="11528244" flipV="1">
              <a:off x="344853" y="2978311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grpSp>
        <p:nvGrpSpPr>
          <p:cNvPr id="4400" name="Group 4399">
            <a:extLst>
              <a:ext uri="{FF2B5EF4-FFF2-40B4-BE49-F238E27FC236}">
                <a16:creationId xmlns:a16="http://schemas.microsoft.com/office/drawing/2014/main" id="{41F93649-9AF1-4969-BE23-DD75D1DA9351}"/>
              </a:ext>
            </a:extLst>
          </p:cNvPr>
          <p:cNvGrpSpPr/>
          <p:nvPr/>
        </p:nvGrpSpPr>
        <p:grpSpPr>
          <a:xfrm>
            <a:off x="2940827" y="1975118"/>
            <a:ext cx="2232003" cy="615557"/>
            <a:chOff x="2927598" y="2593376"/>
            <a:chExt cx="2232003" cy="615557"/>
          </a:xfrm>
        </p:grpSpPr>
        <p:grpSp>
          <p:nvGrpSpPr>
            <p:cNvPr id="2936" name="Group 2935">
              <a:extLst>
                <a:ext uri="{FF2B5EF4-FFF2-40B4-BE49-F238E27FC236}">
                  <a16:creationId xmlns:a16="http://schemas.microsoft.com/office/drawing/2014/main" id="{BAF32ADF-470F-4D35-A3FD-0E7586DFC3E4}"/>
                </a:ext>
              </a:extLst>
            </p:cNvPr>
            <p:cNvGrpSpPr/>
            <p:nvPr/>
          </p:nvGrpSpPr>
          <p:grpSpPr>
            <a:xfrm>
              <a:off x="2927598" y="2609933"/>
              <a:ext cx="630854" cy="599000"/>
              <a:chOff x="163719" y="1822501"/>
              <a:chExt cx="3062199" cy="3047160"/>
            </a:xfrm>
          </p:grpSpPr>
          <p:grpSp>
            <p:nvGrpSpPr>
              <p:cNvPr id="2937" name="Group 2936">
                <a:extLst>
                  <a:ext uri="{FF2B5EF4-FFF2-40B4-BE49-F238E27FC236}">
                    <a16:creationId xmlns:a16="http://schemas.microsoft.com/office/drawing/2014/main" id="{CF97A81B-0EBA-4309-9CC2-9FD5B7B3F89E}"/>
                  </a:ext>
                </a:extLst>
              </p:cNvPr>
              <p:cNvGrpSpPr/>
              <p:nvPr/>
            </p:nvGrpSpPr>
            <p:grpSpPr>
              <a:xfrm>
                <a:off x="163719" y="1822501"/>
                <a:ext cx="3062199" cy="3047160"/>
                <a:chOff x="163719" y="1822501"/>
                <a:chExt cx="3062199" cy="3047160"/>
              </a:xfrm>
            </p:grpSpPr>
            <p:grpSp>
              <p:nvGrpSpPr>
                <p:cNvPr id="2941" name="Group 2940">
                  <a:extLst>
                    <a:ext uri="{FF2B5EF4-FFF2-40B4-BE49-F238E27FC236}">
                      <a16:creationId xmlns:a16="http://schemas.microsoft.com/office/drawing/2014/main" id="{EEFADF7C-2918-484A-B47B-FFACA1F2BF14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683131" y="3844124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300" name="Freeform: Shape 3299">
                    <a:extLst>
                      <a:ext uri="{FF2B5EF4-FFF2-40B4-BE49-F238E27FC236}">
                        <a16:creationId xmlns:a16="http://schemas.microsoft.com/office/drawing/2014/main" id="{A3D47175-66E4-4463-AF69-4740BB7C8CE3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01" name="Rectangle: Rounded Corners 3300">
                    <a:extLst>
                      <a:ext uri="{FF2B5EF4-FFF2-40B4-BE49-F238E27FC236}">
                        <a16:creationId xmlns:a16="http://schemas.microsoft.com/office/drawing/2014/main" id="{BBF422BF-C3E3-4C48-8D8D-0C9C77775269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42" name="Group 2941">
                  <a:extLst>
                    <a:ext uri="{FF2B5EF4-FFF2-40B4-BE49-F238E27FC236}">
                      <a16:creationId xmlns:a16="http://schemas.microsoft.com/office/drawing/2014/main" id="{71297065-A107-4E16-95B5-8AF01FB7D2FF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123013" y="4110752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298" name="Freeform: Shape 3297">
                    <a:extLst>
                      <a:ext uri="{FF2B5EF4-FFF2-40B4-BE49-F238E27FC236}">
                        <a16:creationId xmlns:a16="http://schemas.microsoft.com/office/drawing/2014/main" id="{B321C077-9907-4F90-9759-B4286F9FDDB4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299" name="Rectangle: Rounded Corners 3298">
                    <a:extLst>
                      <a:ext uri="{FF2B5EF4-FFF2-40B4-BE49-F238E27FC236}">
                        <a16:creationId xmlns:a16="http://schemas.microsoft.com/office/drawing/2014/main" id="{A8B8A925-C974-402C-B248-E94ED66669A7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43" name="Group 2942">
                  <a:extLst>
                    <a:ext uri="{FF2B5EF4-FFF2-40B4-BE49-F238E27FC236}">
                      <a16:creationId xmlns:a16="http://schemas.microsoft.com/office/drawing/2014/main" id="{28DF0552-DE26-4A75-B295-80AA6601818F}"/>
                    </a:ext>
                  </a:extLst>
                </p:cNvPr>
                <p:cNvGrpSpPr/>
                <p:nvPr/>
              </p:nvGrpSpPr>
              <p:grpSpPr>
                <a:xfrm>
                  <a:off x="860260" y="2440902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3016" name="Group 3015">
                    <a:extLst>
                      <a:ext uri="{FF2B5EF4-FFF2-40B4-BE49-F238E27FC236}">
                        <a16:creationId xmlns:a16="http://schemas.microsoft.com/office/drawing/2014/main" id="{16F6A768-9F55-412B-847C-E6123F45BAC8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3237" name="Group 3236">
                      <a:extLst>
                        <a:ext uri="{FF2B5EF4-FFF2-40B4-BE49-F238E27FC236}">
                          <a16:creationId xmlns:a16="http://schemas.microsoft.com/office/drawing/2014/main" id="{FD406BE2-ECB7-4A82-B090-B73A55514E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3294" name="Flowchart: Connector 3293">
                        <a:extLst>
                          <a:ext uri="{FF2B5EF4-FFF2-40B4-BE49-F238E27FC236}">
                            <a16:creationId xmlns:a16="http://schemas.microsoft.com/office/drawing/2014/main" id="{AB5DB945-14B7-4D7E-B831-3470BF43F4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95" name="Flowchart: Connector 3294">
                        <a:extLst>
                          <a:ext uri="{FF2B5EF4-FFF2-40B4-BE49-F238E27FC236}">
                            <a16:creationId xmlns:a16="http://schemas.microsoft.com/office/drawing/2014/main" id="{7DB43185-5476-4D47-B10E-2A578DB69A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96" name="Flowchart: Connector 3295">
                        <a:extLst>
                          <a:ext uri="{FF2B5EF4-FFF2-40B4-BE49-F238E27FC236}">
                            <a16:creationId xmlns:a16="http://schemas.microsoft.com/office/drawing/2014/main" id="{D23C1F3C-9178-4D55-9D6B-D9979865CD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97" name="Flowchart: Connector 3296">
                        <a:extLst>
                          <a:ext uri="{FF2B5EF4-FFF2-40B4-BE49-F238E27FC236}">
                            <a16:creationId xmlns:a16="http://schemas.microsoft.com/office/drawing/2014/main" id="{CF6FF0BC-6EBE-4455-9F78-516B3C9B6EC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3238" name="Group 3237">
                      <a:extLst>
                        <a:ext uri="{FF2B5EF4-FFF2-40B4-BE49-F238E27FC236}">
                          <a16:creationId xmlns:a16="http://schemas.microsoft.com/office/drawing/2014/main" id="{5586F152-8BFC-4F3A-B447-A1CA4B4C7F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3239" name="Group 3238">
                        <a:extLst>
                          <a:ext uri="{FF2B5EF4-FFF2-40B4-BE49-F238E27FC236}">
                            <a16:creationId xmlns:a16="http://schemas.microsoft.com/office/drawing/2014/main" id="{3F42B4BC-1880-4F93-88C5-5C2DDC1AF7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87" name="3D Model 3286" descr="Sphere">
                              <a:extLst>
                                <a:ext uri="{FF2B5EF4-FFF2-40B4-BE49-F238E27FC236}">
                                  <a16:creationId xmlns:a16="http://schemas.microsoft.com/office/drawing/2014/main" id="{5F6FF705-07BD-4724-9AF3-E899A67B2A7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1580998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88" name="Flowchart: Connector 3287">
                          <a:extLst>
                            <a:ext uri="{FF2B5EF4-FFF2-40B4-BE49-F238E27FC236}">
                              <a16:creationId xmlns:a16="http://schemas.microsoft.com/office/drawing/2014/main" id="{14407EDC-5C99-47FD-9F18-F6AF1FCE978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89" name="3D Model 3288" descr="Sphere">
                              <a:extLst>
                                <a:ext uri="{FF2B5EF4-FFF2-40B4-BE49-F238E27FC236}">
                                  <a16:creationId xmlns:a16="http://schemas.microsoft.com/office/drawing/2014/main" id="{BDFF6E62-525A-4D4D-BA29-066CA31769F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8586043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90" name="Flowchart: Connector 3289">
                          <a:extLst>
                            <a:ext uri="{FF2B5EF4-FFF2-40B4-BE49-F238E27FC236}">
                              <a16:creationId xmlns:a16="http://schemas.microsoft.com/office/drawing/2014/main" id="{DE2BFA8C-2FA1-4597-AD33-30D2712544F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91" name="3D Model 3290" descr="Sphere">
                              <a:extLst>
                                <a:ext uri="{FF2B5EF4-FFF2-40B4-BE49-F238E27FC236}">
                                  <a16:creationId xmlns:a16="http://schemas.microsoft.com/office/drawing/2014/main" id="{C79BCE36-F7BE-4638-8EA9-52D0C4C7E8E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2095339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92" name="Flowchart: Connector 3291">
                          <a:extLst>
                            <a:ext uri="{FF2B5EF4-FFF2-40B4-BE49-F238E27FC236}">
                              <a16:creationId xmlns:a16="http://schemas.microsoft.com/office/drawing/2014/main" id="{F25BBCC8-E124-4C69-BFD5-E943E4BD798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93" name="3D Model 3292" descr="Sphere">
                              <a:extLst>
                                <a:ext uri="{FF2B5EF4-FFF2-40B4-BE49-F238E27FC236}">
                                  <a16:creationId xmlns:a16="http://schemas.microsoft.com/office/drawing/2014/main" id="{DEFAE22B-3908-4C35-8D37-EC08E7F7195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9469200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240" name="Group 3239">
                        <a:extLst>
                          <a:ext uri="{FF2B5EF4-FFF2-40B4-BE49-F238E27FC236}">
                            <a16:creationId xmlns:a16="http://schemas.microsoft.com/office/drawing/2014/main" id="{3FA332C4-988C-4080-94B9-B6F089608D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3272" name="Flowchart: Connector 3271">
                          <a:extLst>
                            <a:ext uri="{FF2B5EF4-FFF2-40B4-BE49-F238E27FC236}">
                              <a16:creationId xmlns:a16="http://schemas.microsoft.com/office/drawing/2014/main" id="{8888DD19-4C3F-40F7-98FB-BCC27C92627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73" name="Flowchart: Connector 3272">
                          <a:extLst>
                            <a:ext uri="{FF2B5EF4-FFF2-40B4-BE49-F238E27FC236}">
                              <a16:creationId xmlns:a16="http://schemas.microsoft.com/office/drawing/2014/main" id="{0F671140-5734-47E0-9C82-884A31FDD6A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74" name="Flowchart: Connector 3273">
                          <a:extLst>
                            <a:ext uri="{FF2B5EF4-FFF2-40B4-BE49-F238E27FC236}">
                              <a16:creationId xmlns:a16="http://schemas.microsoft.com/office/drawing/2014/main" id="{7AE3FD9E-D413-452B-A547-450AB5DC2BE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75" name="Flowchart: Connector 3274">
                          <a:extLst>
                            <a:ext uri="{FF2B5EF4-FFF2-40B4-BE49-F238E27FC236}">
                              <a16:creationId xmlns:a16="http://schemas.microsoft.com/office/drawing/2014/main" id="{4DD8306B-3834-4131-8E95-896D05F9093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76" name="Flowchart: Connector 3275">
                          <a:extLst>
                            <a:ext uri="{FF2B5EF4-FFF2-40B4-BE49-F238E27FC236}">
                              <a16:creationId xmlns:a16="http://schemas.microsoft.com/office/drawing/2014/main" id="{11EEA2BA-C092-4D37-930E-307DA7E3F62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77" name="Flowchart: Connector 3276">
                          <a:extLst>
                            <a:ext uri="{FF2B5EF4-FFF2-40B4-BE49-F238E27FC236}">
                              <a16:creationId xmlns:a16="http://schemas.microsoft.com/office/drawing/2014/main" id="{BD464673-C667-44D7-8141-88DAC67AF86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78" name="Flowchart: Connector 3277">
                          <a:extLst>
                            <a:ext uri="{FF2B5EF4-FFF2-40B4-BE49-F238E27FC236}">
                              <a16:creationId xmlns:a16="http://schemas.microsoft.com/office/drawing/2014/main" id="{06C8A528-47A1-4D97-892D-98E5BCEE97F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79" name="Flowchart: Connector 3278">
                          <a:extLst>
                            <a:ext uri="{FF2B5EF4-FFF2-40B4-BE49-F238E27FC236}">
                              <a16:creationId xmlns:a16="http://schemas.microsoft.com/office/drawing/2014/main" id="{D51E8A05-FF71-45B1-A470-69AD86F9390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80" name="3D Model 3279" descr="Sphere">
                              <a:extLst>
                                <a:ext uri="{FF2B5EF4-FFF2-40B4-BE49-F238E27FC236}">
                                  <a16:creationId xmlns:a16="http://schemas.microsoft.com/office/drawing/2014/main" id="{173E4F40-C8C2-41EA-B06D-5A741B295AD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7965084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81" name="Flowchart: Connector 3280">
                          <a:extLst>
                            <a:ext uri="{FF2B5EF4-FFF2-40B4-BE49-F238E27FC236}">
                              <a16:creationId xmlns:a16="http://schemas.microsoft.com/office/drawing/2014/main" id="{94E274B7-542C-452A-BA7B-7F7CB64B1D7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82" name="3D Model 3281" descr="Sphere">
                              <a:extLst>
                                <a:ext uri="{FF2B5EF4-FFF2-40B4-BE49-F238E27FC236}">
                                  <a16:creationId xmlns:a16="http://schemas.microsoft.com/office/drawing/2014/main" id="{454644CA-C702-4F8A-A88B-DDA8440A5F1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2163056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83" name="Flowchart: Connector 3282">
                          <a:extLst>
                            <a:ext uri="{FF2B5EF4-FFF2-40B4-BE49-F238E27FC236}">
                              <a16:creationId xmlns:a16="http://schemas.microsoft.com/office/drawing/2014/main" id="{DEF3D58B-E01B-4D0E-B05E-B0D52043635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84" name="3D Model 3283" descr="Sphere">
                              <a:extLst>
                                <a:ext uri="{FF2B5EF4-FFF2-40B4-BE49-F238E27FC236}">
                                  <a16:creationId xmlns:a16="http://schemas.microsoft.com/office/drawing/2014/main" id="{F0455FE2-B1EA-4CFF-8908-016DF8E5871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8416092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85" name="Flowchart: Connector 3284">
                          <a:extLst>
                            <a:ext uri="{FF2B5EF4-FFF2-40B4-BE49-F238E27FC236}">
                              <a16:creationId xmlns:a16="http://schemas.microsoft.com/office/drawing/2014/main" id="{3326DF57-2B66-41A1-B499-3E0E858C3B2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86" name="3D Model 3285" descr="Sphere">
                              <a:extLst>
                                <a:ext uri="{FF2B5EF4-FFF2-40B4-BE49-F238E27FC236}">
                                  <a16:creationId xmlns:a16="http://schemas.microsoft.com/office/drawing/2014/main" id="{14BC478B-90E7-4660-ABA8-E7E53166886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0965521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241" name="Group 3240">
                        <a:extLst>
                          <a:ext uri="{FF2B5EF4-FFF2-40B4-BE49-F238E27FC236}">
                            <a16:creationId xmlns:a16="http://schemas.microsoft.com/office/drawing/2014/main" id="{030D81E5-E831-4085-BBBB-6FA56366C89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3257" name="Flowchart: Connector 3256">
                          <a:extLst>
                            <a:ext uri="{FF2B5EF4-FFF2-40B4-BE49-F238E27FC236}">
                              <a16:creationId xmlns:a16="http://schemas.microsoft.com/office/drawing/2014/main" id="{891E47F3-4CA6-4DD2-A64D-732B231C30C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58" name="Flowchart: Connector 3257">
                          <a:extLst>
                            <a:ext uri="{FF2B5EF4-FFF2-40B4-BE49-F238E27FC236}">
                              <a16:creationId xmlns:a16="http://schemas.microsoft.com/office/drawing/2014/main" id="{716950F7-3F59-4A28-80BE-53D038EE126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59" name="Flowchart: Connector 3258">
                          <a:extLst>
                            <a:ext uri="{FF2B5EF4-FFF2-40B4-BE49-F238E27FC236}">
                              <a16:creationId xmlns:a16="http://schemas.microsoft.com/office/drawing/2014/main" id="{1F129E60-5D04-4824-B673-416532BEBE0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60" name="Flowchart: Connector 3259">
                          <a:extLst>
                            <a:ext uri="{FF2B5EF4-FFF2-40B4-BE49-F238E27FC236}">
                              <a16:creationId xmlns:a16="http://schemas.microsoft.com/office/drawing/2014/main" id="{383467AE-E359-4BD9-B64E-2A2F08EBBC1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61" name="Flowchart: Connector 3260">
                          <a:extLst>
                            <a:ext uri="{FF2B5EF4-FFF2-40B4-BE49-F238E27FC236}">
                              <a16:creationId xmlns:a16="http://schemas.microsoft.com/office/drawing/2014/main" id="{CBC92C8A-CC7A-4030-9F64-B1FACA1BDCC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62" name="Flowchart: Connector 3261">
                          <a:extLst>
                            <a:ext uri="{FF2B5EF4-FFF2-40B4-BE49-F238E27FC236}">
                              <a16:creationId xmlns:a16="http://schemas.microsoft.com/office/drawing/2014/main" id="{A1E608DD-B94B-4566-B240-5C7055FC09A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63" name="Flowchart: Connector 3262">
                          <a:extLst>
                            <a:ext uri="{FF2B5EF4-FFF2-40B4-BE49-F238E27FC236}">
                              <a16:creationId xmlns:a16="http://schemas.microsoft.com/office/drawing/2014/main" id="{8F499C5A-F8C9-45D3-8F49-1D9362B4A2F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64" name="Flowchart: Connector 3263">
                          <a:extLst>
                            <a:ext uri="{FF2B5EF4-FFF2-40B4-BE49-F238E27FC236}">
                              <a16:creationId xmlns:a16="http://schemas.microsoft.com/office/drawing/2014/main" id="{830DCF5C-726B-4E9E-8181-1EC09EBE7CF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65" name="3D Model 3264" descr="Sphere">
                              <a:extLst>
                                <a:ext uri="{FF2B5EF4-FFF2-40B4-BE49-F238E27FC236}">
                                  <a16:creationId xmlns:a16="http://schemas.microsoft.com/office/drawing/2014/main" id="{E64BA474-0248-483F-BEB1-4CA9E4A3193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4588398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66" name="Flowchart: Connector 3265">
                          <a:extLst>
                            <a:ext uri="{FF2B5EF4-FFF2-40B4-BE49-F238E27FC236}">
                              <a16:creationId xmlns:a16="http://schemas.microsoft.com/office/drawing/2014/main" id="{3F4A1648-C04D-4ABA-9EE0-27D48AAFB64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67" name="3D Model 3266" descr="Sphere">
                              <a:extLst>
                                <a:ext uri="{FF2B5EF4-FFF2-40B4-BE49-F238E27FC236}">
                                  <a16:creationId xmlns:a16="http://schemas.microsoft.com/office/drawing/2014/main" id="{1454C761-D87D-4F9F-83EB-0F3BB07EA6D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2812304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68" name="Flowchart: Connector 3267">
                          <a:extLst>
                            <a:ext uri="{FF2B5EF4-FFF2-40B4-BE49-F238E27FC236}">
                              <a16:creationId xmlns:a16="http://schemas.microsoft.com/office/drawing/2014/main" id="{8769A038-1275-4A49-A956-6A2872252F6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69" name="3D Model 3268" descr="Sphere">
                              <a:extLst>
                                <a:ext uri="{FF2B5EF4-FFF2-40B4-BE49-F238E27FC236}">
                                  <a16:creationId xmlns:a16="http://schemas.microsoft.com/office/drawing/2014/main" id="{840ECEDC-F8EB-41AF-B982-3BF9EA65E87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7053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70" name="Flowchart: Connector 3269">
                          <a:extLst>
                            <a:ext uri="{FF2B5EF4-FFF2-40B4-BE49-F238E27FC236}">
                              <a16:creationId xmlns:a16="http://schemas.microsoft.com/office/drawing/2014/main" id="{44F58D24-D7A5-4397-B13A-08B92F4190A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71" name="3D Model 3270" descr="Sphere">
                              <a:extLst>
                                <a:ext uri="{FF2B5EF4-FFF2-40B4-BE49-F238E27FC236}">
                                  <a16:creationId xmlns:a16="http://schemas.microsoft.com/office/drawing/2014/main" id="{1E7A7F33-AFD9-4DF6-926B-7CCD24CE3AB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2349239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3242" name="Flowchart: Connector 3241">
                        <a:extLst>
                          <a:ext uri="{FF2B5EF4-FFF2-40B4-BE49-F238E27FC236}">
                            <a16:creationId xmlns:a16="http://schemas.microsoft.com/office/drawing/2014/main" id="{8F65B3F2-49DC-496B-90B0-C8B4CF83F8C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43" name="Flowchart: Connector 3242">
                        <a:extLst>
                          <a:ext uri="{FF2B5EF4-FFF2-40B4-BE49-F238E27FC236}">
                            <a16:creationId xmlns:a16="http://schemas.microsoft.com/office/drawing/2014/main" id="{C3D907E1-3EEE-4186-88CE-BB0D7815D7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44" name="Flowchart: Connector 3243">
                        <a:extLst>
                          <a:ext uri="{FF2B5EF4-FFF2-40B4-BE49-F238E27FC236}">
                            <a16:creationId xmlns:a16="http://schemas.microsoft.com/office/drawing/2014/main" id="{D68F822C-5A05-40AF-A65F-09D3F235E88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45" name="Flowchart: Connector 3244">
                        <a:extLst>
                          <a:ext uri="{FF2B5EF4-FFF2-40B4-BE49-F238E27FC236}">
                            <a16:creationId xmlns:a16="http://schemas.microsoft.com/office/drawing/2014/main" id="{2E0414E5-4A39-4DE0-B1C9-CBB1604BEFE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46" name="Flowchart: Connector 3245">
                        <a:extLst>
                          <a:ext uri="{FF2B5EF4-FFF2-40B4-BE49-F238E27FC236}">
                            <a16:creationId xmlns:a16="http://schemas.microsoft.com/office/drawing/2014/main" id="{EDB8C22E-3AD8-4782-A5EF-0C83FF2D194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47" name="Flowchart: Connector 3246">
                        <a:extLst>
                          <a:ext uri="{FF2B5EF4-FFF2-40B4-BE49-F238E27FC236}">
                            <a16:creationId xmlns:a16="http://schemas.microsoft.com/office/drawing/2014/main" id="{191660AD-FC8C-4DD2-ADC2-7A07ACB599E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48" name="Flowchart: Connector 3247">
                        <a:extLst>
                          <a:ext uri="{FF2B5EF4-FFF2-40B4-BE49-F238E27FC236}">
                            <a16:creationId xmlns:a16="http://schemas.microsoft.com/office/drawing/2014/main" id="{B4EBF59C-2C77-4B03-B886-D8806F09544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49" name="Flowchart: Connector 3248">
                        <a:extLst>
                          <a:ext uri="{FF2B5EF4-FFF2-40B4-BE49-F238E27FC236}">
                            <a16:creationId xmlns:a16="http://schemas.microsoft.com/office/drawing/2014/main" id="{CBA1D827-62EA-4249-8FCA-0CF95C68470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250" name="3D Model 3249" descr="Sphere">
                            <a:extLst>
                              <a:ext uri="{FF2B5EF4-FFF2-40B4-BE49-F238E27FC236}">
                                <a16:creationId xmlns:a16="http://schemas.microsoft.com/office/drawing/2014/main" id="{51EDD5BB-F040-4C32-BD0C-47D6214EB36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68711807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16" name="3D Model 315" descr="Sphere">
                            <a:extLst>
                              <a:ext uri="{FF2B5EF4-FFF2-40B4-BE49-F238E27FC236}">
                                <a16:creationId xmlns:a16="http://schemas.microsoft.com/office/drawing/2014/main" id="{94CEC40E-A38A-4B0D-A79B-E09B750E6BC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516517" y="257416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251" name="Flowchart: Connector 3250">
                        <a:extLst>
                          <a:ext uri="{FF2B5EF4-FFF2-40B4-BE49-F238E27FC236}">
                            <a16:creationId xmlns:a16="http://schemas.microsoft.com/office/drawing/2014/main" id="{04C280E5-17FA-4C3A-8395-C01FA115577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252" name="3D Model 3251" descr="Sphere">
                            <a:extLst>
                              <a:ext uri="{FF2B5EF4-FFF2-40B4-BE49-F238E27FC236}">
                                <a16:creationId xmlns:a16="http://schemas.microsoft.com/office/drawing/2014/main" id="{06E856A7-538A-49FE-B280-39B4DB4C875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78142844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18" name="3D Model 317" descr="Sphere">
                            <a:extLst>
                              <a:ext uri="{FF2B5EF4-FFF2-40B4-BE49-F238E27FC236}">
                                <a16:creationId xmlns:a16="http://schemas.microsoft.com/office/drawing/2014/main" id="{2BEBEC1A-1AF1-4D15-819D-9B7F535C5F3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753281" y="263088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253" name="Flowchart: Connector 3252">
                        <a:extLst>
                          <a:ext uri="{FF2B5EF4-FFF2-40B4-BE49-F238E27FC236}">
                            <a16:creationId xmlns:a16="http://schemas.microsoft.com/office/drawing/2014/main" id="{D45B4EFC-1820-496F-95A6-5873C87F5FE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254" name="3D Model 3253" descr="Sphere">
                            <a:extLst>
                              <a:ext uri="{FF2B5EF4-FFF2-40B4-BE49-F238E27FC236}">
                                <a16:creationId xmlns:a16="http://schemas.microsoft.com/office/drawing/2014/main" id="{AB5DDAD0-2571-4242-81EB-76D815CF1A1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70385198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20" name="3D Model 319" descr="Sphere">
                            <a:extLst>
                              <a:ext uri="{FF2B5EF4-FFF2-40B4-BE49-F238E27FC236}">
                                <a16:creationId xmlns:a16="http://schemas.microsoft.com/office/drawing/2014/main" id="{1A28C680-4EF8-400E-9656-44FEB9047F9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991151" y="269268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255" name="Flowchart: Connector 3254">
                        <a:extLst>
                          <a:ext uri="{FF2B5EF4-FFF2-40B4-BE49-F238E27FC236}">
                            <a16:creationId xmlns:a16="http://schemas.microsoft.com/office/drawing/2014/main" id="{1E89F73E-19AA-4042-BEAB-035ECF8720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256" name="3D Model 3255" descr="Sphere">
                            <a:extLst>
                              <a:ext uri="{FF2B5EF4-FFF2-40B4-BE49-F238E27FC236}">
                                <a16:creationId xmlns:a16="http://schemas.microsoft.com/office/drawing/2014/main" id="{551F7306-C997-4851-8C35-1183ED82810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16850674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22" name="3D Model 321" descr="Sphere">
                            <a:extLst>
                              <a:ext uri="{FF2B5EF4-FFF2-40B4-BE49-F238E27FC236}">
                                <a16:creationId xmlns:a16="http://schemas.microsoft.com/office/drawing/2014/main" id="{14AA6C24-5D08-45CB-ACEC-CB80EC94130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2259569" y="2779722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3017" name="Group 3016">
                    <a:extLst>
                      <a:ext uri="{FF2B5EF4-FFF2-40B4-BE49-F238E27FC236}">
                        <a16:creationId xmlns:a16="http://schemas.microsoft.com/office/drawing/2014/main" id="{512A8DDF-A898-497A-BFB8-0166A83C116B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3234" name="Flowchart: Connector 3233">
                      <a:extLst>
                        <a:ext uri="{FF2B5EF4-FFF2-40B4-BE49-F238E27FC236}">
                          <a16:creationId xmlns:a16="http://schemas.microsoft.com/office/drawing/2014/main" id="{5886C6AF-C668-43E4-BFBE-FCCE8E8555F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235" name="Flowchart: Connector 3234">
                      <a:extLst>
                        <a:ext uri="{FF2B5EF4-FFF2-40B4-BE49-F238E27FC236}">
                          <a16:creationId xmlns:a16="http://schemas.microsoft.com/office/drawing/2014/main" id="{8BA1C933-EE47-480B-9718-2C877089771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236" name="Flowchart: Connector 3235">
                      <a:extLst>
                        <a:ext uri="{FF2B5EF4-FFF2-40B4-BE49-F238E27FC236}">
                          <a16:creationId xmlns:a16="http://schemas.microsoft.com/office/drawing/2014/main" id="{B34E3365-7367-4316-9D9E-F63238B3132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3018" name="Flowchart: Connector 3017">
                    <a:extLst>
                      <a:ext uri="{FF2B5EF4-FFF2-40B4-BE49-F238E27FC236}">
                        <a16:creationId xmlns:a16="http://schemas.microsoft.com/office/drawing/2014/main" id="{92FE9A80-F13F-4040-AC98-DFCC469F52C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019" name="Flowchart: Connector 3018">
                    <a:extLst>
                      <a:ext uri="{FF2B5EF4-FFF2-40B4-BE49-F238E27FC236}">
                        <a16:creationId xmlns:a16="http://schemas.microsoft.com/office/drawing/2014/main" id="{3DBEAD53-8EA1-4A09-912A-4D02E7E60F3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3020" name="Group 3019">
                    <a:extLst>
                      <a:ext uri="{FF2B5EF4-FFF2-40B4-BE49-F238E27FC236}">
                        <a16:creationId xmlns:a16="http://schemas.microsoft.com/office/drawing/2014/main" id="{7374F02E-C198-4D30-942F-3C160ABAACD6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3231" name="Flowchart: Connector 3230">
                      <a:extLst>
                        <a:ext uri="{FF2B5EF4-FFF2-40B4-BE49-F238E27FC236}">
                          <a16:creationId xmlns:a16="http://schemas.microsoft.com/office/drawing/2014/main" id="{9EBC9772-5B0E-4A58-8000-D16D1086CE5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232" name="Flowchart: Connector 3231">
                      <a:extLst>
                        <a:ext uri="{FF2B5EF4-FFF2-40B4-BE49-F238E27FC236}">
                          <a16:creationId xmlns:a16="http://schemas.microsoft.com/office/drawing/2014/main" id="{BFAD1408-0D61-47D5-8D99-336DE62FAC9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233" name="Flowchart: Connector 3232">
                      <a:extLst>
                        <a:ext uri="{FF2B5EF4-FFF2-40B4-BE49-F238E27FC236}">
                          <a16:creationId xmlns:a16="http://schemas.microsoft.com/office/drawing/2014/main" id="{7A1C6BAC-12C5-4032-A1B2-42AB257BA68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3021" name="Group 3020">
                    <a:extLst>
                      <a:ext uri="{FF2B5EF4-FFF2-40B4-BE49-F238E27FC236}">
                        <a16:creationId xmlns:a16="http://schemas.microsoft.com/office/drawing/2014/main" id="{6F3C5436-A155-44D4-A143-D6346BF09AE9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3166" name="Group 3165">
                      <a:extLst>
                        <a:ext uri="{FF2B5EF4-FFF2-40B4-BE49-F238E27FC236}">
                          <a16:creationId xmlns:a16="http://schemas.microsoft.com/office/drawing/2014/main" id="{3C8F8EC2-D706-485B-BB31-841100857B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3227" name="Flowchart: Connector 3226">
                        <a:extLst>
                          <a:ext uri="{FF2B5EF4-FFF2-40B4-BE49-F238E27FC236}">
                            <a16:creationId xmlns:a16="http://schemas.microsoft.com/office/drawing/2014/main" id="{CE6F623F-4FA5-45BC-AA7D-A676FDDF385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28" name="Flowchart: Connector 3227">
                        <a:extLst>
                          <a:ext uri="{FF2B5EF4-FFF2-40B4-BE49-F238E27FC236}">
                            <a16:creationId xmlns:a16="http://schemas.microsoft.com/office/drawing/2014/main" id="{9FC05DAB-5FA2-4955-9CCE-92FC43472DA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29" name="Flowchart: Connector 3228">
                        <a:extLst>
                          <a:ext uri="{FF2B5EF4-FFF2-40B4-BE49-F238E27FC236}">
                            <a16:creationId xmlns:a16="http://schemas.microsoft.com/office/drawing/2014/main" id="{E5277F44-BF7F-41CF-8C0F-A58E9AFB82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30" name="Flowchart: Connector 3229">
                        <a:extLst>
                          <a:ext uri="{FF2B5EF4-FFF2-40B4-BE49-F238E27FC236}">
                            <a16:creationId xmlns:a16="http://schemas.microsoft.com/office/drawing/2014/main" id="{C7982143-2D09-4399-A592-B0706B10CDF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3167" name="Group 3166">
                      <a:extLst>
                        <a:ext uri="{FF2B5EF4-FFF2-40B4-BE49-F238E27FC236}">
                          <a16:creationId xmlns:a16="http://schemas.microsoft.com/office/drawing/2014/main" id="{1FDF93C2-FB1A-4727-90A3-1D5E9BFE2E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3168" name="Group 3167">
                        <a:extLst>
                          <a:ext uri="{FF2B5EF4-FFF2-40B4-BE49-F238E27FC236}">
                            <a16:creationId xmlns:a16="http://schemas.microsoft.com/office/drawing/2014/main" id="{4510903D-27C1-47E6-B8F5-A7DA86FB86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3219" name="Flowchart: Connector 3218">
                          <a:extLst>
                            <a:ext uri="{FF2B5EF4-FFF2-40B4-BE49-F238E27FC236}">
                              <a16:creationId xmlns:a16="http://schemas.microsoft.com/office/drawing/2014/main" id="{8C95119E-0B52-4F13-BF75-5015C60D65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20" name="3D Model 3219" descr="Sphere">
                              <a:extLst>
                                <a:ext uri="{FF2B5EF4-FFF2-40B4-BE49-F238E27FC236}">
                                  <a16:creationId xmlns:a16="http://schemas.microsoft.com/office/drawing/2014/main" id="{58C39610-72B3-4EB3-8C84-2C9703DC0A9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1481636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21" name="Flowchart: Connector 3220">
                          <a:extLst>
                            <a:ext uri="{FF2B5EF4-FFF2-40B4-BE49-F238E27FC236}">
                              <a16:creationId xmlns:a16="http://schemas.microsoft.com/office/drawing/2014/main" id="{0A0A1C68-25FB-4A1C-AE49-EA11DC2310A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22" name="3D Model 3221" descr="Sphere">
                              <a:extLst>
                                <a:ext uri="{FF2B5EF4-FFF2-40B4-BE49-F238E27FC236}">
                                  <a16:creationId xmlns:a16="http://schemas.microsoft.com/office/drawing/2014/main" id="{86C1868D-7F30-4A03-A48B-F5FAEAB2A99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9403805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23" name="Flowchart: Connector 3222">
                          <a:extLst>
                            <a:ext uri="{FF2B5EF4-FFF2-40B4-BE49-F238E27FC236}">
                              <a16:creationId xmlns:a16="http://schemas.microsoft.com/office/drawing/2014/main" id="{2C0B12EB-6C11-441D-BE6F-A309B59CCB0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24" name="3D Model 3223" descr="Sphere">
                              <a:extLst>
                                <a:ext uri="{FF2B5EF4-FFF2-40B4-BE49-F238E27FC236}">
                                  <a16:creationId xmlns:a16="http://schemas.microsoft.com/office/drawing/2014/main" id="{3B129585-F8DA-43F3-BF6C-E183D4A9DA2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9600248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25" name="Flowchart: Connector 3224">
                          <a:extLst>
                            <a:ext uri="{FF2B5EF4-FFF2-40B4-BE49-F238E27FC236}">
                              <a16:creationId xmlns:a16="http://schemas.microsoft.com/office/drawing/2014/main" id="{E0E83F44-8919-46DF-97A3-57F6EDEEC59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26" name="3D Model 3225" descr="Sphere">
                              <a:extLst>
                                <a:ext uri="{FF2B5EF4-FFF2-40B4-BE49-F238E27FC236}">
                                  <a16:creationId xmlns:a16="http://schemas.microsoft.com/office/drawing/2014/main" id="{27E10C28-7170-4E5B-AB27-74BB045D5A1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0695444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169" name="Group 3168">
                        <a:extLst>
                          <a:ext uri="{FF2B5EF4-FFF2-40B4-BE49-F238E27FC236}">
                            <a16:creationId xmlns:a16="http://schemas.microsoft.com/office/drawing/2014/main" id="{1DE20759-6F1B-4BC8-BCCB-2425706104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3203" name="Flowchart: Connector 3202">
                          <a:extLst>
                            <a:ext uri="{FF2B5EF4-FFF2-40B4-BE49-F238E27FC236}">
                              <a16:creationId xmlns:a16="http://schemas.microsoft.com/office/drawing/2014/main" id="{F2BBC76F-686B-45DC-AB00-52ADFDAF3BF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04" name="Flowchart: Connector 3203">
                          <a:extLst>
                            <a:ext uri="{FF2B5EF4-FFF2-40B4-BE49-F238E27FC236}">
                              <a16:creationId xmlns:a16="http://schemas.microsoft.com/office/drawing/2014/main" id="{44FDBB55-068F-442F-9078-6AC6B9EC03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05" name="Flowchart: Connector 3204">
                          <a:extLst>
                            <a:ext uri="{FF2B5EF4-FFF2-40B4-BE49-F238E27FC236}">
                              <a16:creationId xmlns:a16="http://schemas.microsoft.com/office/drawing/2014/main" id="{7F0B8952-B5F6-4EF2-BE71-294693447F4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06" name="Flowchart: Connector 3205">
                          <a:extLst>
                            <a:ext uri="{FF2B5EF4-FFF2-40B4-BE49-F238E27FC236}">
                              <a16:creationId xmlns:a16="http://schemas.microsoft.com/office/drawing/2014/main" id="{43B33897-9ABF-46C9-8178-4F54FC8024F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07" name="Flowchart: Connector 3206">
                          <a:extLst>
                            <a:ext uri="{FF2B5EF4-FFF2-40B4-BE49-F238E27FC236}">
                              <a16:creationId xmlns:a16="http://schemas.microsoft.com/office/drawing/2014/main" id="{C2EFA655-E61B-40DF-9B1D-1294AFD9400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08" name="Flowchart: Connector 3207">
                          <a:extLst>
                            <a:ext uri="{FF2B5EF4-FFF2-40B4-BE49-F238E27FC236}">
                              <a16:creationId xmlns:a16="http://schemas.microsoft.com/office/drawing/2014/main" id="{CEFF3852-1DB1-43FC-9EED-94A3FF508B2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09" name="Flowchart: Connector 3208">
                          <a:extLst>
                            <a:ext uri="{FF2B5EF4-FFF2-40B4-BE49-F238E27FC236}">
                              <a16:creationId xmlns:a16="http://schemas.microsoft.com/office/drawing/2014/main" id="{646ED594-4794-4809-B336-2817922DA98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10" name="Flowchart: Connector 3209">
                          <a:extLst>
                            <a:ext uri="{FF2B5EF4-FFF2-40B4-BE49-F238E27FC236}">
                              <a16:creationId xmlns:a16="http://schemas.microsoft.com/office/drawing/2014/main" id="{76E7C892-2C15-47E2-9249-51BCB1F9E71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211" name="Flowchart: Connector 3210">
                          <a:extLst>
                            <a:ext uri="{FF2B5EF4-FFF2-40B4-BE49-F238E27FC236}">
                              <a16:creationId xmlns:a16="http://schemas.microsoft.com/office/drawing/2014/main" id="{50626D48-3DF6-4123-8DBE-FA92E710120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12" name="3D Model 3211" descr="Sphere">
                              <a:extLst>
                                <a:ext uri="{FF2B5EF4-FFF2-40B4-BE49-F238E27FC236}">
                                  <a16:creationId xmlns:a16="http://schemas.microsoft.com/office/drawing/2014/main" id="{CF0AC019-DFD0-4E40-B1AC-243486D7826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1863789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13" name="Flowchart: Connector 3212">
                          <a:extLst>
                            <a:ext uri="{FF2B5EF4-FFF2-40B4-BE49-F238E27FC236}">
                              <a16:creationId xmlns:a16="http://schemas.microsoft.com/office/drawing/2014/main" id="{7F967E8C-45BF-4762-B8EE-0E93134DF8D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14" name="3D Model 3213" descr="Sphere">
                              <a:extLst>
                                <a:ext uri="{FF2B5EF4-FFF2-40B4-BE49-F238E27FC236}">
                                  <a16:creationId xmlns:a16="http://schemas.microsoft.com/office/drawing/2014/main" id="{54E1B637-BD34-41FC-BCEA-1CE1E8CF3BD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1555165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15" name="Flowchart: Connector 3214">
                          <a:extLst>
                            <a:ext uri="{FF2B5EF4-FFF2-40B4-BE49-F238E27FC236}">
                              <a16:creationId xmlns:a16="http://schemas.microsoft.com/office/drawing/2014/main" id="{E4859B95-B298-4D29-A8A5-E3B0F377B4B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16" name="3D Model 3215" descr="Sphere">
                              <a:extLst>
                                <a:ext uri="{FF2B5EF4-FFF2-40B4-BE49-F238E27FC236}">
                                  <a16:creationId xmlns:a16="http://schemas.microsoft.com/office/drawing/2014/main" id="{98809166-D937-4C09-8B7C-7D8C7E8C487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2681409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17" name="Flowchart: Connector 3216">
                          <a:extLst>
                            <a:ext uri="{FF2B5EF4-FFF2-40B4-BE49-F238E27FC236}">
                              <a16:creationId xmlns:a16="http://schemas.microsoft.com/office/drawing/2014/main" id="{00E1EB68-7F8F-4BD4-B1F6-4807B6E120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18" name="3D Model 3217" descr="Sphere">
                              <a:extLst>
                                <a:ext uri="{FF2B5EF4-FFF2-40B4-BE49-F238E27FC236}">
                                  <a16:creationId xmlns:a16="http://schemas.microsoft.com/office/drawing/2014/main" id="{FA663737-FB25-433C-9A2A-1A505E5FD61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9417964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170" name="Group 3169">
                        <a:extLst>
                          <a:ext uri="{FF2B5EF4-FFF2-40B4-BE49-F238E27FC236}">
                            <a16:creationId xmlns:a16="http://schemas.microsoft.com/office/drawing/2014/main" id="{77321EB8-CD96-4706-A9B9-6F4A503860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3187" name="Flowchart: Connector 3186">
                          <a:extLst>
                            <a:ext uri="{FF2B5EF4-FFF2-40B4-BE49-F238E27FC236}">
                              <a16:creationId xmlns:a16="http://schemas.microsoft.com/office/drawing/2014/main" id="{233383CC-C219-43F4-B834-19D11133F25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88" name="Flowchart: Connector 3187">
                          <a:extLst>
                            <a:ext uri="{FF2B5EF4-FFF2-40B4-BE49-F238E27FC236}">
                              <a16:creationId xmlns:a16="http://schemas.microsoft.com/office/drawing/2014/main" id="{D7E487A7-73F3-4E94-A06B-F98A56218C6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89" name="Flowchart: Connector 3188">
                          <a:extLst>
                            <a:ext uri="{FF2B5EF4-FFF2-40B4-BE49-F238E27FC236}">
                              <a16:creationId xmlns:a16="http://schemas.microsoft.com/office/drawing/2014/main" id="{0A45F1D5-76AA-437C-A685-B5829A30A72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90" name="Flowchart: Connector 3189">
                          <a:extLst>
                            <a:ext uri="{FF2B5EF4-FFF2-40B4-BE49-F238E27FC236}">
                              <a16:creationId xmlns:a16="http://schemas.microsoft.com/office/drawing/2014/main" id="{6C53CF38-146C-49DD-8B35-7DB26020056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91" name="Flowchart: Connector 3190">
                          <a:extLst>
                            <a:ext uri="{FF2B5EF4-FFF2-40B4-BE49-F238E27FC236}">
                              <a16:creationId xmlns:a16="http://schemas.microsoft.com/office/drawing/2014/main" id="{C3AB20A4-9424-4331-AE78-87366061CB1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92" name="Flowchart: Connector 3191">
                          <a:extLst>
                            <a:ext uri="{FF2B5EF4-FFF2-40B4-BE49-F238E27FC236}">
                              <a16:creationId xmlns:a16="http://schemas.microsoft.com/office/drawing/2014/main" id="{83321BF1-8FC2-4A65-AC3B-7C1269E4A5A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93" name="Flowchart: Connector 3192">
                          <a:extLst>
                            <a:ext uri="{FF2B5EF4-FFF2-40B4-BE49-F238E27FC236}">
                              <a16:creationId xmlns:a16="http://schemas.microsoft.com/office/drawing/2014/main" id="{903E7AF5-6538-40FA-B0BA-67228EACE6D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94" name="Flowchart: Connector 3193">
                          <a:extLst>
                            <a:ext uri="{FF2B5EF4-FFF2-40B4-BE49-F238E27FC236}">
                              <a16:creationId xmlns:a16="http://schemas.microsoft.com/office/drawing/2014/main" id="{BB8DC05E-FA5C-4757-9268-726633DB953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95" name="Flowchart: Connector 3194">
                          <a:extLst>
                            <a:ext uri="{FF2B5EF4-FFF2-40B4-BE49-F238E27FC236}">
                              <a16:creationId xmlns:a16="http://schemas.microsoft.com/office/drawing/2014/main" id="{D61722AD-C7C3-45BC-8A77-AA7FD99E360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96" name="3D Model 3195" descr="Sphere">
                              <a:extLst>
                                <a:ext uri="{FF2B5EF4-FFF2-40B4-BE49-F238E27FC236}">
                                  <a16:creationId xmlns:a16="http://schemas.microsoft.com/office/drawing/2014/main" id="{46ACE922-F06E-4A8F-B7E6-142F3F3C57F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92143323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197" name="Flowchart: Connector 3196">
                          <a:extLst>
                            <a:ext uri="{FF2B5EF4-FFF2-40B4-BE49-F238E27FC236}">
                              <a16:creationId xmlns:a16="http://schemas.microsoft.com/office/drawing/2014/main" id="{50B4A125-963C-4886-83A4-E000631145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98" name="3D Model 3197" descr="Sphere">
                              <a:extLst>
                                <a:ext uri="{FF2B5EF4-FFF2-40B4-BE49-F238E27FC236}">
                                  <a16:creationId xmlns:a16="http://schemas.microsoft.com/office/drawing/2014/main" id="{975AA5DA-48A2-4FD3-81A4-033B15E3BF6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0620056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199" name="Flowchart: Connector 3198">
                          <a:extLst>
                            <a:ext uri="{FF2B5EF4-FFF2-40B4-BE49-F238E27FC236}">
                              <a16:creationId xmlns:a16="http://schemas.microsoft.com/office/drawing/2014/main" id="{DDA4B013-10F5-45AC-AF43-787EE5477AB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00" name="3D Model 3199" descr="Sphere">
                              <a:extLst>
                                <a:ext uri="{FF2B5EF4-FFF2-40B4-BE49-F238E27FC236}">
                                  <a16:creationId xmlns:a16="http://schemas.microsoft.com/office/drawing/2014/main" id="{EBD39141-3869-4537-BAB1-5FB9C057D06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8716086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201" name="Flowchart: Connector 3200">
                          <a:extLst>
                            <a:ext uri="{FF2B5EF4-FFF2-40B4-BE49-F238E27FC236}">
                              <a16:creationId xmlns:a16="http://schemas.microsoft.com/office/drawing/2014/main" id="{8160D28A-0715-4188-B877-1C64C0A3C3A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202" name="3D Model 3201" descr="Sphere">
                              <a:extLst>
                                <a:ext uri="{FF2B5EF4-FFF2-40B4-BE49-F238E27FC236}">
                                  <a16:creationId xmlns:a16="http://schemas.microsoft.com/office/drawing/2014/main" id="{2ADFBD83-5D4E-4201-8CB9-BA7D0EC01A4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2203039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3171" name="Flowchart: Connector 3170">
                        <a:extLst>
                          <a:ext uri="{FF2B5EF4-FFF2-40B4-BE49-F238E27FC236}">
                            <a16:creationId xmlns:a16="http://schemas.microsoft.com/office/drawing/2014/main" id="{67E9A3A2-556F-4B81-903A-3C443CC6015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72" name="Flowchart: Connector 3171">
                        <a:extLst>
                          <a:ext uri="{FF2B5EF4-FFF2-40B4-BE49-F238E27FC236}">
                            <a16:creationId xmlns:a16="http://schemas.microsoft.com/office/drawing/2014/main" id="{F2E730C0-F7EF-4DEB-9A17-DC70F1E05B0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73" name="Flowchart: Connector 3172">
                        <a:extLst>
                          <a:ext uri="{FF2B5EF4-FFF2-40B4-BE49-F238E27FC236}">
                            <a16:creationId xmlns:a16="http://schemas.microsoft.com/office/drawing/2014/main" id="{1563051E-1F34-4BAC-8565-E7A17AEBDF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74" name="Flowchart: Connector 3173">
                        <a:extLst>
                          <a:ext uri="{FF2B5EF4-FFF2-40B4-BE49-F238E27FC236}">
                            <a16:creationId xmlns:a16="http://schemas.microsoft.com/office/drawing/2014/main" id="{407F1022-28AC-4996-9217-A6DDBA50018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75" name="Flowchart: Connector 3174">
                        <a:extLst>
                          <a:ext uri="{FF2B5EF4-FFF2-40B4-BE49-F238E27FC236}">
                            <a16:creationId xmlns:a16="http://schemas.microsoft.com/office/drawing/2014/main" id="{8F60A251-A34F-4144-9922-5A3C09AB5B1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76" name="Flowchart: Connector 3175">
                        <a:extLst>
                          <a:ext uri="{FF2B5EF4-FFF2-40B4-BE49-F238E27FC236}">
                            <a16:creationId xmlns:a16="http://schemas.microsoft.com/office/drawing/2014/main" id="{41A53AF3-48BC-4578-8E31-ECD12761BCD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77" name="Flowchart: Connector 3176">
                        <a:extLst>
                          <a:ext uri="{FF2B5EF4-FFF2-40B4-BE49-F238E27FC236}">
                            <a16:creationId xmlns:a16="http://schemas.microsoft.com/office/drawing/2014/main" id="{3FEBFB58-D0D7-4653-A2E6-1B17ED30FB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78" name="Flowchart: Connector 3177">
                        <a:extLst>
                          <a:ext uri="{FF2B5EF4-FFF2-40B4-BE49-F238E27FC236}">
                            <a16:creationId xmlns:a16="http://schemas.microsoft.com/office/drawing/2014/main" id="{41B50878-1FBC-49C0-A5D0-C186B6BA536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79" name="Flowchart: Connector 3178">
                        <a:extLst>
                          <a:ext uri="{FF2B5EF4-FFF2-40B4-BE49-F238E27FC236}">
                            <a16:creationId xmlns:a16="http://schemas.microsoft.com/office/drawing/2014/main" id="{F5F6271A-1587-45BC-8658-98FD165828F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180" name="3D Model 3179" descr="Sphere">
                            <a:extLst>
                              <a:ext uri="{FF2B5EF4-FFF2-40B4-BE49-F238E27FC236}">
                                <a16:creationId xmlns:a16="http://schemas.microsoft.com/office/drawing/2014/main" id="{2BD647E8-FFC3-4588-A687-2B9500D21D5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76070819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6" name="3D Model 245" descr="Sphere">
                            <a:extLst>
                              <a:ext uri="{FF2B5EF4-FFF2-40B4-BE49-F238E27FC236}">
                                <a16:creationId xmlns:a16="http://schemas.microsoft.com/office/drawing/2014/main" id="{577274C7-8617-4369-B298-B9B4DA1BC5D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286054" y="267971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181" name="Flowchart: Connector 3180">
                        <a:extLst>
                          <a:ext uri="{FF2B5EF4-FFF2-40B4-BE49-F238E27FC236}">
                            <a16:creationId xmlns:a16="http://schemas.microsoft.com/office/drawing/2014/main" id="{012B74AE-328F-498A-962E-7DDA1E7EE5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182" name="3D Model 3181" descr="Sphere">
                            <a:extLst>
                              <a:ext uri="{FF2B5EF4-FFF2-40B4-BE49-F238E27FC236}">
                                <a16:creationId xmlns:a16="http://schemas.microsoft.com/office/drawing/2014/main" id="{2A4423C4-9125-4EDE-BBBA-4FCAEC390A4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30691335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8" name="3D Model 247" descr="Sphere">
                            <a:extLst>
                              <a:ext uri="{FF2B5EF4-FFF2-40B4-BE49-F238E27FC236}">
                                <a16:creationId xmlns:a16="http://schemas.microsoft.com/office/drawing/2014/main" id="{BC4E9140-BDC8-4E93-8770-30C4F9B0F09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526824" y="27577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183" name="Flowchart: Connector 3182">
                        <a:extLst>
                          <a:ext uri="{FF2B5EF4-FFF2-40B4-BE49-F238E27FC236}">
                            <a16:creationId xmlns:a16="http://schemas.microsoft.com/office/drawing/2014/main" id="{6CD318C5-60CE-40FD-9417-55888CCF024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184" name="3D Model 3183" descr="Sphere">
                            <a:extLst>
                              <a:ext uri="{FF2B5EF4-FFF2-40B4-BE49-F238E27FC236}">
                                <a16:creationId xmlns:a16="http://schemas.microsoft.com/office/drawing/2014/main" id="{8023CDD0-D433-43EB-A96C-8B273B38632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18800007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50" name="3D Model 249" descr="Sphere">
                            <a:extLst>
                              <a:ext uri="{FF2B5EF4-FFF2-40B4-BE49-F238E27FC236}">
                                <a16:creationId xmlns:a16="http://schemas.microsoft.com/office/drawing/2014/main" id="{C1AF7886-B135-485F-A801-5B21B530E01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784572" y="281618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185" name="Flowchart: Connector 3184">
                        <a:extLst>
                          <a:ext uri="{FF2B5EF4-FFF2-40B4-BE49-F238E27FC236}">
                            <a16:creationId xmlns:a16="http://schemas.microsoft.com/office/drawing/2014/main" id="{CD2CFECF-A46E-4729-A855-818CF65CD9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186" name="3D Model 3185" descr="Sphere">
                            <a:extLst>
                              <a:ext uri="{FF2B5EF4-FFF2-40B4-BE49-F238E27FC236}">
                                <a16:creationId xmlns:a16="http://schemas.microsoft.com/office/drawing/2014/main" id="{D1F3C994-FFC6-43CC-83E0-FD587D86A5B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10550359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52" name="3D Model 251" descr="Sphere">
                            <a:extLst>
                              <a:ext uri="{FF2B5EF4-FFF2-40B4-BE49-F238E27FC236}">
                                <a16:creationId xmlns:a16="http://schemas.microsoft.com/office/drawing/2014/main" id="{EB68E7E5-FF10-4BB5-8F5E-DD6D67E5C06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2039738" y="290653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3022" name="Group 3021">
                    <a:extLst>
                      <a:ext uri="{FF2B5EF4-FFF2-40B4-BE49-F238E27FC236}">
                        <a16:creationId xmlns:a16="http://schemas.microsoft.com/office/drawing/2014/main" id="{E71D055C-37A0-400C-8A89-F7E4DD76CD12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3163" name="Flowchart: Connector 3162">
                      <a:extLst>
                        <a:ext uri="{FF2B5EF4-FFF2-40B4-BE49-F238E27FC236}">
                          <a16:creationId xmlns:a16="http://schemas.microsoft.com/office/drawing/2014/main" id="{400F1B3A-6939-4A00-8B88-03D9C1C548E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64" name="Flowchart: Connector 3163">
                      <a:extLst>
                        <a:ext uri="{FF2B5EF4-FFF2-40B4-BE49-F238E27FC236}">
                          <a16:creationId xmlns:a16="http://schemas.microsoft.com/office/drawing/2014/main" id="{CBF8486B-290D-4E4B-8044-5C72D57D4E0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65" name="Flowchart: Connector 3164">
                      <a:extLst>
                        <a:ext uri="{FF2B5EF4-FFF2-40B4-BE49-F238E27FC236}">
                          <a16:creationId xmlns:a16="http://schemas.microsoft.com/office/drawing/2014/main" id="{F7EDD249-C350-4AED-91B3-085AF99FAB9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3023" name="Flowchart: Connector 3022">
                    <a:extLst>
                      <a:ext uri="{FF2B5EF4-FFF2-40B4-BE49-F238E27FC236}">
                        <a16:creationId xmlns:a16="http://schemas.microsoft.com/office/drawing/2014/main" id="{0B5EC0E4-C885-48AF-AF55-2BD7429C5E0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024" name="Flowchart: Connector 3023">
                    <a:extLst>
                      <a:ext uri="{FF2B5EF4-FFF2-40B4-BE49-F238E27FC236}">
                        <a16:creationId xmlns:a16="http://schemas.microsoft.com/office/drawing/2014/main" id="{D309185D-1B80-481D-ADA3-8E0D62E2D0F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3025" name="Group 3024">
                    <a:extLst>
                      <a:ext uri="{FF2B5EF4-FFF2-40B4-BE49-F238E27FC236}">
                        <a16:creationId xmlns:a16="http://schemas.microsoft.com/office/drawing/2014/main" id="{01EC97A4-2409-4902-B726-9C8DA26A9FAD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3160" name="Flowchart: Connector 3159">
                      <a:extLst>
                        <a:ext uri="{FF2B5EF4-FFF2-40B4-BE49-F238E27FC236}">
                          <a16:creationId xmlns:a16="http://schemas.microsoft.com/office/drawing/2014/main" id="{B389134C-B874-46C5-AF54-843670F1922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61" name="Flowchart: Connector 3160">
                      <a:extLst>
                        <a:ext uri="{FF2B5EF4-FFF2-40B4-BE49-F238E27FC236}">
                          <a16:creationId xmlns:a16="http://schemas.microsoft.com/office/drawing/2014/main" id="{726CED4A-D9EE-4DE6-BB56-9D515B489BD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62" name="Flowchart: Connector 3161">
                      <a:extLst>
                        <a:ext uri="{FF2B5EF4-FFF2-40B4-BE49-F238E27FC236}">
                          <a16:creationId xmlns:a16="http://schemas.microsoft.com/office/drawing/2014/main" id="{D222BD96-7904-4778-9D9C-0D1041D6487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3026" name="Group 3025">
                    <a:extLst>
                      <a:ext uri="{FF2B5EF4-FFF2-40B4-BE49-F238E27FC236}">
                        <a16:creationId xmlns:a16="http://schemas.microsoft.com/office/drawing/2014/main" id="{4B7047F2-D93F-46CE-849D-7C2D28377B01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3095" name="Group 3094">
                      <a:extLst>
                        <a:ext uri="{FF2B5EF4-FFF2-40B4-BE49-F238E27FC236}">
                          <a16:creationId xmlns:a16="http://schemas.microsoft.com/office/drawing/2014/main" id="{274E3BF8-259C-47CA-97E1-F886A1AE8D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3156" name="Flowchart: Connector 3155">
                        <a:extLst>
                          <a:ext uri="{FF2B5EF4-FFF2-40B4-BE49-F238E27FC236}">
                            <a16:creationId xmlns:a16="http://schemas.microsoft.com/office/drawing/2014/main" id="{554FACFE-2BFB-45DF-8382-8769241661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57" name="Flowchart: Connector 3156">
                        <a:extLst>
                          <a:ext uri="{FF2B5EF4-FFF2-40B4-BE49-F238E27FC236}">
                            <a16:creationId xmlns:a16="http://schemas.microsoft.com/office/drawing/2014/main" id="{8FC56594-8731-4AB6-9109-7E70166E14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58" name="Flowchart: Connector 3157">
                        <a:extLst>
                          <a:ext uri="{FF2B5EF4-FFF2-40B4-BE49-F238E27FC236}">
                            <a16:creationId xmlns:a16="http://schemas.microsoft.com/office/drawing/2014/main" id="{EBE7C8B4-1A7D-4091-9E22-1DEB2496E57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59" name="Flowchart: Connector 3158">
                        <a:extLst>
                          <a:ext uri="{FF2B5EF4-FFF2-40B4-BE49-F238E27FC236}">
                            <a16:creationId xmlns:a16="http://schemas.microsoft.com/office/drawing/2014/main" id="{263738B5-2E92-4AE5-8D89-46DA5B7E812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3096" name="Group 3095">
                      <a:extLst>
                        <a:ext uri="{FF2B5EF4-FFF2-40B4-BE49-F238E27FC236}">
                          <a16:creationId xmlns:a16="http://schemas.microsoft.com/office/drawing/2014/main" id="{9C88B93E-FC43-4B1E-853E-B033D21585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3097" name="Group 3096">
                        <a:extLst>
                          <a:ext uri="{FF2B5EF4-FFF2-40B4-BE49-F238E27FC236}">
                            <a16:creationId xmlns:a16="http://schemas.microsoft.com/office/drawing/2014/main" id="{C5CC687E-F660-4127-84DA-65B787FC79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3148" name="Flowchart: Connector 3147">
                          <a:extLst>
                            <a:ext uri="{FF2B5EF4-FFF2-40B4-BE49-F238E27FC236}">
                              <a16:creationId xmlns:a16="http://schemas.microsoft.com/office/drawing/2014/main" id="{0AE62761-DD63-4640-853B-30F17A8459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49" name="3D Model 3148" descr="Sphere">
                              <a:extLst>
                                <a:ext uri="{FF2B5EF4-FFF2-40B4-BE49-F238E27FC236}">
                                  <a16:creationId xmlns:a16="http://schemas.microsoft.com/office/drawing/2014/main" id="{032359B1-83A7-4EF6-B37E-6310A81CEEB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0525413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150" name="Flowchart: Connector 3149">
                          <a:extLst>
                            <a:ext uri="{FF2B5EF4-FFF2-40B4-BE49-F238E27FC236}">
                              <a16:creationId xmlns:a16="http://schemas.microsoft.com/office/drawing/2014/main" id="{922358FD-F2DD-43F1-A131-4977FC81FF6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51" name="3D Model 3150" descr="Sphere">
                              <a:extLst>
                                <a:ext uri="{FF2B5EF4-FFF2-40B4-BE49-F238E27FC236}">
                                  <a16:creationId xmlns:a16="http://schemas.microsoft.com/office/drawing/2014/main" id="{CDA691EE-9CF0-4E63-8505-67592C69689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7351353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152" name="Flowchart: Connector 3151">
                          <a:extLst>
                            <a:ext uri="{FF2B5EF4-FFF2-40B4-BE49-F238E27FC236}">
                              <a16:creationId xmlns:a16="http://schemas.microsoft.com/office/drawing/2014/main" id="{745503DA-EAA7-45DE-A0F3-F159329FA2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53" name="3D Model 3152" descr="Sphere">
                              <a:extLst>
                                <a:ext uri="{FF2B5EF4-FFF2-40B4-BE49-F238E27FC236}">
                                  <a16:creationId xmlns:a16="http://schemas.microsoft.com/office/drawing/2014/main" id="{7692879F-0FE0-4F97-9A73-9617F524F8C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6968479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154" name="Flowchart: Connector 3153">
                          <a:extLst>
                            <a:ext uri="{FF2B5EF4-FFF2-40B4-BE49-F238E27FC236}">
                              <a16:creationId xmlns:a16="http://schemas.microsoft.com/office/drawing/2014/main" id="{263A7E65-EDC8-461A-BEC3-15D059E9F6B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55" name="3D Model 3154" descr="Sphere">
                              <a:extLst>
                                <a:ext uri="{FF2B5EF4-FFF2-40B4-BE49-F238E27FC236}">
                                  <a16:creationId xmlns:a16="http://schemas.microsoft.com/office/drawing/2014/main" id="{E4AD046C-2858-4930-A142-F90D7A05FF8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6898170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098" name="Group 3097">
                        <a:extLst>
                          <a:ext uri="{FF2B5EF4-FFF2-40B4-BE49-F238E27FC236}">
                            <a16:creationId xmlns:a16="http://schemas.microsoft.com/office/drawing/2014/main" id="{F6171602-C475-4B00-A9C2-21E72958F2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3132" name="Flowchart: Connector 3131">
                          <a:extLst>
                            <a:ext uri="{FF2B5EF4-FFF2-40B4-BE49-F238E27FC236}">
                              <a16:creationId xmlns:a16="http://schemas.microsoft.com/office/drawing/2014/main" id="{DB28F74F-3BE6-45A6-88DD-C18E71626C9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33" name="Flowchart: Connector 3132">
                          <a:extLst>
                            <a:ext uri="{FF2B5EF4-FFF2-40B4-BE49-F238E27FC236}">
                              <a16:creationId xmlns:a16="http://schemas.microsoft.com/office/drawing/2014/main" id="{24EAB4BD-1415-4C28-8949-81648F9AA60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34" name="Flowchart: Connector 3133">
                          <a:extLst>
                            <a:ext uri="{FF2B5EF4-FFF2-40B4-BE49-F238E27FC236}">
                              <a16:creationId xmlns:a16="http://schemas.microsoft.com/office/drawing/2014/main" id="{21A94182-2983-4BDB-908B-58E02A67B39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35" name="Flowchart: Connector 3134">
                          <a:extLst>
                            <a:ext uri="{FF2B5EF4-FFF2-40B4-BE49-F238E27FC236}">
                              <a16:creationId xmlns:a16="http://schemas.microsoft.com/office/drawing/2014/main" id="{75224ACD-879A-4EDF-AFBA-355596D3DC0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36" name="Flowchart: Connector 3135">
                          <a:extLst>
                            <a:ext uri="{FF2B5EF4-FFF2-40B4-BE49-F238E27FC236}">
                              <a16:creationId xmlns:a16="http://schemas.microsoft.com/office/drawing/2014/main" id="{4FAF0595-7598-4EFF-88FD-3BE1AB866AD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37" name="Flowchart: Connector 3136">
                          <a:extLst>
                            <a:ext uri="{FF2B5EF4-FFF2-40B4-BE49-F238E27FC236}">
                              <a16:creationId xmlns:a16="http://schemas.microsoft.com/office/drawing/2014/main" id="{C4710A81-4B31-4D48-BDC7-D93B7CEC946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38" name="Flowchart: Connector 3137">
                          <a:extLst>
                            <a:ext uri="{FF2B5EF4-FFF2-40B4-BE49-F238E27FC236}">
                              <a16:creationId xmlns:a16="http://schemas.microsoft.com/office/drawing/2014/main" id="{452EF245-5C30-44EC-97EE-FB5A6146F4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39" name="Flowchart: Connector 3138">
                          <a:extLst>
                            <a:ext uri="{FF2B5EF4-FFF2-40B4-BE49-F238E27FC236}">
                              <a16:creationId xmlns:a16="http://schemas.microsoft.com/office/drawing/2014/main" id="{8CD50CCA-DC76-4FAC-8CD9-7D6AC2565D8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40" name="Flowchart: Connector 3139">
                          <a:extLst>
                            <a:ext uri="{FF2B5EF4-FFF2-40B4-BE49-F238E27FC236}">
                              <a16:creationId xmlns:a16="http://schemas.microsoft.com/office/drawing/2014/main" id="{242CDDF7-1C9C-4B5E-AB95-3AB20A948B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41" name="3D Model 3140" descr="Sphere">
                              <a:extLst>
                                <a:ext uri="{FF2B5EF4-FFF2-40B4-BE49-F238E27FC236}">
                                  <a16:creationId xmlns:a16="http://schemas.microsoft.com/office/drawing/2014/main" id="{3C489201-440C-4CA5-AE4C-73E90A72A9B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7515620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142" name="Flowchart: Connector 3141">
                          <a:extLst>
                            <a:ext uri="{FF2B5EF4-FFF2-40B4-BE49-F238E27FC236}">
                              <a16:creationId xmlns:a16="http://schemas.microsoft.com/office/drawing/2014/main" id="{3C046AFC-680B-43F2-8D1B-A5E21B1827A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43" name="3D Model 3142" descr="Sphere">
                              <a:extLst>
                                <a:ext uri="{FF2B5EF4-FFF2-40B4-BE49-F238E27FC236}">
                                  <a16:creationId xmlns:a16="http://schemas.microsoft.com/office/drawing/2014/main" id="{3483E274-0D0A-4CC4-86C5-0DF41E7E722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6351675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144" name="Flowchart: Connector 3143">
                          <a:extLst>
                            <a:ext uri="{FF2B5EF4-FFF2-40B4-BE49-F238E27FC236}">
                              <a16:creationId xmlns:a16="http://schemas.microsoft.com/office/drawing/2014/main" id="{476B7A20-3A1B-4807-8A53-1EF1B805E05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45" name="3D Model 3144" descr="Sphere">
                              <a:extLst>
                                <a:ext uri="{FF2B5EF4-FFF2-40B4-BE49-F238E27FC236}">
                                  <a16:creationId xmlns:a16="http://schemas.microsoft.com/office/drawing/2014/main" id="{D9457947-B05F-487C-91DE-236DFEAD80A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7099392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146" name="Flowchart: Connector 3145">
                          <a:extLst>
                            <a:ext uri="{FF2B5EF4-FFF2-40B4-BE49-F238E27FC236}">
                              <a16:creationId xmlns:a16="http://schemas.microsoft.com/office/drawing/2014/main" id="{E1A77BA5-A6B0-4F4F-8485-89B17FBC320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47" name="3D Model 3146" descr="Sphere">
                              <a:extLst>
                                <a:ext uri="{FF2B5EF4-FFF2-40B4-BE49-F238E27FC236}">
                                  <a16:creationId xmlns:a16="http://schemas.microsoft.com/office/drawing/2014/main" id="{2F3AA5A1-D031-4E8D-8F9C-4047E1939EB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332163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099" name="Group 3098">
                        <a:extLst>
                          <a:ext uri="{FF2B5EF4-FFF2-40B4-BE49-F238E27FC236}">
                            <a16:creationId xmlns:a16="http://schemas.microsoft.com/office/drawing/2014/main" id="{E833BD31-D915-4E1C-9DC6-E250BBA24D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3116" name="Flowchart: Connector 3115">
                          <a:extLst>
                            <a:ext uri="{FF2B5EF4-FFF2-40B4-BE49-F238E27FC236}">
                              <a16:creationId xmlns:a16="http://schemas.microsoft.com/office/drawing/2014/main" id="{BCE48792-F3EE-495B-BEC6-CD5437F850A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17" name="Flowchart: Connector 3116">
                          <a:extLst>
                            <a:ext uri="{FF2B5EF4-FFF2-40B4-BE49-F238E27FC236}">
                              <a16:creationId xmlns:a16="http://schemas.microsoft.com/office/drawing/2014/main" id="{7B90B0E4-5BBE-4606-B4B1-C89A73C0FF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18" name="Flowchart: Connector 3117">
                          <a:extLst>
                            <a:ext uri="{FF2B5EF4-FFF2-40B4-BE49-F238E27FC236}">
                              <a16:creationId xmlns:a16="http://schemas.microsoft.com/office/drawing/2014/main" id="{6A6C4737-354A-41D9-B075-08E0B2CC3E4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19" name="Flowchart: Connector 3118">
                          <a:extLst>
                            <a:ext uri="{FF2B5EF4-FFF2-40B4-BE49-F238E27FC236}">
                              <a16:creationId xmlns:a16="http://schemas.microsoft.com/office/drawing/2014/main" id="{157682FE-4B6E-47A0-B229-10319C6E866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20" name="Flowchart: Connector 3119">
                          <a:extLst>
                            <a:ext uri="{FF2B5EF4-FFF2-40B4-BE49-F238E27FC236}">
                              <a16:creationId xmlns:a16="http://schemas.microsoft.com/office/drawing/2014/main" id="{DEFFE482-0883-4406-9533-0C442B89CF5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21" name="Flowchart: Connector 3120">
                          <a:extLst>
                            <a:ext uri="{FF2B5EF4-FFF2-40B4-BE49-F238E27FC236}">
                              <a16:creationId xmlns:a16="http://schemas.microsoft.com/office/drawing/2014/main" id="{B8E32A36-549E-425F-9D04-08885271E94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22" name="Flowchart: Connector 3121">
                          <a:extLst>
                            <a:ext uri="{FF2B5EF4-FFF2-40B4-BE49-F238E27FC236}">
                              <a16:creationId xmlns:a16="http://schemas.microsoft.com/office/drawing/2014/main" id="{BEB21237-ACEE-4A3D-8E5C-6971CCBEE07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23" name="Flowchart: Connector 3122">
                          <a:extLst>
                            <a:ext uri="{FF2B5EF4-FFF2-40B4-BE49-F238E27FC236}">
                              <a16:creationId xmlns:a16="http://schemas.microsoft.com/office/drawing/2014/main" id="{986486E7-983A-4832-938D-3BF1DB8F40F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124" name="Flowchart: Connector 3123">
                          <a:extLst>
                            <a:ext uri="{FF2B5EF4-FFF2-40B4-BE49-F238E27FC236}">
                              <a16:creationId xmlns:a16="http://schemas.microsoft.com/office/drawing/2014/main" id="{7AE3960D-7BE9-4663-B8ED-77309500DFE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25" name="3D Model 3124" descr="Sphere">
                              <a:extLst>
                                <a:ext uri="{FF2B5EF4-FFF2-40B4-BE49-F238E27FC236}">
                                  <a16:creationId xmlns:a16="http://schemas.microsoft.com/office/drawing/2014/main" id="{8D559ECA-97CD-4CE9-9868-349707511AA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1521638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126" name="Flowchart: Connector 3125">
                          <a:extLst>
                            <a:ext uri="{FF2B5EF4-FFF2-40B4-BE49-F238E27FC236}">
                              <a16:creationId xmlns:a16="http://schemas.microsoft.com/office/drawing/2014/main" id="{290366EF-5CFA-451D-85DB-90D521739A9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27" name="3D Model 3126" descr="Sphere">
                              <a:extLst>
                                <a:ext uri="{FF2B5EF4-FFF2-40B4-BE49-F238E27FC236}">
                                  <a16:creationId xmlns:a16="http://schemas.microsoft.com/office/drawing/2014/main" id="{7D7D45AE-75E8-41C2-92B5-4F769CDBC95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2272433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128" name="Flowchart: Connector 3127">
                          <a:extLst>
                            <a:ext uri="{FF2B5EF4-FFF2-40B4-BE49-F238E27FC236}">
                              <a16:creationId xmlns:a16="http://schemas.microsoft.com/office/drawing/2014/main" id="{E4C05336-77FD-437A-AA68-AC33D69DF64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29" name="3D Model 3128" descr="Sphere">
                              <a:extLst>
                                <a:ext uri="{FF2B5EF4-FFF2-40B4-BE49-F238E27FC236}">
                                  <a16:creationId xmlns:a16="http://schemas.microsoft.com/office/drawing/2014/main" id="{7CC02156-FF67-491C-A0BC-D10EA52BB6E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5752350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130" name="Flowchart: Connector 3129">
                          <a:extLst>
                            <a:ext uri="{FF2B5EF4-FFF2-40B4-BE49-F238E27FC236}">
                              <a16:creationId xmlns:a16="http://schemas.microsoft.com/office/drawing/2014/main" id="{9B8651B5-4607-4E25-9923-3D53A9ED74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131" name="3D Model 3130" descr="Sphere">
                              <a:extLst>
                                <a:ext uri="{FF2B5EF4-FFF2-40B4-BE49-F238E27FC236}">
                                  <a16:creationId xmlns:a16="http://schemas.microsoft.com/office/drawing/2014/main" id="{6F0F9747-D698-4A8C-95FB-08B672630E9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9781294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3100" name="Flowchart: Connector 3099">
                        <a:extLst>
                          <a:ext uri="{FF2B5EF4-FFF2-40B4-BE49-F238E27FC236}">
                            <a16:creationId xmlns:a16="http://schemas.microsoft.com/office/drawing/2014/main" id="{2864C9BD-578D-4C3A-9D37-E04B5B76D36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01" name="Flowchart: Connector 3100">
                        <a:extLst>
                          <a:ext uri="{FF2B5EF4-FFF2-40B4-BE49-F238E27FC236}">
                            <a16:creationId xmlns:a16="http://schemas.microsoft.com/office/drawing/2014/main" id="{93FF5AB2-1BC2-4727-8A39-22765A5FB3B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02" name="Flowchart: Connector 3101">
                        <a:extLst>
                          <a:ext uri="{FF2B5EF4-FFF2-40B4-BE49-F238E27FC236}">
                            <a16:creationId xmlns:a16="http://schemas.microsoft.com/office/drawing/2014/main" id="{438D48D8-42EE-4CE7-892B-829D2A9EA7F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03" name="Flowchart: Connector 3102">
                        <a:extLst>
                          <a:ext uri="{FF2B5EF4-FFF2-40B4-BE49-F238E27FC236}">
                            <a16:creationId xmlns:a16="http://schemas.microsoft.com/office/drawing/2014/main" id="{7EF4880D-2CB5-412A-B2C4-15ED1FA60E4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04" name="Flowchart: Connector 3103">
                        <a:extLst>
                          <a:ext uri="{FF2B5EF4-FFF2-40B4-BE49-F238E27FC236}">
                            <a16:creationId xmlns:a16="http://schemas.microsoft.com/office/drawing/2014/main" id="{D8BEEE28-D87F-48B1-B140-10D2B5B0FE0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05" name="Flowchart: Connector 3104">
                        <a:extLst>
                          <a:ext uri="{FF2B5EF4-FFF2-40B4-BE49-F238E27FC236}">
                            <a16:creationId xmlns:a16="http://schemas.microsoft.com/office/drawing/2014/main" id="{5599E989-056B-4C6A-A016-551DEE6111D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06" name="Flowchart: Connector 3105">
                        <a:extLst>
                          <a:ext uri="{FF2B5EF4-FFF2-40B4-BE49-F238E27FC236}">
                            <a16:creationId xmlns:a16="http://schemas.microsoft.com/office/drawing/2014/main" id="{CB76A2AE-B13D-4275-99AF-E1948350A6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07" name="Flowchart: Connector 3106">
                        <a:extLst>
                          <a:ext uri="{FF2B5EF4-FFF2-40B4-BE49-F238E27FC236}">
                            <a16:creationId xmlns:a16="http://schemas.microsoft.com/office/drawing/2014/main" id="{DB888D19-109C-40C0-92D1-AA3AB619910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108" name="Flowchart: Connector 3107">
                        <a:extLst>
                          <a:ext uri="{FF2B5EF4-FFF2-40B4-BE49-F238E27FC236}">
                            <a16:creationId xmlns:a16="http://schemas.microsoft.com/office/drawing/2014/main" id="{6B0E77D9-6F37-4AB2-AF44-C5E65CA3A12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109" name="3D Model 3108" descr="Sphere">
                            <a:extLst>
                              <a:ext uri="{FF2B5EF4-FFF2-40B4-BE49-F238E27FC236}">
                                <a16:creationId xmlns:a16="http://schemas.microsoft.com/office/drawing/2014/main" id="{40F8F1C1-3999-4C13-A246-E2406359FDA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31232097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1750" cy="5892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8"/>
                              </am3d:raster>
                              <am3d:objViewport viewportSz="66246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5" name="3D Model 174" descr="Sphere">
                            <a:extLst>
                              <a:ext uri="{FF2B5EF4-FFF2-40B4-BE49-F238E27FC236}">
                                <a16:creationId xmlns:a16="http://schemas.microsoft.com/office/drawing/2014/main" id="{0F441D18-6D9C-4C48-BBF1-C28CF9A13BF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2"/>
                          <a:stretch>
                            <a:fillRect/>
                          </a:stretch>
                        </p:blipFill>
                        <p:spPr>
                          <a:xfrm>
                            <a:off x="1065242" y="2784657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110" name="Flowchart: Connector 3109">
                        <a:extLst>
                          <a:ext uri="{FF2B5EF4-FFF2-40B4-BE49-F238E27FC236}">
                            <a16:creationId xmlns:a16="http://schemas.microsoft.com/office/drawing/2014/main" id="{8A08825A-B4D7-4DA0-B33D-8C45FB53B46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111" name="3D Model 3110" descr="Sphere">
                            <a:extLst>
                              <a:ext uri="{FF2B5EF4-FFF2-40B4-BE49-F238E27FC236}">
                                <a16:creationId xmlns:a16="http://schemas.microsoft.com/office/drawing/2014/main" id="{C24FA723-6940-4B0E-9E65-74D34603EBD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97991214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7" name="3D Model 176" descr="Sphere">
                            <a:extLst>
                              <a:ext uri="{FF2B5EF4-FFF2-40B4-BE49-F238E27FC236}">
                                <a16:creationId xmlns:a16="http://schemas.microsoft.com/office/drawing/2014/main" id="{653ADD8A-AFB8-4BB3-8461-2EBD4DD651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302651" y="284871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112" name="Flowchart: Connector 3111">
                        <a:extLst>
                          <a:ext uri="{FF2B5EF4-FFF2-40B4-BE49-F238E27FC236}">
                            <a16:creationId xmlns:a16="http://schemas.microsoft.com/office/drawing/2014/main" id="{39F2CB7E-AF6E-4B5F-9030-6681A6EEAC9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113" name="3D Model 3112" descr="Sphere">
                            <a:extLst>
                              <a:ext uri="{FF2B5EF4-FFF2-40B4-BE49-F238E27FC236}">
                                <a16:creationId xmlns:a16="http://schemas.microsoft.com/office/drawing/2014/main" id="{4834AAC3-81C4-4210-B912-ABC7C9B4907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13316823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9" name="3D Model 178" descr="Sphere">
                            <a:extLst>
                              <a:ext uri="{FF2B5EF4-FFF2-40B4-BE49-F238E27FC236}">
                                <a16:creationId xmlns:a16="http://schemas.microsoft.com/office/drawing/2014/main" id="{04097741-C651-416C-B6DD-C24D5A1D138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3"/>
                          <a:stretch>
                            <a:fillRect/>
                          </a:stretch>
                        </p:blipFill>
                        <p:spPr>
                          <a:xfrm>
                            <a:off x="1547147" y="291749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114" name="Flowchart: Connector 3113">
                        <a:extLst>
                          <a:ext uri="{FF2B5EF4-FFF2-40B4-BE49-F238E27FC236}">
                            <a16:creationId xmlns:a16="http://schemas.microsoft.com/office/drawing/2014/main" id="{456B01F5-C092-44F8-B006-4210BD5E46A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115" name="3D Model 3114" descr="Sphere">
                            <a:extLst>
                              <a:ext uri="{FF2B5EF4-FFF2-40B4-BE49-F238E27FC236}">
                                <a16:creationId xmlns:a16="http://schemas.microsoft.com/office/drawing/2014/main" id="{926E9DED-5FFC-44B7-8766-AD18BC02868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87294991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81" name="3D Model 180" descr="Sphere">
                            <a:extLst>
                              <a:ext uri="{FF2B5EF4-FFF2-40B4-BE49-F238E27FC236}">
                                <a16:creationId xmlns:a16="http://schemas.microsoft.com/office/drawing/2014/main" id="{C85FB5A0-5213-4020-B74F-0E33E70A359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1815565" y="2997549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3027" name="Flowchart: Connector 3026">
                    <a:extLst>
                      <a:ext uri="{FF2B5EF4-FFF2-40B4-BE49-F238E27FC236}">
                        <a16:creationId xmlns:a16="http://schemas.microsoft.com/office/drawing/2014/main" id="{ACC734A4-0A24-4206-906D-0DB7527E4A4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028" name="Flowchart: Connector 3027">
                    <a:extLst>
                      <a:ext uri="{FF2B5EF4-FFF2-40B4-BE49-F238E27FC236}">
                        <a16:creationId xmlns:a16="http://schemas.microsoft.com/office/drawing/2014/main" id="{11060221-FA5D-4560-9434-7736D27A5D9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029" name="Flowchart: Connector 3028">
                    <a:extLst>
                      <a:ext uri="{FF2B5EF4-FFF2-40B4-BE49-F238E27FC236}">
                        <a16:creationId xmlns:a16="http://schemas.microsoft.com/office/drawing/2014/main" id="{4106E9CC-DC92-419F-9788-D7B291D0219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030" name="Flowchart: Connector 3029">
                    <a:extLst>
                      <a:ext uri="{FF2B5EF4-FFF2-40B4-BE49-F238E27FC236}">
                        <a16:creationId xmlns:a16="http://schemas.microsoft.com/office/drawing/2014/main" id="{A8F8860B-A02A-4F8E-8CF1-543535C00DD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031" name="Flowchart: Connector 3030">
                    <a:extLst>
                      <a:ext uri="{FF2B5EF4-FFF2-40B4-BE49-F238E27FC236}">
                        <a16:creationId xmlns:a16="http://schemas.microsoft.com/office/drawing/2014/main" id="{18C530B6-4F9B-477A-B661-C4F18201691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032" name="Flowchart: Connector 3031">
                    <a:extLst>
                      <a:ext uri="{FF2B5EF4-FFF2-40B4-BE49-F238E27FC236}">
                        <a16:creationId xmlns:a16="http://schemas.microsoft.com/office/drawing/2014/main" id="{2B23D55B-AAB9-4576-9073-5FC0A64E11F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033" name="Flowchart: Connector 3032">
                    <a:extLst>
                      <a:ext uri="{FF2B5EF4-FFF2-40B4-BE49-F238E27FC236}">
                        <a16:creationId xmlns:a16="http://schemas.microsoft.com/office/drawing/2014/main" id="{F24A2A52-CEC0-48A8-9B11-AEAF9EB9231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034" name="Flowchart: Connector 3033">
                    <a:extLst>
                      <a:ext uri="{FF2B5EF4-FFF2-40B4-BE49-F238E27FC236}">
                        <a16:creationId xmlns:a16="http://schemas.microsoft.com/office/drawing/2014/main" id="{D52869A3-91B4-4CFE-A11C-C899A83053A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3035" name="Group 3034">
                    <a:extLst>
                      <a:ext uri="{FF2B5EF4-FFF2-40B4-BE49-F238E27FC236}">
                        <a16:creationId xmlns:a16="http://schemas.microsoft.com/office/drawing/2014/main" id="{726FA8F2-4AF3-4886-BB60-D9E17B0989C0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3036" name="Group 3035">
                      <a:extLst>
                        <a:ext uri="{FF2B5EF4-FFF2-40B4-BE49-F238E27FC236}">
                          <a16:creationId xmlns:a16="http://schemas.microsoft.com/office/drawing/2014/main" id="{EA0B187B-D3C2-441D-A80F-23C7137A09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3087" name="Flowchart: Connector 3086">
                        <a:extLst>
                          <a:ext uri="{FF2B5EF4-FFF2-40B4-BE49-F238E27FC236}">
                            <a16:creationId xmlns:a16="http://schemas.microsoft.com/office/drawing/2014/main" id="{0868390C-D598-498D-868A-169645F3571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088" name="3D Model 3087" descr="Sphere">
                            <a:extLst>
                              <a:ext uri="{FF2B5EF4-FFF2-40B4-BE49-F238E27FC236}">
                                <a16:creationId xmlns:a16="http://schemas.microsoft.com/office/drawing/2014/main" id="{0E599F36-7AC6-4C51-A571-436B72E0349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47655744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1750" cy="5892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8"/>
                              </am3d:raster>
                              <am3d:objViewport viewportSz="66246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54" name="3D Model 153" descr="Sphere">
                            <a:extLst>
                              <a:ext uri="{FF2B5EF4-FFF2-40B4-BE49-F238E27FC236}">
                                <a16:creationId xmlns:a16="http://schemas.microsoft.com/office/drawing/2014/main" id="{59D6F9AA-09E2-4338-90EA-68FFD8CCDA4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2"/>
                          <a:stretch>
                            <a:fillRect/>
                          </a:stretch>
                        </p:blipFill>
                        <p:spPr>
                          <a:xfrm>
                            <a:off x="835944" y="3887946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089" name="Flowchart: Connector 3088">
                        <a:extLst>
                          <a:ext uri="{FF2B5EF4-FFF2-40B4-BE49-F238E27FC236}">
                            <a16:creationId xmlns:a16="http://schemas.microsoft.com/office/drawing/2014/main" id="{32F82653-9CDD-4D99-904B-6D950FC3314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090" name="3D Model 3089" descr="Sphere">
                            <a:extLst>
                              <a:ext uri="{FF2B5EF4-FFF2-40B4-BE49-F238E27FC236}">
                                <a16:creationId xmlns:a16="http://schemas.microsoft.com/office/drawing/2014/main" id="{E0E0C15C-FB35-4D77-B725-94800EE478B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46508416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091" name="Flowchart: Connector 3090">
                        <a:extLst>
                          <a:ext uri="{FF2B5EF4-FFF2-40B4-BE49-F238E27FC236}">
                            <a16:creationId xmlns:a16="http://schemas.microsoft.com/office/drawing/2014/main" id="{69F73AB9-4F98-4693-8237-5BF8AB0C748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092" name="3D Model 3091" descr="Sphere">
                            <a:extLst>
                              <a:ext uri="{FF2B5EF4-FFF2-40B4-BE49-F238E27FC236}">
                                <a16:creationId xmlns:a16="http://schemas.microsoft.com/office/drawing/2014/main" id="{C7C21ED9-937F-4163-817D-A908D47ADA6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3509035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093" name="Flowchart: Connector 3092">
                        <a:extLst>
                          <a:ext uri="{FF2B5EF4-FFF2-40B4-BE49-F238E27FC236}">
                            <a16:creationId xmlns:a16="http://schemas.microsoft.com/office/drawing/2014/main" id="{A706CDB7-DEA1-4A02-9EFB-055CABD77E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094" name="3D Model 3093" descr="Sphere">
                            <a:extLst>
                              <a:ext uri="{FF2B5EF4-FFF2-40B4-BE49-F238E27FC236}">
                                <a16:creationId xmlns:a16="http://schemas.microsoft.com/office/drawing/2014/main" id="{8EBB2E00-FF65-4475-B76F-E8B3B6F8E61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59277937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3037" name="Group 3036">
                      <a:extLst>
                        <a:ext uri="{FF2B5EF4-FFF2-40B4-BE49-F238E27FC236}">
                          <a16:creationId xmlns:a16="http://schemas.microsoft.com/office/drawing/2014/main" id="{040E35AA-B516-4CB3-9875-FA82F99EBF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3071" name="Flowchart: Connector 3070">
                        <a:extLst>
                          <a:ext uri="{FF2B5EF4-FFF2-40B4-BE49-F238E27FC236}">
                            <a16:creationId xmlns:a16="http://schemas.microsoft.com/office/drawing/2014/main" id="{CE8BA618-0290-431A-895B-DBAEA797E4C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72" name="Flowchart: Connector 3071">
                        <a:extLst>
                          <a:ext uri="{FF2B5EF4-FFF2-40B4-BE49-F238E27FC236}">
                            <a16:creationId xmlns:a16="http://schemas.microsoft.com/office/drawing/2014/main" id="{FAA4AE8F-35F8-4B6B-B8D2-F9BF17C3AC8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73" name="Flowchart: Connector 3072">
                        <a:extLst>
                          <a:ext uri="{FF2B5EF4-FFF2-40B4-BE49-F238E27FC236}">
                            <a16:creationId xmlns:a16="http://schemas.microsoft.com/office/drawing/2014/main" id="{3BB6103D-8678-48AB-9836-84C05A76E48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74" name="Flowchart: Connector 3073">
                        <a:extLst>
                          <a:ext uri="{FF2B5EF4-FFF2-40B4-BE49-F238E27FC236}">
                            <a16:creationId xmlns:a16="http://schemas.microsoft.com/office/drawing/2014/main" id="{D2299956-B896-450F-9A34-FD9E48002E1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75" name="Flowchart: Connector 3074">
                        <a:extLst>
                          <a:ext uri="{FF2B5EF4-FFF2-40B4-BE49-F238E27FC236}">
                            <a16:creationId xmlns:a16="http://schemas.microsoft.com/office/drawing/2014/main" id="{3585E8B3-5CB2-42A9-A7A3-10D1D800EB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76" name="Flowchart: Connector 3075">
                        <a:extLst>
                          <a:ext uri="{FF2B5EF4-FFF2-40B4-BE49-F238E27FC236}">
                            <a16:creationId xmlns:a16="http://schemas.microsoft.com/office/drawing/2014/main" id="{477BEEEC-72EC-4A7E-973E-D24C11EA6EB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77" name="Flowchart: Connector 3076">
                        <a:extLst>
                          <a:ext uri="{FF2B5EF4-FFF2-40B4-BE49-F238E27FC236}">
                            <a16:creationId xmlns:a16="http://schemas.microsoft.com/office/drawing/2014/main" id="{D61ED021-32B1-4E52-9197-5C3388498ED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78" name="Flowchart: Connector 3077">
                        <a:extLst>
                          <a:ext uri="{FF2B5EF4-FFF2-40B4-BE49-F238E27FC236}">
                            <a16:creationId xmlns:a16="http://schemas.microsoft.com/office/drawing/2014/main" id="{540833E6-339E-4F30-BA20-B64C474D53E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79" name="Flowchart: Connector 3078">
                        <a:extLst>
                          <a:ext uri="{FF2B5EF4-FFF2-40B4-BE49-F238E27FC236}">
                            <a16:creationId xmlns:a16="http://schemas.microsoft.com/office/drawing/2014/main" id="{72577CC4-9BDA-440D-8415-7A0E04CEF89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080" name="3D Model 3079" descr="Sphere">
                            <a:extLst>
                              <a:ext uri="{FF2B5EF4-FFF2-40B4-BE49-F238E27FC236}">
                                <a16:creationId xmlns:a16="http://schemas.microsoft.com/office/drawing/2014/main" id="{D60CBD21-7919-4AE1-87AF-375DEEB5133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45735335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46" name="3D Model 145" descr="Sphere">
                            <a:extLst>
                              <a:ext uri="{FF2B5EF4-FFF2-40B4-BE49-F238E27FC236}">
                                <a16:creationId xmlns:a16="http://schemas.microsoft.com/office/drawing/2014/main" id="{756B16C5-4508-40A0-B7F3-162B4744EE2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832585" y="3554337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081" name="Flowchart: Connector 3080">
                        <a:extLst>
                          <a:ext uri="{FF2B5EF4-FFF2-40B4-BE49-F238E27FC236}">
                            <a16:creationId xmlns:a16="http://schemas.microsoft.com/office/drawing/2014/main" id="{99674235-4D62-4C27-A45A-459B850364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082" name="3D Model 3081" descr="Sphere">
                            <a:extLst>
                              <a:ext uri="{FF2B5EF4-FFF2-40B4-BE49-F238E27FC236}">
                                <a16:creationId xmlns:a16="http://schemas.microsoft.com/office/drawing/2014/main" id="{F4119250-BAB1-47BC-8A30-2055E1A3848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89682224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083" name="Flowchart: Connector 3082">
                        <a:extLst>
                          <a:ext uri="{FF2B5EF4-FFF2-40B4-BE49-F238E27FC236}">
                            <a16:creationId xmlns:a16="http://schemas.microsoft.com/office/drawing/2014/main" id="{D2BFFAC6-9A5F-463B-B275-32A97CE7A07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084" name="3D Model 3083" descr="Sphere">
                            <a:extLst>
                              <a:ext uri="{FF2B5EF4-FFF2-40B4-BE49-F238E27FC236}">
                                <a16:creationId xmlns:a16="http://schemas.microsoft.com/office/drawing/2014/main" id="{B2F0B28A-854F-4CAA-9656-85522F41250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8526510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085" name="Flowchart: Connector 3084">
                        <a:extLst>
                          <a:ext uri="{FF2B5EF4-FFF2-40B4-BE49-F238E27FC236}">
                            <a16:creationId xmlns:a16="http://schemas.microsoft.com/office/drawing/2014/main" id="{184EC7A8-90A2-4BC3-BCB2-051A454403B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086" name="3D Model 3085" descr="Sphere">
                            <a:extLst>
                              <a:ext uri="{FF2B5EF4-FFF2-40B4-BE49-F238E27FC236}">
                                <a16:creationId xmlns:a16="http://schemas.microsoft.com/office/drawing/2014/main" id="{B39F41B5-AD6C-442C-9DEF-6A2A5C02BB3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5600863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3038" name="Group 3037">
                      <a:extLst>
                        <a:ext uri="{FF2B5EF4-FFF2-40B4-BE49-F238E27FC236}">
                          <a16:creationId xmlns:a16="http://schemas.microsoft.com/office/drawing/2014/main" id="{F11696BE-AF59-4C22-B28F-8F9A926171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3055" name="Flowchart: Connector 3054">
                        <a:extLst>
                          <a:ext uri="{FF2B5EF4-FFF2-40B4-BE49-F238E27FC236}">
                            <a16:creationId xmlns:a16="http://schemas.microsoft.com/office/drawing/2014/main" id="{932EA472-7170-41A6-A38F-A91E0629B10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56" name="Flowchart: Connector 3055">
                        <a:extLst>
                          <a:ext uri="{FF2B5EF4-FFF2-40B4-BE49-F238E27FC236}">
                            <a16:creationId xmlns:a16="http://schemas.microsoft.com/office/drawing/2014/main" id="{FF6E72E0-FF7D-47C5-8282-7481F653D0D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57" name="Flowchart: Connector 3056">
                        <a:extLst>
                          <a:ext uri="{FF2B5EF4-FFF2-40B4-BE49-F238E27FC236}">
                            <a16:creationId xmlns:a16="http://schemas.microsoft.com/office/drawing/2014/main" id="{F5A261D5-A0C4-4BE3-9535-6929940FCD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58" name="Flowchart: Connector 3057">
                        <a:extLst>
                          <a:ext uri="{FF2B5EF4-FFF2-40B4-BE49-F238E27FC236}">
                            <a16:creationId xmlns:a16="http://schemas.microsoft.com/office/drawing/2014/main" id="{F9E84F8C-9F96-41EC-9E92-0E5C42FA871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59" name="Flowchart: Connector 3058">
                        <a:extLst>
                          <a:ext uri="{FF2B5EF4-FFF2-40B4-BE49-F238E27FC236}">
                            <a16:creationId xmlns:a16="http://schemas.microsoft.com/office/drawing/2014/main" id="{4D6CCD42-1995-423C-9C97-270A1F8EF7D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60" name="Flowchart: Connector 3059">
                        <a:extLst>
                          <a:ext uri="{FF2B5EF4-FFF2-40B4-BE49-F238E27FC236}">
                            <a16:creationId xmlns:a16="http://schemas.microsoft.com/office/drawing/2014/main" id="{9AE0C2DC-B105-4CB9-ABD1-C42413B93A3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61" name="Flowchart: Connector 3060">
                        <a:extLst>
                          <a:ext uri="{FF2B5EF4-FFF2-40B4-BE49-F238E27FC236}">
                            <a16:creationId xmlns:a16="http://schemas.microsoft.com/office/drawing/2014/main" id="{DA3F64A2-27C6-48ED-A81D-297D16AA817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62" name="Flowchart: Connector 3061">
                        <a:extLst>
                          <a:ext uri="{FF2B5EF4-FFF2-40B4-BE49-F238E27FC236}">
                            <a16:creationId xmlns:a16="http://schemas.microsoft.com/office/drawing/2014/main" id="{AFFAFB1E-3DAF-4B68-91B0-8565454857F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063" name="Flowchart: Connector 3062">
                        <a:extLst>
                          <a:ext uri="{FF2B5EF4-FFF2-40B4-BE49-F238E27FC236}">
                            <a16:creationId xmlns:a16="http://schemas.microsoft.com/office/drawing/2014/main" id="{E8979FF0-070B-4B6C-83FB-3690CCEDA7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064" name="3D Model 3063" descr="Sphere">
                            <a:extLst>
                              <a:ext uri="{FF2B5EF4-FFF2-40B4-BE49-F238E27FC236}">
                                <a16:creationId xmlns:a16="http://schemas.microsoft.com/office/drawing/2014/main" id="{B9F10459-93B6-4ACE-BCEB-E66147D129B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06179626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30" name="3D Model 129" descr="Sphere">
                            <a:extLst>
                              <a:ext uri="{FF2B5EF4-FFF2-40B4-BE49-F238E27FC236}">
                                <a16:creationId xmlns:a16="http://schemas.microsoft.com/office/drawing/2014/main" id="{47D4A59F-7345-4303-916A-A0AC6A0CF64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822906" y="323115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065" name="Flowchart: Connector 3064">
                        <a:extLst>
                          <a:ext uri="{FF2B5EF4-FFF2-40B4-BE49-F238E27FC236}">
                            <a16:creationId xmlns:a16="http://schemas.microsoft.com/office/drawing/2014/main" id="{4D9DBD9B-EE6D-4295-971E-BE95A5D8CB1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066" name="3D Model 3065" descr="Sphere">
                            <a:extLst>
                              <a:ext uri="{FF2B5EF4-FFF2-40B4-BE49-F238E27FC236}">
                                <a16:creationId xmlns:a16="http://schemas.microsoft.com/office/drawing/2014/main" id="{5287EE90-5BC6-401F-9603-94C49F25682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4615421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32" name="3D Model 131" descr="Sphere">
                            <a:extLst>
                              <a:ext uri="{FF2B5EF4-FFF2-40B4-BE49-F238E27FC236}">
                                <a16:creationId xmlns:a16="http://schemas.microsoft.com/office/drawing/2014/main" id="{2B44DAD8-B15B-485D-9084-36E080510765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062972" y="331541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067" name="Flowchart: Connector 3066">
                        <a:extLst>
                          <a:ext uri="{FF2B5EF4-FFF2-40B4-BE49-F238E27FC236}">
                            <a16:creationId xmlns:a16="http://schemas.microsoft.com/office/drawing/2014/main" id="{55929211-E99F-4DD2-A133-2B8DE7C49DF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068" name="3D Model 3067" descr="Sphere">
                            <a:extLst>
                              <a:ext uri="{FF2B5EF4-FFF2-40B4-BE49-F238E27FC236}">
                                <a16:creationId xmlns:a16="http://schemas.microsoft.com/office/drawing/2014/main" id="{F5C203A3-2AC3-42CA-AF38-5075C8D1E60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49055692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069" name="Flowchart: Connector 3068">
                        <a:extLst>
                          <a:ext uri="{FF2B5EF4-FFF2-40B4-BE49-F238E27FC236}">
                            <a16:creationId xmlns:a16="http://schemas.microsoft.com/office/drawing/2014/main" id="{65340311-E8EE-46AA-BD61-61BD5228196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070" name="3D Model 3069" descr="Sphere">
                            <a:extLst>
                              <a:ext uri="{FF2B5EF4-FFF2-40B4-BE49-F238E27FC236}">
                                <a16:creationId xmlns:a16="http://schemas.microsoft.com/office/drawing/2014/main" id="{20747160-2466-4F57-86F6-C1C01A1FB66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436504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3039" name="Flowchart: Connector 3038">
                      <a:extLst>
                        <a:ext uri="{FF2B5EF4-FFF2-40B4-BE49-F238E27FC236}">
                          <a16:creationId xmlns:a16="http://schemas.microsoft.com/office/drawing/2014/main" id="{1FCBBE33-0680-447B-9013-296A5B0239E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040" name="Flowchart: Connector 3039">
                      <a:extLst>
                        <a:ext uri="{FF2B5EF4-FFF2-40B4-BE49-F238E27FC236}">
                          <a16:creationId xmlns:a16="http://schemas.microsoft.com/office/drawing/2014/main" id="{293C3072-4961-4730-8C41-FB17D654D4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041" name="Flowchart: Connector 3040">
                      <a:extLst>
                        <a:ext uri="{FF2B5EF4-FFF2-40B4-BE49-F238E27FC236}">
                          <a16:creationId xmlns:a16="http://schemas.microsoft.com/office/drawing/2014/main" id="{279EECE1-F73C-4400-A84D-6BA8A9EB45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042" name="Flowchart: Connector 3041">
                      <a:extLst>
                        <a:ext uri="{FF2B5EF4-FFF2-40B4-BE49-F238E27FC236}">
                          <a16:creationId xmlns:a16="http://schemas.microsoft.com/office/drawing/2014/main" id="{31B84D03-00EF-4168-A4EF-4E771E88E82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043" name="Flowchart: Connector 3042">
                      <a:extLst>
                        <a:ext uri="{FF2B5EF4-FFF2-40B4-BE49-F238E27FC236}">
                          <a16:creationId xmlns:a16="http://schemas.microsoft.com/office/drawing/2014/main" id="{77DDFF12-6D51-4A4F-ABCA-8368B729061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044" name="Flowchart: Connector 3043">
                      <a:extLst>
                        <a:ext uri="{FF2B5EF4-FFF2-40B4-BE49-F238E27FC236}">
                          <a16:creationId xmlns:a16="http://schemas.microsoft.com/office/drawing/2014/main" id="{37D94F3B-19F4-4187-BFD9-9D4CF490F09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045" name="Flowchart: Connector 3044">
                      <a:extLst>
                        <a:ext uri="{FF2B5EF4-FFF2-40B4-BE49-F238E27FC236}">
                          <a16:creationId xmlns:a16="http://schemas.microsoft.com/office/drawing/2014/main" id="{BD1C4C5B-1BC2-4A51-9CBF-BCA8ADD6AB5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046" name="Flowchart: Connector 3045">
                      <a:extLst>
                        <a:ext uri="{FF2B5EF4-FFF2-40B4-BE49-F238E27FC236}">
                          <a16:creationId xmlns:a16="http://schemas.microsoft.com/office/drawing/2014/main" id="{9CB4DCDA-D1A2-49F5-8B11-A2503E3A740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047" name="Flowchart: Connector 3046">
                      <a:extLst>
                        <a:ext uri="{FF2B5EF4-FFF2-40B4-BE49-F238E27FC236}">
                          <a16:creationId xmlns:a16="http://schemas.microsoft.com/office/drawing/2014/main" id="{41C90C75-22D8-49B6-9013-7334D911D6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048" name="3D Model 3047" descr="Sphere">
                          <a:extLst>
                            <a:ext uri="{FF2B5EF4-FFF2-40B4-BE49-F238E27FC236}">
                              <a16:creationId xmlns:a16="http://schemas.microsoft.com/office/drawing/2014/main" id="{82FDF265-4825-4BCB-BE68-59CCB6F88A8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881245073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9"/>
                            </am3d:raster>
                            <am3d:objViewport viewportSz="6069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4" name="3D Model 113" descr="Sphere">
                          <a:extLst>
                            <a:ext uri="{FF2B5EF4-FFF2-40B4-BE49-F238E27FC236}">
                              <a16:creationId xmlns:a16="http://schemas.microsoft.com/office/drawing/2014/main" id="{56A2AB05-F072-40CA-90AE-FD36A7808D3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5"/>
                        <a:stretch>
                          <a:fillRect/>
                        </a:stretch>
                      </p:blipFill>
                      <p:spPr>
                        <a:xfrm>
                          <a:off x="830057" y="2917267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049" name="Flowchart: Connector 3048">
                      <a:extLst>
                        <a:ext uri="{FF2B5EF4-FFF2-40B4-BE49-F238E27FC236}">
                          <a16:creationId xmlns:a16="http://schemas.microsoft.com/office/drawing/2014/main" id="{70FF10F9-EF5E-4092-882C-830604A930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050" name="3D Model 3049" descr="Sphere">
                          <a:extLst>
                            <a:ext uri="{FF2B5EF4-FFF2-40B4-BE49-F238E27FC236}">
                              <a16:creationId xmlns:a16="http://schemas.microsoft.com/office/drawing/2014/main" id="{0EAE84D0-3758-4A21-A30F-7A94FCA99E8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02026051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6" name="3D Model 115" descr="Sphere">
                          <a:extLst>
                            <a:ext uri="{FF2B5EF4-FFF2-40B4-BE49-F238E27FC236}">
                              <a16:creationId xmlns:a16="http://schemas.microsoft.com/office/drawing/2014/main" id="{7C9E6E5C-C27E-459B-A76D-97CD231ABD4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1076013" y="300758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051" name="Flowchart: Connector 3050">
                      <a:extLst>
                        <a:ext uri="{FF2B5EF4-FFF2-40B4-BE49-F238E27FC236}">
                          <a16:creationId xmlns:a16="http://schemas.microsoft.com/office/drawing/2014/main" id="{2FADAA40-69ED-436E-A968-84355692543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052" name="3D Model 3051" descr="Sphere">
                          <a:extLst>
                            <a:ext uri="{FF2B5EF4-FFF2-40B4-BE49-F238E27FC236}">
                              <a16:creationId xmlns:a16="http://schemas.microsoft.com/office/drawing/2014/main" id="{7C6BE63D-296D-4D00-B7C0-5A3AF01D91FA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850649569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8" name="3D Model 117" descr="Sphere">
                          <a:extLst>
                            <a:ext uri="{FF2B5EF4-FFF2-40B4-BE49-F238E27FC236}">
                              <a16:creationId xmlns:a16="http://schemas.microsoft.com/office/drawing/2014/main" id="{4E73B661-C0D3-4777-B427-FC4F81686E2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317147" y="3055459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053" name="Flowchart: Connector 3052">
                      <a:extLst>
                        <a:ext uri="{FF2B5EF4-FFF2-40B4-BE49-F238E27FC236}">
                          <a16:creationId xmlns:a16="http://schemas.microsoft.com/office/drawing/2014/main" id="{2084C40D-2542-40FF-80CA-6E35B21CF14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054" name="3D Model 3053" descr="Sphere">
                          <a:extLst>
                            <a:ext uri="{FF2B5EF4-FFF2-40B4-BE49-F238E27FC236}">
                              <a16:creationId xmlns:a16="http://schemas.microsoft.com/office/drawing/2014/main" id="{BE5CAA26-F0F5-40BA-9A67-1825BCC29EA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255094822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20" name="3D Model 119" descr="Sphere">
                          <a:extLst>
                            <a:ext uri="{FF2B5EF4-FFF2-40B4-BE49-F238E27FC236}">
                              <a16:creationId xmlns:a16="http://schemas.microsoft.com/office/drawing/2014/main" id="{3476476F-DDC4-49CE-B42B-4D693A51BEBB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1585565" y="314249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2944" name="Group 2943">
                  <a:extLst>
                    <a:ext uri="{FF2B5EF4-FFF2-40B4-BE49-F238E27FC236}">
                      <a16:creationId xmlns:a16="http://schemas.microsoft.com/office/drawing/2014/main" id="{7BD4496D-93F1-4615-BAFE-41C466CE01D3}"/>
                    </a:ext>
                  </a:extLst>
                </p:cNvPr>
                <p:cNvGrpSpPr/>
                <p:nvPr/>
              </p:nvGrpSpPr>
              <p:grpSpPr>
                <a:xfrm rot="18542409">
                  <a:off x="2257159" y="2362802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014" name="Freeform: Shape 3013">
                    <a:extLst>
                      <a:ext uri="{FF2B5EF4-FFF2-40B4-BE49-F238E27FC236}">
                        <a16:creationId xmlns:a16="http://schemas.microsoft.com/office/drawing/2014/main" id="{2A954098-28AB-4554-8306-77E66CF00DF6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015" name="Rectangle: Rounded Corners 3014">
                    <a:extLst>
                      <a:ext uri="{FF2B5EF4-FFF2-40B4-BE49-F238E27FC236}">
                        <a16:creationId xmlns:a16="http://schemas.microsoft.com/office/drawing/2014/main" id="{255C36F1-4FA0-4A13-BE92-4E0D007CAC05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45" name="Group 2944">
                  <a:extLst>
                    <a:ext uri="{FF2B5EF4-FFF2-40B4-BE49-F238E27FC236}">
                      <a16:creationId xmlns:a16="http://schemas.microsoft.com/office/drawing/2014/main" id="{FFCEE8B4-596C-4ABB-881D-4E50F611A081}"/>
                    </a:ext>
                  </a:extLst>
                </p:cNvPr>
                <p:cNvGrpSpPr/>
                <p:nvPr/>
              </p:nvGrpSpPr>
              <p:grpSpPr>
                <a:xfrm rot="17122200">
                  <a:off x="1187274" y="235013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012" name="Freeform: Shape 3011">
                    <a:extLst>
                      <a:ext uri="{FF2B5EF4-FFF2-40B4-BE49-F238E27FC236}">
                        <a16:creationId xmlns:a16="http://schemas.microsoft.com/office/drawing/2014/main" id="{429F017D-612B-4867-BF90-40F4D3AE0347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013" name="Rectangle: Rounded Corners 3012">
                    <a:extLst>
                      <a:ext uri="{FF2B5EF4-FFF2-40B4-BE49-F238E27FC236}">
                        <a16:creationId xmlns:a16="http://schemas.microsoft.com/office/drawing/2014/main" id="{EEFD1A14-D0E6-4C86-80D0-3006803A1AFA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46" name="Group 2945">
                  <a:extLst>
                    <a:ext uri="{FF2B5EF4-FFF2-40B4-BE49-F238E27FC236}">
                      <a16:creationId xmlns:a16="http://schemas.microsoft.com/office/drawing/2014/main" id="{45C256FD-BBE4-469D-8862-ACAB2935C1FC}"/>
                    </a:ext>
                  </a:extLst>
                </p:cNvPr>
                <p:cNvGrpSpPr/>
                <p:nvPr/>
              </p:nvGrpSpPr>
              <p:grpSpPr>
                <a:xfrm rot="658209">
                  <a:off x="2479276" y="3323586"/>
                  <a:ext cx="746642" cy="235253"/>
                  <a:chOff x="2620172" y="2546175"/>
                  <a:chExt cx="834986" cy="143092"/>
                </a:xfrm>
              </p:grpSpPr>
              <p:sp>
                <p:nvSpPr>
                  <p:cNvPr id="3010" name="Freeform: Shape 3009">
                    <a:extLst>
                      <a:ext uri="{FF2B5EF4-FFF2-40B4-BE49-F238E27FC236}">
                        <a16:creationId xmlns:a16="http://schemas.microsoft.com/office/drawing/2014/main" id="{B67DE7F8-2B31-4306-9820-F0FDAC221F1C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011" name="Rectangle: Rounded Corners 3010">
                    <a:extLst>
                      <a:ext uri="{FF2B5EF4-FFF2-40B4-BE49-F238E27FC236}">
                        <a16:creationId xmlns:a16="http://schemas.microsoft.com/office/drawing/2014/main" id="{57C6528D-1AAB-40AA-AC47-4F7AD2547C27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47" name="Group 2946">
                  <a:extLst>
                    <a:ext uri="{FF2B5EF4-FFF2-40B4-BE49-F238E27FC236}">
                      <a16:creationId xmlns:a16="http://schemas.microsoft.com/office/drawing/2014/main" id="{D065397B-4F11-406F-B2CB-3F2ED2B6B386}"/>
                    </a:ext>
                  </a:extLst>
                </p:cNvPr>
                <p:cNvGrpSpPr/>
                <p:nvPr/>
              </p:nvGrpSpPr>
              <p:grpSpPr>
                <a:xfrm rot="18837888">
                  <a:off x="1789768" y="223810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008" name="Freeform: Shape 3007">
                    <a:extLst>
                      <a:ext uri="{FF2B5EF4-FFF2-40B4-BE49-F238E27FC236}">
                        <a16:creationId xmlns:a16="http://schemas.microsoft.com/office/drawing/2014/main" id="{61DCA343-B97B-42DE-84B2-1DB1B2CEAE45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009" name="Rectangle: Rounded Corners 3008">
                    <a:extLst>
                      <a:ext uri="{FF2B5EF4-FFF2-40B4-BE49-F238E27FC236}">
                        <a16:creationId xmlns:a16="http://schemas.microsoft.com/office/drawing/2014/main" id="{F9209A54-FA0D-4319-8850-142D4CACAF69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48" name="Group 2947">
                  <a:extLst>
                    <a:ext uri="{FF2B5EF4-FFF2-40B4-BE49-F238E27FC236}">
                      <a16:creationId xmlns:a16="http://schemas.microsoft.com/office/drawing/2014/main" id="{ABE3D648-683E-41A1-A817-887EDB8C7AFA}"/>
                    </a:ext>
                  </a:extLst>
                </p:cNvPr>
                <p:cNvGrpSpPr/>
                <p:nvPr/>
              </p:nvGrpSpPr>
              <p:grpSpPr>
                <a:xfrm rot="16200000">
                  <a:off x="563034" y="2429570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006" name="Freeform: Shape 3005">
                    <a:extLst>
                      <a:ext uri="{FF2B5EF4-FFF2-40B4-BE49-F238E27FC236}">
                        <a16:creationId xmlns:a16="http://schemas.microsoft.com/office/drawing/2014/main" id="{16B5A9D3-9662-4B33-A3D4-B4C0F0A75F3D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007" name="Rectangle: Rounded Corners 3006">
                    <a:extLst>
                      <a:ext uri="{FF2B5EF4-FFF2-40B4-BE49-F238E27FC236}">
                        <a16:creationId xmlns:a16="http://schemas.microsoft.com/office/drawing/2014/main" id="{F725F9C6-F8A6-4BFF-8F41-D9B77362CBE8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49" name="Group 2948">
                  <a:extLst>
                    <a:ext uri="{FF2B5EF4-FFF2-40B4-BE49-F238E27FC236}">
                      <a16:creationId xmlns:a16="http://schemas.microsoft.com/office/drawing/2014/main" id="{7FEF0FAF-DC6D-499A-AF4A-59DDE3B71B21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350328" y="4425270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004" name="Freeform: Shape 3003">
                    <a:extLst>
                      <a:ext uri="{FF2B5EF4-FFF2-40B4-BE49-F238E27FC236}">
                        <a16:creationId xmlns:a16="http://schemas.microsoft.com/office/drawing/2014/main" id="{92AC5DB1-B3D1-4601-ACF4-0C2D6E17D915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005" name="Rectangle: Rounded Corners 3004">
                    <a:extLst>
                      <a:ext uri="{FF2B5EF4-FFF2-40B4-BE49-F238E27FC236}">
                        <a16:creationId xmlns:a16="http://schemas.microsoft.com/office/drawing/2014/main" id="{75FA075D-CB08-493A-AE35-2F39EEDC9347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50" name="Group 2949">
                  <a:extLst>
                    <a:ext uri="{FF2B5EF4-FFF2-40B4-BE49-F238E27FC236}">
                      <a16:creationId xmlns:a16="http://schemas.microsoft.com/office/drawing/2014/main" id="{DCEE97E6-01C4-4338-B518-4CFC9E2EC6A3}"/>
                    </a:ext>
                  </a:extLst>
                </p:cNvPr>
                <p:cNvGrpSpPr/>
                <p:nvPr/>
              </p:nvGrpSpPr>
              <p:grpSpPr>
                <a:xfrm rot="5880914">
                  <a:off x="789613" y="4380622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002" name="Freeform: Shape 3001">
                    <a:extLst>
                      <a:ext uri="{FF2B5EF4-FFF2-40B4-BE49-F238E27FC236}">
                        <a16:creationId xmlns:a16="http://schemas.microsoft.com/office/drawing/2014/main" id="{AC5BB5DD-2CA3-4525-BBBF-DEA17936168F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003" name="Rectangle: Rounded Corners 3002">
                    <a:extLst>
                      <a:ext uri="{FF2B5EF4-FFF2-40B4-BE49-F238E27FC236}">
                        <a16:creationId xmlns:a16="http://schemas.microsoft.com/office/drawing/2014/main" id="{6C6772F7-A30C-4722-8949-5A9611A8D9B8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51" name="Group 2950">
                  <a:extLst>
                    <a:ext uri="{FF2B5EF4-FFF2-40B4-BE49-F238E27FC236}">
                      <a16:creationId xmlns:a16="http://schemas.microsoft.com/office/drawing/2014/main" id="{D42C5233-A4E3-4E97-B2E8-F28D38CE2E94}"/>
                    </a:ext>
                  </a:extLst>
                </p:cNvPr>
                <p:cNvGrpSpPr/>
                <p:nvPr/>
              </p:nvGrpSpPr>
              <p:grpSpPr>
                <a:xfrm rot="13587211">
                  <a:off x="651990" y="2929858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000" name="Freeform: Shape 2999">
                    <a:extLst>
                      <a:ext uri="{FF2B5EF4-FFF2-40B4-BE49-F238E27FC236}">
                        <a16:creationId xmlns:a16="http://schemas.microsoft.com/office/drawing/2014/main" id="{09BC3E62-D352-4F4D-88AE-850EF43F5144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001" name="Rectangle: Rounded Corners 3000">
                    <a:extLst>
                      <a:ext uri="{FF2B5EF4-FFF2-40B4-BE49-F238E27FC236}">
                        <a16:creationId xmlns:a16="http://schemas.microsoft.com/office/drawing/2014/main" id="{4CD90349-6603-436B-BECF-2CCA1184591A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52" name="Group 2951">
                  <a:extLst>
                    <a:ext uri="{FF2B5EF4-FFF2-40B4-BE49-F238E27FC236}">
                      <a16:creationId xmlns:a16="http://schemas.microsoft.com/office/drawing/2014/main" id="{F6C5737B-DAD0-47CE-AE94-40E172FBF47F}"/>
                    </a:ext>
                  </a:extLst>
                </p:cNvPr>
                <p:cNvGrpSpPr/>
                <p:nvPr/>
              </p:nvGrpSpPr>
              <p:grpSpPr>
                <a:xfrm rot="11351284">
                  <a:off x="163719" y="3807693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2998" name="Freeform: Shape 2997">
                    <a:extLst>
                      <a:ext uri="{FF2B5EF4-FFF2-40B4-BE49-F238E27FC236}">
                        <a16:creationId xmlns:a16="http://schemas.microsoft.com/office/drawing/2014/main" id="{AD260978-E4ED-49EA-9098-BA19FF7D6DCB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99" name="Rectangle: Rounded Corners 2998">
                    <a:extLst>
                      <a:ext uri="{FF2B5EF4-FFF2-40B4-BE49-F238E27FC236}">
                        <a16:creationId xmlns:a16="http://schemas.microsoft.com/office/drawing/2014/main" id="{AB9E55BA-CA6D-4605-9B6E-0F631658B125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53" name="Group 2952">
                  <a:extLst>
                    <a:ext uri="{FF2B5EF4-FFF2-40B4-BE49-F238E27FC236}">
                      <a16:creationId xmlns:a16="http://schemas.microsoft.com/office/drawing/2014/main" id="{E50129F8-956B-45CA-8EC5-5159D316B428}"/>
                    </a:ext>
                  </a:extLst>
                </p:cNvPr>
                <p:cNvGrpSpPr/>
                <p:nvPr/>
              </p:nvGrpSpPr>
              <p:grpSpPr>
                <a:xfrm rot="4193783">
                  <a:off x="2062756" y="4148262"/>
                  <a:ext cx="706454" cy="171076"/>
                  <a:chOff x="2620172" y="2546175"/>
                  <a:chExt cx="834986" cy="143092"/>
                </a:xfrm>
              </p:grpSpPr>
              <p:sp>
                <p:nvSpPr>
                  <p:cNvPr id="2996" name="Freeform: Shape 2995">
                    <a:extLst>
                      <a:ext uri="{FF2B5EF4-FFF2-40B4-BE49-F238E27FC236}">
                        <a16:creationId xmlns:a16="http://schemas.microsoft.com/office/drawing/2014/main" id="{CF877FC1-AD24-42B7-A93F-D693F6326FC6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97" name="Rectangle: Rounded Corners 2996">
                    <a:extLst>
                      <a:ext uri="{FF2B5EF4-FFF2-40B4-BE49-F238E27FC236}">
                        <a16:creationId xmlns:a16="http://schemas.microsoft.com/office/drawing/2014/main" id="{6EE1CDDC-040C-46D8-8460-1CE8A8047B90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54" name="Group 2953">
                  <a:extLst>
                    <a:ext uri="{FF2B5EF4-FFF2-40B4-BE49-F238E27FC236}">
                      <a16:creationId xmlns:a16="http://schemas.microsoft.com/office/drawing/2014/main" id="{D479B598-681F-43F0-BE2C-F1531D589356}"/>
                    </a:ext>
                  </a:extLst>
                </p:cNvPr>
                <p:cNvGrpSpPr/>
                <p:nvPr/>
              </p:nvGrpSpPr>
              <p:grpSpPr>
                <a:xfrm rot="1837203">
                  <a:off x="2331692" y="3874891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2994" name="Freeform: Shape 2993">
                    <a:extLst>
                      <a:ext uri="{FF2B5EF4-FFF2-40B4-BE49-F238E27FC236}">
                        <a16:creationId xmlns:a16="http://schemas.microsoft.com/office/drawing/2014/main" id="{9086EEA8-090B-4F01-9580-E741F2C75D9F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95" name="Rectangle: Rounded Corners 2994">
                    <a:extLst>
                      <a:ext uri="{FF2B5EF4-FFF2-40B4-BE49-F238E27FC236}">
                        <a16:creationId xmlns:a16="http://schemas.microsoft.com/office/drawing/2014/main" id="{4764BDF5-F21B-4CA5-94DD-02F5173BABEA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55" name="Group 2954">
                  <a:extLst>
                    <a:ext uri="{FF2B5EF4-FFF2-40B4-BE49-F238E27FC236}">
                      <a16:creationId xmlns:a16="http://schemas.microsoft.com/office/drawing/2014/main" id="{57543FF1-EBDD-4614-9B71-09BE25AB70ED}"/>
                    </a:ext>
                  </a:extLst>
                </p:cNvPr>
                <p:cNvGrpSpPr/>
                <p:nvPr/>
              </p:nvGrpSpPr>
              <p:grpSpPr>
                <a:xfrm rot="932650">
                  <a:off x="2489621" y="3105014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2992" name="Freeform: Shape 2991">
                    <a:extLst>
                      <a:ext uri="{FF2B5EF4-FFF2-40B4-BE49-F238E27FC236}">
                        <a16:creationId xmlns:a16="http://schemas.microsoft.com/office/drawing/2014/main" id="{310DA47C-4786-4868-BA7B-3C71294E59F8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93" name="Rectangle: Rounded Corners 2992">
                    <a:extLst>
                      <a:ext uri="{FF2B5EF4-FFF2-40B4-BE49-F238E27FC236}">
                        <a16:creationId xmlns:a16="http://schemas.microsoft.com/office/drawing/2014/main" id="{90F6B824-0E3A-491F-9448-4E85B389893B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56" name="Group 2955">
                  <a:extLst>
                    <a:ext uri="{FF2B5EF4-FFF2-40B4-BE49-F238E27FC236}">
                      <a16:creationId xmlns:a16="http://schemas.microsoft.com/office/drawing/2014/main" id="{422E90E7-8D29-4F95-A493-D0CCF3220119}"/>
                    </a:ext>
                  </a:extLst>
                </p:cNvPr>
                <p:cNvGrpSpPr/>
                <p:nvPr/>
              </p:nvGrpSpPr>
              <p:grpSpPr>
                <a:xfrm rot="10458038">
                  <a:off x="686489" y="3490410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2990" name="Freeform: Shape 2989">
                    <a:extLst>
                      <a:ext uri="{FF2B5EF4-FFF2-40B4-BE49-F238E27FC236}">
                        <a16:creationId xmlns:a16="http://schemas.microsoft.com/office/drawing/2014/main" id="{0CE1E199-0923-4615-BB23-9ED9BF4F9779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91" name="Rectangle: Rounded Corners 2990">
                    <a:extLst>
                      <a:ext uri="{FF2B5EF4-FFF2-40B4-BE49-F238E27FC236}">
                        <a16:creationId xmlns:a16="http://schemas.microsoft.com/office/drawing/2014/main" id="{28AC13A1-14E3-48B6-9463-0672B199AAC0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57" name="Group 2956">
                  <a:extLst>
                    <a:ext uri="{FF2B5EF4-FFF2-40B4-BE49-F238E27FC236}">
                      <a16:creationId xmlns:a16="http://schemas.microsoft.com/office/drawing/2014/main" id="{E4490EDF-C4BC-48FB-B406-AD45A044294E}"/>
                    </a:ext>
                  </a:extLst>
                </p:cNvPr>
                <p:cNvGrpSpPr/>
                <p:nvPr/>
              </p:nvGrpSpPr>
              <p:grpSpPr>
                <a:xfrm rot="16924252">
                  <a:off x="1635001" y="2371073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2988" name="Freeform: Shape 2987">
                    <a:extLst>
                      <a:ext uri="{FF2B5EF4-FFF2-40B4-BE49-F238E27FC236}">
                        <a16:creationId xmlns:a16="http://schemas.microsoft.com/office/drawing/2014/main" id="{A1CEF73A-7264-4D38-AF56-8A63B2D0513F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89" name="Rectangle: Rounded Corners 2988">
                    <a:extLst>
                      <a:ext uri="{FF2B5EF4-FFF2-40B4-BE49-F238E27FC236}">
                        <a16:creationId xmlns:a16="http://schemas.microsoft.com/office/drawing/2014/main" id="{1C42E004-8C5A-49AC-9B6F-ADAADB865066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58" name="Group 2957">
                  <a:extLst>
                    <a:ext uri="{FF2B5EF4-FFF2-40B4-BE49-F238E27FC236}">
                      <a16:creationId xmlns:a16="http://schemas.microsoft.com/office/drawing/2014/main" id="{CFD961BD-BC2F-4414-8702-F5381AE6986A}"/>
                    </a:ext>
                  </a:extLst>
                </p:cNvPr>
                <p:cNvGrpSpPr/>
                <p:nvPr/>
              </p:nvGrpSpPr>
              <p:grpSpPr>
                <a:xfrm rot="15677156">
                  <a:off x="985517" y="2521255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2986" name="Freeform: Shape 2985">
                    <a:extLst>
                      <a:ext uri="{FF2B5EF4-FFF2-40B4-BE49-F238E27FC236}">
                        <a16:creationId xmlns:a16="http://schemas.microsoft.com/office/drawing/2014/main" id="{C129F6FE-4387-4521-902E-21ECA473E96B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87" name="Rectangle: Rounded Corners 2986">
                    <a:extLst>
                      <a:ext uri="{FF2B5EF4-FFF2-40B4-BE49-F238E27FC236}">
                        <a16:creationId xmlns:a16="http://schemas.microsoft.com/office/drawing/2014/main" id="{70238A94-2990-4F78-AD9F-F1C53F732BC5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59" name="Group 2958">
                  <a:extLst>
                    <a:ext uri="{FF2B5EF4-FFF2-40B4-BE49-F238E27FC236}">
                      <a16:creationId xmlns:a16="http://schemas.microsoft.com/office/drawing/2014/main" id="{7D45C801-CE02-4C79-83C0-A22B72D5525E}"/>
                    </a:ext>
                  </a:extLst>
                </p:cNvPr>
                <p:cNvGrpSpPr/>
                <p:nvPr/>
              </p:nvGrpSpPr>
              <p:grpSpPr>
                <a:xfrm rot="14354853" flipV="1">
                  <a:off x="976412" y="2438473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2984" name="Freeform: Shape 2983">
                    <a:extLst>
                      <a:ext uri="{FF2B5EF4-FFF2-40B4-BE49-F238E27FC236}">
                        <a16:creationId xmlns:a16="http://schemas.microsoft.com/office/drawing/2014/main" id="{B05A4EF8-EC4A-4095-A5F3-201498D9237B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85" name="Rectangle: Rounded Corners 2984">
                    <a:extLst>
                      <a:ext uri="{FF2B5EF4-FFF2-40B4-BE49-F238E27FC236}">
                        <a16:creationId xmlns:a16="http://schemas.microsoft.com/office/drawing/2014/main" id="{8C62E34C-E2B8-475C-8071-218D484081A6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60" name="Group 2959">
                  <a:extLst>
                    <a:ext uri="{FF2B5EF4-FFF2-40B4-BE49-F238E27FC236}">
                      <a16:creationId xmlns:a16="http://schemas.microsoft.com/office/drawing/2014/main" id="{C751D5A4-87ED-491F-9C86-71B611CEFC4B}"/>
                    </a:ext>
                  </a:extLst>
                </p:cNvPr>
                <p:cNvGrpSpPr/>
                <p:nvPr/>
              </p:nvGrpSpPr>
              <p:grpSpPr>
                <a:xfrm rot="9793356" flipV="1">
                  <a:off x="215985" y="3237903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2982" name="Freeform: Shape 2981">
                    <a:extLst>
                      <a:ext uri="{FF2B5EF4-FFF2-40B4-BE49-F238E27FC236}">
                        <a16:creationId xmlns:a16="http://schemas.microsoft.com/office/drawing/2014/main" id="{A950FE79-74A8-4599-9BCE-E176C7BC133A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83" name="Rectangle: Rounded Corners 2982">
                    <a:extLst>
                      <a:ext uri="{FF2B5EF4-FFF2-40B4-BE49-F238E27FC236}">
                        <a16:creationId xmlns:a16="http://schemas.microsoft.com/office/drawing/2014/main" id="{596F77F1-BDAA-49C9-AD72-27EA6AAB9DD5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61" name="Group 2960">
                  <a:extLst>
                    <a:ext uri="{FF2B5EF4-FFF2-40B4-BE49-F238E27FC236}">
                      <a16:creationId xmlns:a16="http://schemas.microsoft.com/office/drawing/2014/main" id="{7E06BA50-6B61-4C96-8794-9AEE857CE2AF}"/>
                    </a:ext>
                  </a:extLst>
                </p:cNvPr>
                <p:cNvGrpSpPr/>
                <p:nvPr/>
              </p:nvGrpSpPr>
              <p:grpSpPr>
                <a:xfrm rot="6907686" flipV="1">
                  <a:off x="692019" y="3931960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2980" name="Freeform: Shape 2979">
                    <a:extLst>
                      <a:ext uri="{FF2B5EF4-FFF2-40B4-BE49-F238E27FC236}">
                        <a16:creationId xmlns:a16="http://schemas.microsoft.com/office/drawing/2014/main" id="{09875BE6-4397-4152-95B8-1CC450B2DACC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81" name="Rectangle: Rounded Corners 2980">
                    <a:extLst>
                      <a:ext uri="{FF2B5EF4-FFF2-40B4-BE49-F238E27FC236}">
                        <a16:creationId xmlns:a16="http://schemas.microsoft.com/office/drawing/2014/main" id="{8F6FAD13-0D43-4D5C-B3B6-DB73E40F3A29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62" name="Group 2961">
                  <a:extLst>
                    <a:ext uri="{FF2B5EF4-FFF2-40B4-BE49-F238E27FC236}">
                      <a16:creationId xmlns:a16="http://schemas.microsoft.com/office/drawing/2014/main" id="{33600D42-F223-48A2-A7C3-F6496B488D30}"/>
                    </a:ext>
                  </a:extLst>
                </p:cNvPr>
                <p:cNvGrpSpPr/>
                <p:nvPr/>
              </p:nvGrpSpPr>
              <p:grpSpPr>
                <a:xfrm rot="1465711" flipV="1">
                  <a:off x="2002734" y="3404484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2978" name="Freeform: Shape 2977">
                    <a:extLst>
                      <a:ext uri="{FF2B5EF4-FFF2-40B4-BE49-F238E27FC236}">
                        <a16:creationId xmlns:a16="http://schemas.microsoft.com/office/drawing/2014/main" id="{A5F2748A-8B53-4C7A-B7A6-A0E68AAF8C79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79" name="Rectangle: Rounded Corners 2978">
                    <a:extLst>
                      <a:ext uri="{FF2B5EF4-FFF2-40B4-BE49-F238E27FC236}">
                        <a16:creationId xmlns:a16="http://schemas.microsoft.com/office/drawing/2014/main" id="{D7B433C6-E47C-4BDA-9DA7-37B087FAA2D4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63" name="Group 2962">
                  <a:extLst>
                    <a:ext uri="{FF2B5EF4-FFF2-40B4-BE49-F238E27FC236}">
                      <a16:creationId xmlns:a16="http://schemas.microsoft.com/office/drawing/2014/main" id="{CCE0C678-BFB9-4CDC-8D7E-2333DB853A61}"/>
                    </a:ext>
                  </a:extLst>
                </p:cNvPr>
                <p:cNvGrpSpPr/>
                <p:nvPr/>
              </p:nvGrpSpPr>
              <p:grpSpPr>
                <a:xfrm rot="19016516">
                  <a:off x="1733273" y="2834891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2976" name="Freeform: Shape 2975">
                    <a:extLst>
                      <a:ext uri="{FF2B5EF4-FFF2-40B4-BE49-F238E27FC236}">
                        <a16:creationId xmlns:a16="http://schemas.microsoft.com/office/drawing/2014/main" id="{214A8424-7818-43B0-B2E5-F8713A511E48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77" name="Rectangle: Rounded Corners 2976">
                    <a:extLst>
                      <a:ext uri="{FF2B5EF4-FFF2-40B4-BE49-F238E27FC236}">
                        <a16:creationId xmlns:a16="http://schemas.microsoft.com/office/drawing/2014/main" id="{D3CDECA7-01B3-44F7-AAD3-3C2741B50BD0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64" name="Group 2963">
                  <a:extLst>
                    <a:ext uri="{FF2B5EF4-FFF2-40B4-BE49-F238E27FC236}">
                      <a16:creationId xmlns:a16="http://schemas.microsoft.com/office/drawing/2014/main" id="{95000DBD-DF8B-4015-B1A7-E29CEE952915}"/>
                    </a:ext>
                  </a:extLst>
                </p:cNvPr>
                <p:cNvGrpSpPr/>
                <p:nvPr/>
              </p:nvGrpSpPr>
              <p:grpSpPr>
                <a:xfrm rot="19245075">
                  <a:off x="1632068" y="282541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2974" name="Freeform: Shape 2973">
                    <a:extLst>
                      <a:ext uri="{FF2B5EF4-FFF2-40B4-BE49-F238E27FC236}">
                        <a16:creationId xmlns:a16="http://schemas.microsoft.com/office/drawing/2014/main" id="{AE83CD15-14CC-4269-9905-76065B6F0386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75" name="Rectangle: Rounded Corners 2974">
                    <a:extLst>
                      <a:ext uri="{FF2B5EF4-FFF2-40B4-BE49-F238E27FC236}">
                        <a16:creationId xmlns:a16="http://schemas.microsoft.com/office/drawing/2014/main" id="{6ED0E9EA-613E-4892-A177-91CCFF1669FC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65" name="Group 2964">
                  <a:extLst>
                    <a:ext uri="{FF2B5EF4-FFF2-40B4-BE49-F238E27FC236}">
                      <a16:creationId xmlns:a16="http://schemas.microsoft.com/office/drawing/2014/main" id="{AAE6B8A6-4FBA-4E62-9F08-582AF4371A69}"/>
                    </a:ext>
                  </a:extLst>
                </p:cNvPr>
                <p:cNvGrpSpPr/>
                <p:nvPr/>
              </p:nvGrpSpPr>
              <p:grpSpPr>
                <a:xfrm rot="10458038">
                  <a:off x="838889" y="3642810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2972" name="Freeform: Shape 2971">
                    <a:extLst>
                      <a:ext uri="{FF2B5EF4-FFF2-40B4-BE49-F238E27FC236}">
                        <a16:creationId xmlns:a16="http://schemas.microsoft.com/office/drawing/2014/main" id="{A8541450-135C-4845-92E5-3005A935B6BE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73" name="Rectangle: Rounded Corners 2972">
                    <a:extLst>
                      <a:ext uri="{FF2B5EF4-FFF2-40B4-BE49-F238E27FC236}">
                        <a16:creationId xmlns:a16="http://schemas.microsoft.com/office/drawing/2014/main" id="{E0453C40-7EB5-46A0-BDFB-D046D6E85809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66" name="Group 2965">
                  <a:extLst>
                    <a:ext uri="{FF2B5EF4-FFF2-40B4-BE49-F238E27FC236}">
                      <a16:creationId xmlns:a16="http://schemas.microsoft.com/office/drawing/2014/main" id="{1C3C9973-A3DB-49E8-B7CB-4DBCC6D562CE}"/>
                    </a:ext>
                  </a:extLst>
                </p:cNvPr>
                <p:cNvGrpSpPr/>
                <p:nvPr/>
              </p:nvGrpSpPr>
              <p:grpSpPr>
                <a:xfrm rot="15824399">
                  <a:off x="1224680" y="2818934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2970" name="Freeform: Shape 2969">
                    <a:extLst>
                      <a:ext uri="{FF2B5EF4-FFF2-40B4-BE49-F238E27FC236}">
                        <a16:creationId xmlns:a16="http://schemas.microsoft.com/office/drawing/2014/main" id="{3DC77A08-14DC-44DB-962E-C688EBF7869D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71" name="Rectangle: Rounded Corners 2970">
                    <a:extLst>
                      <a:ext uri="{FF2B5EF4-FFF2-40B4-BE49-F238E27FC236}">
                        <a16:creationId xmlns:a16="http://schemas.microsoft.com/office/drawing/2014/main" id="{DAA70CC0-FFD0-4365-B7C6-60A2FC527AF8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2967" name="Group 2966">
                  <a:extLst>
                    <a:ext uri="{FF2B5EF4-FFF2-40B4-BE49-F238E27FC236}">
                      <a16:creationId xmlns:a16="http://schemas.microsoft.com/office/drawing/2014/main" id="{B0DC6A9E-7FB4-4E85-BE8B-8B7CADF6864D}"/>
                    </a:ext>
                  </a:extLst>
                </p:cNvPr>
                <p:cNvGrpSpPr/>
                <p:nvPr/>
              </p:nvGrpSpPr>
              <p:grpSpPr>
                <a:xfrm rot="16697394">
                  <a:off x="1080028" y="2168448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2968" name="Freeform: Shape 2967">
                    <a:extLst>
                      <a:ext uri="{FF2B5EF4-FFF2-40B4-BE49-F238E27FC236}">
                        <a16:creationId xmlns:a16="http://schemas.microsoft.com/office/drawing/2014/main" id="{6A6808AA-3F2A-4298-BA5F-B4C0D75053AC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2969" name="Rectangle: Rounded Corners 2968">
                    <a:extLst>
                      <a:ext uri="{FF2B5EF4-FFF2-40B4-BE49-F238E27FC236}">
                        <a16:creationId xmlns:a16="http://schemas.microsoft.com/office/drawing/2014/main" id="{33F0FF88-3CFE-42FE-99FA-8DD9ED54164C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</p:grpSp>
          <p:sp>
            <p:nvSpPr>
              <p:cNvPr id="2938" name="Freeform: Shape 2937">
                <a:extLst>
                  <a:ext uri="{FF2B5EF4-FFF2-40B4-BE49-F238E27FC236}">
                    <a16:creationId xmlns:a16="http://schemas.microsoft.com/office/drawing/2014/main" id="{AE0EBADA-2664-45BE-B72C-D2544BDAED6D}"/>
                  </a:ext>
                </a:extLst>
              </p:cNvPr>
              <p:cNvSpPr/>
              <p:nvPr/>
            </p:nvSpPr>
            <p:spPr>
              <a:xfrm rot="6017948" flipV="1">
                <a:off x="1305755" y="4290452"/>
                <a:ext cx="676370" cy="157011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2939" name="Freeform: Shape 2938">
                <a:extLst>
                  <a:ext uri="{FF2B5EF4-FFF2-40B4-BE49-F238E27FC236}">
                    <a16:creationId xmlns:a16="http://schemas.microsoft.com/office/drawing/2014/main" id="{EE8DD2BB-40AD-4A9E-9F8A-CFE8278DFFE0}"/>
                  </a:ext>
                </a:extLst>
              </p:cNvPr>
              <p:cNvSpPr/>
              <p:nvPr/>
            </p:nvSpPr>
            <p:spPr>
              <a:xfrm rot="21277659">
                <a:off x="2517403" y="2906549"/>
                <a:ext cx="690584" cy="235253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2940" name="Freeform: Shape 2939">
                <a:extLst>
                  <a:ext uri="{FF2B5EF4-FFF2-40B4-BE49-F238E27FC236}">
                    <a16:creationId xmlns:a16="http://schemas.microsoft.com/office/drawing/2014/main" id="{5CCFF84B-8C56-40C5-B7B0-CD31812110C5}"/>
                  </a:ext>
                </a:extLst>
              </p:cNvPr>
              <p:cNvSpPr/>
              <p:nvPr/>
            </p:nvSpPr>
            <p:spPr>
              <a:xfrm rot="11528244" flipV="1">
                <a:off x="344853" y="2978311"/>
                <a:ext cx="676370" cy="157011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3302" name="Group 3301">
              <a:extLst>
                <a:ext uri="{FF2B5EF4-FFF2-40B4-BE49-F238E27FC236}">
                  <a16:creationId xmlns:a16="http://schemas.microsoft.com/office/drawing/2014/main" id="{5CBB7056-9754-4C08-9E74-C39D4B4961E0}"/>
                </a:ext>
              </a:extLst>
            </p:cNvPr>
            <p:cNvGrpSpPr/>
            <p:nvPr/>
          </p:nvGrpSpPr>
          <p:grpSpPr>
            <a:xfrm>
              <a:off x="3474283" y="2594628"/>
              <a:ext cx="630854" cy="599000"/>
              <a:chOff x="163719" y="1822501"/>
              <a:chExt cx="3062199" cy="3047160"/>
            </a:xfrm>
          </p:grpSpPr>
          <p:grpSp>
            <p:nvGrpSpPr>
              <p:cNvPr id="3303" name="Group 3302">
                <a:extLst>
                  <a:ext uri="{FF2B5EF4-FFF2-40B4-BE49-F238E27FC236}">
                    <a16:creationId xmlns:a16="http://schemas.microsoft.com/office/drawing/2014/main" id="{08ABD913-88C1-4289-B917-AE32AE7659DC}"/>
                  </a:ext>
                </a:extLst>
              </p:cNvPr>
              <p:cNvGrpSpPr/>
              <p:nvPr/>
            </p:nvGrpSpPr>
            <p:grpSpPr>
              <a:xfrm>
                <a:off x="163719" y="1822501"/>
                <a:ext cx="3062199" cy="3047160"/>
                <a:chOff x="163719" y="1822501"/>
                <a:chExt cx="3062199" cy="3047160"/>
              </a:xfrm>
            </p:grpSpPr>
            <p:grpSp>
              <p:nvGrpSpPr>
                <p:cNvPr id="3307" name="Group 3306">
                  <a:extLst>
                    <a:ext uri="{FF2B5EF4-FFF2-40B4-BE49-F238E27FC236}">
                      <a16:creationId xmlns:a16="http://schemas.microsoft.com/office/drawing/2014/main" id="{30F84645-94B8-494D-979C-E3BC33AE4904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683131" y="3844124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666" name="Freeform: Shape 3665">
                    <a:extLst>
                      <a:ext uri="{FF2B5EF4-FFF2-40B4-BE49-F238E27FC236}">
                        <a16:creationId xmlns:a16="http://schemas.microsoft.com/office/drawing/2014/main" id="{D0E87F9E-16F4-46BC-92A8-DA78B1878FB3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667" name="Rectangle: Rounded Corners 3666">
                    <a:extLst>
                      <a:ext uri="{FF2B5EF4-FFF2-40B4-BE49-F238E27FC236}">
                        <a16:creationId xmlns:a16="http://schemas.microsoft.com/office/drawing/2014/main" id="{AFE66F90-13FF-4959-8C8E-6343405717AA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08" name="Group 3307">
                  <a:extLst>
                    <a:ext uri="{FF2B5EF4-FFF2-40B4-BE49-F238E27FC236}">
                      <a16:creationId xmlns:a16="http://schemas.microsoft.com/office/drawing/2014/main" id="{DF826795-7C60-4DFB-9278-DA44972B4775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123013" y="4110752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664" name="Freeform: Shape 3663">
                    <a:extLst>
                      <a:ext uri="{FF2B5EF4-FFF2-40B4-BE49-F238E27FC236}">
                        <a16:creationId xmlns:a16="http://schemas.microsoft.com/office/drawing/2014/main" id="{47F9F236-0FE9-4B98-BED4-AFCB4D55275C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665" name="Rectangle: Rounded Corners 3664">
                    <a:extLst>
                      <a:ext uri="{FF2B5EF4-FFF2-40B4-BE49-F238E27FC236}">
                        <a16:creationId xmlns:a16="http://schemas.microsoft.com/office/drawing/2014/main" id="{CFE89C3D-D9EC-4A37-9F98-42598D7229CB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09" name="Group 3308">
                  <a:extLst>
                    <a:ext uri="{FF2B5EF4-FFF2-40B4-BE49-F238E27FC236}">
                      <a16:creationId xmlns:a16="http://schemas.microsoft.com/office/drawing/2014/main" id="{D0CB911D-61A6-498F-BAF6-25C3FE10334A}"/>
                    </a:ext>
                  </a:extLst>
                </p:cNvPr>
                <p:cNvGrpSpPr/>
                <p:nvPr/>
              </p:nvGrpSpPr>
              <p:grpSpPr>
                <a:xfrm>
                  <a:off x="860260" y="2440902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3382" name="Group 3381">
                    <a:extLst>
                      <a:ext uri="{FF2B5EF4-FFF2-40B4-BE49-F238E27FC236}">
                        <a16:creationId xmlns:a16="http://schemas.microsoft.com/office/drawing/2014/main" id="{AD606983-2CFE-47B2-BD5B-45C8A88C4889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3603" name="Group 3602">
                      <a:extLst>
                        <a:ext uri="{FF2B5EF4-FFF2-40B4-BE49-F238E27FC236}">
                          <a16:creationId xmlns:a16="http://schemas.microsoft.com/office/drawing/2014/main" id="{0B3A20EA-4287-4876-9E0C-22004775FF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3660" name="Flowchart: Connector 3659">
                        <a:extLst>
                          <a:ext uri="{FF2B5EF4-FFF2-40B4-BE49-F238E27FC236}">
                            <a16:creationId xmlns:a16="http://schemas.microsoft.com/office/drawing/2014/main" id="{8C9BAEA5-CC45-47EE-ACA3-B6E71F0F71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661" name="Flowchart: Connector 3660">
                        <a:extLst>
                          <a:ext uri="{FF2B5EF4-FFF2-40B4-BE49-F238E27FC236}">
                            <a16:creationId xmlns:a16="http://schemas.microsoft.com/office/drawing/2014/main" id="{E18021D1-C806-4229-9FA9-85EB635FA51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662" name="Flowchart: Connector 3661">
                        <a:extLst>
                          <a:ext uri="{FF2B5EF4-FFF2-40B4-BE49-F238E27FC236}">
                            <a16:creationId xmlns:a16="http://schemas.microsoft.com/office/drawing/2014/main" id="{229A52D3-476A-474B-A07C-7B4DF83D74A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663" name="Flowchart: Connector 3662">
                        <a:extLst>
                          <a:ext uri="{FF2B5EF4-FFF2-40B4-BE49-F238E27FC236}">
                            <a16:creationId xmlns:a16="http://schemas.microsoft.com/office/drawing/2014/main" id="{61912779-43B1-4BC8-87BC-BDD86E7BDA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3604" name="Group 3603">
                      <a:extLst>
                        <a:ext uri="{FF2B5EF4-FFF2-40B4-BE49-F238E27FC236}">
                          <a16:creationId xmlns:a16="http://schemas.microsoft.com/office/drawing/2014/main" id="{7291AC54-36C9-4056-9B25-41F6CA1E68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3605" name="Group 3604">
                        <a:extLst>
                          <a:ext uri="{FF2B5EF4-FFF2-40B4-BE49-F238E27FC236}">
                            <a16:creationId xmlns:a16="http://schemas.microsoft.com/office/drawing/2014/main" id="{DD02CDFE-9563-4501-8D45-AF5933AB31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653" name="3D Model 3652" descr="Sphere">
                              <a:extLst>
                                <a:ext uri="{FF2B5EF4-FFF2-40B4-BE49-F238E27FC236}">
                                  <a16:creationId xmlns:a16="http://schemas.microsoft.com/office/drawing/2014/main" id="{86CADF95-2DEC-46BF-AE5A-E0C0C5CA710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9685653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654" name="Flowchart: Connector 3653">
                          <a:extLst>
                            <a:ext uri="{FF2B5EF4-FFF2-40B4-BE49-F238E27FC236}">
                              <a16:creationId xmlns:a16="http://schemas.microsoft.com/office/drawing/2014/main" id="{B64E380E-AA79-47C3-AC65-F279E192172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655" name="3D Model 3654" descr="Sphere">
                              <a:extLst>
                                <a:ext uri="{FF2B5EF4-FFF2-40B4-BE49-F238E27FC236}">
                                  <a16:creationId xmlns:a16="http://schemas.microsoft.com/office/drawing/2014/main" id="{D0D51BC0-07A5-42A2-B6BF-FF8041FBB02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4037969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656" name="Flowchart: Connector 3655">
                          <a:extLst>
                            <a:ext uri="{FF2B5EF4-FFF2-40B4-BE49-F238E27FC236}">
                              <a16:creationId xmlns:a16="http://schemas.microsoft.com/office/drawing/2014/main" id="{B61B3A5E-1997-465F-B02C-5EC469BAFE7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657" name="3D Model 3656" descr="Sphere">
                              <a:extLst>
                                <a:ext uri="{FF2B5EF4-FFF2-40B4-BE49-F238E27FC236}">
                                  <a16:creationId xmlns:a16="http://schemas.microsoft.com/office/drawing/2014/main" id="{493DB6FF-B9D4-4ECF-8214-A447C7D58AC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2826034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658" name="Flowchart: Connector 3657">
                          <a:extLst>
                            <a:ext uri="{FF2B5EF4-FFF2-40B4-BE49-F238E27FC236}">
                              <a16:creationId xmlns:a16="http://schemas.microsoft.com/office/drawing/2014/main" id="{2C0A7B51-684A-4379-A101-687E52EFE40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659" name="3D Model 3658" descr="Sphere">
                              <a:extLst>
                                <a:ext uri="{FF2B5EF4-FFF2-40B4-BE49-F238E27FC236}">
                                  <a16:creationId xmlns:a16="http://schemas.microsoft.com/office/drawing/2014/main" id="{7BC2EA90-4F10-436E-A5FC-269DD7E6BEE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7190707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606" name="Group 3605">
                        <a:extLst>
                          <a:ext uri="{FF2B5EF4-FFF2-40B4-BE49-F238E27FC236}">
                            <a16:creationId xmlns:a16="http://schemas.microsoft.com/office/drawing/2014/main" id="{061205C4-8565-428F-A655-BFFEA613F52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3638" name="Flowchart: Connector 3637">
                          <a:extLst>
                            <a:ext uri="{FF2B5EF4-FFF2-40B4-BE49-F238E27FC236}">
                              <a16:creationId xmlns:a16="http://schemas.microsoft.com/office/drawing/2014/main" id="{D44E767E-0B15-4530-B89E-F6D716DBEF1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39" name="Flowchart: Connector 3638">
                          <a:extLst>
                            <a:ext uri="{FF2B5EF4-FFF2-40B4-BE49-F238E27FC236}">
                              <a16:creationId xmlns:a16="http://schemas.microsoft.com/office/drawing/2014/main" id="{E897DABD-C4E7-4227-9C3E-646F822ECA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40" name="Flowchart: Connector 3639">
                          <a:extLst>
                            <a:ext uri="{FF2B5EF4-FFF2-40B4-BE49-F238E27FC236}">
                              <a16:creationId xmlns:a16="http://schemas.microsoft.com/office/drawing/2014/main" id="{E999072A-A74E-42BA-AA16-7DD609A2EE0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41" name="Flowchart: Connector 3640">
                          <a:extLst>
                            <a:ext uri="{FF2B5EF4-FFF2-40B4-BE49-F238E27FC236}">
                              <a16:creationId xmlns:a16="http://schemas.microsoft.com/office/drawing/2014/main" id="{8A511048-1DC4-4785-819B-5557E60A4E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42" name="Flowchart: Connector 3641">
                          <a:extLst>
                            <a:ext uri="{FF2B5EF4-FFF2-40B4-BE49-F238E27FC236}">
                              <a16:creationId xmlns:a16="http://schemas.microsoft.com/office/drawing/2014/main" id="{ABC9C0B6-DBDD-42F6-838A-EBADE9CAFE2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43" name="Flowchart: Connector 3642">
                          <a:extLst>
                            <a:ext uri="{FF2B5EF4-FFF2-40B4-BE49-F238E27FC236}">
                              <a16:creationId xmlns:a16="http://schemas.microsoft.com/office/drawing/2014/main" id="{5CFA864D-6CD7-4987-886F-26CD5DE757D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44" name="Flowchart: Connector 3643">
                          <a:extLst>
                            <a:ext uri="{FF2B5EF4-FFF2-40B4-BE49-F238E27FC236}">
                              <a16:creationId xmlns:a16="http://schemas.microsoft.com/office/drawing/2014/main" id="{935B223A-F2D5-4729-829A-28C677A76DE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45" name="Flowchart: Connector 3644">
                          <a:extLst>
                            <a:ext uri="{FF2B5EF4-FFF2-40B4-BE49-F238E27FC236}">
                              <a16:creationId xmlns:a16="http://schemas.microsoft.com/office/drawing/2014/main" id="{96BAF3BA-D9EA-4CD5-801E-18AE0A0E677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646" name="3D Model 3645" descr="Sphere">
                              <a:extLst>
                                <a:ext uri="{FF2B5EF4-FFF2-40B4-BE49-F238E27FC236}">
                                  <a16:creationId xmlns:a16="http://schemas.microsoft.com/office/drawing/2014/main" id="{81DCFDC7-5A27-41A5-A4D6-2A83A1F664A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5104917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647" name="Flowchart: Connector 3646">
                          <a:extLst>
                            <a:ext uri="{FF2B5EF4-FFF2-40B4-BE49-F238E27FC236}">
                              <a16:creationId xmlns:a16="http://schemas.microsoft.com/office/drawing/2014/main" id="{E1771EBA-EA09-4704-87E8-B8A7C4A30A5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648" name="3D Model 3647" descr="Sphere">
                              <a:extLst>
                                <a:ext uri="{FF2B5EF4-FFF2-40B4-BE49-F238E27FC236}">
                                  <a16:creationId xmlns:a16="http://schemas.microsoft.com/office/drawing/2014/main" id="{5661E20D-B198-4A9D-A276-2AB6FEDB3EE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6429037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649" name="Flowchart: Connector 3648">
                          <a:extLst>
                            <a:ext uri="{FF2B5EF4-FFF2-40B4-BE49-F238E27FC236}">
                              <a16:creationId xmlns:a16="http://schemas.microsoft.com/office/drawing/2014/main" id="{F325DA2B-4737-47A5-913A-EA0BEF36792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650" name="3D Model 3649" descr="Sphere">
                              <a:extLst>
                                <a:ext uri="{FF2B5EF4-FFF2-40B4-BE49-F238E27FC236}">
                                  <a16:creationId xmlns:a16="http://schemas.microsoft.com/office/drawing/2014/main" id="{AF48F7A7-14B7-48C2-AEED-0D1A4AE537B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0065030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651" name="Flowchart: Connector 3650">
                          <a:extLst>
                            <a:ext uri="{FF2B5EF4-FFF2-40B4-BE49-F238E27FC236}">
                              <a16:creationId xmlns:a16="http://schemas.microsoft.com/office/drawing/2014/main" id="{DCF696D8-FC91-4B46-AF1A-75244C3642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652" name="3D Model 3651" descr="Sphere">
                              <a:extLst>
                                <a:ext uri="{FF2B5EF4-FFF2-40B4-BE49-F238E27FC236}">
                                  <a16:creationId xmlns:a16="http://schemas.microsoft.com/office/drawing/2014/main" id="{8A09A900-30C0-4F7D-A26D-0583F6C2015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2607708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607" name="Group 3606">
                        <a:extLst>
                          <a:ext uri="{FF2B5EF4-FFF2-40B4-BE49-F238E27FC236}">
                            <a16:creationId xmlns:a16="http://schemas.microsoft.com/office/drawing/2014/main" id="{2241CA2B-2DF0-4E40-A2D6-4568457901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3623" name="Flowchart: Connector 3622">
                          <a:extLst>
                            <a:ext uri="{FF2B5EF4-FFF2-40B4-BE49-F238E27FC236}">
                              <a16:creationId xmlns:a16="http://schemas.microsoft.com/office/drawing/2014/main" id="{F86D7B21-D13D-4016-A4A0-EFF7E2A2786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24" name="Flowchart: Connector 3623">
                          <a:extLst>
                            <a:ext uri="{FF2B5EF4-FFF2-40B4-BE49-F238E27FC236}">
                              <a16:creationId xmlns:a16="http://schemas.microsoft.com/office/drawing/2014/main" id="{21939E49-D8AC-41AF-BE62-85B9A9A34B4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25" name="Flowchart: Connector 3624">
                          <a:extLst>
                            <a:ext uri="{FF2B5EF4-FFF2-40B4-BE49-F238E27FC236}">
                              <a16:creationId xmlns:a16="http://schemas.microsoft.com/office/drawing/2014/main" id="{71C492A4-9377-4CED-8E23-1457D441F36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26" name="Flowchart: Connector 3625">
                          <a:extLst>
                            <a:ext uri="{FF2B5EF4-FFF2-40B4-BE49-F238E27FC236}">
                              <a16:creationId xmlns:a16="http://schemas.microsoft.com/office/drawing/2014/main" id="{751D9362-0898-4B7A-B26C-37AD699DF6E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27" name="Flowchart: Connector 3626">
                          <a:extLst>
                            <a:ext uri="{FF2B5EF4-FFF2-40B4-BE49-F238E27FC236}">
                              <a16:creationId xmlns:a16="http://schemas.microsoft.com/office/drawing/2014/main" id="{282CFA1D-F2FF-4841-A157-63C47AB9AF5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28" name="Flowchart: Connector 3627">
                          <a:extLst>
                            <a:ext uri="{FF2B5EF4-FFF2-40B4-BE49-F238E27FC236}">
                              <a16:creationId xmlns:a16="http://schemas.microsoft.com/office/drawing/2014/main" id="{0F6BA82A-06A4-40AA-9BC9-13DE5C32D5B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29" name="Flowchart: Connector 3628">
                          <a:extLst>
                            <a:ext uri="{FF2B5EF4-FFF2-40B4-BE49-F238E27FC236}">
                              <a16:creationId xmlns:a16="http://schemas.microsoft.com/office/drawing/2014/main" id="{05661E33-6195-41B7-A8C5-8EA28C439E6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630" name="Flowchart: Connector 3629">
                          <a:extLst>
                            <a:ext uri="{FF2B5EF4-FFF2-40B4-BE49-F238E27FC236}">
                              <a16:creationId xmlns:a16="http://schemas.microsoft.com/office/drawing/2014/main" id="{60340886-0816-4B68-BA8C-1DAF27383E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631" name="3D Model 3630" descr="Sphere">
                              <a:extLst>
                                <a:ext uri="{FF2B5EF4-FFF2-40B4-BE49-F238E27FC236}">
                                  <a16:creationId xmlns:a16="http://schemas.microsoft.com/office/drawing/2014/main" id="{05D6112A-06F9-4D35-B6F6-0459E4A3051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6827058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632" name="Flowchart: Connector 3631">
                          <a:extLst>
                            <a:ext uri="{FF2B5EF4-FFF2-40B4-BE49-F238E27FC236}">
                              <a16:creationId xmlns:a16="http://schemas.microsoft.com/office/drawing/2014/main" id="{DCACEC7D-E017-4925-84CE-49FDDF7100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633" name="3D Model 3632" descr="Sphere">
                              <a:extLst>
                                <a:ext uri="{FF2B5EF4-FFF2-40B4-BE49-F238E27FC236}">
                                  <a16:creationId xmlns:a16="http://schemas.microsoft.com/office/drawing/2014/main" id="{AB034019-76D6-4E4C-B681-40251867B31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3273518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634" name="Flowchart: Connector 3633">
                          <a:extLst>
                            <a:ext uri="{FF2B5EF4-FFF2-40B4-BE49-F238E27FC236}">
                              <a16:creationId xmlns:a16="http://schemas.microsoft.com/office/drawing/2014/main" id="{E77B7D21-CD20-4E72-B568-2CEF37AF413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635" name="3D Model 3634" descr="Sphere">
                              <a:extLst>
                                <a:ext uri="{FF2B5EF4-FFF2-40B4-BE49-F238E27FC236}">
                                  <a16:creationId xmlns:a16="http://schemas.microsoft.com/office/drawing/2014/main" id="{B40690A6-4AA9-491E-8CED-48B448A2FC9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3851166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636" name="Flowchart: Connector 3635">
                          <a:extLst>
                            <a:ext uri="{FF2B5EF4-FFF2-40B4-BE49-F238E27FC236}">
                              <a16:creationId xmlns:a16="http://schemas.microsoft.com/office/drawing/2014/main" id="{5B5F37A8-16AA-4840-82F0-2D1DA02BE5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637" name="3D Model 3636" descr="Sphere">
                              <a:extLst>
                                <a:ext uri="{FF2B5EF4-FFF2-40B4-BE49-F238E27FC236}">
                                  <a16:creationId xmlns:a16="http://schemas.microsoft.com/office/drawing/2014/main" id="{6D05EC9A-FD65-4857-A051-646504DBF15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0957980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3608" name="Flowchart: Connector 3607">
                        <a:extLst>
                          <a:ext uri="{FF2B5EF4-FFF2-40B4-BE49-F238E27FC236}">
                            <a16:creationId xmlns:a16="http://schemas.microsoft.com/office/drawing/2014/main" id="{E1E33C14-5937-4156-A1A8-0224D0FD1FC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609" name="Flowchart: Connector 3608">
                        <a:extLst>
                          <a:ext uri="{FF2B5EF4-FFF2-40B4-BE49-F238E27FC236}">
                            <a16:creationId xmlns:a16="http://schemas.microsoft.com/office/drawing/2014/main" id="{A0745E70-548C-4F55-8F4D-162C742E8C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610" name="Flowchart: Connector 3609">
                        <a:extLst>
                          <a:ext uri="{FF2B5EF4-FFF2-40B4-BE49-F238E27FC236}">
                            <a16:creationId xmlns:a16="http://schemas.microsoft.com/office/drawing/2014/main" id="{D9C3C36F-4ABB-4E61-BD14-7CBEC93DA5B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611" name="Flowchart: Connector 3610">
                        <a:extLst>
                          <a:ext uri="{FF2B5EF4-FFF2-40B4-BE49-F238E27FC236}">
                            <a16:creationId xmlns:a16="http://schemas.microsoft.com/office/drawing/2014/main" id="{BCCBAD57-94DA-4B91-BC83-190C289F4A3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612" name="Flowchart: Connector 3611">
                        <a:extLst>
                          <a:ext uri="{FF2B5EF4-FFF2-40B4-BE49-F238E27FC236}">
                            <a16:creationId xmlns:a16="http://schemas.microsoft.com/office/drawing/2014/main" id="{9A7DC7E2-FF8D-48C7-A841-13CEA47251F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613" name="Flowchart: Connector 3612">
                        <a:extLst>
                          <a:ext uri="{FF2B5EF4-FFF2-40B4-BE49-F238E27FC236}">
                            <a16:creationId xmlns:a16="http://schemas.microsoft.com/office/drawing/2014/main" id="{6E7B44BF-3DC2-4F12-8E67-4BA7BA8AEF6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614" name="Flowchart: Connector 3613">
                        <a:extLst>
                          <a:ext uri="{FF2B5EF4-FFF2-40B4-BE49-F238E27FC236}">
                            <a16:creationId xmlns:a16="http://schemas.microsoft.com/office/drawing/2014/main" id="{5FB4074E-45D2-48DB-BBAA-355967DEDE3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615" name="Flowchart: Connector 3614">
                        <a:extLst>
                          <a:ext uri="{FF2B5EF4-FFF2-40B4-BE49-F238E27FC236}">
                            <a16:creationId xmlns:a16="http://schemas.microsoft.com/office/drawing/2014/main" id="{C18863AA-E92D-4C80-B79E-92E79BF020B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616" name="3D Model 3615" descr="Sphere">
                            <a:extLst>
                              <a:ext uri="{FF2B5EF4-FFF2-40B4-BE49-F238E27FC236}">
                                <a16:creationId xmlns:a16="http://schemas.microsoft.com/office/drawing/2014/main" id="{E42998E5-AE69-4B47-80CB-6237B090EF3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58821212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16" name="3D Model 315" descr="Sphere">
                            <a:extLst>
                              <a:ext uri="{FF2B5EF4-FFF2-40B4-BE49-F238E27FC236}">
                                <a16:creationId xmlns:a16="http://schemas.microsoft.com/office/drawing/2014/main" id="{94CEC40E-A38A-4B0D-A79B-E09B750E6BC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516517" y="257416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617" name="Flowchart: Connector 3616">
                        <a:extLst>
                          <a:ext uri="{FF2B5EF4-FFF2-40B4-BE49-F238E27FC236}">
                            <a16:creationId xmlns:a16="http://schemas.microsoft.com/office/drawing/2014/main" id="{CD720D56-194F-4C24-91E9-2830220A87C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618" name="3D Model 3617" descr="Sphere">
                            <a:extLst>
                              <a:ext uri="{FF2B5EF4-FFF2-40B4-BE49-F238E27FC236}">
                                <a16:creationId xmlns:a16="http://schemas.microsoft.com/office/drawing/2014/main" id="{8DF172DF-F882-4020-AAA3-63722BDC83B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650117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18" name="3D Model 317" descr="Sphere">
                            <a:extLst>
                              <a:ext uri="{FF2B5EF4-FFF2-40B4-BE49-F238E27FC236}">
                                <a16:creationId xmlns:a16="http://schemas.microsoft.com/office/drawing/2014/main" id="{2BEBEC1A-1AF1-4D15-819D-9B7F535C5F3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753281" y="263088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619" name="Flowchart: Connector 3618">
                        <a:extLst>
                          <a:ext uri="{FF2B5EF4-FFF2-40B4-BE49-F238E27FC236}">
                            <a16:creationId xmlns:a16="http://schemas.microsoft.com/office/drawing/2014/main" id="{15FEBF21-06B2-4F2E-AC60-8E0D6261568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620" name="3D Model 3619" descr="Sphere">
                            <a:extLst>
                              <a:ext uri="{FF2B5EF4-FFF2-40B4-BE49-F238E27FC236}">
                                <a16:creationId xmlns:a16="http://schemas.microsoft.com/office/drawing/2014/main" id="{17D010CA-722B-48C3-BCF5-E14B22B2EDF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37821859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20" name="3D Model 319" descr="Sphere">
                            <a:extLst>
                              <a:ext uri="{FF2B5EF4-FFF2-40B4-BE49-F238E27FC236}">
                                <a16:creationId xmlns:a16="http://schemas.microsoft.com/office/drawing/2014/main" id="{1A28C680-4EF8-400E-9656-44FEB9047F9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991151" y="269268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621" name="Flowchart: Connector 3620">
                        <a:extLst>
                          <a:ext uri="{FF2B5EF4-FFF2-40B4-BE49-F238E27FC236}">
                            <a16:creationId xmlns:a16="http://schemas.microsoft.com/office/drawing/2014/main" id="{D8B74BA8-E238-435B-9B56-8EF251BCDF6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622" name="3D Model 3621" descr="Sphere">
                            <a:extLst>
                              <a:ext uri="{FF2B5EF4-FFF2-40B4-BE49-F238E27FC236}">
                                <a16:creationId xmlns:a16="http://schemas.microsoft.com/office/drawing/2014/main" id="{14E10832-9177-4D9D-9EF4-B91D988AAC5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10301938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22" name="3D Model 321" descr="Sphere">
                            <a:extLst>
                              <a:ext uri="{FF2B5EF4-FFF2-40B4-BE49-F238E27FC236}">
                                <a16:creationId xmlns:a16="http://schemas.microsoft.com/office/drawing/2014/main" id="{14AA6C24-5D08-45CB-ACEC-CB80EC94130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2259569" y="2779722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3383" name="Group 3382">
                    <a:extLst>
                      <a:ext uri="{FF2B5EF4-FFF2-40B4-BE49-F238E27FC236}">
                        <a16:creationId xmlns:a16="http://schemas.microsoft.com/office/drawing/2014/main" id="{155F07CD-63A7-4127-A2E8-70CF6C154CAE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3600" name="Flowchart: Connector 3599">
                      <a:extLst>
                        <a:ext uri="{FF2B5EF4-FFF2-40B4-BE49-F238E27FC236}">
                          <a16:creationId xmlns:a16="http://schemas.microsoft.com/office/drawing/2014/main" id="{60A3EF1A-894C-4A43-AA19-070F8E01E5B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601" name="Flowchart: Connector 3600">
                      <a:extLst>
                        <a:ext uri="{FF2B5EF4-FFF2-40B4-BE49-F238E27FC236}">
                          <a16:creationId xmlns:a16="http://schemas.microsoft.com/office/drawing/2014/main" id="{456DB6D1-F785-41F8-8FD8-419C8E5ABE9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602" name="Flowchart: Connector 3601">
                      <a:extLst>
                        <a:ext uri="{FF2B5EF4-FFF2-40B4-BE49-F238E27FC236}">
                          <a16:creationId xmlns:a16="http://schemas.microsoft.com/office/drawing/2014/main" id="{2CF9A02D-90FE-47A4-AA72-4E0441C55C2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3384" name="Flowchart: Connector 3383">
                    <a:extLst>
                      <a:ext uri="{FF2B5EF4-FFF2-40B4-BE49-F238E27FC236}">
                        <a16:creationId xmlns:a16="http://schemas.microsoft.com/office/drawing/2014/main" id="{DCA78E58-FB7F-4CFD-A9FA-D2435F903AA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385" name="Flowchart: Connector 3384">
                    <a:extLst>
                      <a:ext uri="{FF2B5EF4-FFF2-40B4-BE49-F238E27FC236}">
                        <a16:creationId xmlns:a16="http://schemas.microsoft.com/office/drawing/2014/main" id="{49982C06-F853-4E83-B7CF-BD540571550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3386" name="Group 3385">
                    <a:extLst>
                      <a:ext uri="{FF2B5EF4-FFF2-40B4-BE49-F238E27FC236}">
                        <a16:creationId xmlns:a16="http://schemas.microsoft.com/office/drawing/2014/main" id="{45DBDEA3-7DC2-49FB-811F-8E003518801B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3597" name="Flowchart: Connector 3596">
                      <a:extLst>
                        <a:ext uri="{FF2B5EF4-FFF2-40B4-BE49-F238E27FC236}">
                          <a16:creationId xmlns:a16="http://schemas.microsoft.com/office/drawing/2014/main" id="{E068EA15-1646-4834-B953-4B76F8BB96C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598" name="Flowchart: Connector 3597">
                      <a:extLst>
                        <a:ext uri="{FF2B5EF4-FFF2-40B4-BE49-F238E27FC236}">
                          <a16:creationId xmlns:a16="http://schemas.microsoft.com/office/drawing/2014/main" id="{E33D9A09-0198-4FD4-8FFA-2B748CDE187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599" name="Flowchart: Connector 3598">
                      <a:extLst>
                        <a:ext uri="{FF2B5EF4-FFF2-40B4-BE49-F238E27FC236}">
                          <a16:creationId xmlns:a16="http://schemas.microsoft.com/office/drawing/2014/main" id="{F54AEEFD-9876-453D-A87C-5AA6554EC2F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3387" name="Group 3386">
                    <a:extLst>
                      <a:ext uri="{FF2B5EF4-FFF2-40B4-BE49-F238E27FC236}">
                        <a16:creationId xmlns:a16="http://schemas.microsoft.com/office/drawing/2014/main" id="{6251E172-96A5-4CE9-915A-0F6EBAA30DFA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3532" name="Group 3531">
                      <a:extLst>
                        <a:ext uri="{FF2B5EF4-FFF2-40B4-BE49-F238E27FC236}">
                          <a16:creationId xmlns:a16="http://schemas.microsoft.com/office/drawing/2014/main" id="{B52C2150-51C7-4145-8AAE-C1AB6848C1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3593" name="Flowchart: Connector 3592">
                        <a:extLst>
                          <a:ext uri="{FF2B5EF4-FFF2-40B4-BE49-F238E27FC236}">
                            <a16:creationId xmlns:a16="http://schemas.microsoft.com/office/drawing/2014/main" id="{EE01EEC8-C3B5-44AB-AFC9-F37C0BB633E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94" name="Flowchart: Connector 3593">
                        <a:extLst>
                          <a:ext uri="{FF2B5EF4-FFF2-40B4-BE49-F238E27FC236}">
                            <a16:creationId xmlns:a16="http://schemas.microsoft.com/office/drawing/2014/main" id="{7547299D-AA89-4E43-9331-2C169A2EAD4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95" name="Flowchart: Connector 3594">
                        <a:extLst>
                          <a:ext uri="{FF2B5EF4-FFF2-40B4-BE49-F238E27FC236}">
                            <a16:creationId xmlns:a16="http://schemas.microsoft.com/office/drawing/2014/main" id="{72C87BD0-A187-43E4-8C58-D0F4CFED1D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96" name="Flowchart: Connector 3595">
                        <a:extLst>
                          <a:ext uri="{FF2B5EF4-FFF2-40B4-BE49-F238E27FC236}">
                            <a16:creationId xmlns:a16="http://schemas.microsoft.com/office/drawing/2014/main" id="{EB04AEDE-393A-4619-9484-8E3A6616167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3533" name="Group 3532">
                      <a:extLst>
                        <a:ext uri="{FF2B5EF4-FFF2-40B4-BE49-F238E27FC236}">
                          <a16:creationId xmlns:a16="http://schemas.microsoft.com/office/drawing/2014/main" id="{007EE498-04A3-4739-BA6A-DE71E6B5AF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3534" name="Group 3533">
                        <a:extLst>
                          <a:ext uri="{FF2B5EF4-FFF2-40B4-BE49-F238E27FC236}">
                            <a16:creationId xmlns:a16="http://schemas.microsoft.com/office/drawing/2014/main" id="{64792670-E144-4BD4-9A99-2579B6EF25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3585" name="Flowchart: Connector 3584">
                          <a:extLst>
                            <a:ext uri="{FF2B5EF4-FFF2-40B4-BE49-F238E27FC236}">
                              <a16:creationId xmlns:a16="http://schemas.microsoft.com/office/drawing/2014/main" id="{D1977D3D-B788-4034-98D0-8630AB734A2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86" name="3D Model 3585" descr="Sphere">
                              <a:extLst>
                                <a:ext uri="{FF2B5EF4-FFF2-40B4-BE49-F238E27FC236}">
                                  <a16:creationId xmlns:a16="http://schemas.microsoft.com/office/drawing/2014/main" id="{0B3B2582-A810-49AC-9972-486FF5043A6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1433079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87" name="Flowchart: Connector 3586">
                          <a:extLst>
                            <a:ext uri="{FF2B5EF4-FFF2-40B4-BE49-F238E27FC236}">
                              <a16:creationId xmlns:a16="http://schemas.microsoft.com/office/drawing/2014/main" id="{82D9A894-1994-49CE-84D6-F680D0D6160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88" name="3D Model 3587" descr="Sphere">
                              <a:extLst>
                                <a:ext uri="{FF2B5EF4-FFF2-40B4-BE49-F238E27FC236}">
                                  <a16:creationId xmlns:a16="http://schemas.microsoft.com/office/drawing/2014/main" id="{B50C0FB1-F1F3-4448-89AF-A920AA3BF27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4761288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89" name="Flowchart: Connector 3588">
                          <a:extLst>
                            <a:ext uri="{FF2B5EF4-FFF2-40B4-BE49-F238E27FC236}">
                              <a16:creationId xmlns:a16="http://schemas.microsoft.com/office/drawing/2014/main" id="{D0977306-0CED-4617-A264-1AC3697080E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90" name="3D Model 3589" descr="Sphere">
                              <a:extLst>
                                <a:ext uri="{FF2B5EF4-FFF2-40B4-BE49-F238E27FC236}">
                                  <a16:creationId xmlns:a16="http://schemas.microsoft.com/office/drawing/2014/main" id="{4C1FC433-430D-41C6-880A-D763DF12E28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6574988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91" name="Flowchart: Connector 3590">
                          <a:extLst>
                            <a:ext uri="{FF2B5EF4-FFF2-40B4-BE49-F238E27FC236}">
                              <a16:creationId xmlns:a16="http://schemas.microsoft.com/office/drawing/2014/main" id="{CA286FA8-B6DE-4708-96F4-2B390AE5E9E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92" name="3D Model 3591" descr="Sphere">
                              <a:extLst>
                                <a:ext uri="{FF2B5EF4-FFF2-40B4-BE49-F238E27FC236}">
                                  <a16:creationId xmlns:a16="http://schemas.microsoft.com/office/drawing/2014/main" id="{23F98D9C-FC9A-489B-ADAB-491D6A609BC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2114037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535" name="Group 3534">
                        <a:extLst>
                          <a:ext uri="{FF2B5EF4-FFF2-40B4-BE49-F238E27FC236}">
                            <a16:creationId xmlns:a16="http://schemas.microsoft.com/office/drawing/2014/main" id="{14D8DEBB-6D24-480A-8216-2A088976D76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3569" name="Flowchart: Connector 3568">
                          <a:extLst>
                            <a:ext uri="{FF2B5EF4-FFF2-40B4-BE49-F238E27FC236}">
                              <a16:creationId xmlns:a16="http://schemas.microsoft.com/office/drawing/2014/main" id="{35DC3D24-55B2-4E18-8AD0-AA06FC477AE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70" name="Flowchart: Connector 3569">
                          <a:extLst>
                            <a:ext uri="{FF2B5EF4-FFF2-40B4-BE49-F238E27FC236}">
                              <a16:creationId xmlns:a16="http://schemas.microsoft.com/office/drawing/2014/main" id="{59C12D62-0AD5-45DE-9551-6AD5ABB08B4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71" name="Flowchart: Connector 3570">
                          <a:extLst>
                            <a:ext uri="{FF2B5EF4-FFF2-40B4-BE49-F238E27FC236}">
                              <a16:creationId xmlns:a16="http://schemas.microsoft.com/office/drawing/2014/main" id="{E71183A8-EC29-4C61-8ABD-44DEB60A83F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72" name="Flowchart: Connector 3571">
                          <a:extLst>
                            <a:ext uri="{FF2B5EF4-FFF2-40B4-BE49-F238E27FC236}">
                              <a16:creationId xmlns:a16="http://schemas.microsoft.com/office/drawing/2014/main" id="{4B8E910F-214E-4778-93BD-4DFC21C3230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73" name="Flowchart: Connector 3572">
                          <a:extLst>
                            <a:ext uri="{FF2B5EF4-FFF2-40B4-BE49-F238E27FC236}">
                              <a16:creationId xmlns:a16="http://schemas.microsoft.com/office/drawing/2014/main" id="{1A96D692-655B-4C87-8F16-00FEF2E066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74" name="Flowchart: Connector 3573">
                          <a:extLst>
                            <a:ext uri="{FF2B5EF4-FFF2-40B4-BE49-F238E27FC236}">
                              <a16:creationId xmlns:a16="http://schemas.microsoft.com/office/drawing/2014/main" id="{CE26A5A6-F955-4FBF-8149-937139B60B0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75" name="Flowchart: Connector 3574">
                          <a:extLst>
                            <a:ext uri="{FF2B5EF4-FFF2-40B4-BE49-F238E27FC236}">
                              <a16:creationId xmlns:a16="http://schemas.microsoft.com/office/drawing/2014/main" id="{879A2E48-2862-4185-AD1D-096DF07D47B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76" name="Flowchart: Connector 3575">
                          <a:extLst>
                            <a:ext uri="{FF2B5EF4-FFF2-40B4-BE49-F238E27FC236}">
                              <a16:creationId xmlns:a16="http://schemas.microsoft.com/office/drawing/2014/main" id="{03515147-D9E2-4B8A-A12A-BE080CF4340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77" name="Flowchart: Connector 3576">
                          <a:extLst>
                            <a:ext uri="{FF2B5EF4-FFF2-40B4-BE49-F238E27FC236}">
                              <a16:creationId xmlns:a16="http://schemas.microsoft.com/office/drawing/2014/main" id="{A3419CB1-4023-49F4-8B48-5DED6919C41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78" name="3D Model 3577" descr="Sphere">
                              <a:extLst>
                                <a:ext uri="{FF2B5EF4-FFF2-40B4-BE49-F238E27FC236}">
                                  <a16:creationId xmlns:a16="http://schemas.microsoft.com/office/drawing/2014/main" id="{987BA0E3-603D-421E-A63A-6492E51CB27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9612941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79" name="Flowchart: Connector 3578">
                          <a:extLst>
                            <a:ext uri="{FF2B5EF4-FFF2-40B4-BE49-F238E27FC236}">
                              <a16:creationId xmlns:a16="http://schemas.microsoft.com/office/drawing/2014/main" id="{8009557C-626A-4B16-A30E-B304DB7E50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80" name="3D Model 3579" descr="Sphere">
                              <a:extLst>
                                <a:ext uri="{FF2B5EF4-FFF2-40B4-BE49-F238E27FC236}">
                                  <a16:creationId xmlns:a16="http://schemas.microsoft.com/office/drawing/2014/main" id="{3F7E4042-F5CC-4DF7-B8BF-9ADCDBF2D39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2025009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81" name="Flowchart: Connector 3580">
                          <a:extLst>
                            <a:ext uri="{FF2B5EF4-FFF2-40B4-BE49-F238E27FC236}">
                              <a16:creationId xmlns:a16="http://schemas.microsoft.com/office/drawing/2014/main" id="{B306DA7D-C8B1-43C8-9521-25B618B7A4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82" name="3D Model 3581" descr="Sphere">
                              <a:extLst>
                                <a:ext uri="{FF2B5EF4-FFF2-40B4-BE49-F238E27FC236}">
                                  <a16:creationId xmlns:a16="http://schemas.microsoft.com/office/drawing/2014/main" id="{F2249A6C-7820-41EE-8427-7CD5DAA6823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4132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83" name="Flowchart: Connector 3582">
                          <a:extLst>
                            <a:ext uri="{FF2B5EF4-FFF2-40B4-BE49-F238E27FC236}">
                              <a16:creationId xmlns:a16="http://schemas.microsoft.com/office/drawing/2014/main" id="{7B2F59A8-ADCA-4461-BED7-C08FAA3F056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84" name="3D Model 3583" descr="Sphere">
                              <a:extLst>
                                <a:ext uri="{FF2B5EF4-FFF2-40B4-BE49-F238E27FC236}">
                                  <a16:creationId xmlns:a16="http://schemas.microsoft.com/office/drawing/2014/main" id="{AF283F8A-3682-4A09-A189-288FD5DC0D7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6954693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536" name="Group 3535">
                        <a:extLst>
                          <a:ext uri="{FF2B5EF4-FFF2-40B4-BE49-F238E27FC236}">
                            <a16:creationId xmlns:a16="http://schemas.microsoft.com/office/drawing/2014/main" id="{5990884A-985F-4A47-B524-63E90000C20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3553" name="Flowchart: Connector 3552">
                          <a:extLst>
                            <a:ext uri="{FF2B5EF4-FFF2-40B4-BE49-F238E27FC236}">
                              <a16:creationId xmlns:a16="http://schemas.microsoft.com/office/drawing/2014/main" id="{C3D4F194-195F-4069-BC01-D9DBF98D99A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54" name="Flowchart: Connector 3553">
                          <a:extLst>
                            <a:ext uri="{FF2B5EF4-FFF2-40B4-BE49-F238E27FC236}">
                              <a16:creationId xmlns:a16="http://schemas.microsoft.com/office/drawing/2014/main" id="{4A25731A-63A8-4EB4-83F9-4A900516287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55" name="Flowchart: Connector 3554">
                          <a:extLst>
                            <a:ext uri="{FF2B5EF4-FFF2-40B4-BE49-F238E27FC236}">
                              <a16:creationId xmlns:a16="http://schemas.microsoft.com/office/drawing/2014/main" id="{356EB271-82C3-44AD-89C4-547356BF5C4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56" name="Flowchart: Connector 3555">
                          <a:extLst>
                            <a:ext uri="{FF2B5EF4-FFF2-40B4-BE49-F238E27FC236}">
                              <a16:creationId xmlns:a16="http://schemas.microsoft.com/office/drawing/2014/main" id="{92B91024-1BAA-4E57-9301-17171274A9E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57" name="Flowchart: Connector 3556">
                          <a:extLst>
                            <a:ext uri="{FF2B5EF4-FFF2-40B4-BE49-F238E27FC236}">
                              <a16:creationId xmlns:a16="http://schemas.microsoft.com/office/drawing/2014/main" id="{E2402F39-7274-43AC-B2DA-F12E5796C06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58" name="Flowchart: Connector 3557">
                          <a:extLst>
                            <a:ext uri="{FF2B5EF4-FFF2-40B4-BE49-F238E27FC236}">
                              <a16:creationId xmlns:a16="http://schemas.microsoft.com/office/drawing/2014/main" id="{BD0DD6FE-5F6C-47EB-88C2-335084B2F0C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59" name="Flowchart: Connector 3558">
                          <a:extLst>
                            <a:ext uri="{FF2B5EF4-FFF2-40B4-BE49-F238E27FC236}">
                              <a16:creationId xmlns:a16="http://schemas.microsoft.com/office/drawing/2014/main" id="{70F19FB4-A9A2-491B-8B55-2E637658740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60" name="Flowchart: Connector 3559">
                          <a:extLst>
                            <a:ext uri="{FF2B5EF4-FFF2-40B4-BE49-F238E27FC236}">
                              <a16:creationId xmlns:a16="http://schemas.microsoft.com/office/drawing/2014/main" id="{B4DAB38A-1EE6-4BA0-8737-3F4FAC469D0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61" name="Flowchart: Connector 3560">
                          <a:extLst>
                            <a:ext uri="{FF2B5EF4-FFF2-40B4-BE49-F238E27FC236}">
                              <a16:creationId xmlns:a16="http://schemas.microsoft.com/office/drawing/2014/main" id="{3846898F-C0C0-471C-AFF0-B1469C3852D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62" name="3D Model 3561" descr="Sphere">
                              <a:extLst>
                                <a:ext uri="{FF2B5EF4-FFF2-40B4-BE49-F238E27FC236}">
                                  <a16:creationId xmlns:a16="http://schemas.microsoft.com/office/drawing/2014/main" id="{34C203BD-DCCF-4796-83CE-D541E814253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7491238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63" name="Flowchart: Connector 3562">
                          <a:extLst>
                            <a:ext uri="{FF2B5EF4-FFF2-40B4-BE49-F238E27FC236}">
                              <a16:creationId xmlns:a16="http://schemas.microsoft.com/office/drawing/2014/main" id="{C117C6B4-5EC4-4373-BF26-F5374E7C417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64" name="3D Model 3563" descr="Sphere">
                              <a:extLst>
                                <a:ext uri="{FF2B5EF4-FFF2-40B4-BE49-F238E27FC236}">
                                  <a16:creationId xmlns:a16="http://schemas.microsoft.com/office/drawing/2014/main" id="{19BC84C3-3DBA-4F33-8EA0-138E6E7FAD0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4255954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65" name="Flowchart: Connector 3564">
                          <a:extLst>
                            <a:ext uri="{FF2B5EF4-FFF2-40B4-BE49-F238E27FC236}">
                              <a16:creationId xmlns:a16="http://schemas.microsoft.com/office/drawing/2014/main" id="{2C41BE5B-B599-4BB4-BAD8-CC6531C2E43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66" name="3D Model 3565" descr="Sphere">
                              <a:extLst>
                                <a:ext uri="{FF2B5EF4-FFF2-40B4-BE49-F238E27FC236}">
                                  <a16:creationId xmlns:a16="http://schemas.microsoft.com/office/drawing/2014/main" id="{83258D59-131A-467E-8118-D285CD28F34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4640720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67" name="Flowchart: Connector 3566">
                          <a:extLst>
                            <a:ext uri="{FF2B5EF4-FFF2-40B4-BE49-F238E27FC236}">
                              <a16:creationId xmlns:a16="http://schemas.microsoft.com/office/drawing/2014/main" id="{4BAF4939-C6BF-4826-9B02-24A905D30AA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68" name="3D Model 3567" descr="Sphere">
                              <a:extLst>
                                <a:ext uri="{FF2B5EF4-FFF2-40B4-BE49-F238E27FC236}">
                                  <a16:creationId xmlns:a16="http://schemas.microsoft.com/office/drawing/2014/main" id="{402325C2-8EB3-4204-81B6-7A3CA8F5892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1437259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3537" name="Flowchart: Connector 3536">
                        <a:extLst>
                          <a:ext uri="{FF2B5EF4-FFF2-40B4-BE49-F238E27FC236}">
                            <a16:creationId xmlns:a16="http://schemas.microsoft.com/office/drawing/2014/main" id="{320227C7-F49E-4F5F-BB10-A0B748C6FE5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38" name="Flowchart: Connector 3537">
                        <a:extLst>
                          <a:ext uri="{FF2B5EF4-FFF2-40B4-BE49-F238E27FC236}">
                            <a16:creationId xmlns:a16="http://schemas.microsoft.com/office/drawing/2014/main" id="{BC7F11F8-D94C-4A67-BAC4-F6C3FF64640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39" name="Flowchart: Connector 3538">
                        <a:extLst>
                          <a:ext uri="{FF2B5EF4-FFF2-40B4-BE49-F238E27FC236}">
                            <a16:creationId xmlns:a16="http://schemas.microsoft.com/office/drawing/2014/main" id="{1068179B-373B-448A-BD9B-485D5FD4AF1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40" name="Flowchart: Connector 3539">
                        <a:extLst>
                          <a:ext uri="{FF2B5EF4-FFF2-40B4-BE49-F238E27FC236}">
                            <a16:creationId xmlns:a16="http://schemas.microsoft.com/office/drawing/2014/main" id="{FFE71CA2-087A-4C6F-B575-EA7F6B8325F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41" name="Flowchart: Connector 3540">
                        <a:extLst>
                          <a:ext uri="{FF2B5EF4-FFF2-40B4-BE49-F238E27FC236}">
                            <a16:creationId xmlns:a16="http://schemas.microsoft.com/office/drawing/2014/main" id="{A5047D49-CA43-4E22-8345-236926AFE0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42" name="Flowchart: Connector 3541">
                        <a:extLst>
                          <a:ext uri="{FF2B5EF4-FFF2-40B4-BE49-F238E27FC236}">
                            <a16:creationId xmlns:a16="http://schemas.microsoft.com/office/drawing/2014/main" id="{E9D9F0C7-D87B-4B43-A56D-54F8460A3EA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43" name="Flowchart: Connector 3542">
                        <a:extLst>
                          <a:ext uri="{FF2B5EF4-FFF2-40B4-BE49-F238E27FC236}">
                            <a16:creationId xmlns:a16="http://schemas.microsoft.com/office/drawing/2014/main" id="{C3314E4B-2ED3-4930-A8FD-7456E8B000D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44" name="Flowchart: Connector 3543">
                        <a:extLst>
                          <a:ext uri="{FF2B5EF4-FFF2-40B4-BE49-F238E27FC236}">
                            <a16:creationId xmlns:a16="http://schemas.microsoft.com/office/drawing/2014/main" id="{24E04FE5-B1C6-4C5C-A2B3-1631B82164D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45" name="Flowchart: Connector 3544">
                        <a:extLst>
                          <a:ext uri="{FF2B5EF4-FFF2-40B4-BE49-F238E27FC236}">
                            <a16:creationId xmlns:a16="http://schemas.microsoft.com/office/drawing/2014/main" id="{3995F888-904B-4A8C-8BAF-A9453035194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46" name="3D Model 3545" descr="Sphere">
                            <a:extLst>
                              <a:ext uri="{FF2B5EF4-FFF2-40B4-BE49-F238E27FC236}">
                                <a16:creationId xmlns:a16="http://schemas.microsoft.com/office/drawing/2014/main" id="{8D615852-06C9-4BE4-AB81-B07C2B68BA7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8271051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6" name="3D Model 245" descr="Sphere">
                            <a:extLst>
                              <a:ext uri="{FF2B5EF4-FFF2-40B4-BE49-F238E27FC236}">
                                <a16:creationId xmlns:a16="http://schemas.microsoft.com/office/drawing/2014/main" id="{577274C7-8617-4369-B298-B9B4DA1BC5D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286054" y="267971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47" name="Flowchart: Connector 3546">
                        <a:extLst>
                          <a:ext uri="{FF2B5EF4-FFF2-40B4-BE49-F238E27FC236}">
                            <a16:creationId xmlns:a16="http://schemas.microsoft.com/office/drawing/2014/main" id="{BDAEBFF9-26B0-4056-885B-3C53E34760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48" name="3D Model 3547" descr="Sphere">
                            <a:extLst>
                              <a:ext uri="{FF2B5EF4-FFF2-40B4-BE49-F238E27FC236}">
                                <a16:creationId xmlns:a16="http://schemas.microsoft.com/office/drawing/2014/main" id="{70828DEB-D94C-461B-B886-74BF2162153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22291975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8" name="3D Model 247" descr="Sphere">
                            <a:extLst>
                              <a:ext uri="{FF2B5EF4-FFF2-40B4-BE49-F238E27FC236}">
                                <a16:creationId xmlns:a16="http://schemas.microsoft.com/office/drawing/2014/main" id="{BC4E9140-BDC8-4E93-8770-30C4F9B0F09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526824" y="27577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49" name="Flowchart: Connector 3548">
                        <a:extLst>
                          <a:ext uri="{FF2B5EF4-FFF2-40B4-BE49-F238E27FC236}">
                            <a16:creationId xmlns:a16="http://schemas.microsoft.com/office/drawing/2014/main" id="{D554F075-EB87-438D-A85F-CD85A70A656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50" name="3D Model 3549" descr="Sphere">
                            <a:extLst>
                              <a:ext uri="{FF2B5EF4-FFF2-40B4-BE49-F238E27FC236}">
                                <a16:creationId xmlns:a16="http://schemas.microsoft.com/office/drawing/2014/main" id="{CB02B32D-1E37-46D5-BC13-44333375624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37105349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50" name="3D Model 249" descr="Sphere">
                            <a:extLst>
                              <a:ext uri="{FF2B5EF4-FFF2-40B4-BE49-F238E27FC236}">
                                <a16:creationId xmlns:a16="http://schemas.microsoft.com/office/drawing/2014/main" id="{C1AF7886-B135-485F-A801-5B21B530E01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784572" y="281618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51" name="Flowchart: Connector 3550">
                        <a:extLst>
                          <a:ext uri="{FF2B5EF4-FFF2-40B4-BE49-F238E27FC236}">
                            <a16:creationId xmlns:a16="http://schemas.microsoft.com/office/drawing/2014/main" id="{630B2362-BA73-468F-9FA3-289019664D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52" name="3D Model 3551" descr="Sphere">
                            <a:extLst>
                              <a:ext uri="{FF2B5EF4-FFF2-40B4-BE49-F238E27FC236}">
                                <a16:creationId xmlns:a16="http://schemas.microsoft.com/office/drawing/2014/main" id="{08354031-EC25-4720-8C4E-506A8540179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06114916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52" name="3D Model 251" descr="Sphere">
                            <a:extLst>
                              <a:ext uri="{FF2B5EF4-FFF2-40B4-BE49-F238E27FC236}">
                                <a16:creationId xmlns:a16="http://schemas.microsoft.com/office/drawing/2014/main" id="{EB68E7E5-FF10-4BB5-8F5E-DD6D67E5C06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2039738" y="290653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3388" name="Group 3387">
                    <a:extLst>
                      <a:ext uri="{FF2B5EF4-FFF2-40B4-BE49-F238E27FC236}">
                        <a16:creationId xmlns:a16="http://schemas.microsoft.com/office/drawing/2014/main" id="{F1DBD20C-3327-4476-93A3-3959961760BF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3529" name="Flowchart: Connector 3528">
                      <a:extLst>
                        <a:ext uri="{FF2B5EF4-FFF2-40B4-BE49-F238E27FC236}">
                          <a16:creationId xmlns:a16="http://schemas.microsoft.com/office/drawing/2014/main" id="{D339FFC3-A16A-4B94-8280-A0655DFBFB6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530" name="Flowchart: Connector 3529">
                      <a:extLst>
                        <a:ext uri="{FF2B5EF4-FFF2-40B4-BE49-F238E27FC236}">
                          <a16:creationId xmlns:a16="http://schemas.microsoft.com/office/drawing/2014/main" id="{8594522D-64CE-4951-AF52-72FCE67E6C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531" name="Flowchart: Connector 3530">
                      <a:extLst>
                        <a:ext uri="{FF2B5EF4-FFF2-40B4-BE49-F238E27FC236}">
                          <a16:creationId xmlns:a16="http://schemas.microsoft.com/office/drawing/2014/main" id="{0CFA3629-DA36-4638-86C6-39267EA19CF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3389" name="Flowchart: Connector 3388">
                    <a:extLst>
                      <a:ext uri="{FF2B5EF4-FFF2-40B4-BE49-F238E27FC236}">
                        <a16:creationId xmlns:a16="http://schemas.microsoft.com/office/drawing/2014/main" id="{8B86BB55-BA5D-4DB8-95C3-A2B6524D65F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390" name="Flowchart: Connector 3389">
                    <a:extLst>
                      <a:ext uri="{FF2B5EF4-FFF2-40B4-BE49-F238E27FC236}">
                        <a16:creationId xmlns:a16="http://schemas.microsoft.com/office/drawing/2014/main" id="{FDE77805-7B68-4E9B-8DBC-687D1843B96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3391" name="Group 3390">
                    <a:extLst>
                      <a:ext uri="{FF2B5EF4-FFF2-40B4-BE49-F238E27FC236}">
                        <a16:creationId xmlns:a16="http://schemas.microsoft.com/office/drawing/2014/main" id="{1CF2BABD-B12C-4691-8786-1582EBA44A79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3526" name="Flowchart: Connector 3525">
                      <a:extLst>
                        <a:ext uri="{FF2B5EF4-FFF2-40B4-BE49-F238E27FC236}">
                          <a16:creationId xmlns:a16="http://schemas.microsoft.com/office/drawing/2014/main" id="{F23003C3-1F1E-4298-B17E-E0B2C970C3E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527" name="Flowchart: Connector 3526">
                      <a:extLst>
                        <a:ext uri="{FF2B5EF4-FFF2-40B4-BE49-F238E27FC236}">
                          <a16:creationId xmlns:a16="http://schemas.microsoft.com/office/drawing/2014/main" id="{C34A77E6-41C1-481B-BCAD-D59BE545A59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528" name="Flowchart: Connector 3527">
                      <a:extLst>
                        <a:ext uri="{FF2B5EF4-FFF2-40B4-BE49-F238E27FC236}">
                          <a16:creationId xmlns:a16="http://schemas.microsoft.com/office/drawing/2014/main" id="{8BD36150-B1C6-44AB-A7B5-67A3B06C9BB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3392" name="Group 3391">
                    <a:extLst>
                      <a:ext uri="{FF2B5EF4-FFF2-40B4-BE49-F238E27FC236}">
                        <a16:creationId xmlns:a16="http://schemas.microsoft.com/office/drawing/2014/main" id="{5E3743AF-E4AA-487A-87D2-9E3AE9D2D5ED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3461" name="Group 3460">
                      <a:extLst>
                        <a:ext uri="{FF2B5EF4-FFF2-40B4-BE49-F238E27FC236}">
                          <a16:creationId xmlns:a16="http://schemas.microsoft.com/office/drawing/2014/main" id="{90FC4323-9102-4B07-B0DE-88F4059005C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3522" name="Flowchart: Connector 3521">
                        <a:extLst>
                          <a:ext uri="{FF2B5EF4-FFF2-40B4-BE49-F238E27FC236}">
                            <a16:creationId xmlns:a16="http://schemas.microsoft.com/office/drawing/2014/main" id="{586EAF6B-8E65-4064-9D4D-75E1626D1DD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23" name="Flowchart: Connector 3522">
                        <a:extLst>
                          <a:ext uri="{FF2B5EF4-FFF2-40B4-BE49-F238E27FC236}">
                            <a16:creationId xmlns:a16="http://schemas.microsoft.com/office/drawing/2014/main" id="{AAF44AF9-EFC6-4F75-92B3-C23DB15201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24" name="Flowchart: Connector 3523">
                        <a:extLst>
                          <a:ext uri="{FF2B5EF4-FFF2-40B4-BE49-F238E27FC236}">
                            <a16:creationId xmlns:a16="http://schemas.microsoft.com/office/drawing/2014/main" id="{3911B585-2E32-4AFD-A696-B26F72A843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525" name="Flowchart: Connector 3524">
                        <a:extLst>
                          <a:ext uri="{FF2B5EF4-FFF2-40B4-BE49-F238E27FC236}">
                            <a16:creationId xmlns:a16="http://schemas.microsoft.com/office/drawing/2014/main" id="{D0EA9710-895F-4AB0-869F-8E4399A70D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3462" name="Group 3461">
                      <a:extLst>
                        <a:ext uri="{FF2B5EF4-FFF2-40B4-BE49-F238E27FC236}">
                          <a16:creationId xmlns:a16="http://schemas.microsoft.com/office/drawing/2014/main" id="{46C4F737-BFCD-4EE1-B030-7401C22595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3463" name="Group 3462">
                        <a:extLst>
                          <a:ext uri="{FF2B5EF4-FFF2-40B4-BE49-F238E27FC236}">
                            <a16:creationId xmlns:a16="http://schemas.microsoft.com/office/drawing/2014/main" id="{99896E5F-03D6-4163-AADB-2123968690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3514" name="Flowchart: Connector 3513">
                          <a:extLst>
                            <a:ext uri="{FF2B5EF4-FFF2-40B4-BE49-F238E27FC236}">
                              <a16:creationId xmlns:a16="http://schemas.microsoft.com/office/drawing/2014/main" id="{3219D96F-5EC8-481E-93E4-47FF9D46123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15" name="3D Model 3514" descr="Sphere">
                              <a:extLst>
                                <a:ext uri="{FF2B5EF4-FFF2-40B4-BE49-F238E27FC236}">
                                  <a16:creationId xmlns:a16="http://schemas.microsoft.com/office/drawing/2014/main" id="{D52DA820-0265-4B55-8424-A2CECBA9176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1922933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16" name="Flowchart: Connector 3515">
                          <a:extLst>
                            <a:ext uri="{FF2B5EF4-FFF2-40B4-BE49-F238E27FC236}">
                              <a16:creationId xmlns:a16="http://schemas.microsoft.com/office/drawing/2014/main" id="{EE35BB35-3486-495D-9EF4-A47500DFB08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17" name="3D Model 3516" descr="Sphere">
                              <a:extLst>
                                <a:ext uri="{FF2B5EF4-FFF2-40B4-BE49-F238E27FC236}">
                                  <a16:creationId xmlns:a16="http://schemas.microsoft.com/office/drawing/2014/main" id="{3E3F6D62-C4BB-40E7-947C-1987FC81D43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991870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18" name="Flowchart: Connector 3517">
                          <a:extLst>
                            <a:ext uri="{FF2B5EF4-FFF2-40B4-BE49-F238E27FC236}">
                              <a16:creationId xmlns:a16="http://schemas.microsoft.com/office/drawing/2014/main" id="{0404FC0F-CA30-4115-BF19-EF1A496B6A8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19" name="3D Model 3518" descr="Sphere">
                              <a:extLst>
                                <a:ext uri="{FF2B5EF4-FFF2-40B4-BE49-F238E27FC236}">
                                  <a16:creationId xmlns:a16="http://schemas.microsoft.com/office/drawing/2014/main" id="{09228E2C-6825-440B-A8C5-A460943D700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9849263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20" name="Flowchart: Connector 3519">
                          <a:extLst>
                            <a:ext uri="{FF2B5EF4-FFF2-40B4-BE49-F238E27FC236}">
                              <a16:creationId xmlns:a16="http://schemas.microsoft.com/office/drawing/2014/main" id="{2DDB2BCC-89E2-4F26-8858-97AB5643B6D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21" name="3D Model 3520" descr="Sphere">
                              <a:extLst>
                                <a:ext uri="{FF2B5EF4-FFF2-40B4-BE49-F238E27FC236}">
                                  <a16:creationId xmlns:a16="http://schemas.microsoft.com/office/drawing/2014/main" id="{D5ADE8B4-1513-4418-B41A-DFBD47EEEFF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6198240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464" name="Group 3463">
                        <a:extLst>
                          <a:ext uri="{FF2B5EF4-FFF2-40B4-BE49-F238E27FC236}">
                            <a16:creationId xmlns:a16="http://schemas.microsoft.com/office/drawing/2014/main" id="{133D265C-5181-4DFE-AD0F-15E2C3CDB1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3498" name="Flowchart: Connector 3497">
                          <a:extLst>
                            <a:ext uri="{FF2B5EF4-FFF2-40B4-BE49-F238E27FC236}">
                              <a16:creationId xmlns:a16="http://schemas.microsoft.com/office/drawing/2014/main" id="{535DC0F7-91F2-4C48-A493-05949B174A7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99" name="Flowchart: Connector 3498">
                          <a:extLst>
                            <a:ext uri="{FF2B5EF4-FFF2-40B4-BE49-F238E27FC236}">
                              <a16:creationId xmlns:a16="http://schemas.microsoft.com/office/drawing/2014/main" id="{A924B771-AF17-4C90-94EB-CC1B783EE92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00" name="Flowchart: Connector 3499">
                          <a:extLst>
                            <a:ext uri="{FF2B5EF4-FFF2-40B4-BE49-F238E27FC236}">
                              <a16:creationId xmlns:a16="http://schemas.microsoft.com/office/drawing/2014/main" id="{9E7A31BE-134F-4EAE-B04C-F8112166F2A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01" name="Flowchart: Connector 3500">
                          <a:extLst>
                            <a:ext uri="{FF2B5EF4-FFF2-40B4-BE49-F238E27FC236}">
                              <a16:creationId xmlns:a16="http://schemas.microsoft.com/office/drawing/2014/main" id="{4317C145-6984-4B6C-87E8-62AC2C1C995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02" name="Flowchart: Connector 3501">
                          <a:extLst>
                            <a:ext uri="{FF2B5EF4-FFF2-40B4-BE49-F238E27FC236}">
                              <a16:creationId xmlns:a16="http://schemas.microsoft.com/office/drawing/2014/main" id="{6339CEA0-7AE3-4BA8-AD19-4637BA7C2B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03" name="Flowchart: Connector 3502">
                          <a:extLst>
                            <a:ext uri="{FF2B5EF4-FFF2-40B4-BE49-F238E27FC236}">
                              <a16:creationId xmlns:a16="http://schemas.microsoft.com/office/drawing/2014/main" id="{EC18C414-26A8-483D-B224-240C2709CCB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04" name="Flowchart: Connector 3503">
                          <a:extLst>
                            <a:ext uri="{FF2B5EF4-FFF2-40B4-BE49-F238E27FC236}">
                              <a16:creationId xmlns:a16="http://schemas.microsoft.com/office/drawing/2014/main" id="{0F792444-28F8-4297-97E7-59B36722059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05" name="Flowchart: Connector 3504">
                          <a:extLst>
                            <a:ext uri="{FF2B5EF4-FFF2-40B4-BE49-F238E27FC236}">
                              <a16:creationId xmlns:a16="http://schemas.microsoft.com/office/drawing/2014/main" id="{C1DA4C6E-81A8-4CD0-815F-3C25560579F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506" name="Flowchart: Connector 3505">
                          <a:extLst>
                            <a:ext uri="{FF2B5EF4-FFF2-40B4-BE49-F238E27FC236}">
                              <a16:creationId xmlns:a16="http://schemas.microsoft.com/office/drawing/2014/main" id="{A4AD89E0-3999-48C3-BE1E-F41A54BE73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07" name="3D Model 3506" descr="Sphere">
                              <a:extLst>
                                <a:ext uri="{FF2B5EF4-FFF2-40B4-BE49-F238E27FC236}">
                                  <a16:creationId xmlns:a16="http://schemas.microsoft.com/office/drawing/2014/main" id="{AAACBF6F-E903-4877-8937-7599D5438F6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0986734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08" name="Flowchart: Connector 3507">
                          <a:extLst>
                            <a:ext uri="{FF2B5EF4-FFF2-40B4-BE49-F238E27FC236}">
                              <a16:creationId xmlns:a16="http://schemas.microsoft.com/office/drawing/2014/main" id="{A4F3101C-2494-4190-ACCD-08800FD482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09" name="3D Model 3508" descr="Sphere">
                              <a:extLst>
                                <a:ext uri="{FF2B5EF4-FFF2-40B4-BE49-F238E27FC236}">
                                  <a16:creationId xmlns:a16="http://schemas.microsoft.com/office/drawing/2014/main" id="{FBAD4F71-1A6E-46B2-891C-CFC147C0B49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9320029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10" name="Flowchart: Connector 3509">
                          <a:extLst>
                            <a:ext uri="{FF2B5EF4-FFF2-40B4-BE49-F238E27FC236}">
                              <a16:creationId xmlns:a16="http://schemas.microsoft.com/office/drawing/2014/main" id="{DB542502-9B51-4B61-B846-D742C52162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11" name="3D Model 3510" descr="Sphere">
                              <a:extLst>
                                <a:ext uri="{FF2B5EF4-FFF2-40B4-BE49-F238E27FC236}">
                                  <a16:creationId xmlns:a16="http://schemas.microsoft.com/office/drawing/2014/main" id="{834014D6-9B19-4A4B-A349-ED69235C048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4177763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512" name="Flowchart: Connector 3511">
                          <a:extLst>
                            <a:ext uri="{FF2B5EF4-FFF2-40B4-BE49-F238E27FC236}">
                              <a16:creationId xmlns:a16="http://schemas.microsoft.com/office/drawing/2014/main" id="{4E5F9077-A84C-48C3-A109-A8886A0454B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513" name="3D Model 3512" descr="Sphere">
                              <a:extLst>
                                <a:ext uri="{FF2B5EF4-FFF2-40B4-BE49-F238E27FC236}">
                                  <a16:creationId xmlns:a16="http://schemas.microsoft.com/office/drawing/2014/main" id="{A50C767F-EA8B-4948-9912-E00679168DB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0001361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465" name="Group 3464">
                        <a:extLst>
                          <a:ext uri="{FF2B5EF4-FFF2-40B4-BE49-F238E27FC236}">
                            <a16:creationId xmlns:a16="http://schemas.microsoft.com/office/drawing/2014/main" id="{ADEAC2A5-5A51-412F-AF73-ADC4BA3ECD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3482" name="Flowchart: Connector 3481">
                          <a:extLst>
                            <a:ext uri="{FF2B5EF4-FFF2-40B4-BE49-F238E27FC236}">
                              <a16:creationId xmlns:a16="http://schemas.microsoft.com/office/drawing/2014/main" id="{2AE784EC-07EB-45BD-AAEA-E4ED91C5C59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83" name="Flowchart: Connector 3482">
                          <a:extLst>
                            <a:ext uri="{FF2B5EF4-FFF2-40B4-BE49-F238E27FC236}">
                              <a16:creationId xmlns:a16="http://schemas.microsoft.com/office/drawing/2014/main" id="{33C2A9C7-07A4-49DC-9B94-5919B348313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84" name="Flowchart: Connector 3483">
                          <a:extLst>
                            <a:ext uri="{FF2B5EF4-FFF2-40B4-BE49-F238E27FC236}">
                              <a16:creationId xmlns:a16="http://schemas.microsoft.com/office/drawing/2014/main" id="{BB17D82A-5D71-4098-ADD5-3DD907748C1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85" name="Flowchart: Connector 3484">
                          <a:extLst>
                            <a:ext uri="{FF2B5EF4-FFF2-40B4-BE49-F238E27FC236}">
                              <a16:creationId xmlns:a16="http://schemas.microsoft.com/office/drawing/2014/main" id="{09CFB5B6-EEA3-4E19-9091-B60751EE690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86" name="Flowchart: Connector 3485">
                          <a:extLst>
                            <a:ext uri="{FF2B5EF4-FFF2-40B4-BE49-F238E27FC236}">
                              <a16:creationId xmlns:a16="http://schemas.microsoft.com/office/drawing/2014/main" id="{E88133B6-3DA0-4ABA-A3C7-ECDC888E30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87" name="Flowchart: Connector 3486">
                          <a:extLst>
                            <a:ext uri="{FF2B5EF4-FFF2-40B4-BE49-F238E27FC236}">
                              <a16:creationId xmlns:a16="http://schemas.microsoft.com/office/drawing/2014/main" id="{B4646525-CC55-47A3-A688-B7A60239BBF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88" name="Flowchart: Connector 3487">
                          <a:extLst>
                            <a:ext uri="{FF2B5EF4-FFF2-40B4-BE49-F238E27FC236}">
                              <a16:creationId xmlns:a16="http://schemas.microsoft.com/office/drawing/2014/main" id="{467B6762-EB2C-4003-A1B8-1AB27245A3B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89" name="Flowchart: Connector 3488">
                          <a:extLst>
                            <a:ext uri="{FF2B5EF4-FFF2-40B4-BE49-F238E27FC236}">
                              <a16:creationId xmlns:a16="http://schemas.microsoft.com/office/drawing/2014/main" id="{1FC7FD9C-A92F-4B96-BD95-2391451B3C3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490" name="Flowchart: Connector 3489">
                          <a:extLst>
                            <a:ext uri="{FF2B5EF4-FFF2-40B4-BE49-F238E27FC236}">
                              <a16:creationId xmlns:a16="http://schemas.microsoft.com/office/drawing/2014/main" id="{D7E7A838-C172-4C4D-8C03-D302F1893A9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491" name="3D Model 3490" descr="Sphere">
                              <a:extLst>
                                <a:ext uri="{FF2B5EF4-FFF2-40B4-BE49-F238E27FC236}">
                                  <a16:creationId xmlns:a16="http://schemas.microsoft.com/office/drawing/2014/main" id="{417D14E8-5E75-4656-A7B6-59D5F43D7FB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6379359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492" name="Flowchart: Connector 3491">
                          <a:extLst>
                            <a:ext uri="{FF2B5EF4-FFF2-40B4-BE49-F238E27FC236}">
                              <a16:creationId xmlns:a16="http://schemas.microsoft.com/office/drawing/2014/main" id="{21FB3C24-D38F-47C7-A3F8-D5AC4A10C60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493" name="3D Model 3492" descr="Sphere">
                              <a:extLst>
                                <a:ext uri="{FF2B5EF4-FFF2-40B4-BE49-F238E27FC236}">
                                  <a16:creationId xmlns:a16="http://schemas.microsoft.com/office/drawing/2014/main" id="{0274AE63-C431-4D8D-8C17-7922A30FABE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638106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494" name="Flowchart: Connector 3493">
                          <a:extLst>
                            <a:ext uri="{FF2B5EF4-FFF2-40B4-BE49-F238E27FC236}">
                              <a16:creationId xmlns:a16="http://schemas.microsoft.com/office/drawing/2014/main" id="{B750C4D8-77D6-4C9D-B6D2-CBEEBB2227E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495" name="3D Model 3494" descr="Sphere">
                              <a:extLst>
                                <a:ext uri="{FF2B5EF4-FFF2-40B4-BE49-F238E27FC236}">
                                  <a16:creationId xmlns:a16="http://schemas.microsoft.com/office/drawing/2014/main" id="{3BE1DD8A-D089-47D5-ADC3-67642BA2853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1728303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496" name="Flowchart: Connector 3495">
                          <a:extLst>
                            <a:ext uri="{FF2B5EF4-FFF2-40B4-BE49-F238E27FC236}">
                              <a16:creationId xmlns:a16="http://schemas.microsoft.com/office/drawing/2014/main" id="{839D2110-53BA-4992-9218-1438F4B8161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497" name="3D Model 3496" descr="Sphere">
                              <a:extLst>
                                <a:ext uri="{FF2B5EF4-FFF2-40B4-BE49-F238E27FC236}">
                                  <a16:creationId xmlns:a16="http://schemas.microsoft.com/office/drawing/2014/main" id="{70710C8A-5EE2-4D43-A0E4-3E03936AEF9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4475713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3466" name="Flowchart: Connector 3465">
                        <a:extLst>
                          <a:ext uri="{FF2B5EF4-FFF2-40B4-BE49-F238E27FC236}">
                            <a16:creationId xmlns:a16="http://schemas.microsoft.com/office/drawing/2014/main" id="{DA415FD2-5E09-4718-BE24-B703F2D5B1E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67" name="Flowchart: Connector 3466">
                        <a:extLst>
                          <a:ext uri="{FF2B5EF4-FFF2-40B4-BE49-F238E27FC236}">
                            <a16:creationId xmlns:a16="http://schemas.microsoft.com/office/drawing/2014/main" id="{C4E866B2-0770-4E40-8140-FAC6339F557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68" name="Flowchart: Connector 3467">
                        <a:extLst>
                          <a:ext uri="{FF2B5EF4-FFF2-40B4-BE49-F238E27FC236}">
                            <a16:creationId xmlns:a16="http://schemas.microsoft.com/office/drawing/2014/main" id="{43A60C3F-17B7-4FC5-8239-FDFAED98160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69" name="Flowchart: Connector 3468">
                        <a:extLst>
                          <a:ext uri="{FF2B5EF4-FFF2-40B4-BE49-F238E27FC236}">
                            <a16:creationId xmlns:a16="http://schemas.microsoft.com/office/drawing/2014/main" id="{B8CA923D-3C2A-49D8-B510-711DB6E6FC6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70" name="Flowchart: Connector 3469">
                        <a:extLst>
                          <a:ext uri="{FF2B5EF4-FFF2-40B4-BE49-F238E27FC236}">
                            <a16:creationId xmlns:a16="http://schemas.microsoft.com/office/drawing/2014/main" id="{EDCC9A1D-15AA-49B9-B74D-E3014FABFD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71" name="Flowchart: Connector 3470">
                        <a:extLst>
                          <a:ext uri="{FF2B5EF4-FFF2-40B4-BE49-F238E27FC236}">
                            <a16:creationId xmlns:a16="http://schemas.microsoft.com/office/drawing/2014/main" id="{76E4CB95-6469-4BDA-A73A-EBFD5D0EFB0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72" name="Flowchart: Connector 3471">
                        <a:extLst>
                          <a:ext uri="{FF2B5EF4-FFF2-40B4-BE49-F238E27FC236}">
                            <a16:creationId xmlns:a16="http://schemas.microsoft.com/office/drawing/2014/main" id="{BCF069BC-3B39-4D51-B3EA-F1523EF6B4C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73" name="Flowchart: Connector 3472">
                        <a:extLst>
                          <a:ext uri="{FF2B5EF4-FFF2-40B4-BE49-F238E27FC236}">
                            <a16:creationId xmlns:a16="http://schemas.microsoft.com/office/drawing/2014/main" id="{1D8D1C7E-A094-4513-826E-771F5AC84C7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74" name="Flowchart: Connector 3473">
                        <a:extLst>
                          <a:ext uri="{FF2B5EF4-FFF2-40B4-BE49-F238E27FC236}">
                            <a16:creationId xmlns:a16="http://schemas.microsoft.com/office/drawing/2014/main" id="{8633B227-CFCA-46CB-AD34-16A73216643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75" name="3D Model 3474" descr="Sphere">
                            <a:extLst>
                              <a:ext uri="{FF2B5EF4-FFF2-40B4-BE49-F238E27FC236}">
                                <a16:creationId xmlns:a16="http://schemas.microsoft.com/office/drawing/2014/main" id="{4CCF2D29-DEB0-4156-9632-D740FCCABE3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07471095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1750" cy="5892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8"/>
                              </am3d:raster>
                              <am3d:objViewport viewportSz="66246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5" name="3D Model 174" descr="Sphere">
                            <a:extLst>
                              <a:ext uri="{FF2B5EF4-FFF2-40B4-BE49-F238E27FC236}">
                                <a16:creationId xmlns:a16="http://schemas.microsoft.com/office/drawing/2014/main" id="{0F441D18-6D9C-4C48-BBF1-C28CF9A13BF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2"/>
                          <a:stretch>
                            <a:fillRect/>
                          </a:stretch>
                        </p:blipFill>
                        <p:spPr>
                          <a:xfrm>
                            <a:off x="1065242" y="2784657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76" name="Flowchart: Connector 3475">
                        <a:extLst>
                          <a:ext uri="{FF2B5EF4-FFF2-40B4-BE49-F238E27FC236}">
                            <a16:creationId xmlns:a16="http://schemas.microsoft.com/office/drawing/2014/main" id="{E7C86292-EAF2-487B-A183-7AE967DA96F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77" name="3D Model 3476" descr="Sphere">
                            <a:extLst>
                              <a:ext uri="{FF2B5EF4-FFF2-40B4-BE49-F238E27FC236}">
                                <a16:creationId xmlns:a16="http://schemas.microsoft.com/office/drawing/2014/main" id="{7A89554F-204B-41BD-AAAD-3F59BC006C4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18498420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7" name="3D Model 176" descr="Sphere">
                            <a:extLst>
                              <a:ext uri="{FF2B5EF4-FFF2-40B4-BE49-F238E27FC236}">
                                <a16:creationId xmlns:a16="http://schemas.microsoft.com/office/drawing/2014/main" id="{653ADD8A-AFB8-4BB3-8461-2EBD4DD651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302651" y="284871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78" name="Flowchart: Connector 3477">
                        <a:extLst>
                          <a:ext uri="{FF2B5EF4-FFF2-40B4-BE49-F238E27FC236}">
                            <a16:creationId xmlns:a16="http://schemas.microsoft.com/office/drawing/2014/main" id="{AAED6734-AA0C-4B41-A2EF-EC600DEC37A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79" name="3D Model 3478" descr="Sphere">
                            <a:extLst>
                              <a:ext uri="{FF2B5EF4-FFF2-40B4-BE49-F238E27FC236}">
                                <a16:creationId xmlns:a16="http://schemas.microsoft.com/office/drawing/2014/main" id="{28C824BE-439D-4DEA-A1AA-C51866A5A5D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30850460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9" name="3D Model 178" descr="Sphere">
                            <a:extLst>
                              <a:ext uri="{FF2B5EF4-FFF2-40B4-BE49-F238E27FC236}">
                                <a16:creationId xmlns:a16="http://schemas.microsoft.com/office/drawing/2014/main" id="{04097741-C651-416C-B6DD-C24D5A1D138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3"/>
                          <a:stretch>
                            <a:fillRect/>
                          </a:stretch>
                        </p:blipFill>
                        <p:spPr>
                          <a:xfrm>
                            <a:off x="1547147" y="291749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80" name="Flowchart: Connector 3479">
                        <a:extLst>
                          <a:ext uri="{FF2B5EF4-FFF2-40B4-BE49-F238E27FC236}">
                            <a16:creationId xmlns:a16="http://schemas.microsoft.com/office/drawing/2014/main" id="{60B2D6C5-49B1-4DED-A82C-1C576EEC000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81" name="3D Model 3480" descr="Sphere">
                            <a:extLst>
                              <a:ext uri="{FF2B5EF4-FFF2-40B4-BE49-F238E27FC236}">
                                <a16:creationId xmlns:a16="http://schemas.microsoft.com/office/drawing/2014/main" id="{C561ADBD-FF06-4487-B001-92517622CFC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92233623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81" name="3D Model 180" descr="Sphere">
                            <a:extLst>
                              <a:ext uri="{FF2B5EF4-FFF2-40B4-BE49-F238E27FC236}">
                                <a16:creationId xmlns:a16="http://schemas.microsoft.com/office/drawing/2014/main" id="{C85FB5A0-5213-4020-B74F-0E33E70A359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1815565" y="2997549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3393" name="Flowchart: Connector 3392">
                    <a:extLst>
                      <a:ext uri="{FF2B5EF4-FFF2-40B4-BE49-F238E27FC236}">
                        <a16:creationId xmlns:a16="http://schemas.microsoft.com/office/drawing/2014/main" id="{48FB3F8C-4D9D-4DC7-9C9D-A8A8DF9B091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394" name="Flowchart: Connector 3393">
                    <a:extLst>
                      <a:ext uri="{FF2B5EF4-FFF2-40B4-BE49-F238E27FC236}">
                        <a16:creationId xmlns:a16="http://schemas.microsoft.com/office/drawing/2014/main" id="{E2CBC257-0AE8-413B-8904-037D43A11AA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395" name="Flowchart: Connector 3394">
                    <a:extLst>
                      <a:ext uri="{FF2B5EF4-FFF2-40B4-BE49-F238E27FC236}">
                        <a16:creationId xmlns:a16="http://schemas.microsoft.com/office/drawing/2014/main" id="{E7ADE03C-EA0A-42A2-B6E7-099442F40A6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396" name="Flowchart: Connector 3395">
                    <a:extLst>
                      <a:ext uri="{FF2B5EF4-FFF2-40B4-BE49-F238E27FC236}">
                        <a16:creationId xmlns:a16="http://schemas.microsoft.com/office/drawing/2014/main" id="{056D4AA9-6EE8-4F50-9122-1B23B5F8D56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397" name="Flowchart: Connector 3396">
                    <a:extLst>
                      <a:ext uri="{FF2B5EF4-FFF2-40B4-BE49-F238E27FC236}">
                        <a16:creationId xmlns:a16="http://schemas.microsoft.com/office/drawing/2014/main" id="{6DE399C4-4E01-4058-BF0C-8C3DE49D686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398" name="Flowchart: Connector 3397">
                    <a:extLst>
                      <a:ext uri="{FF2B5EF4-FFF2-40B4-BE49-F238E27FC236}">
                        <a16:creationId xmlns:a16="http://schemas.microsoft.com/office/drawing/2014/main" id="{F716DD05-FD21-4D8B-8D0E-F73946ABC9A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399" name="Flowchart: Connector 3398">
                    <a:extLst>
                      <a:ext uri="{FF2B5EF4-FFF2-40B4-BE49-F238E27FC236}">
                        <a16:creationId xmlns:a16="http://schemas.microsoft.com/office/drawing/2014/main" id="{A72D9B5F-21E9-4CA7-9649-5ABBDEE888E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400" name="Flowchart: Connector 3399">
                    <a:extLst>
                      <a:ext uri="{FF2B5EF4-FFF2-40B4-BE49-F238E27FC236}">
                        <a16:creationId xmlns:a16="http://schemas.microsoft.com/office/drawing/2014/main" id="{E6128B1B-79FF-4F5F-8AC2-CCDBDBE25E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3401" name="Group 3400">
                    <a:extLst>
                      <a:ext uri="{FF2B5EF4-FFF2-40B4-BE49-F238E27FC236}">
                        <a16:creationId xmlns:a16="http://schemas.microsoft.com/office/drawing/2014/main" id="{3D76A76F-0472-4227-8566-055548AB3F79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3402" name="Group 3401">
                      <a:extLst>
                        <a:ext uri="{FF2B5EF4-FFF2-40B4-BE49-F238E27FC236}">
                          <a16:creationId xmlns:a16="http://schemas.microsoft.com/office/drawing/2014/main" id="{068A9A7B-EA15-4E4A-9142-283787A8FE9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3453" name="Flowchart: Connector 3452">
                        <a:extLst>
                          <a:ext uri="{FF2B5EF4-FFF2-40B4-BE49-F238E27FC236}">
                            <a16:creationId xmlns:a16="http://schemas.microsoft.com/office/drawing/2014/main" id="{3652D682-0E7F-4A8B-9A2C-2A0EAAC58BE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54" name="3D Model 3453" descr="Sphere">
                            <a:extLst>
                              <a:ext uri="{FF2B5EF4-FFF2-40B4-BE49-F238E27FC236}">
                                <a16:creationId xmlns:a16="http://schemas.microsoft.com/office/drawing/2014/main" id="{EE0B03B1-D3C2-481D-AFBD-2CCD76952AF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4847791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1750" cy="5892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8"/>
                              </am3d:raster>
                              <am3d:objViewport viewportSz="66246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54" name="3D Model 153" descr="Sphere">
                            <a:extLst>
                              <a:ext uri="{FF2B5EF4-FFF2-40B4-BE49-F238E27FC236}">
                                <a16:creationId xmlns:a16="http://schemas.microsoft.com/office/drawing/2014/main" id="{59D6F9AA-09E2-4338-90EA-68FFD8CCDA4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2"/>
                          <a:stretch>
                            <a:fillRect/>
                          </a:stretch>
                        </p:blipFill>
                        <p:spPr>
                          <a:xfrm>
                            <a:off x="835944" y="3887946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55" name="Flowchart: Connector 3454">
                        <a:extLst>
                          <a:ext uri="{FF2B5EF4-FFF2-40B4-BE49-F238E27FC236}">
                            <a16:creationId xmlns:a16="http://schemas.microsoft.com/office/drawing/2014/main" id="{9B53B567-AB93-4C65-8F3D-99A43980097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56" name="3D Model 3455" descr="Sphere">
                            <a:extLst>
                              <a:ext uri="{FF2B5EF4-FFF2-40B4-BE49-F238E27FC236}">
                                <a16:creationId xmlns:a16="http://schemas.microsoft.com/office/drawing/2014/main" id="{47D6AC92-B7D7-4426-BC42-E67D9FBBBDF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5868319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57" name="Flowchart: Connector 3456">
                        <a:extLst>
                          <a:ext uri="{FF2B5EF4-FFF2-40B4-BE49-F238E27FC236}">
                            <a16:creationId xmlns:a16="http://schemas.microsoft.com/office/drawing/2014/main" id="{2A14598E-CD28-4090-9F33-2E3931A6EC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58" name="3D Model 3457" descr="Sphere">
                            <a:extLst>
                              <a:ext uri="{FF2B5EF4-FFF2-40B4-BE49-F238E27FC236}">
                                <a16:creationId xmlns:a16="http://schemas.microsoft.com/office/drawing/2014/main" id="{075D5FDB-4F5F-4C8B-B025-B48B990285A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177123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59" name="Flowchart: Connector 3458">
                        <a:extLst>
                          <a:ext uri="{FF2B5EF4-FFF2-40B4-BE49-F238E27FC236}">
                            <a16:creationId xmlns:a16="http://schemas.microsoft.com/office/drawing/2014/main" id="{0D9534AF-22D9-4AC0-A39F-EDA4DA09A63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60" name="3D Model 3459" descr="Sphere">
                            <a:extLst>
                              <a:ext uri="{FF2B5EF4-FFF2-40B4-BE49-F238E27FC236}">
                                <a16:creationId xmlns:a16="http://schemas.microsoft.com/office/drawing/2014/main" id="{B5AAFC94-DFC4-4FB4-9933-A0FCF0AFE88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7103462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3403" name="Group 3402">
                      <a:extLst>
                        <a:ext uri="{FF2B5EF4-FFF2-40B4-BE49-F238E27FC236}">
                          <a16:creationId xmlns:a16="http://schemas.microsoft.com/office/drawing/2014/main" id="{1ED2DEE9-B345-4C9B-80ED-A2F839B849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3437" name="Flowchart: Connector 3436">
                        <a:extLst>
                          <a:ext uri="{FF2B5EF4-FFF2-40B4-BE49-F238E27FC236}">
                            <a16:creationId xmlns:a16="http://schemas.microsoft.com/office/drawing/2014/main" id="{77542701-7F0D-49EB-8771-B5EB8962AE1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38" name="Flowchart: Connector 3437">
                        <a:extLst>
                          <a:ext uri="{FF2B5EF4-FFF2-40B4-BE49-F238E27FC236}">
                            <a16:creationId xmlns:a16="http://schemas.microsoft.com/office/drawing/2014/main" id="{F8D8598B-8CC9-4191-9EA1-7CDB095AFF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39" name="Flowchart: Connector 3438">
                        <a:extLst>
                          <a:ext uri="{FF2B5EF4-FFF2-40B4-BE49-F238E27FC236}">
                            <a16:creationId xmlns:a16="http://schemas.microsoft.com/office/drawing/2014/main" id="{C37B177D-50C4-43F4-8C92-4E692AC2AB3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40" name="Flowchart: Connector 3439">
                        <a:extLst>
                          <a:ext uri="{FF2B5EF4-FFF2-40B4-BE49-F238E27FC236}">
                            <a16:creationId xmlns:a16="http://schemas.microsoft.com/office/drawing/2014/main" id="{B3BFE2EC-A659-4BF1-92F1-D4A9589B3FF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41" name="Flowchart: Connector 3440">
                        <a:extLst>
                          <a:ext uri="{FF2B5EF4-FFF2-40B4-BE49-F238E27FC236}">
                            <a16:creationId xmlns:a16="http://schemas.microsoft.com/office/drawing/2014/main" id="{9F8956D5-FC47-4499-85DD-0A6E64840C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42" name="Flowchart: Connector 3441">
                        <a:extLst>
                          <a:ext uri="{FF2B5EF4-FFF2-40B4-BE49-F238E27FC236}">
                            <a16:creationId xmlns:a16="http://schemas.microsoft.com/office/drawing/2014/main" id="{4354E9F7-A37F-4939-A205-5D822624EC8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43" name="Flowchart: Connector 3442">
                        <a:extLst>
                          <a:ext uri="{FF2B5EF4-FFF2-40B4-BE49-F238E27FC236}">
                            <a16:creationId xmlns:a16="http://schemas.microsoft.com/office/drawing/2014/main" id="{BF3F8262-1022-4F05-BA92-F2AA4F3CC6B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44" name="Flowchart: Connector 3443">
                        <a:extLst>
                          <a:ext uri="{FF2B5EF4-FFF2-40B4-BE49-F238E27FC236}">
                            <a16:creationId xmlns:a16="http://schemas.microsoft.com/office/drawing/2014/main" id="{CEB1C758-6693-4BD1-A5CA-544DA17F1BA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45" name="Flowchart: Connector 3444">
                        <a:extLst>
                          <a:ext uri="{FF2B5EF4-FFF2-40B4-BE49-F238E27FC236}">
                            <a16:creationId xmlns:a16="http://schemas.microsoft.com/office/drawing/2014/main" id="{0B264570-03F2-4825-83B9-DDC06CEB66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46" name="3D Model 3445" descr="Sphere">
                            <a:extLst>
                              <a:ext uri="{FF2B5EF4-FFF2-40B4-BE49-F238E27FC236}">
                                <a16:creationId xmlns:a16="http://schemas.microsoft.com/office/drawing/2014/main" id="{CF3ACCA9-065A-4912-B014-A5658F14479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83245713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46" name="3D Model 145" descr="Sphere">
                            <a:extLst>
                              <a:ext uri="{FF2B5EF4-FFF2-40B4-BE49-F238E27FC236}">
                                <a16:creationId xmlns:a16="http://schemas.microsoft.com/office/drawing/2014/main" id="{756B16C5-4508-40A0-B7F3-162B4744EE2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832585" y="3554337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47" name="Flowchart: Connector 3446">
                        <a:extLst>
                          <a:ext uri="{FF2B5EF4-FFF2-40B4-BE49-F238E27FC236}">
                            <a16:creationId xmlns:a16="http://schemas.microsoft.com/office/drawing/2014/main" id="{CD31EC0A-38D2-4E8B-B4B4-40F68429EF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48" name="3D Model 3447" descr="Sphere">
                            <a:extLst>
                              <a:ext uri="{FF2B5EF4-FFF2-40B4-BE49-F238E27FC236}">
                                <a16:creationId xmlns:a16="http://schemas.microsoft.com/office/drawing/2014/main" id="{63FADC96-DC79-4F46-B41E-1C051918ACB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1311238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49" name="Flowchart: Connector 3448">
                        <a:extLst>
                          <a:ext uri="{FF2B5EF4-FFF2-40B4-BE49-F238E27FC236}">
                            <a16:creationId xmlns:a16="http://schemas.microsoft.com/office/drawing/2014/main" id="{4CF8D059-89CD-4EB9-AEA9-88D166F64B3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50" name="3D Model 3449" descr="Sphere">
                            <a:extLst>
                              <a:ext uri="{FF2B5EF4-FFF2-40B4-BE49-F238E27FC236}">
                                <a16:creationId xmlns:a16="http://schemas.microsoft.com/office/drawing/2014/main" id="{1F1783F4-46D4-4BC7-BAC1-E03D06D1D9C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87958595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51" name="Flowchart: Connector 3450">
                        <a:extLst>
                          <a:ext uri="{FF2B5EF4-FFF2-40B4-BE49-F238E27FC236}">
                            <a16:creationId xmlns:a16="http://schemas.microsoft.com/office/drawing/2014/main" id="{D21B0D50-11F9-48B7-837B-690E49CFC9F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52" name="3D Model 3451" descr="Sphere">
                            <a:extLst>
                              <a:ext uri="{FF2B5EF4-FFF2-40B4-BE49-F238E27FC236}">
                                <a16:creationId xmlns:a16="http://schemas.microsoft.com/office/drawing/2014/main" id="{4A058E43-C46F-4B42-8FC8-6A6410E281B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5604245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3404" name="Group 3403">
                      <a:extLst>
                        <a:ext uri="{FF2B5EF4-FFF2-40B4-BE49-F238E27FC236}">
                          <a16:creationId xmlns:a16="http://schemas.microsoft.com/office/drawing/2014/main" id="{DEEBF3CD-17AE-4241-B90B-75C4C1EDE4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3421" name="Flowchart: Connector 3420">
                        <a:extLst>
                          <a:ext uri="{FF2B5EF4-FFF2-40B4-BE49-F238E27FC236}">
                            <a16:creationId xmlns:a16="http://schemas.microsoft.com/office/drawing/2014/main" id="{19586895-C09F-4D15-83BF-F5D908C8636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22" name="Flowchart: Connector 3421">
                        <a:extLst>
                          <a:ext uri="{FF2B5EF4-FFF2-40B4-BE49-F238E27FC236}">
                            <a16:creationId xmlns:a16="http://schemas.microsoft.com/office/drawing/2014/main" id="{EB0CC27F-F8DD-4CB3-9EC4-DE570D6ED53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23" name="Flowchart: Connector 3422">
                        <a:extLst>
                          <a:ext uri="{FF2B5EF4-FFF2-40B4-BE49-F238E27FC236}">
                            <a16:creationId xmlns:a16="http://schemas.microsoft.com/office/drawing/2014/main" id="{D615BBC2-9E5E-4928-AF7E-0F456C5801F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24" name="Flowchart: Connector 3423">
                        <a:extLst>
                          <a:ext uri="{FF2B5EF4-FFF2-40B4-BE49-F238E27FC236}">
                            <a16:creationId xmlns:a16="http://schemas.microsoft.com/office/drawing/2014/main" id="{E1ACC711-DAEC-4281-B547-EE2570140E0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25" name="Flowchart: Connector 3424">
                        <a:extLst>
                          <a:ext uri="{FF2B5EF4-FFF2-40B4-BE49-F238E27FC236}">
                            <a16:creationId xmlns:a16="http://schemas.microsoft.com/office/drawing/2014/main" id="{CECBDF3F-985A-4FEB-997F-C70A8475A5E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26" name="Flowchart: Connector 3425">
                        <a:extLst>
                          <a:ext uri="{FF2B5EF4-FFF2-40B4-BE49-F238E27FC236}">
                            <a16:creationId xmlns:a16="http://schemas.microsoft.com/office/drawing/2014/main" id="{B0635C89-24F4-4415-88FF-730041C9415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27" name="Flowchart: Connector 3426">
                        <a:extLst>
                          <a:ext uri="{FF2B5EF4-FFF2-40B4-BE49-F238E27FC236}">
                            <a16:creationId xmlns:a16="http://schemas.microsoft.com/office/drawing/2014/main" id="{1713F1C8-1433-4B06-8C7D-4D22E0E862C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28" name="Flowchart: Connector 3427">
                        <a:extLst>
                          <a:ext uri="{FF2B5EF4-FFF2-40B4-BE49-F238E27FC236}">
                            <a16:creationId xmlns:a16="http://schemas.microsoft.com/office/drawing/2014/main" id="{93B42DB0-4507-4955-9DF9-2315856DBFD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29" name="Flowchart: Connector 3428">
                        <a:extLst>
                          <a:ext uri="{FF2B5EF4-FFF2-40B4-BE49-F238E27FC236}">
                            <a16:creationId xmlns:a16="http://schemas.microsoft.com/office/drawing/2014/main" id="{2089C0DD-A03A-40FB-B455-3E0D79D317F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30" name="3D Model 3429" descr="Sphere">
                            <a:extLst>
                              <a:ext uri="{FF2B5EF4-FFF2-40B4-BE49-F238E27FC236}">
                                <a16:creationId xmlns:a16="http://schemas.microsoft.com/office/drawing/2014/main" id="{250181F4-44C7-427C-8D1E-CB194DA2780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27915181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30" name="3D Model 129" descr="Sphere">
                            <a:extLst>
                              <a:ext uri="{FF2B5EF4-FFF2-40B4-BE49-F238E27FC236}">
                                <a16:creationId xmlns:a16="http://schemas.microsoft.com/office/drawing/2014/main" id="{47D4A59F-7345-4303-916A-A0AC6A0CF64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822906" y="323115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31" name="Flowchart: Connector 3430">
                        <a:extLst>
                          <a:ext uri="{FF2B5EF4-FFF2-40B4-BE49-F238E27FC236}">
                            <a16:creationId xmlns:a16="http://schemas.microsoft.com/office/drawing/2014/main" id="{D1180282-7B9D-4920-A02F-58C0765BA55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32" name="3D Model 3431" descr="Sphere">
                            <a:extLst>
                              <a:ext uri="{FF2B5EF4-FFF2-40B4-BE49-F238E27FC236}">
                                <a16:creationId xmlns:a16="http://schemas.microsoft.com/office/drawing/2014/main" id="{8E965C31-EE94-4694-B9FF-AA0661411CB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2859410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32" name="3D Model 131" descr="Sphere">
                            <a:extLst>
                              <a:ext uri="{FF2B5EF4-FFF2-40B4-BE49-F238E27FC236}">
                                <a16:creationId xmlns:a16="http://schemas.microsoft.com/office/drawing/2014/main" id="{2B44DAD8-B15B-485D-9084-36E080510765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062972" y="331541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33" name="Flowchart: Connector 3432">
                        <a:extLst>
                          <a:ext uri="{FF2B5EF4-FFF2-40B4-BE49-F238E27FC236}">
                            <a16:creationId xmlns:a16="http://schemas.microsoft.com/office/drawing/2014/main" id="{0A70CCE3-CDA9-4DBC-AA6F-D3C7769B739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34" name="3D Model 3433" descr="Sphere">
                            <a:extLst>
                              <a:ext uri="{FF2B5EF4-FFF2-40B4-BE49-F238E27FC236}">
                                <a16:creationId xmlns:a16="http://schemas.microsoft.com/office/drawing/2014/main" id="{DFF33C49-971B-4EA3-B0B3-7DB65E075EA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0296214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35" name="Flowchart: Connector 3434">
                        <a:extLst>
                          <a:ext uri="{FF2B5EF4-FFF2-40B4-BE49-F238E27FC236}">
                            <a16:creationId xmlns:a16="http://schemas.microsoft.com/office/drawing/2014/main" id="{B4C36EDD-1326-461F-B802-F20105E5A10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36" name="3D Model 3435" descr="Sphere">
                            <a:extLst>
                              <a:ext uri="{FF2B5EF4-FFF2-40B4-BE49-F238E27FC236}">
                                <a16:creationId xmlns:a16="http://schemas.microsoft.com/office/drawing/2014/main" id="{428D6D67-9D3A-4A9D-BCB4-D0C02637D8D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8176129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3405" name="Flowchart: Connector 3404">
                      <a:extLst>
                        <a:ext uri="{FF2B5EF4-FFF2-40B4-BE49-F238E27FC236}">
                          <a16:creationId xmlns:a16="http://schemas.microsoft.com/office/drawing/2014/main" id="{41628E6F-570E-490B-905B-99B9F3DCDC6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406" name="Flowchart: Connector 3405">
                      <a:extLst>
                        <a:ext uri="{FF2B5EF4-FFF2-40B4-BE49-F238E27FC236}">
                          <a16:creationId xmlns:a16="http://schemas.microsoft.com/office/drawing/2014/main" id="{76AEEBB4-5D5E-4E6B-B63E-BCBF447871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407" name="Flowchart: Connector 3406">
                      <a:extLst>
                        <a:ext uri="{FF2B5EF4-FFF2-40B4-BE49-F238E27FC236}">
                          <a16:creationId xmlns:a16="http://schemas.microsoft.com/office/drawing/2014/main" id="{5AA77B5B-1543-45CD-A627-41E457611A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408" name="Flowchart: Connector 3407">
                      <a:extLst>
                        <a:ext uri="{FF2B5EF4-FFF2-40B4-BE49-F238E27FC236}">
                          <a16:creationId xmlns:a16="http://schemas.microsoft.com/office/drawing/2014/main" id="{600ED2BD-7D30-46E8-9C66-115011305BB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409" name="Flowchart: Connector 3408">
                      <a:extLst>
                        <a:ext uri="{FF2B5EF4-FFF2-40B4-BE49-F238E27FC236}">
                          <a16:creationId xmlns:a16="http://schemas.microsoft.com/office/drawing/2014/main" id="{A202E980-66E8-469A-92CE-F3B2EB4B074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410" name="Flowchart: Connector 3409">
                      <a:extLst>
                        <a:ext uri="{FF2B5EF4-FFF2-40B4-BE49-F238E27FC236}">
                          <a16:creationId xmlns:a16="http://schemas.microsoft.com/office/drawing/2014/main" id="{5C82F3DF-AD4D-4CF7-8939-8FF0BDC24E6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411" name="Flowchart: Connector 3410">
                      <a:extLst>
                        <a:ext uri="{FF2B5EF4-FFF2-40B4-BE49-F238E27FC236}">
                          <a16:creationId xmlns:a16="http://schemas.microsoft.com/office/drawing/2014/main" id="{E32C0681-243D-4098-A444-5D3AF6863B8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412" name="Flowchart: Connector 3411">
                      <a:extLst>
                        <a:ext uri="{FF2B5EF4-FFF2-40B4-BE49-F238E27FC236}">
                          <a16:creationId xmlns:a16="http://schemas.microsoft.com/office/drawing/2014/main" id="{B6DD3ED2-ACF5-4D62-AE14-ECE980CE0E8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413" name="Flowchart: Connector 3412">
                      <a:extLst>
                        <a:ext uri="{FF2B5EF4-FFF2-40B4-BE49-F238E27FC236}">
                          <a16:creationId xmlns:a16="http://schemas.microsoft.com/office/drawing/2014/main" id="{C434A01A-1E26-40A6-94C8-079915F992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414" name="3D Model 3413" descr="Sphere">
                          <a:extLst>
                            <a:ext uri="{FF2B5EF4-FFF2-40B4-BE49-F238E27FC236}">
                              <a16:creationId xmlns:a16="http://schemas.microsoft.com/office/drawing/2014/main" id="{0131EE9D-77A5-4FA3-9D5D-02678CCC601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785191616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9"/>
                            </am3d:raster>
                            <am3d:objViewport viewportSz="6069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4" name="3D Model 113" descr="Sphere">
                          <a:extLst>
                            <a:ext uri="{FF2B5EF4-FFF2-40B4-BE49-F238E27FC236}">
                              <a16:creationId xmlns:a16="http://schemas.microsoft.com/office/drawing/2014/main" id="{56A2AB05-F072-40CA-90AE-FD36A7808D3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5"/>
                        <a:stretch>
                          <a:fillRect/>
                        </a:stretch>
                      </p:blipFill>
                      <p:spPr>
                        <a:xfrm>
                          <a:off x="830057" y="2917267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415" name="Flowchart: Connector 3414">
                      <a:extLst>
                        <a:ext uri="{FF2B5EF4-FFF2-40B4-BE49-F238E27FC236}">
                          <a16:creationId xmlns:a16="http://schemas.microsoft.com/office/drawing/2014/main" id="{1BDAB2AF-CC55-4EEB-9D57-53107DA2F04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416" name="3D Model 3415" descr="Sphere">
                          <a:extLst>
                            <a:ext uri="{FF2B5EF4-FFF2-40B4-BE49-F238E27FC236}">
                              <a16:creationId xmlns:a16="http://schemas.microsoft.com/office/drawing/2014/main" id="{FFBB82D7-B5DD-4F12-92EE-63C38504B583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816287081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6" name="3D Model 115" descr="Sphere">
                          <a:extLst>
                            <a:ext uri="{FF2B5EF4-FFF2-40B4-BE49-F238E27FC236}">
                              <a16:creationId xmlns:a16="http://schemas.microsoft.com/office/drawing/2014/main" id="{7C9E6E5C-C27E-459B-A76D-97CD231ABD4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1076013" y="300758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417" name="Flowchart: Connector 3416">
                      <a:extLst>
                        <a:ext uri="{FF2B5EF4-FFF2-40B4-BE49-F238E27FC236}">
                          <a16:creationId xmlns:a16="http://schemas.microsoft.com/office/drawing/2014/main" id="{2CA36E87-E7D0-4C72-B602-A97A7A0BE92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418" name="3D Model 3417" descr="Sphere">
                          <a:extLst>
                            <a:ext uri="{FF2B5EF4-FFF2-40B4-BE49-F238E27FC236}">
                              <a16:creationId xmlns:a16="http://schemas.microsoft.com/office/drawing/2014/main" id="{62DB4D51-25C1-4583-A9B5-87CC3631111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918828386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8" name="3D Model 117" descr="Sphere">
                          <a:extLst>
                            <a:ext uri="{FF2B5EF4-FFF2-40B4-BE49-F238E27FC236}">
                              <a16:creationId xmlns:a16="http://schemas.microsoft.com/office/drawing/2014/main" id="{4E73B661-C0D3-4777-B427-FC4F81686E2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317147" y="3055459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419" name="Flowchart: Connector 3418">
                      <a:extLst>
                        <a:ext uri="{FF2B5EF4-FFF2-40B4-BE49-F238E27FC236}">
                          <a16:creationId xmlns:a16="http://schemas.microsoft.com/office/drawing/2014/main" id="{4D8A18AB-7C12-42DC-B70D-D391013C7F0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420" name="3D Model 3419" descr="Sphere">
                          <a:extLst>
                            <a:ext uri="{FF2B5EF4-FFF2-40B4-BE49-F238E27FC236}">
                              <a16:creationId xmlns:a16="http://schemas.microsoft.com/office/drawing/2014/main" id="{C4B0696E-E0EF-4566-87A9-95A8CADF96E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790269802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20" name="3D Model 119" descr="Sphere">
                          <a:extLst>
                            <a:ext uri="{FF2B5EF4-FFF2-40B4-BE49-F238E27FC236}">
                              <a16:creationId xmlns:a16="http://schemas.microsoft.com/office/drawing/2014/main" id="{3476476F-DDC4-49CE-B42B-4D693A51BEBB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1585565" y="314249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3310" name="Group 3309">
                  <a:extLst>
                    <a:ext uri="{FF2B5EF4-FFF2-40B4-BE49-F238E27FC236}">
                      <a16:creationId xmlns:a16="http://schemas.microsoft.com/office/drawing/2014/main" id="{FFC4B9DB-398C-4E2C-837C-AA6BB5A2EA1B}"/>
                    </a:ext>
                  </a:extLst>
                </p:cNvPr>
                <p:cNvGrpSpPr/>
                <p:nvPr/>
              </p:nvGrpSpPr>
              <p:grpSpPr>
                <a:xfrm rot="18542409">
                  <a:off x="2257159" y="2362802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380" name="Freeform: Shape 3379">
                    <a:extLst>
                      <a:ext uri="{FF2B5EF4-FFF2-40B4-BE49-F238E27FC236}">
                        <a16:creationId xmlns:a16="http://schemas.microsoft.com/office/drawing/2014/main" id="{E4482227-FCE5-4920-9DB0-DC5C706D392C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81" name="Rectangle: Rounded Corners 3380">
                    <a:extLst>
                      <a:ext uri="{FF2B5EF4-FFF2-40B4-BE49-F238E27FC236}">
                        <a16:creationId xmlns:a16="http://schemas.microsoft.com/office/drawing/2014/main" id="{52E72673-E448-477B-9C47-D7628BE34F79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11" name="Group 3310">
                  <a:extLst>
                    <a:ext uri="{FF2B5EF4-FFF2-40B4-BE49-F238E27FC236}">
                      <a16:creationId xmlns:a16="http://schemas.microsoft.com/office/drawing/2014/main" id="{BBBA1526-60F6-4F24-B2DF-2911A777B0DD}"/>
                    </a:ext>
                  </a:extLst>
                </p:cNvPr>
                <p:cNvGrpSpPr/>
                <p:nvPr/>
              </p:nvGrpSpPr>
              <p:grpSpPr>
                <a:xfrm rot="17122200">
                  <a:off x="1187274" y="235013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378" name="Freeform: Shape 3377">
                    <a:extLst>
                      <a:ext uri="{FF2B5EF4-FFF2-40B4-BE49-F238E27FC236}">
                        <a16:creationId xmlns:a16="http://schemas.microsoft.com/office/drawing/2014/main" id="{66783177-D1AD-4BC5-97FC-0E6914CE162F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79" name="Rectangle: Rounded Corners 3378">
                    <a:extLst>
                      <a:ext uri="{FF2B5EF4-FFF2-40B4-BE49-F238E27FC236}">
                        <a16:creationId xmlns:a16="http://schemas.microsoft.com/office/drawing/2014/main" id="{EDC2158F-6B2E-4472-9E35-0A6766ADFBB5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12" name="Group 3311">
                  <a:extLst>
                    <a:ext uri="{FF2B5EF4-FFF2-40B4-BE49-F238E27FC236}">
                      <a16:creationId xmlns:a16="http://schemas.microsoft.com/office/drawing/2014/main" id="{FE457678-8BF3-46F1-B8A7-7A872609AB59}"/>
                    </a:ext>
                  </a:extLst>
                </p:cNvPr>
                <p:cNvGrpSpPr/>
                <p:nvPr/>
              </p:nvGrpSpPr>
              <p:grpSpPr>
                <a:xfrm rot="658209">
                  <a:off x="2479276" y="3323586"/>
                  <a:ext cx="746642" cy="235253"/>
                  <a:chOff x="2620172" y="2546175"/>
                  <a:chExt cx="834986" cy="143092"/>
                </a:xfrm>
              </p:grpSpPr>
              <p:sp>
                <p:nvSpPr>
                  <p:cNvPr id="3376" name="Freeform: Shape 3375">
                    <a:extLst>
                      <a:ext uri="{FF2B5EF4-FFF2-40B4-BE49-F238E27FC236}">
                        <a16:creationId xmlns:a16="http://schemas.microsoft.com/office/drawing/2014/main" id="{EECFD107-D848-4925-BE25-C8C25E8F30DA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77" name="Rectangle: Rounded Corners 3376">
                    <a:extLst>
                      <a:ext uri="{FF2B5EF4-FFF2-40B4-BE49-F238E27FC236}">
                        <a16:creationId xmlns:a16="http://schemas.microsoft.com/office/drawing/2014/main" id="{8878F566-EFC9-4980-AA63-4AC21F14150D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13" name="Group 3312">
                  <a:extLst>
                    <a:ext uri="{FF2B5EF4-FFF2-40B4-BE49-F238E27FC236}">
                      <a16:creationId xmlns:a16="http://schemas.microsoft.com/office/drawing/2014/main" id="{2F17557A-3D0F-4751-86C9-FDE493498C36}"/>
                    </a:ext>
                  </a:extLst>
                </p:cNvPr>
                <p:cNvGrpSpPr/>
                <p:nvPr/>
              </p:nvGrpSpPr>
              <p:grpSpPr>
                <a:xfrm rot="18837888">
                  <a:off x="1789768" y="223810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374" name="Freeform: Shape 3373">
                    <a:extLst>
                      <a:ext uri="{FF2B5EF4-FFF2-40B4-BE49-F238E27FC236}">
                        <a16:creationId xmlns:a16="http://schemas.microsoft.com/office/drawing/2014/main" id="{DF94E30E-C3A2-4C58-A1AD-0DA01F287519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75" name="Rectangle: Rounded Corners 3374">
                    <a:extLst>
                      <a:ext uri="{FF2B5EF4-FFF2-40B4-BE49-F238E27FC236}">
                        <a16:creationId xmlns:a16="http://schemas.microsoft.com/office/drawing/2014/main" id="{464EDC8D-8F6B-4F88-961A-798E09DDD447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14" name="Group 3313">
                  <a:extLst>
                    <a:ext uri="{FF2B5EF4-FFF2-40B4-BE49-F238E27FC236}">
                      <a16:creationId xmlns:a16="http://schemas.microsoft.com/office/drawing/2014/main" id="{4F98733D-A437-4970-B28B-B713945E6C4B}"/>
                    </a:ext>
                  </a:extLst>
                </p:cNvPr>
                <p:cNvGrpSpPr/>
                <p:nvPr/>
              </p:nvGrpSpPr>
              <p:grpSpPr>
                <a:xfrm rot="16200000">
                  <a:off x="563034" y="2429570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372" name="Freeform: Shape 3371">
                    <a:extLst>
                      <a:ext uri="{FF2B5EF4-FFF2-40B4-BE49-F238E27FC236}">
                        <a16:creationId xmlns:a16="http://schemas.microsoft.com/office/drawing/2014/main" id="{8AD2C6C2-5EB2-40C5-A10D-B9FD124A1F75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73" name="Rectangle: Rounded Corners 3372">
                    <a:extLst>
                      <a:ext uri="{FF2B5EF4-FFF2-40B4-BE49-F238E27FC236}">
                        <a16:creationId xmlns:a16="http://schemas.microsoft.com/office/drawing/2014/main" id="{0E0DF13A-50A2-4FD6-ADA5-C7080099E599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15" name="Group 3314">
                  <a:extLst>
                    <a:ext uri="{FF2B5EF4-FFF2-40B4-BE49-F238E27FC236}">
                      <a16:creationId xmlns:a16="http://schemas.microsoft.com/office/drawing/2014/main" id="{88CF4F01-114A-4AF6-BE11-500DF0F75CFE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350328" y="4425270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370" name="Freeform: Shape 3369">
                    <a:extLst>
                      <a:ext uri="{FF2B5EF4-FFF2-40B4-BE49-F238E27FC236}">
                        <a16:creationId xmlns:a16="http://schemas.microsoft.com/office/drawing/2014/main" id="{3D682AF9-7E00-4025-8425-0289FD761DA4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71" name="Rectangle: Rounded Corners 3370">
                    <a:extLst>
                      <a:ext uri="{FF2B5EF4-FFF2-40B4-BE49-F238E27FC236}">
                        <a16:creationId xmlns:a16="http://schemas.microsoft.com/office/drawing/2014/main" id="{D457E5DE-A1E0-4585-ADE9-04FB0C65264D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16" name="Group 3315">
                  <a:extLst>
                    <a:ext uri="{FF2B5EF4-FFF2-40B4-BE49-F238E27FC236}">
                      <a16:creationId xmlns:a16="http://schemas.microsoft.com/office/drawing/2014/main" id="{07B9C2F6-A74B-4719-B9EB-65AB445858B5}"/>
                    </a:ext>
                  </a:extLst>
                </p:cNvPr>
                <p:cNvGrpSpPr/>
                <p:nvPr/>
              </p:nvGrpSpPr>
              <p:grpSpPr>
                <a:xfrm rot="5880914">
                  <a:off x="789613" y="4380622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368" name="Freeform: Shape 3367">
                    <a:extLst>
                      <a:ext uri="{FF2B5EF4-FFF2-40B4-BE49-F238E27FC236}">
                        <a16:creationId xmlns:a16="http://schemas.microsoft.com/office/drawing/2014/main" id="{9E4F7C10-7BA2-49B9-9E07-1A9C5AFA196F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69" name="Rectangle: Rounded Corners 3368">
                    <a:extLst>
                      <a:ext uri="{FF2B5EF4-FFF2-40B4-BE49-F238E27FC236}">
                        <a16:creationId xmlns:a16="http://schemas.microsoft.com/office/drawing/2014/main" id="{16533DA6-B85F-4EF0-9ED5-D225505F770E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17" name="Group 3316">
                  <a:extLst>
                    <a:ext uri="{FF2B5EF4-FFF2-40B4-BE49-F238E27FC236}">
                      <a16:creationId xmlns:a16="http://schemas.microsoft.com/office/drawing/2014/main" id="{A85DF36E-9BB3-4201-BAFC-03FCE96E1894}"/>
                    </a:ext>
                  </a:extLst>
                </p:cNvPr>
                <p:cNvGrpSpPr/>
                <p:nvPr/>
              </p:nvGrpSpPr>
              <p:grpSpPr>
                <a:xfrm rot="13587211">
                  <a:off x="651990" y="2929858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366" name="Freeform: Shape 3365">
                    <a:extLst>
                      <a:ext uri="{FF2B5EF4-FFF2-40B4-BE49-F238E27FC236}">
                        <a16:creationId xmlns:a16="http://schemas.microsoft.com/office/drawing/2014/main" id="{1087E901-D6F4-4FE4-9880-17B3E91BDC73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67" name="Rectangle: Rounded Corners 3366">
                    <a:extLst>
                      <a:ext uri="{FF2B5EF4-FFF2-40B4-BE49-F238E27FC236}">
                        <a16:creationId xmlns:a16="http://schemas.microsoft.com/office/drawing/2014/main" id="{2F88F13C-C211-4CF2-9839-276C233666EB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18" name="Group 3317">
                  <a:extLst>
                    <a:ext uri="{FF2B5EF4-FFF2-40B4-BE49-F238E27FC236}">
                      <a16:creationId xmlns:a16="http://schemas.microsoft.com/office/drawing/2014/main" id="{22C0CEBE-1E7B-4D34-8EFC-DC4D94799838}"/>
                    </a:ext>
                  </a:extLst>
                </p:cNvPr>
                <p:cNvGrpSpPr/>
                <p:nvPr/>
              </p:nvGrpSpPr>
              <p:grpSpPr>
                <a:xfrm rot="11351284">
                  <a:off x="163719" y="3807693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364" name="Freeform: Shape 3363">
                    <a:extLst>
                      <a:ext uri="{FF2B5EF4-FFF2-40B4-BE49-F238E27FC236}">
                        <a16:creationId xmlns:a16="http://schemas.microsoft.com/office/drawing/2014/main" id="{601731B3-DCC6-43D9-889A-6D31504701B2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65" name="Rectangle: Rounded Corners 3364">
                    <a:extLst>
                      <a:ext uri="{FF2B5EF4-FFF2-40B4-BE49-F238E27FC236}">
                        <a16:creationId xmlns:a16="http://schemas.microsoft.com/office/drawing/2014/main" id="{535712C4-68FD-45C7-A878-F88C257F1F6B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19" name="Group 3318">
                  <a:extLst>
                    <a:ext uri="{FF2B5EF4-FFF2-40B4-BE49-F238E27FC236}">
                      <a16:creationId xmlns:a16="http://schemas.microsoft.com/office/drawing/2014/main" id="{0DC7BF3F-706B-494E-9F7D-74C51A8EC1E4}"/>
                    </a:ext>
                  </a:extLst>
                </p:cNvPr>
                <p:cNvGrpSpPr/>
                <p:nvPr/>
              </p:nvGrpSpPr>
              <p:grpSpPr>
                <a:xfrm rot="4193783">
                  <a:off x="2062756" y="4148262"/>
                  <a:ext cx="706454" cy="171076"/>
                  <a:chOff x="2620172" y="2546175"/>
                  <a:chExt cx="834986" cy="143092"/>
                </a:xfrm>
              </p:grpSpPr>
              <p:sp>
                <p:nvSpPr>
                  <p:cNvPr id="3362" name="Freeform: Shape 3361">
                    <a:extLst>
                      <a:ext uri="{FF2B5EF4-FFF2-40B4-BE49-F238E27FC236}">
                        <a16:creationId xmlns:a16="http://schemas.microsoft.com/office/drawing/2014/main" id="{F7D74183-3A93-4F07-A68E-6B6EDBAA16AD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63" name="Rectangle: Rounded Corners 3362">
                    <a:extLst>
                      <a:ext uri="{FF2B5EF4-FFF2-40B4-BE49-F238E27FC236}">
                        <a16:creationId xmlns:a16="http://schemas.microsoft.com/office/drawing/2014/main" id="{99740605-0418-43AF-9111-9F981CC396DA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20" name="Group 3319">
                  <a:extLst>
                    <a:ext uri="{FF2B5EF4-FFF2-40B4-BE49-F238E27FC236}">
                      <a16:creationId xmlns:a16="http://schemas.microsoft.com/office/drawing/2014/main" id="{F9383CC4-33BE-4712-953A-C9722D5A5EDD}"/>
                    </a:ext>
                  </a:extLst>
                </p:cNvPr>
                <p:cNvGrpSpPr/>
                <p:nvPr/>
              </p:nvGrpSpPr>
              <p:grpSpPr>
                <a:xfrm rot="1837203">
                  <a:off x="2331692" y="3874891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360" name="Freeform: Shape 3359">
                    <a:extLst>
                      <a:ext uri="{FF2B5EF4-FFF2-40B4-BE49-F238E27FC236}">
                        <a16:creationId xmlns:a16="http://schemas.microsoft.com/office/drawing/2014/main" id="{37B79242-6787-457B-B7AF-89EC8A5EA161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61" name="Rectangle: Rounded Corners 3360">
                    <a:extLst>
                      <a:ext uri="{FF2B5EF4-FFF2-40B4-BE49-F238E27FC236}">
                        <a16:creationId xmlns:a16="http://schemas.microsoft.com/office/drawing/2014/main" id="{D35DF6BC-D04D-4BF3-BCC7-C2A01FDC55B4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21" name="Group 3320">
                  <a:extLst>
                    <a:ext uri="{FF2B5EF4-FFF2-40B4-BE49-F238E27FC236}">
                      <a16:creationId xmlns:a16="http://schemas.microsoft.com/office/drawing/2014/main" id="{CEE392B3-D566-4F69-9A40-6ECD8EA00E05}"/>
                    </a:ext>
                  </a:extLst>
                </p:cNvPr>
                <p:cNvGrpSpPr/>
                <p:nvPr/>
              </p:nvGrpSpPr>
              <p:grpSpPr>
                <a:xfrm rot="932650">
                  <a:off x="2489621" y="3105014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358" name="Freeform: Shape 3357">
                    <a:extLst>
                      <a:ext uri="{FF2B5EF4-FFF2-40B4-BE49-F238E27FC236}">
                        <a16:creationId xmlns:a16="http://schemas.microsoft.com/office/drawing/2014/main" id="{02ADFFB9-7B36-4D2D-AD0D-DDDAC696C679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59" name="Rectangle: Rounded Corners 3358">
                    <a:extLst>
                      <a:ext uri="{FF2B5EF4-FFF2-40B4-BE49-F238E27FC236}">
                        <a16:creationId xmlns:a16="http://schemas.microsoft.com/office/drawing/2014/main" id="{20BA0FC8-75A8-4A22-84F0-45F5F477B767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22" name="Group 3321">
                  <a:extLst>
                    <a:ext uri="{FF2B5EF4-FFF2-40B4-BE49-F238E27FC236}">
                      <a16:creationId xmlns:a16="http://schemas.microsoft.com/office/drawing/2014/main" id="{66122E0B-9607-4918-94EB-ECA4FEC051FE}"/>
                    </a:ext>
                  </a:extLst>
                </p:cNvPr>
                <p:cNvGrpSpPr/>
                <p:nvPr/>
              </p:nvGrpSpPr>
              <p:grpSpPr>
                <a:xfrm rot="10458038">
                  <a:off x="686489" y="3490410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356" name="Freeform: Shape 3355">
                    <a:extLst>
                      <a:ext uri="{FF2B5EF4-FFF2-40B4-BE49-F238E27FC236}">
                        <a16:creationId xmlns:a16="http://schemas.microsoft.com/office/drawing/2014/main" id="{9DFDAD11-D4F5-4489-912E-748B3FE6FE18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57" name="Rectangle: Rounded Corners 3356">
                    <a:extLst>
                      <a:ext uri="{FF2B5EF4-FFF2-40B4-BE49-F238E27FC236}">
                        <a16:creationId xmlns:a16="http://schemas.microsoft.com/office/drawing/2014/main" id="{5865FF1E-E9E8-4792-8EA8-9D025BAB678C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23" name="Group 3322">
                  <a:extLst>
                    <a:ext uri="{FF2B5EF4-FFF2-40B4-BE49-F238E27FC236}">
                      <a16:creationId xmlns:a16="http://schemas.microsoft.com/office/drawing/2014/main" id="{06CE6ABB-BBEB-48BE-A13A-A35424C36D25}"/>
                    </a:ext>
                  </a:extLst>
                </p:cNvPr>
                <p:cNvGrpSpPr/>
                <p:nvPr/>
              </p:nvGrpSpPr>
              <p:grpSpPr>
                <a:xfrm rot="16924252">
                  <a:off x="1635001" y="2371073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354" name="Freeform: Shape 3353">
                    <a:extLst>
                      <a:ext uri="{FF2B5EF4-FFF2-40B4-BE49-F238E27FC236}">
                        <a16:creationId xmlns:a16="http://schemas.microsoft.com/office/drawing/2014/main" id="{AE8AAF01-CF48-4B08-A889-9F0156E25C32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55" name="Rectangle: Rounded Corners 3354">
                    <a:extLst>
                      <a:ext uri="{FF2B5EF4-FFF2-40B4-BE49-F238E27FC236}">
                        <a16:creationId xmlns:a16="http://schemas.microsoft.com/office/drawing/2014/main" id="{B1D0C561-59F7-4194-B12C-5D43F9F97296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24" name="Group 3323">
                  <a:extLst>
                    <a:ext uri="{FF2B5EF4-FFF2-40B4-BE49-F238E27FC236}">
                      <a16:creationId xmlns:a16="http://schemas.microsoft.com/office/drawing/2014/main" id="{7A338631-B379-4FA3-A606-DD2F0347C6D2}"/>
                    </a:ext>
                  </a:extLst>
                </p:cNvPr>
                <p:cNvGrpSpPr/>
                <p:nvPr/>
              </p:nvGrpSpPr>
              <p:grpSpPr>
                <a:xfrm rot="15677156">
                  <a:off x="985517" y="2521255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352" name="Freeform: Shape 3351">
                    <a:extLst>
                      <a:ext uri="{FF2B5EF4-FFF2-40B4-BE49-F238E27FC236}">
                        <a16:creationId xmlns:a16="http://schemas.microsoft.com/office/drawing/2014/main" id="{A84F92BC-344B-4E9C-92AD-F5B0FFCDC734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53" name="Rectangle: Rounded Corners 3352">
                    <a:extLst>
                      <a:ext uri="{FF2B5EF4-FFF2-40B4-BE49-F238E27FC236}">
                        <a16:creationId xmlns:a16="http://schemas.microsoft.com/office/drawing/2014/main" id="{CC115333-2FFF-4AE6-9FA4-89D5D0C479AD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25" name="Group 3324">
                  <a:extLst>
                    <a:ext uri="{FF2B5EF4-FFF2-40B4-BE49-F238E27FC236}">
                      <a16:creationId xmlns:a16="http://schemas.microsoft.com/office/drawing/2014/main" id="{2FCEF020-90B9-4A0D-813A-9763947BF8C6}"/>
                    </a:ext>
                  </a:extLst>
                </p:cNvPr>
                <p:cNvGrpSpPr/>
                <p:nvPr/>
              </p:nvGrpSpPr>
              <p:grpSpPr>
                <a:xfrm rot="14354853" flipV="1">
                  <a:off x="976412" y="2438473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350" name="Freeform: Shape 3349">
                    <a:extLst>
                      <a:ext uri="{FF2B5EF4-FFF2-40B4-BE49-F238E27FC236}">
                        <a16:creationId xmlns:a16="http://schemas.microsoft.com/office/drawing/2014/main" id="{DD1103CE-F7EF-4F0F-AAF1-337B98565560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51" name="Rectangle: Rounded Corners 3350">
                    <a:extLst>
                      <a:ext uri="{FF2B5EF4-FFF2-40B4-BE49-F238E27FC236}">
                        <a16:creationId xmlns:a16="http://schemas.microsoft.com/office/drawing/2014/main" id="{CF586773-819B-4AD7-BFAE-9F559A5BCB1B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26" name="Group 3325">
                  <a:extLst>
                    <a:ext uri="{FF2B5EF4-FFF2-40B4-BE49-F238E27FC236}">
                      <a16:creationId xmlns:a16="http://schemas.microsoft.com/office/drawing/2014/main" id="{A666EED2-E82B-4630-9B64-04CC2C1882CE}"/>
                    </a:ext>
                  </a:extLst>
                </p:cNvPr>
                <p:cNvGrpSpPr/>
                <p:nvPr/>
              </p:nvGrpSpPr>
              <p:grpSpPr>
                <a:xfrm rot="9793356" flipV="1">
                  <a:off x="215985" y="3237903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348" name="Freeform: Shape 3347">
                    <a:extLst>
                      <a:ext uri="{FF2B5EF4-FFF2-40B4-BE49-F238E27FC236}">
                        <a16:creationId xmlns:a16="http://schemas.microsoft.com/office/drawing/2014/main" id="{E748FEC5-B0C7-4E16-85BB-CE8F703A8589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49" name="Rectangle: Rounded Corners 3348">
                    <a:extLst>
                      <a:ext uri="{FF2B5EF4-FFF2-40B4-BE49-F238E27FC236}">
                        <a16:creationId xmlns:a16="http://schemas.microsoft.com/office/drawing/2014/main" id="{16FD3EBF-92ED-4DE3-BA81-273C64BEA98E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27" name="Group 3326">
                  <a:extLst>
                    <a:ext uri="{FF2B5EF4-FFF2-40B4-BE49-F238E27FC236}">
                      <a16:creationId xmlns:a16="http://schemas.microsoft.com/office/drawing/2014/main" id="{375C310F-DFB6-42D6-AB7C-2A72C1A3AD50}"/>
                    </a:ext>
                  </a:extLst>
                </p:cNvPr>
                <p:cNvGrpSpPr/>
                <p:nvPr/>
              </p:nvGrpSpPr>
              <p:grpSpPr>
                <a:xfrm rot="6907686" flipV="1">
                  <a:off x="692019" y="3931960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346" name="Freeform: Shape 3345">
                    <a:extLst>
                      <a:ext uri="{FF2B5EF4-FFF2-40B4-BE49-F238E27FC236}">
                        <a16:creationId xmlns:a16="http://schemas.microsoft.com/office/drawing/2014/main" id="{A7548131-FA59-4608-B774-20BFC6007030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47" name="Rectangle: Rounded Corners 3346">
                    <a:extLst>
                      <a:ext uri="{FF2B5EF4-FFF2-40B4-BE49-F238E27FC236}">
                        <a16:creationId xmlns:a16="http://schemas.microsoft.com/office/drawing/2014/main" id="{FF36EE94-9E1F-4497-8C09-52A698356DA2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28" name="Group 3327">
                  <a:extLst>
                    <a:ext uri="{FF2B5EF4-FFF2-40B4-BE49-F238E27FC236}">
                      <a16:creationId xmlns:a16="http://schemas.microsoft.com/office/drawing/2014/main" id="{D3FC40E3-9E5E-4770-AEB2-504152875B72}"/>
                    </a:ext>
                  </a:extLst>
                </p:cNvPr>
                <p:cNvGrpSpPr/>
                <p:nvPr/>
              </p:nvGrpSpPr>
              <p:grpSpPr>
                <a:xfrm rot="1465711" flipV="1">
                  <a:off x="2002734" y="3404484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344" name="Freeform: Shape 3343">
                    <a:extLst>
                      <a:ext uri="{FF2B5EF4-FFF2-40B4-BE49-F238E27FC236}">
                        <a16:creationId xmlns:a16="http://schemas.microsoft.com/office/drawing/2014/main" id="{5AAD6B27-4A10-4A9F-84F6-8D5705C744D8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45" name="Rectangle: Rounded Corners 3344">
                    <a:extLst>
                      <a:ext uri="{FF2B5EF4-FFF2-40B4-BE49-F238E27FC236}">
                        <a16:creationId xmlns:a16="http://schemas.microsoft.com/office/drawing/2014/main" id="{96DE2135-EAAF-4264-A231-05F0B7AD61D7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29" name="Group 3328">
                  <a:extLst>
                    <a:ext uri="{FF2B5EF4-FFF2-40B4-BE49-F238E27FC236}">
                      <a16:creationId xmlns:a16="http://schemas.microsoft.com/office/drawing/2014/main" id="{5C36FEE5-F340-47D6-8297-49AFC647F247}"/>
                    </a:ext>
                  </a:extLst>
                </p:cNvPr>
                <p:cNvGrpSpPr/>
                <p:nvPr/>
              </p:nvGrpSpPr>
              <p:grpSpPr>
                <a:xfrm rot="19016516">
                  <a:off x="1733273" y="2834891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342" name="Freeform: Shape 3341">
                    <a:extLst>
                      <a:ext uri="{FF2B5EF4-FFF2-40B4-BE49-F238E27FC236}">
                        <a16:creationId xmlns:a16="http://schemas.microsoft.com/office/drawing/2014/main" id="{F34EF32B-386D-4F05-9FFB-C4507CEE8040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43" name="Rectangle: Rounded Corners 3342">
                    <a:extLst>
                      <a:ext uri="{FF2B5EF4-FFF2-40B4-BE49-F238E27FC236}">
                        <a16:creationId xmlns:a16="http://schemas.microsoft.com/office/drawing/2014/main" id="{CBE19548-D70F-4D03-9F13-C36454E2A92B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30" name="Group 3329">
                  <a:extLst>
                    <a:ext uri="{FF2B5EF4-FFF2-40B4-BE49-F238E27FC236}">
                      <a16:creationId xmlns:a16="http://schemas.microsoft.com/office/drawing/2014/main" id="{9C55D040-27C6-497B-93CD-B96E1371BEEF}"/>
                    </a:ext>
                  </a:extLst>
                </p:cNvPr>
                <p:cNvGrpSpPr/>
                <p:nvPr/>
              </p:nvGrpSpPr>
              <p:grpSpPr>
                <a:xfrm rot="19245075">
                  <a:off x="1632068" y="282541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340" name="Freeform: Shape 3339">
                    <a:extLst>
                      <a:ext uri="{FF2B5EF4-FFF2-40B4-BE49-F238E27FC236}">
                        <a16:creationId xmlns:a16="http://schemas.microsoft.com/office/drawing/2014/main" id="{F4B48BC0-15A3-4529-90B7-AF956E8B637C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41" name="Rectangle: Rounded Corners 3340">
                    <a:extLst>
                      <a:ext uri="{FF2B5EF4-FFF2-40B4-BE49-F238E27FC236}">
                        <a16:creationId xmlns:a16="http://schemas.microsoft.com/office/drawing/2014/main" id="{F6DB20DB-25D1-421F-A02A-B466979D39FA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31" name="Group 3330">
                  <a:extLst>
                    <a:ext uri="{FF2B5EF4-FFF2-40B4-BE49-F238E27FC236}">
                      <a16:creationId xmlns:a16="http://schemas.microsoft.com/office/drawing/2014/main" id="{B764BD4E-305B-4BB4-AF57-BED6CFC7EB06}"/>
                    </a:ext>
                  </a:extLst>
                </p:cNvPr>
                <p:cNvGrpSpPr/>
                <p:nvPr/>
              </p:nvGrpSpPr>
              <p:grpSpPr>
                <a:xfrm rot="10458038">
                  <a:off x="838889" y="3642810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338" name="Freeform: Shape 3337">
                    <a:extLst>
                      <a:ext uri="{FF2B5EF4-FFF2-40B4-BE49-F238E27FC236}">
                        <a16:creationId xmlns:a16="http://schemas.microsoft.com/office/drawing/2014/main" id="{ADC64B28-E5FB-499D-8463-D0977D19A9E2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39" name="Rectangle: Rounded Corners 3338">
                    <a:extLst>
                      <a:ext uri="{FF2B5EF4-FFF2-40B4-BE49-F238E27FC236}">
                        <a16:creationId xmlns:a16="http://schemas.microsoft.com/office/drawing/2014/main" id="{CBC2F416-99ED-42D5-A70A-BC33D05C4516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32" name="Group 3331">
                  <a:extLst>
                    <a:ext uri="{FF2B5EF4-FFF2-40B4-BE49-F238E27FC236}">
                      <a16:creationId xmlns:a16="http://schemas.microsoft.com/office/drawing/2014/main" id="{79759A03-EE89-4C33-B94F-F3754EDE7BC2}"/>
                    </a:ext>
                  </a:extLst>
                </p:cNvPr>
                <p:cNvGrpSpPr/>
                <p:nvPr/>
              </p:nvGrpSpPr>
              <p:grpSpPr>
                <a:xfrm rot="15824399">
                  <a:off x="1224680" y="2818934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336" name="Freeform: Shape 3335">
                    <a:extLst>
                      <a:ext uri="{FF2B5EF4-FFF2-40B4-BE49-F238E27FC236}">
                        <a16:creationId xmlns:a16="http://schemas.microsoft.com/office/drawing/2014/main" id="{6B8CCE62-41D5-4CFD-AFB0-EE54A9F862F3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37" name="Rectangle: Rounded Corners 3336">
                    <a:extLst>
                      <a:ext uri="{FF2B5EF4-FFF2-40B4-BE49-F238E27FC236}">
                        <a16:creationId xmlns:a16="http://schemas.microsoft.com/office/drawing/2014/main" id="{D689F866-0190-450A-A048-C8AE69A4515B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333" name="Group 3332">
                  <a:extLst>
                    <a:ext uri="{FF2B5EF4-FFF2-40B4-BE49-F238E27FC236}">
                      <a16:creationId xmlns:a16="http://schemas.microsoft.com/office/drawing/2014/main" id="{A07F4DBC-BC5F-49DE-9303-EE47D485FB1A}"/>
                    </a:ext>
                  </a:extLst>
                </p:cNvPr>
                <p:cNvGrpSpPr/>
                <p:nvPr/>
              </p:nvGrpSpPr>
              <p:grpSpPr>
                <a:xfrm rot="16697394">
                  <a:off x="1080028" y="2168448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334" name="Freeform: Shape 3333">
                    <a:extLst>
                      <a:ext uri="{FF2B5EF4-FFF2-40B4-BE49-F238E27FC236}">
                        <a16:creationId xmlns:a16="http://schemas.microsoft.com/office/drawing/2014/main" id="{7ACF1062-FD09-4E20-90AF-89A41C63E495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335" name="Rectangle: Rounded Corners 3334">
                    <a:extLst>
                      <a:ext uri="{FF2B5EF4-FFF2-40B4-BE49-F238E27FC236}">
                        <a16:creationId xmlns:a16="http://schemas.microsoft.com/office/drawing/2014/main" id="{C00FD956-C0B7-4194-957D-B788A0870A13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</p:grpSp>
          <p:sp>
            <p:nvSpPr>
              <p:cNvPr id="3304" name="Freeform: Shape 3303">
                <a:extLst>
                  <a:ext uri="{FF2B5EF4-FFF2-40B4-BE49-F238E27FC236}">
                    <a16:creationId xmlns:a16="http://schemas.microsoft.com/office/drawing/2014/main" id="{2348A3CD-26F3-4EA1-B971-C9E7D3604F5B}"/>
                  </a:ext>
                </a:extLst>
              </p:cNvPr>
              <p:cNvSpPr/>
              <p:nvPr/>
            </p:nvSpPr>
            <p:spPr>
              <a:xfrm rot="6017948" flipV="1">
                <a:off x="1305755" y="4290452"/>
                <a:ext cx="676370" cy="157011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3305" name="Freeform: Shape 3304">
                <a:extLst>
                  <a:ext uri="{FF2B5EF4-FFF2-40B4-BE49-F238E27FC236}">
                    <a16:creationId xmlns:a16="http://schemas.microsoft.com/office/drawing/2014/main" id="{D064C28F-7115-4940-92DC-5968CCCFAC7B}"/>
                  </a:ext>
                </a:extLst>
              </p:cNvPr>
              <p:cNvSpPr/>
              <p:nvPr/>
            </p:nvSpPr>
            <p:spPr>
              <a:xfrm rot="21277659">
                <a:off x="2517403" y="2906549"/>
                <a:ext cx="690584" cy="235253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3306" name="Freeform: Shape 3305">
                <a:extLst>
                  <a:ext uri="{FF2B5EF4-FFF2-40B4-BE49-F238E27FC236}">
                    <a16:creationId xmlns:a16="http://schemas.microsoft.com/office/drawing/2014/main" id="{F72EA27A-0AA9-40EA-8CC6-105E68D16C1E}"/>
                  </a:ext>
                </a:extLst>
              </p:cNvPr>
              <p:cNvSpPr/>
              <p:nvPr/>
            </p:nvSpPr>
            <p:spPr>
              <a:xfrm rot="11528244" flipV="1">
                <a:off x="344853" y="2978311"/>
                <a:ext cx="676370" cy="157011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3668" name="Group 3667">
              <a:extLst>
                <a:ext uri="{FF2B5EF4-FFF2-40B4-BE49-F238E27FC236}">
                  <a16:creationId xmlns:a16="http://schemas.microsoft.com/office/drawing/2014/main" id="{91FF3AD5-A7F1-4721-97B4-F9A8CA7269E1}"/>
                </a:ext>
              </a:extLst>
            </p:cNvPr>
            <p:cNvGrpSpPr/>
            <p:nvPr/>
          </p:nvGrpSpPr>
          <p:grpSpPr>
            <a:xfrm>
              <a:off x="3980479" y="2593376"/>
              <a:ext cx="630854" cy="599000"/>
              <a:chOff x="163719" y="1822501"/>
              <a:chExt cx="3062199" cy="3047160"/>
            </a:xfrm>
          </p:grpSpPr>
          <p:grpSp>
            <p:nvGrpSpPr>
              <p:cNvPr id="3669" name="Group 3668">
                <a:extLst>
                  <a:ext uri="{FF2B5EF4-FFF2-40B4-BE49-F238E27FC236}">
                    <a16:creationId xmlns:a16="http://schemas.microsoft.com/office/drawing/2014/main" id="{04073461-C73B-4049-8CAD-3A79D99F131B}"/>
                  </a:ext>
                </a:extLst>
              </p:cNvPr>
              <p:cNvGrpSpPr/>
              <p:nvPr/>
            </p:nvGrpSpPr>
            <p:grpSpPr>
              <a:xfrm>
                <a:off x="163719" y="1822501"/>
                <a:ext cx="3062199" cy="3047160"/>
                <a:chOff x="163719" y="1822501"/>
                <a:chExt cx="3062199" cy="3047160"/>
              </a:xfrm>
            </p:grpSpPr>
            <p:grpSp>
              <p:nvGrpSpPr>
                <p:cNvPr id="3673" name="Group 3672">
                  <a:extLst>
                    <a:ext uri="{FF2B5EF4-FFF2-40B4-BE49-F238E27FC236}">
                      <a16:creationId xmlns:a16="http://schemas.microsoft.com/office/drawing/2014/main" id="{C6B7A701-5D23-437B-BFFC-FC2C445F32F0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683131" y="3844124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032" name="Freeform: Shape 4031">
                    <a:extLst>
                      <a:ext uri="{FF2B5EF4-FFF2-40B4-BE49-F238E27FC236}">
                        <a16:creationId xmlns:a16="http://schemas.microsoft.com/office/drawing/2014/main" id="{2640E65B-E98E-4371-927B-B479CAE6EA9C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33" name="Rectangle: Rounded Corners 4032">
                    <a:extLst>
                      <a:ext uri="{FF2B5EF4-FFF2-40B4-BE49-F238E27FC236}">
                        <a16:creationId xmlns:a16="http://schemas.microsoft.com/office/drawing/2014/main" id="{F5C84A02-E381-4AA5-A3A7-69A6B13DABDE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74" name="Group 3673">
                  <a:extLst>
                    <a:ext uri="{FF2B5EF4-FFF2-40B4-BE49-F238E27FC236}">
                      <a16:creationId xmlns:a16="http://schemas.microsoft.com/office/drawing/2014/main" id="{D190709A-7D76-4E62-86B5-31306193D2B0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123013" y="4110752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030" name="Freeform: Shape 4029">
                    <a:extLst>
                      <a:ext uri="{FF2B5EF4-FFF2-40B4-BE49-F238E27FC236}">
                        <a16:creationId xmlns:a16="http://schemas.microsoft.com/office/drawing/2014/main" id="{E9ECBBBF-9A19-49DA-80A6-D2DF89E3AECA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31" name="Rectangle: Rounded Corners 4030">
                    <a:extLst>
                      <a:ext uri="{FF2B5EF4-FFF2-40B4-BE49-F238E27FC236}">
                        <a16:creationId xmlns:a16="http://schemas.microsoft.com/office/drawing/2014/main" id="{454A1776-07F9-47DE-B22D-407F8AC6DCED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75" name="Group 3674">
                  <a:extLst>
                    <a:ext uri="{FF2B5EF4-FFF2-40B4-BE49-F238E27FC236}">
                      <a16:creationId xmlns:a16="http://schemas.microsoft.com/office/drawing/2014/main" id="{0B6CAC6F-671A-418A-A185-5116F0855718}"/>
                    </a:ext>
                  </a:extLst>
                </p:cNvPr>
                <p:cNvGrpSpPr/>
                <p:nvPr/>
              </p:nvGrpSpPr>
              <p:grpSpPr>
                <a:xfrm>
                  <a:off x="860260" y="2440902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3748" name="Group 3747">
                    <a:extLst>
                      <a:ext uri="{FF2B5EF4-FFF2-40B4-BE49-F238E27FC236}">
                        <a16:creationId xmlns:a16="http://schemas.microsoft.com/office/drawing/2014/main" id="{C56AAD25-1E35-43F7-88DD-F03F3C24FC54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3969" name="Group 3968">
                      <a:extLst>
                        <a:ext uri="{FF2B5EF4-FFF2-40B4-BE49-F238E27FC236}">
                          <a16:creationId xmlns:a16="http://schemas.microsoft.com/office/drawing/2014/main" id="{39AF253D-A654-47D4-979E-4093646AB3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4026" name="Flowchart: Connector 4025">
                        <a:extLst>
                          <a:ext uri="{FF2B5EF4-FFF2-40B4-BE49-F238E27FC236}">
                            <a16:creationId xmlns:a16="http://schemas.microsoft.com/office/drawing/2014/main" id="{39A0E54C-BB08-487B-B9CE-32507289DCA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027" name="Flowchart: Connector 4026">
                        <a:extLst>
                          <a:ext uri="{FF2B5EF4-FFF2-40B4-BE49-F238E27FC236}">
                            <a16:creationId xmlns:a16="http://schemas.microsoft.com/office/drawing/2014/main" id="{C98C4414-ADDC-4B68-BC69-31FA199B2FC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028" name="Flowchart: Connector 4027">
                        <a:extLst>
                          <a:ext uri="{FF2B5EF4-FFF2-40B4-BE49-F238E27FC236}">
                            <a16:creationId xmlns:a16="http://schemas.microsoft.com/office/drawing/2014/main" id="{B779DB71-129B-4B3E-A1DD-7D9119113D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029" name="Flowchart: Connector 4028">
                        <a:extLst>
                          <a:ext uri="{FF2B5EF4-FFF2-40B4-BE49-F238E27FC236}">
                            <a16:creationId xmlns:a16="http://schemas.microsoft.com/office/drawing/2014/main" id="{E7ABEC8B-DBA7-4B57-A214-99B4E004A81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3970" name="Group 3969">
                      <a:extLst>
                        <a:ext uri="{FF2B5EF4-FFF2-40B4-BE49-F238E27FC236}">
                          <a16:creationId xmlns:a16="http://schemas.microsoft.com/office/drawing/2014/main" id="{20AAA3AC-A73E-497E-AE95-BBC32A4014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3971" name="Group 3970">
                        <a:extLst>
                          <a:ext uri="{FF2B5EF4-FFF2-40B4-BE49-F238E27FC236}">
                            <a16:creationId xmlns:a16="http://schemas.microsoft.com/office/drawing/2014/main" id="{5F1D8DE8-751C-4210-B053-0DD53736FA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019" name="3D Model 4018" descr="Sphere">
                              <a:extLst>
                                <a:ext uri="{FF2B5EF4-FFF2-40B4-BE49-F238E27FC236}">
                                  <a16:creationId xmlns:a16="http://schemas.microsoft.com/office/drawing/2014/main" id="{EE415BA1-AAFF-4909-96E4-840E35418D6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4865320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020" name="Flowchart: Connector 4019">
                          <a:extLst>
                            <a:ext uri="{FF2B5EF4-FFF2-40B4-BE49-F238E27FC236}">
                              <a16:creationId xmlns:a16="http://schemas.microsoft.com/office/drawing/2014/main" id="{3BB2946B-D294-4325-9C39-B899E0B4E5C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021" name="3D Model 4020" descr="Sphere">
                              <a:extLst>
                                <a:ext uri="{FF2B5EF4-FFF2-40B4-BE49-F238E27FC236}">
                                  <a16:creationId xmlns:a16="http://schemas.microsoft.com/office/drawing/2014/main" id="{B4C9ABE7-337F-4F3A-B1F6-212CC13D809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032228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022" name="Flowchart: Connector 4021">
                          <a:extLst>
                            <a:ext uri="{FF2B5EF4-FFF2-40B4-BE49-F238E27FC236}">
                              <a16:creationId xmlns:a16="http://schemas.microsoft.com/office/drawing/2014/main" id="{002257C9-ABA5-4562-837C-A46588453E3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023" name="3D Model 4022" descr="Sphere">
                              <a:extLst>
                                <a:ext uri="{FF2B5EF4-FFF2-40B4-BE49-F238E27FC236}">
                                  <a16:creationId xmlns:a16="http://schemas.microsoft.com/office/drawing/2014/main" id="{CD357A4E-C383-46A1-80BF-7C3360C66DC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4580829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024" name="Flowchart: Connector 4023">
                          <a:extLst>
                            <a:ext uri="{FF2B5EF4-FFF2-40B4-BE49-F238E27FC236}">
                              <a16:creationId xmlns:a16="http://schemas.microsoft.com/office/drawing/2014/main" id="{3F125055-BAE2-4B2B-A9BF-770FD1E483A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025" name="3D Model 4024" descr="Sphere">
                              <a:extLst>
                                <a:ext uri="{FF2B5EF4-FFF2-40B4-BE49-F238E27FC236}">
                                  <a16:creationId xmlns:a16="http://schemas.microsoft.com/office/drawing/2014/main" id="{03D9751D-FC98-4845-8A5C-9DB104E22AE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4911496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972" name="Group 3971">
                        <a:extLst>
                          <a:ext uri="{FF2B5EF4-FFF2-40B4-BE49-F238E27FC236}">
                            <a16:creationId xmlns:a16="http://schemas.microsoft.com/office/drawing/2014/main" id="{0EFA2CFC-AB03-476C-B462-AFAC518D44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4004" name="Flowchart: Connector 4003">
                          <a:extLst>
                            <a:ext uri="{FF2B5EF4-FFF2-40B4-BE49-F238E27FC236}">
                              <a16:creationId xmlns:a16="http://schemas.microsoft.com/office/drawing/2014/main" id="{E7C2722A-88E2-4FD8-B4D2-5F5BE7717C7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005" name="Flowchart: Connector 4004">
                          <a:extLst>
                            <a:ext uri="{FF2B5EF4-FFF2-40B4-BE49-F238E27FC236}">
                              <a16:creationId xmlns:a16="http://schemas.microsoft.com/office/drawing/2014/main" id="{5E14676C-FB31-454A-AAA9-656858CEBF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006" name="Flowchart: Connector 4005">
                          <a:extLst>
                            <a:ext uri="{FF2B5EF4-FFF2-40B4-BE49-F238E27FC236}">
                              <a16:creationId xmlns:a16="http://schemas.microsoft.com/office/drawing/2014/main" id="{FDF5EB90-0388-4E70-9358-33AE7BAA1BD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007" name="Flowchart: Connector 4006">
                          <a:extLst>
                            <a:ext uri="{FF2B5EF4-FFF2-40B4-BE49-F238E27FC236}">
                              <a16:creationId xmlns:a16="http://schemas.microsoft.com/office/drawing/2014/main" id="{986C2E4B-9A09-4A74-8D13-8F72B61F6D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008" name="Flowchart: Connector 4007">
                          <a:extLst>
                            <a:ext uri="{FF2B5EF4-FFF2-40B4-BE49-F238E27FC236}">
                              <a16:creationId xmlns:a16="http://schemas.microsoft.com/office/drawing/2014/main" id="{7B6D93F9-5629-41F8-838C-3FBD9D80BA5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009" name="Flowchart: Connector 4008">
                          <a:extLst>
                            <a:ext uri="{FF2B5EF4-FFF2-40B4-BE49-F238E27FC236}">
                              <a16:creationId xmlns:a16="http://schemas.microsoft.com/office/drawing/2014/main" id="{25281D76-DF37-4055-88C3-9529F1B5DF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010" name="Flowchart: Connector 4009">
                          <a:extLst>
                            <a:ext uri="{FF2B5EF4-FFF2-40B4-BE49-F238E27FC236}">
                              <a16:creationId xmlns:a16="http://schemas.microsoft.com/office/drawing/2014/main" id="{70C8DBB0-4D58-4E9A-9FB7-1ABAE171AD8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011" name="Flowchart: Connector 4010">
                          <a:extLst>
                            <a:ext uri="{FF2B5EF4-FFF2-40B4-BE49-F238E27FC236}">
                              <a16:creationId xmlns:a16="http://schemas.microsoft.com/office/drawing/2014/main" id="{05FB3FB7-B72C-478F-B7C1-00357069203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012" name="3D Model 4011" descr="Sphere">
                              <a:extLst>
                                <a:ext uri="{FF2B5EF4-FFF2-40B4-BE49-F238E27FC236}">
                                  <a16:creationId xmlns:a16="http://schemas.microsoft.com/office/drawing/2014/main" id="{14E99833-DC22-49B1-8272-6F9C6057972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9382323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013" name="Flowchart: Connector 4012">
                          <a:extLst>
                            <a:ext uri="{FF2B5EF4-FFF2-40B4-BE49-F238E27FC236}">
                              <a16:creationId xmlns:a16="http://schemas.microsoft.com/office/drawing/2014/main" id="{B4D13155-24DA-4253-AC38-A392FE9CA9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014" name="3D Model 4013" descr="Sphere">
                              <a:extLst>
                                <a:ext uri="{FF2B5EF4-FFF2-40B4-BE49-F238E27FC236}">
                                  <a16:creationId xmlns:a16="http://schemas.microsoft.com/office/drawing/2014/main" id="{105355C2-724F-4FE8-8F87-90868186C40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9586928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015" name="Flowchart: Connector 4014">
                          <a:extLst>
                            <a:ext uri="{FF2B5EF4-FFF2-40B4-BE49-F238E27FC236}">
                              <a16:creationId xmlns:a16="http://schemas.microsoft.com/office/drawing/2014/main" id="{45205721-FEE2-4E7B-90F0-762B1354CEC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016" name="3D Model 4015" descr="Sphere">
                              <a:extLst>
                                <a:ext uri="{FF2B5EF4-FFF2-40B4-BE49-F238E27FC236}">
                                  <a16:creationId xmlns:a16="http://schemas.microsoft.com/office/drawing/2014/main" id="{B66299EC-4713-4C5A-A572-25FED905400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9062605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017" name="Flowchart: Connector 4016">
                          <a:extLst>
                            <a:ext uri="{FF2B5EF4-FFF2-40B4-BE49-F238E27FC236}">
                              <a16:creationId xmlns:a16="http://schemas.microsoft.com/office/drawing/2014/main" id="{4EC1075A-35F7-4DD6-9B01-586711F45DA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018" name="3D Model 4017" descr="Sphere">
                              <a:extLst>
                                <a:ext uri="{FF2B5EF4-FFF2-40B4-BE49-F238E27FC236}">
                                  <a16:creationId xmlns:a16="http://schemas.microsoft.com/office/drawing/2014/main" id="{E1624FCA-43A1-4668-9BF9-F2109C56DF3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534089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973" name="Group 3972">
                        <a:extLst>
                          <a:ext uri="{FF2B5EF4-FFF2-40B4-BE49-F238E27FC236}">
                            <a16:creationId xmlns:a16="http://schemas.microsoft.com/office/drawing/2014/main" id="{0FFCE887-531D-4302-8E28-0AC51A9D34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3989" name="Flowchart: Connector 3988">
                          <a:extLst>
                            <a:ext uri="{FF2B5EF4-FFF2-40B4-BE49-F238E27FC236}">
                              <a16:creationId xmlns:a16="http://schemas.microsoft.com/office/drawing/2014/main" id="{6D5BBB12-8244-4155-BEFB-C304E70ECB9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90" name="Flowchart: Connector 3989">
                          <a:extLst>
                            <a:ext uri="{FF2B5EF4-FFF2-40B4-BE49-F238E27FC236}">
                              <a16:creationId xmlns:a16="http://schemas.microsoft.com/office/drawing/2014/main" id="{3E08C1EF-741C-4FB1-8923-9C63B36ECA1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91" name="Flowchart: Connector 3990">
                          <a:extLst>
                            <a:ext uri="{FF2B5EF4-FFF2-40B4-BE49-F238E27FC236}">
                              <a16:creationId xmlns:a16="http://schemas.microsoft.com/office/drawing/2014/main" id="{692A9F91-EC9D-4AC3-B034-CD33EB0785A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92" name="Flowchart: Connector 3991">
                          <a:extLst>
                            <a:ext uri="{FF2B5EF4-FFF2-40B4-BE49-F238E27FC236}">
                              <a16:creationId xmlns:a16="http://schemas.microsoft.com/office/drawing/2014/main" id="{DB0662B3-2940-4E9F-8801-A75CBA396E2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93" name="Flowchart: Connector 3992">
                          <a:extLst>
                            <a:ext uri="{FF2B5EF4-FFF2-40B4-BE49-F238E27FC236}">
                              <a16:creationId xmlns:a16="http://schemas.microsoft.com/office/drawing/2014/main" id="{BAD3ADF6-AA1A-4227-A446-C17101DBA2B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94" name="Flowchart: Connector 3993">
                          <a:extLst>
                            <a:ext uri="{FF2B5EF4-FFF2-40B4-BE49-F238E27FC236}">
                              <a16:creationId xmlns:a16="http://schemas.microsoft.com/office/drawing/2014/main" id="{5D72D5AC-3224-432D-ABC0-B33A3F4AC23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95" name="Flowchart: Connector 3994">
                          <a:extLst>
                            <a:ext uri="{FF2B5EF4-FFF2-40B4-BE49-F238E27FC236}">
                              <a16:creationId xmlns:a16="http://schemas.microsoft.com/office/drawing/2014/main" id="{8E4C285D-7AEF-4876-9891-41725A4600F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96" name="Flowchart: Connector 3995">
                          <a:extLst>
                            <a:ext uri="{FF2B5EF4-FFF2-40B4-BE49-F238E27FC236}">
                              <a16:creationId xmlns:a16="http://schemas.microsoft.com/office/drawing/2014/main" id="{384AC517-2400-4FE6-AC0C-3A24756F529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97" name="3D Model 3996" descr="Sphere">
                              <a:extLst>
                                <a:ext uri="{FF2B5EF4-FFF2-40B4-BE49-F238E27FC236}">
                                  <a16:creationId xmlns:a16="http://schemas.microsoft.com/office/drawing/2014/main" id="{36A409F1-958E-4D27-B1FB-856663F46D3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99783383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998" name="Flowchart: Connector 3997">
                          <a:extLst>
                            <a:ext uri="{FF2B5EF4-FFF2-40B4-BE49-F238E27FC236}">
                              <a16:creationId xmlns:a16="http://schemas.microsoft.com/office/drawing/2014/main" id="{1A800979-5829-4848-AAD8-210E3E06702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99" name="3D Model 3998" descr="Sphere">
                              <a:extLst>
                                <a:ext uri="{FF2B5EF4-FFF2-40B4-BE49-F238E27FC236}">
                                  <a16:creationId xmlns:a16="http://schemas.microsoft.com/office/drawing/2014/main" id="{6A59772F-128C-4FFD-B960-591426ABC54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9027526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000" name="Flowchart: Connector 3999">
                          <a:extLst>
                            <a:ext uri="{FF2B5EF4-FFF2-40B4-BE49-F238E27FC236}">
                              <a16:creationId xmlns:a16="http://schemas.microsoft.com/office/drawing/2014/main" id="{66C8265B-C3FE-4A23-833F-668186EA4B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001" name="3D Model 4000" descr="Sphere">
                              <a:extLst>
                                <a:ext uri="{FF2B5EF4-FFF2-40B4-BE49-F238E27FC236}">
                                  <a16:creationId xmlns:a16="http://schemas.microsoft.com/office/drawing/2014/main" id="{313A50C3-88F3-4C88-AA06-5896C5B822D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4979643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002" name="Flowchart: Connector 4001">
                          <a:extLst>
                            <a:ext uri="{FF2B5EF4-FFF2-40B4-BE49-F238E27FC236}">
                              <a16:creationId xmlns:a16="http://schemas.microsoft.com/office/drawing/2014/main" id="{4D86E957-EEDC-4AA2-BA71-DE512A27E40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003" name="3D Model 4002" descr="Sphere">
                              <a:extLst>
                                <a:ext uri="{FF2B5EF4-FFF2-40B4-BE49-F238E27FC236}">
                                  <a16:creationId xmlns:a16="http://schemas.microsoft.com/office/drawing/2014/main" id="{29455763-061B-4FD1-87E7-D24FE1F4441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639440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3974" name="Flowchart: Connector 3973">
                        <a:extLst>
                          <a:ext uri="{FF2B5EF4-FFF2-40B4-BE49-F238E27FC236}">
                            <a16:creationId xmlns:a16="http://schemas.microsoft.com/office/drawing/2014/main" id="{63CFB30E-0C5A-4BF2-AF8F-2FD941A8295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75" name="Flowchart: Connector 3974">
                        <a:extLst>
                          <a:ext uri="{FF2B5EF4-FFF2-40B4-BE49-F238E27FC236}">
                            <a16:creationId xmlns:a16="http://schemas.microsoft.com/office/drawing/2014/main" id="{FB8821BA-E2F3-40F1-A858-84204FBBC5A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76" name="Flowchart: Connector 3975">
                        <a:extLst>
                          <a:ext uri="{FF2B5EF4-FFF2-40B4-BE49-F238E27FC236}">
                            <a16:creationId xmlns:a16="http://schemas.microsoft.com/office/drawing/2014/main" id="{79495945-6377-47B5-B10B-65DBF047651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77" name="Flowchart: Connector 3976">
                        <a:extLst>
                          <a:ext uri="{FF2B5EF4-FFF2-40B4-BE49-F238E27FC236}">
                            <a16:creationId xmlns:a16="http://schemas.microsoft.com/office/drawing/2014/main" id="{F17AE399-A6CD-46AD-9C3D-4875F1C15E1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78" name="Flowchart: Connector 3977">
                        <a:extLst>
                          <a:ext uri="{FF2B5EF4-FFF2-40B4-BE49-F238E27FC236}">
                            <a16:creationId xmlns:a16="http://schemas.microsoft.com/office/drawing/2014/main" id="{42A6568E-F165-47EB-AF86-13EF67C5862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79" name="Flowchart: Connector 3978">
                        <a:extLst>
                          <a:ext uri="{FF2B5EF4-FFF2-40B4-BE49-F238E27FC236}">
                            <a16:creationId xmlns:a16="http://schemas.microsoft.com/office/drawing/2014/main" id="{1C375974-14A5-420D-B7A2-9A1DE8AF24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80" name="Flowchart: Connector 3979">
                        <a:extLst>
                          <a:ext uri="{FF2B5EF4-FFF2-40B4-BE49-F238E27FC236}">
                            <a16:creationId xmlns:a16="http://schemas.microsoft.com/office/drawing/2014/main" id="{6DBEA6BA-A90E-4193-AB6C-9978CFCA1F4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81" name="Flowchart: Connector 3980">
                        <a:extLst>
                          <a:ext uri="{FF2B5EF4-FFF2-40B4-BE49-F238E27FC236}">
                            <a16:creationId xmlns:a16="http://schemas.microsoft.com/office/drawing/2014/main" id="{177B98F3-37F6-4AD3-8587-377A67D174D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982" name="3D Model 3981" descr="Sphere">
                            <a:extLst>
                              <a:ext uri="{FF2B5EF4-FFF2-40B4-BE49-F238E27FC236}">
                                <a16:creationId xmlns:a16="http://schemas.microsoft.com/office/drawing/2014/main" id="{A8CC6D34-57C4-4B83-9F75-576B90919F6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66680680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16" name="3D Model 315" descr="Sphere">
                            <a:extLst>
                              <a:ext uri="{FF2B5EF4-FFF2-40B4-BE49-F238E27FC236}">
                                <a16:creationId xmlns:a16="http://schemas.microsoft.com/office/drawing/2014/main" id="{94CEC40E-A38A-4B0D-A79B-E09B750E6BC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516517" y="257416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983" name="Flowchart: Connector 3982">
                        <a:extLst>
                          <a:ext uri="{FF2B5EF4-FFF2-40B4-BE49-F238E27FC236}">
                            <a16:creationId xmlns:a16="http://schemas.microsoft.com/office/drawing/2014/main" id="{E45689AE-9C67-4DEB-8F82-8C45F4CB2C8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984" name="3D Model 3983" descr="Sphere">
                            <a:extLst>
                              <a:ext uri="{FF2B5EF4-FFF2-40B4-BE49-F238E27FC236}">
                                <a16:creationId xmlns:a16="http://schemas.microsoft.com/office/drawing/2014/main" id="{EEC5854E-F95B-41C0-813B-DB8EAA862CB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65728509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18" name="3D Model 317" descr="Sphere">
                            <a:extLst>
                              <a:ext uri="{FF2B5EF4-FFF2-40B4-BE49-F238E27FC236}">
                                <a16:creationId xmlns:a16="http://schemas.microsoft.com/office/drawing/2014/main" id="{2BEBEC1A-1AF1-4D15-819D-9B7F535C5F3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753281" y="263088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985" name="Flowchart: Connector 3984">
                        <a:extLst>
                          <a:ext uri="{FF2B5EF4-FFF2-40B4-BE49-F238E27FC236}">
                            <a16:creationId xmlns:a16="http://schemas.microsoft.com/office/drawing/2014/main" id="{BEBE7F2F-E6C5-4AD6-B32D-DA2D6BE7036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986" name="3D Model 3985" descr="Sphere">
                            <a:extLst>
                              <a:ext uri="{FF2B5EF4-FFF2-40B4-BE49-F238E27FC236}">
                                <a16:creationId xmlns:a16="http://schemas.microsoft.com/office/drawing/2014/main" id="{F40DBB6A-F155-4482-BB69-785AA4D61BC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7084474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20" name="3D Model 319" descr="Sphere">
                            <a:extLst>
                              <a:ext uri="{FF2B5EF4-FFF2-40B4-BE49-F238E27FC236}">
                                <a16:creationId xmlns:a16="http://schemas.microsoft.com/office/drawing/2014/main" id="{1A28C680-4EF8-400E-9656-44FEB9047F9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991151" y="269268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987" name="Flowchart: Connector 3986">
                        <a:extLst>
                          <a:ext uri="{FF2B5EF4-FFF2-40B4-BE49-F238E27FC236}">
                            <a16:creationId xmlns:a16="http://schemas.microsoft.com/office/drawing/2014/main" id="{323922E5-BA7B-4EBD-A0CA-8E105BCDE95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988" name="3D Model 3987" descr="Sphere">
                            <a:extLst>
                              <a:ext uri="{FF2B5EF4-FFF2-40B4-BE49-F238E27FC236}">
                                <a16:creationId xmlns:a16="http://schemas.microsoft.com/office/drawing/2014/main" id="{FCF340AB-FD4B-48FA-B69E-3725B68FEB9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29725154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22" name="3D Model 321" descr="Sphere">
                            <a:extLst>
                              <a:ext uri="{FF2B5EF4-FFF2-40B4-BE49-F238E27FC236}">
                                <a16:creationId xmlns:a16="http://schemas.microsoft.com/office/drawing/2014/main" id="{14AA6C24-5D08-45CB-ACEC-CB80EC94130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2259569" y="2779722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3749" name="Group 3748">
                    <a:extLst>
                      <a:ext uri="{FF2B5EF4-FFF2-40B4-BE49-F238E27FC236}">
                        <a16:creationId xmlns:a16="http://schemas.microsoft.com/office/drawing/2014/main" id="{4B21EC23-D5AC-4BC2-A9BC-F7A75967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3966" name="Flowchart: Connector 3965">
                      <a:extLst>
                        <a:ext uri="{FF2B5EF4-FFF2-40B4-BE49-F238E27FC236}">
                          <a16:creationId xmlns:a16="http://schemas.microsoft.com/office/drawing/2014/main" id="{F4CEEBAA-7137-4DC4-88D0-F88433B7BE3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967" name="Flowchart: Connector 3966">
                      <a:extLst>
                        <a:ext uri="{FF2B5EF4-FFF2-40B4-BE49-F238E27FC236}">
                          <a16:creationId xmlns:a16="http://schemas.microsoft.com/office/drawing/2014/main" id="{45FB9BD0-1FD8-473C-B599-456377D77BC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968" name="Flowchart: Connector 3967">
                      <a:extLst>
                        <a:ext uri="{FF2B5EF4-FFF2-40B4-BE49-F238E27FC236}">
                          <a16:creationId xmlns:a16="http://schemas.microsoft.com/office/drawing/2014/main" id="{CE392473-88E7-4E85-948C-BA5F7A89ED8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3750" name="Flowchart: Connector 3749">
                    <a:extLst>
                      <a:ext uri="{FF2B5EF4-FFF2-40B4-BE49-F238E27FC236}">
                        <a16:creationId xmlns:a16="http://schemas.microsoft.com/office/drawing/2014/main" id="{CBCE101C-0689-4112-9A59-860F311B9DF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751" name="Flowchart: Connector 3750">
                    <a:extLst>
                      <a:ext uri="{FF2B5EF4-FFF2-40B4-BE49-F238E27FC236}">
                        <a16:creationId xmlns:a16="http://schemas.microsoft.com/office/drawing/2014/main" id="{DF813D6B-60B0-41B5-BFDB-86423089C15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3752" name="Group 3751">
                    <a:extLst>
                      <a:ext uri="{FF2B5EF4-FFF2-40B4-BE49-F238E27FC236}">
                        <a16:creationId xmlns:a16="http://schemas.microsoft.com/office/drawing/2014/main" id="{C3B0F488-79CF-4C1E-8DB4-FBB3943A0D02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3963" name="Flowchart: Connector 3962">
                      <a:extLst>
                        <a:ext uri="{FF2B5EF4-FFF2-40B4-BE49-F238E27FC236}">
                          <a16:creationId xmlns:a16="http://schemas.microsoft.com/office/drawing/2014/main" id="{4C1988F9-0482-4C52-96E0-FE82B4EE7F2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964" name="Flowchart: Connector 3963">
                      <a:extLst>
                        <a:ext uri="{FF2B5EF4-FFF2-40B4-BE49-F238E27FC236}">
                          <a16:creationId xmlns:a16="http://schemas.microsoft.com/office/drawing/2014/main" id="{A312F248-1917-4476-BCEE-4B064DB053E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965" name="Flowchart: Connector 3964">
                      <a:extLst>
                        <a:ext uri="{FF2B5EF4-FFF2-40B4-BE49-F238E27FC236}">
                          <a16:creationId xmlns:a16="http://schemas.microsoft.com/office/drawing/2014/main" id="{AF53F50B-0262-4FBA-B5BB-E4D2231D83A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3753" name="Group 3752">
                    <a:extLst>
                      <a:ext uri="{FF2B5EF4-FFF2-40B4-BE49-F238E27FC236}">
                        <a16:creationId xmlns:a16="http://schemas.microsoft.com/office/drawing/2014/main" id="{8F9D8276-169E-4317-BCC3-BDC3379270B9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3898" name="Group 3897">
                      <a:extLst>
                        <a:ext uri="{FF2B5EF4-FFF2-40B4-BE49-F238E27FC236}">
                          <a16:creationId xmlns:a16="http://schemas.microsoft.com/office/drawing/2014/main" id="{17014815-5C6F-488E-8D3D-10B50476FC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3959" name="Flowchart: Connector 3958">
                        <a:extLst>
                          <a:ext uri="{FF2B5EF4-FFF2-40B4-BE49-F238E27FC236}">
                            <a16:creationId xmlns:a16="http://schemas.microsoft.com/office/drawing/2014/main" id="{4E3DE0A9-89A6-4B31-BF03-16FCBA81CA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60" name="Flowchart: Connector 3959">
                        <a:extLst>
                          <a:ext uri="{FF2B5EF4-FFF2-40B4-BE49-F238E27FC236}">
                            <a16:creationId xmlns:a16="http://schemas.microsoft.com/office/drawing/2014/main" id="{F53E5D98-BB9A-4050-BF8C-768F60819F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61" name="Flowchart: Connector 3960">
                        <a:extLst>
                          <a:ext uri="{FF2B5EF4-FFF2-40B4-BE49-F238E27FC236}">
                            <a16:creationId xmlns:a16="http://schemas.microsoft.com/office/drawing/2014/main" id="{D050952B-F787-4A6F-B30E-AD08CCB9A25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62" name="Flowchart: Connector 3961">
                        <a:extLst>
                          <a:ext uri="{FF2B5EF4-FFF2-40B4-BE49-F238E27FC236}">
                            <a16:creationId xmlns:a16="http://schemas.microsoft.com/office/drawing/2014/main" id="{9131FBEF-2F93-4DF3-9396-83A1326D991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3899" name="Group 3898">
                      <a:extLst>
                        <a:ext uri="{FF2B5EF4-FFF2-40B4-BE49-F238E27FC236}">
                          <a16:creationId xmlns:a16="http://schemas.microsoft.com/office/drawing/2014/main" id="{6F27FFAA-CE2E-4116-BBB3-4BA508AC42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3900" name="Group 3899">
                        <a:extLst>
                          <a:ext uri="{FF2B5EF4-FFF2-40B4-BE49-F238E27FC236}">
                            <a16:creationId xmlns:a16="http://schemas.microsoft.com/office/drawing/2014/main" id="{C59FC9D1-9FE5-4485-849A-73AE808B1A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3951" name="Flowchart: Connector 3950">
                          <a:extLst>
                            <a:ext uri="{FF2B5EF4-FFF2-40B4-BE49-F238E27FC236}">
                              <a16:creationId xmlns:a16="http://schemas.microsoft.com/office/drawing/2014/main" id="{FD9997D7-8619-4061-B3D5-75CF1545E7C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52" name="3D Model 3951" descr="Sphere">
                              <a:extLst>
                                <a:ext uri="{FF2B5EF4-FFF2-40B4-BE49-F238E27FC236}">
                                  <a16:creationId xmlns:a16="http://schemas.microsoft.com/office/drawing/2014/main" id="{6683949F-FB16-4653-8460-DB567F15700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3117076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953" name="Flowchart: Connector 3952">
                          <a:extLst>
                            <a:ext uri="{FF2B5EF4-FFF2-40B4-BE49-F238E27FC236}">
                              <a16:creationId xmlns:a16="http://schemas.microsoft.com/office/drawing/2014/main" id="{1DE34C2E-FE04-4236-970A-2A64853EF0B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54" name="3D Model 3953" descr="Sphere">
                              <a:extLst>
                                <a:ext uri="{FF2B5EF4-FFF2-40B4-BE49-F238E27FC236}">
                                  <a16:creationId xmlns:a16="http://schemas.microsoft.com/office/drawing/2014/main" id="{DC1E6AFB-BB1F-4477-AC4D-E3CD9D4091D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4485958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955" name="Flowchart: Connector 3954">
                          <a:extLst>
                            <a:ext uri="{FF2B5EF4-FFF2-40B4-BE49-F238E27FC236}">
                              <a16:creationId xmlns:a16="http://schemas.microsoft.com/office/drawing/2014/main" id="{BC5EFED1-D34E-42E3-B3AE-5BD6A7BD12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56" name="3D Model 3955" descr="Sphere">
                              <a:extLst>
                                <a:ext uri="{FF2B5EF4-FFF2-40B4-BE49-F238E27FC236}">
                                  <a16:creationId xmlns:a16="http://schemas.microsoft.com/office/drawing/2014/main" id="{B386BD14-5DF9-4C3A-9F7E-5EF28056BDE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6154327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957" name="Flowchart: Connector 3956">
                          <a:extLst>
                            <a:ext uri="{FF2B5EF4-FFF2-40B4-BE49-F238E27FC236}">
                              <a16:creationId xmlns:a16="http://schemas.microsoft.com/office/drawing/2014/main" id="{831BDB69-9388-4F8E-9CC8-60BDE8BBAFF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58" name="3D Model 3957" descr="Sphere">
                              <a:extLst>
                                <a:ext uri="{FF2B5EF4-FFF2-40B4-BE49-F238E27FC236}">
                                  <a16:creationId xmlns:a16="http://schemas.microsoft.com/office/drawing/2014/main" id="{9CD85D8E-92E8-48D8-84DC-1323A4A1A69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5498642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901" name="Group 3900">
                        <a:extLst>
                          <a:ext uri="{FF2B5EF4-FFF2-40B4-BE49-F238E27FC236}">
                            <a16:creationId xmlns:a16="http://schemas.microsoft.com/office/drawing/2014/main" id="{FAB36FAD-C181-4F29-8A0A-5D71B90527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3935" name="Flowchart: Connector 3934">
                          <a:extLst>
                            <a:ext uri="{FF2B5EF4-FFF2-40B4-BE49-F238E27FC236}">
                              <a16:creationId xmlns:a16="http://schemas.microsoft.com/office/drawing/2014/main" id="{6E9E2961-8F75-4106-A126-84BCB827490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36" name="Flowchart: Connector 3935">
                          <a:extLst>
                            <a:ext uri="{FF2B5EF4-FFF2-40B4-BE49-F238E27FC236}">
                              <a16:creationId xmlns:a16="http://schemas.microsoft.com/office/drawing/2014/main" id="{A7680978-437D-4F10-B1D8-371003D9FF3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37" name="Flowchart: Connector 3936">
                          <a:extLst>
                            <a:ext uri="{FF2B5EF4-FFF2-40B4-BE49-F238E27FC236}">
                              <a16:creationId xmlns:a16="http://schemas.microsoft.com/office/drawing/2014/main" id="{E1942CFF-B15C-4F62-89FC-057B0F0CFFC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38" name="Flowchart: Connector 3937">
                          <a:extLst>
                            <a:ext uri="{FF2B5EF4-FFF2-40B4-BE49-F238E27FC236}">
                              <a16:creationId xmlns:a16="http://schemas.microsoft.com/office/drawing/2014/main" id="{E67DADC5-12F5-44A0-951B-372AF72A007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39" name="Flowchart: Connector 3938">
                          <a:extLst>
                            <a:ext uri="{FF2B5EF4-FFF2-40B4-BE49-F238E27FC236}">
                              <a16:creationId xmlns:a16="http://schemas.microsoft.com/office/drawing/2014/main" id="{83EA2DD9-A9E0-4BB3-80CD-6840477EFA8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40" name="Flowchart: Connector 3939">
                          <a:extLst>
                            <a:ext uri="{FF2B5EF4-FFF2-40B4-BE49-F238E27FC236}">
                              <a16:creationId xmlns:a16="http://schemas.microsoft.com/office/drawing/2014/main" id="{CAD1023F-B755-4A8B-92BF-C5E31F8DD03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41" name="Flowchart: Connector 3940">
                          <a:extLst>
                            <a:ext uri="{FF2B5EF4-FFF2-40B4-BE49-F238E27FC236}">
                              <a16:creationId xmlns:a16="http://schemas.microsoft.com/office/drawing/2014/main" id="{169E0990-856D-4B8D-B51F-4AF7FE19759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42" name="Flowchart: Connector 3941">
                          <a:extLst>
                            <a:ext uri="{FF2B5EF4-FFF2-40B4-BE49-F238E27FC236}">
                              <a16:creationId xmlns:a16="http://schemas.microsoft.com/office/drawing/2014/main" id="{38653DDC-39DA-4BDA-8A12-A666E7705E8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43" name="Flowchart: Connector 3942">
                          <a:extLst>
                            <a:ext uri="{FF2B5EF4-FFF2-40B4-BE49-F238E27FC236}">
                              <a16:creationId xmlns:a16="http://schemas.microsoft.com/office/drawing/2014/main" id="{07A56772-BCB1-4F7E-8410-AE4A7DD855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44" name="3D Model 3943" descr="Sphere">
                              <a:extLst>
                                <a:ext uri="{FF2B5EF4-FFF2-40B4-BE49-F238E27FC236}">
                                  <a16:creationId xmlns:a16="http://schemas.microsoft.com/office/drawing/2014/main" id="{2D740239-4F18-4EA5-9CF9-54331B18F33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3564307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945" name="Flowchart: Connector 3944">
                          <a:extLst>
                            <a:ext uri="{FF2B5EF4-FFF2-40B4-BE49-F238E27FC236}">
                              <a16:creationId xmlns:a16="http://schemas.microsoft.com/office/drawing/2014/main" id="{0E1DB995-408C-4238-A24B-72179C5CB49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46" name="3D Model 3945" descr="Sphere">
                              <a:extLst>
                                <a:ext uri="{FF2B5EF4-FFF2-40B4-BE49-F238E27FC236}">
                                  <a16:creationId xmlns:a16="http://schemas.microsoft.com/office/drawing/2014/main" id="{9C5E2B7D-57AD-4DA4-9627-01781F5D198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06814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947" name="Flowchart: Connector 3946">
                          <a:extLst>
                            <a:ext uri="{FF2B5EF4-FFF2-40B4-BE49-F238E27FC236}">
                              <a16:creationId xmlns:a16="http://schemas.microsoft.com/office/drawing/2014/main" id="{C8578F31-5E0F-454C-B2D8-E19940AB893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48" name="3D Model 3947" descr="Sphere">
                              <a:extLst>
                                <a:ext uri="{FF2B5EF4-FFF2-40B4-BE49-F238E27FC236}">
                                  <a16:creationId xmlns:a16="http://schemas.microsoft.com/office/drawing/2014/main" id="{48B502B1-AC09-4DBD-8D21-D939D774F23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881714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949" name="Flowchart: Connector 3948">
                          <a:extLst>
                            <a:ext uri="{FF2B5EF4-FFF2-40B4-BE49-F238E27FC236}">
                              <a16:creationId xmlns:a16="http://schemas.microsoft.com/office/drawing/2014/main" id="{80F9ADA1-B016-43B1-B72E-4672B4A90ED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50" name="3D Model 3949" descr="Sphere">
                              <a:extLst>
                                <a:ext uri="{FF2B5EF4-FFF2-40B4-BE49-F238E27FC236}">
                                  <a16:creationId xmlns:a16="http://schemas.microsoft.com/office/drawing/2014/main" id="{BEC4894E-C859-4664-8B42-0F2175B65B3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3249290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902" name="Group 3901">
                        <a:extLst>
                          <a:ext uri="{FF2B5EF4-FFF2-40B4-BE49-F238E27FC236}">
                            <a16:creationId xmlns:a16="http://schemas.microsoft.com/office/drawing/2014/main" id="{F05EB67D-2965-4F09-B6D4-B0844B697F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3919" name="Flowchart: Connector 3918">
                          <a:extLst>
                            <a:ext uri="{FF2B5EF4-FFF2-40B4-BE49-F238E27FC236}">
                              <a16:creationId xmlns:a16="http://schemas.microsoft.com/office/drawing/2014/main" id="{B2E47A24-4F2D-4475-8B7C-91D6E71B1B8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20" name="Flowchart: Connector 3919">
                          <a:extLst>
                            <a:ext uri="{FF2B5EF4-FFF2-40B4-BE49-F238E27FC236}">
                              <a16:creationId xmlns:a16="http://schemas.microsoft.com/office/drawing/2014/main" id="{876F0BFB-2B15-4F6A-882E-1C3512C2CBD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21" name="Flowchart: Connector 3920">
                          <a:extLst>
                            <a:ext uri="{FF2B5EF4-FFF2-40B4-BE49-F238E27FC236}">
                              <a16:creationId xmlns:a16="http://schemas.microsoft.com/office/drawing/2014/main" id="{3A8CC4E9-3F85-43D4-A5F5-E529DA69623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22" name="Flowchart: Connector 3921">
                          <a:extLst>
                            <a:ext uri="{FF2B5EF4-FFF2-40B4-BE49-F238E27FC236}">
                              <a16:creationId xmlns:a16="http://schemas.microsoft.com/office/drawing/2014/main" id="{4A3276DC-C19F-40BE-8F22-CF7E4CA1A23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23" name="Flowchart: Connector 3922">
                          <a:extLst>
                            <a:ext uri="{FF2B5EF4-FFF2-40B4-BE49-F238E27FC236}">
                              <a16:creationId xmlns:a16="http://schemas.microsoft.com/office/drawing/2014/main" id="{6642DA0F-18F1-477D-95C3-FEEF67E4595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24" name="Flowchart: Connector 3923">
                          <a:extLst>
                            <a:ext uri="{FF2B5EF4-FFF2-40B4-BE49-F238E27FC236}">
                              <a16:creationId xmlns:a16="http://schemas.microsoft.com/office/drawing/2014/main" id="{C1AC2C51-8A3F-4467-9273-18E51CC1565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25" name="Flowchart: Connector 3924">
                          <a:extLst>
                            <a:ext uri="{FF2B5EF4-FFF2-40B4-BE49-F238E27FC236}">
                              <a16:creationId xmlns:a16="http://schemas.microsoft.com/office/drawing/2014/main" id="{8243DD37-23A8-4AF0-9BE5-D51C9A8F95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26" name="Flowchart: Connector 3925">
                          <a:extLst>
                            <a:ext uri="{FF2B5EF4-FFF2-40B4-BE49-F238E27FC236}">
                              <a16:creationId xmlns:a16="http://schemas.microsoft.com/office/drawing/2014/main" id="{F54574AE-6A22-4CED-8030-00E1832F2FB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927" name="Flowchart: Connector 3926">
                          <a:extLst>
                            <a:ext uri="{FF2B5EF4-FFF2-40B4-BE49-F238E27FC236}">
                              <a16:creationId xmlns:a16="http://schemas.microsoft.com/office/drawing/2014/main" id="{51223206-198A-49F3-98E7-A03E5F91E74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28" name="3D Model 3927" descr="Sphere">
                              <a:extLst>
                                <a:ext uri="{FF2B5EF4-FFF2-40B4-BE49-F238E27FC236}">
                                  <a16:creationId xmlns:a16="http://schemas.microsoft.com/office/drawing/2014/main" id="{8F6E2275-D090-4EC0-BD51-5D8E5B241D7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9067280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929" name="Flowchart: Connector 3928">
                          <a:extLst>
                            <a:ext uri="{FF2B5EF4-FFF2-40B4-BE49-F238E27FC236}">
                              <a16:creationId xmlns:a16="http://schemas.microsoft.com/office/drawing/2014/main" id="{550FE004-C8E2-4338-B127-FAE5A4D468A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30" name="3D Model 3929" descr="Sphere">
                              <a:extLst>
                                <a:ext uri="{FF2B5EF4-FFF2-40B4-BE49-F238E27FC236}">
                                  <a16:creationId xmlns:a16="http://schemas.microsoft.com/office/drawing/2014/main" id="{70D5031A-79DB-4A4D-B374-B813A938B68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2782907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931" name="Flowchart: Connector 3930">
                          <a:extLst>
                            <a:ext uri="{FF2B5EF4-FFF2-40B4-BE49-F238E27FC236}">
                              <a16:creationId xmlns:a16="http://schemas.microsoft.com/office/drawing/2014/main" id="{56FAD53E-AB59-42BB-8F81-CC8E44AB765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32" name="3D Model 3931" descr="Sphere">
                              <a:extLst>
                                <a:ext uri="{FF2B5EF4-FFF2-40B4-BE49-F238E27FC236}">
                                  <a16:creationId xmlns:a16="http://schemas.microsoft.com/office/drawing/2014/main" id="{18F081E1-35DF-43EF-80D8-CE7156C67D3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8032751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933" name="Flowchart: Connector 3932">
                          <a:extLst>
                            <a:ext uri="{FF2B5EF4-FFF2-40B4-BE49-F238E27FC236}">
                              <a16:creationId xmlns:a16="http://schemas.microsoft.com/office/drawing/2014/main" id="{98AAEDF8-53BA-4EE3-B47D-11FC9265E8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934" name="3D Model 3933" descr="Sphere">
                              <a:extLst>
                                <a:ext uri="{FF2B5EF4-FFF2-40B4-BE49-F238E27FC236}">
                                  <a16:creationId xmlns:a16="http://schemas.microsoft.com/office/drawing/2014/main" id="{CD900B9B-E6AA-4991-8107-F3D03D0DB67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5966272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3903" name="Flowchart: Connector 3902">
                        <a:extLst>
                          <a:ext uri="{FF2B5EF4-FFF2-40B4-BE49-F238E27FC236}">
                            <a16:creationId xmlns:a16="http://schemas.microsoft.com/office/drawing/2014/main" id="{E7A89BA1-9A34-4180-9182-AFF3FC40813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04" name="Flowchart: Connector 3903">
                        <a:extLst>
                          <a:ext uri="{FF2B5EF4-FFF2-40B4-BE49-F238E27FC236}">
                            <a16:creationId xmlns:a16="http://schemas.microsoft.com/office/drawing/2014/main" id="{41B46EE9-F6A4-424D-AA5A-C0323BF79E6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05" name="Flowchart: Connector 3904">
                        <a:extLst>
                          <a:ext uri="{FF2B5EF4-FFF2-40B4-BE49-F238E27FC236}">
                            <a16:creationId xmlns:a16="http://schemas.microsoft.com/office/drawing/2014/main" id="{4F0DFCD0-0455-4901-845D-0E2B11F85B5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06" name="Flowchart: Connector 3905">
                        <a:extLst>
                          <a:ext uri="{FF2B5EF4-FFF2-40B4-BE49-F238E27FC236}">
                            <a16:creationId xmlns:a16="http://schemas.microsoft.com/office/drawing/2014/main" id="{BDBD7860-6C95-4513-A6AE-D3C3EDD57A6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07" name="Flowchart: Connector 3906">
                        <a:extLst>
                          <a:ext uri="{FF2B5EF4-FFF2-40B4-BE49-F238E27FC236}">
                            <a16:creationId xmlns:a16="http://schemas.microsoft.com/office/drawing/2014/main" id="{1F037207-E96B-41A5-AAFB-2A8FD505AB7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08" name="Flowchart: Connector 3907">
                        <a:extLst>
                          <a:ext uri="{FF2B5EF4-FFF2-40B4-BE49-F238E27FC236}">
                            <a16:creationId xmlns:a16="http://schemas.microsoft.com/office/drawing/2014/main" id="{B953142B-E1D3-4A11-9417-DC86C11C269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09" name="Flowchart: Connector 3908">
                        <a:extLst>
                          <a:ext uri="{FF2B5EF4-FFF2-40B4-BE49-F238E27FC236}">
                            <a16:creationId xmlns:a16="http://schemas.microsoft.com/office/drawing/2014/main" id="{BA3200E2-D605-4F31-9107-66ABB8823A0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10" name="Flowchart: Connector 3909">
                        <a:extLst>
                          <a:ext uri="{FF2B5EF4-FFF2-40B4-BE49-F238E27FC236}">
                            <a16:creationId xmlns:a16="http://schemas.microsoft.com/office/drawing/2014/main" id="{EC19C3CA-ACD4-4FB7-9C7F-17CEB7A4E42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911" name="Flowchart: Connector 3910">
                        <a:extLst>
                          <a:ext uri="{FF2B5EF4-FFF2-40B4-BE49-F238E27FC236}">
                            <a16:creationId xmlns:a16="http://schemas.microsoft.com/office/drawing/2014/main" id="{0E101497-4B49-4308-B844-E8A67F0522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912" name="3D Model 3911" descr="Sphere">
                            <a:extLst>
                              <a:ext uri="{FF2B5EF4-FFF2-40B4-BE49-F238E27FC236}">
                                <a16:creationId xmlns:a16="http://schemas.microsoft.com/office/drawing/2014/main" id="{6DB07089-1778-42C7-A629-0D1804A86EB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92243125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6" name="3D Model 245" descr="Sphere">
                            <a:extLst>
                              <a:ext uri="{FF2B5EF4-FFF2-40B4-BE49-F238E27FC236}">
                                <a16:creationId xmlns:a16="http://schemas.microsoft.com/office/drawing/2014/main" id="{577274C7-8617-4369-B298-B9B4DA1BC5D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286054" y="267971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913" name="Flowchart: Connector 3912">
                        <a:extLst>
                          <a:ext uri="{FF2B5EF4-FFF2-40B4-BE49-F238E27FC236}">
                            <a16:creationId xmlns:a16="http://schemas.microsoft.com/office/drawing/2014/main" id="{A2F2B8C2-7263-4BAF-9BE2-F2259BB34F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914" name="3D Model 3913" descr="Sphere">
                            <a:extLst>
                              <a:ext uri="{FF2B5EF4-FFF2-40B4-BE49-F238E27FC236}">
                                <a16:creationId xmlns:a16="http://schemas.microsoft.com/office/drawing/2014/main" id="{04AA52D6-9F69-4680-923F-184EDB06A08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35945159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8" name="3D Model 247" descr="Sphere">
                            <a:extLst>
                              <a:ext uri="{FF2B5EF4-FFF2-40B4-BE49-F238E27FC236}">
                                <a16:creationId xmlns:a16="http://schemas.microsoft.com/office/drawing/2014/main" id="{BC4E9140-BDC8-4E93-8770-30C4F9B0F09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526824" y="27577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915" name="Flowchart: Connector 3914">
                        <a:extLst>
                          <a:ext uri="{FF2B5EF4-FFF2-40B4-BE49-F238E27FC236}">
                            <a16:creationId xmlns:a16="http://schemas.microsoft.com/office/drawing/2014/main" id="{C9011884-81DC-474C-B58D-3876843E016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916" name="3D Model 3915" descr="Sphere">
                            <a:extLst>
                              <a:ext uri="{FF2B5EF4-FFF2-40B4-BE49-F238E27FC236}">
                                <a16:creationId xmlns:a16="http://schemas.microsoft.com/office/drawing/2014/main" id="{A2E582E5-8F55-48EE-BC62-ED44B7C20F2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81180362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50" name="3D Model 249" descr="Sphere">
                            <a:extLst>
                              <a:ext uri="{FF2B5EF4-FFF2-40B4-BE49-F238E27FC236}">
                                <a16:creationId xmlns:a16="http://schemas.microsoft.com/office/drawing/2014/main" id="{C1AF7886-B135-485F-A801-5B21B530E01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784572" y="281618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917" name="Flowchart: Connector 3916">
                        <a:extLst>
                          <a:ext uri="{FF2B5EF4-FFF2-40B4-BE49-F238E27FC236}">
                            <a16:creationId xmlns:a16="http://schemas.microsoft.com/office/drawing/2014/main" id="{15265C99-394B-48CF-A428-BCEABB0B542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918" name="3D Model 3917" descr="Sphere">
                            <a:extLst>
                              <a:ext uri="{FF2B5EF4-FFF2-40B4-BE49-F238E27FC236}">
                                <a16:creationId xmlns:a16="http://schemas.microsoft.com/office/drawing/2014/main" id="{9D7C5D19-78C1-43D5-9996-1B33FD2B612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12170284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52" name="3D Model 251" descr="Sphere">
                            <a:extLst>
                              <a:ext uri="{FF2B5EF4-FFF2-40B4-BE49-F238E27FC236}">
                                <a16:creationId xmlns:a16="http://schemas.microsoft.com/office/drawing/2014/main" id="{EB68E7E5-FF10-4BB5-8F5E-DD6D67E5C06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2039738" y="290653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3754" name="Group 3753">
                    <a:extLst>
                      <a:ext uri="{FF2B5EF4-FFF2-40B4-BE49-F238E27FC236}">
                        <a16:creationId xmlns:a16="http://schemas.microsoft.com/office/drawing/2014/main" id="{1EB7E4E5-0D25-4182-BF85-F24A28881CB8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3895" name="Flowchart: Connector 3894">
                      <a:extLst>
                        <a:ext uri="{FF2B5EF4-FFF2-40B4-BE49-F238E27FC236}">
                          <a16:creationId xmlns:a16="http://schemas.microsoft.com/office/drawing/2014/main" id="{F04C4573-0125-41AB-8973-AC656EAB35A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896" name="Flowchart: Connector 3895">
                      <a:extLst>
                        <a:ext uri="{FF2B5EF4-FFF2-40B4-BE49-F238E27FC236}">
                          <a16:creationId xmlns:a16="http://schemas.microsoft.com/office/drawing/2014/main" id="{2C4AF20A-14B9-4A38-B981-9BA93860647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897" name="Flowchart: Connector 3896">
                      <a:extLst>
                        <a:ext uri="{FF2B5EF4-FFF2-40B4-BE49-F238E27FC236}">
                          <a16:creationId xmlns:a16="http://schemas.microsoft.com/office/drawing/2014/main" id="{B328BB90-1058-453D-BF81-35C380D7991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3755" name="Flowchart: Connector 3754">
                    <a:extLst>
                      <a:ext uri="{FF2B5EF4-FFF2-40B4-BE49-F238E27FC236}">
                        <a16:creationId xmlns:a16="http://schemas.microsoft.com/office/drawing/2014/main" id="{45A44E7A-A64D-4EDE-AE61-B8F4BA72F9A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756" name="Flowchart: Connector 3755">
                    <a:extLst>
                      <a:ext uri="{FF2B5EF4-FFF2-40B4-BE49-F238E27FC236}">
                        <a16:creationId xmlns:a16="http://schemas.microsoft.com/office/drawing/2014/main" id="{15364738-EFDB-4DD7-98C5-9E1DEB8B8A4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3757" name="Group 3756">
                    <a:extLst>
                      <a:ext uri="{FF2B5EF4-FFF2-40B4-BE49-F238E27FC236}">
                        <a16:creationId xmlns:a16="http://schemas.microsoft.com/office/drawing/2014/main" id="{CB8369F9-C854-4D95-814B-D2754C8243C9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3892" name="Flowchart: Connector 3891">
                      <a:extLst>
                        <a:ext uri="{FF2B5EF4-FFF2-40B4-BE49-F238E27FC236}">
                          <a16:creationId xmlns:a16="http://schemas.microsoft.com/office/drawing/2014/main" id="{A38857BE-DF90-44E7-9B73-AC3189AB66E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893" name="Flowchart: Connector 3892">
                      <a:extLst>
                        <a:ext uri="{FF2B5EF4-FFF2-40B4-BE49-F238E27FC236}">
                          <a16:creationId xmlns:a16="http://schemas.microsoft.com/office/drawing/2014/main" id="{7CE06D1B-BD3E-4B91-8F57-F3281C1FAA5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894" name="Flowchart: Connector 3893">
                      <a:extLst>
                        <a:ext uri="{FF2B5EF4-FFF2-40B4-BE49-F238E27FC236}">
                          <a16:creationId xmlns:a16="http://schemas.microsoft.com/office/drawing/2014/main" id="{E2541460-A8AF-4C85-BB22-D56A20D6EAD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3758" name="Group 3757">
                    <a:extLst>
                      <a:ext uri="{FF2B5EF4-FFF2-40B4-BE49-F238E27FC236}">
                        <a16:creationId xmlns:a16="http://schemas.microsoft.com/office/drawing/2014/main" id="{830C6789-5A4D-4C58-8D41-83595063256A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3827" name="Group 3826">
                      <a:extLst>
                        <a:ext uri="{FF2B5EF4-FFF2-40B4-BE49-F238E27FC236}">
                          <a16:creationId xmlns:a16="http://schemas.microsoft.com/office/drawing/2014/main" id="{D27F6640-9A41-4459-9C61-FAEBF51C26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3888" name="Flowchart: Connector 3887">
                        <a:extLst>
                          <a:ext uri="{FF2B5EF4-FFF2-40B4-BE49-F238E27FC236}">
                            <a16:creationId xmlns:a16="http://schemas.microsoft.com/office/drawing/2014/main" id="{5A5EE603-DADC-4AFC-944C-CAAC6B7648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89" name="Flowchart: Connector 3888">
                        <a:extLst>
                          <a:ext uri="{FF2B5EF4-FFF2-40B4-BE49-F238E27FC236}">
                            <a16:creationId xmlns:a16="http://schemas.microsoft.com/office/drawing/2014/main" id="{11DAE596-DCE1-46E0-984F-61E73543D60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90" name="Flowchart: Connector 3889">
                        <a:extLst>
                          <a:ext uri="{FF2B5EF4-FFF2-40B4-BE49-F238E27FC236}">
                            <a16:creationId xmlns:a16="http://schemas.microsoft.com/office/drawing/2014/main" id="{7C14BA76-32C6-418E-BAA2-4F8F3C8869A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91" name="Flowchart: Connector 3890">
                        <a:extLst>
                          <a:ext uri="{FF2B5EF4-FFF2-40B4-BE49-F238E27FC236}">
                            <a16:creationId xmlns:a16="http://schemas.microsoft.com/office/drawing/2014/main" id="{D2029E64-88E1-49DC-884E-559D2F9DF44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3828" name="Group 3827">
                      <a:extLst>
                        <a:ext uri="{FF2B5EF4-FFF2-40B4-BE49-F238E27FC236}">
                          <a16:creationId xmlns:a16="http://schemas.microsoft.com/office/drawing/2014/main" id="{6AF4FF21-3D06-47E5-85BA-4D9A4D8CBE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3829" name="Group 3828">
                        <a:extLst>
                          <a:ext uri="{FF2B5EF4-FFF2-40B4-BE49-F238E27FC236}">
                            <a16:creationId xmlns:a16="http://schemas.microsoft.com/office/drawing/2014/main" id="{09007A86-31B7-4365-95A4-04540123F0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3880" name="Flowchart: Connector 3879">
                          <a:extLst>
                            <a:ext uri="{FF2B5EF4-FFF2-40B4-BE49-F238E27FC236}">
                              <a16:creationId xmlns:a16="http://schemas.microsoft.com/office/drawing/2014/main" id="{716737A2-9EB8-4D62-8A86-60B887CBBBE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881" name="3D Model 3880" descr="Sphere">
                              <a:extLst>
                                <a:ext uri="{FF2B5EF4-FFF2-40B4-BE49-F238E27FC236}">
                                  <a16:creationId xmlns:a16="http://schemas.microsoft.com/office/drawing/2014/main" id="{92C2BD06-37A7-4246-900E-610E37A70B5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3627270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882" name="Flowchart: Connector 3881">
                          <a:extLst>
                            <a:ext uri="{FF2B5EF4-FFF2-40B4-BE49-F238E27FC236}">
                              <a16:creationId xmlns:a16="http://schemas.microsoft.com/office/drawing/2014/main" id="{AD0DEF13-86A8-45C6-8FA4-0BE823195B2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883" name="3D Model 3882" descr="Sphere">
                              <a:extLst>
                                <a:ext uri="{FF2B5EF4-FFF2-40B4-BE49-F238E27FC236}">
                                  <a16:creationId xmlns:a16="http://schemas.microsoft.com/office/drawing/2014/main" id="{D9545B59-479D-4CE9-9F23-BEA4CBD832C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3025895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884" name="Flowchart: Connector 3883">
                          <a:extLst>
                            <a:ext uri="{FF2B5EF4-FFF2-40B4-BE49-F238E27FC236}">
                              <a16:creationId xmlns:a16="http://schemas.microsoft.com/office/drawing/2014/main" id="{5210B8EE-58D6-442B-ABE7-CC3B40B730F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885" name="3D Model 3884" descr="Sphere">
                              <a:extLst>
                                <a:ext uri="{FF2B5EF4-FFF2-40B4-BE49-F238E27FC236}">
                                  <a16:creationId xmlns:a16="http://schemas.microsoft.com/office/drawing/2014/main" id="{F73862A8-98C2-4E2F-A90D-12596226C96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1463070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886" name="Flowchart: Connector 3885">
                          <a:extLst>
                            <a:ext uri="{FF2B5EF4-FFF2-40B4-BE49-F238E27FC236}">
                              <a16:creationId xmlns:a16="http://schemas.microsoft.com/office/drawing/2014/main" id="{0CC1CDDA-660B-4AB0-A930-28E06A16AE4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887" name="3D Model 3886" descr="Sphere">
                              <a:extLst>
                                <a:ext uri="{FF2B5EF4-FFF2-40B4-BE49-F238E27FC236}">
                                  <a16:creationId xmlns:a16="http://schemas.microsoft.com/office/drawing/2014/main" id="{54F65777-96B6-4741-AEAE-76183441507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6925153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830" name="Group 3829">
                        <a:extLst>
                          <a:ext uri="{FF2B5EF4-FFF2-40B4-BE49-F238E27FC236}">
                            <a16:creationId xmlns:a16="http://schemas.microsoft.com/office/drawing/2014/main" id="{059EBDAC-1810-4C6B-8A4E-6726E79686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3864" name="Flowchart: Connector 3863">
                          <a:extLst>
                            <a:ext uri="{FF2B5EF4-FFF2-40B4-BE49-F238E27FC236}">
                              <a16:creationId xmlns:a16="http://schemas.microsoft.com/office/drawing/2014/main" id="{21A3DDD7-7F2D-4A14-8A81-321361C3D84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65" name="Flowchart: Connector 3864">
                          <a:extLst>
                            <a:ext uri="{FF2B5EF4-FFF2-40B4-BE49-F238E27FC236}">
                              <a16:creationId xmlns:a16="http://schemas.microsoft.com/office/drawing/2014/main" id="{7D2D6337-6052-42BE-A9AB-D4203CF378D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66" name="Flowchart: Connector 3865">
                          <a:extLst>
                            <a:ext uri="{FF2B5EF4-FFF2-40B4-BE49-F238E27FC236}">
                              <a16:creationId xmlns:a16="http://schemas.microsoft.com/office/drawing/2014/main" id="{1BDB1450-FFB4-41F1-9739-17159AB791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67" name="Flowchart: Connector 3866">
                          <a:extLst>
                            <a:ext uri="{FF2B5EF4-FFF2-40B4-BE49-F238E27FC236}">
                              <a16:creationId xmlns:a16="http://schemas.microsoft.com/office/drawing/2014/main" id="{BC2CA071-8DE7-4F52-8B5B-95D45A3837A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68" name="Flowchart: Connector 3867">
                          <a:extLst>
                            <a:ext uri="{FF2B5EF4-FFF2-40B4-BE49-F238E27FC236}">
                              <a16:creationId xmlns:a16="http://schemas.microsoft.com/office/drawing/2014/main" id="{DF44033B-A2F4-420B-A57F-ED0456FC2ED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69" name="Flowchart: Connector 3868">
                          <a:extLst>
                            <a:ext uri="{FF2B5EF4-FFF2-40B4-BE49-F238E27FC236}">
                              <a16:creationId xmlns:a16="http://schemas.microsoft.com/office/drawing/2014/main" id="{9E4CAA8D-4493-4943-9D1F-9B9DAFD5EFD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70" name="Flowchart: Connector 3869">
                          <a:extLst>
                            <a:ext uri="{FF2B5EF4-FFF2-40B4-BE49-F238E27FC236}">
                              <a16:creationId xmlns:a16="http://schemas.microsoft.com/office/drawing/2014/main" id="{1F7D05D4-EF5B-4AC2-A0B4-EB2C0F443C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71" name="Flowchart: Connector 3870">
                          <a:extLst>
                            <a:ext uri="{FF2B5EF4-FFF2-40B4-BE49-F238E27FC236}">
                              <a16:creationId xmlns:a16="http://schemas.microsoft.com/office/drawing/2014/main" id="{9BA35BA5-52AD-4E64-AD89-EABBBF2C6CB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72" name="Flowchart: Connector 3871">
                          <a:extLst>
                            <a:ext uri="{FF2B5EF4-FFF2-40B4-BE49-F238E27FC236}">
                              <a16:creationId xmlns:a16="http://schemas.microsoft.com/office/drawing/2014/main" id="{149E9DA4-D5A9-41CE-ACFC-AB9FC9F9807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873" name="3D Model 3872" descr="Sphere">
                              <a:extLst>
                                <a:ext uri="{FF2B5EF4-FFF2-40B4-BE49-F238E27FC236}">
                                  <a16:creationId xmlns:a16="http://schemas.microsoft.com/office/drawing/2014/main" id="{1B221E52-5BFE-4A0F-BD97-A371A71494D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7438106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874" name="Flowchart: Connector 3873">
                          <a:extLst>
                            <a:ext uri="{FF2B5EF4-FFF2-40B4-BE49-F238E27FC236}">
                              <a16:creationId xmlns:a16="http://schemas.microsoft.com/office/drawing/2014/main" id="{7CDD0B37-6A53-465B-BF3A-794975BCA83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875" name="3D Model 3874" descr="Sphere">
                              <a:extLst>
                                <a:ext uri="{FF2B5EF4-FFF2-40B4-BE49-F238E27FC236}">
                                  <a16:creationId xmlns:a16="http://schemas.microsoft.com/office/drawing/2014/main" id="{5F309DB5-17E8-4DD9-B743-56662499ED9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7981214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876" name="Flowchart: Connector 3875">
                          <a:extLst>
                            <a:ext uri="{FF2B5EF4-FFF2-40B4-BE49-F238E27FC236}">
                              <a16:creationId xmlns:a16="http://schemas.microsoft.com/office/drawing/2014/main" id="{22AB000B-5996-47DF-A18F-1307AA9B98B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877" name="3D Model 3876" descr="Sphere">
                              <a:extLst>
                                <a:ext uri="{FF2B5EF4-FFF2-40B4-BE49-F238E27FC236}">
                                  <a16:creationId xmlns:a16="http://schemas.microsoft.com/office/drawing/2014/main" id="{63A93F1E-7CA8-45A8-943C-2DB66AABF33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6659177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878" name="Flowchart: Connector 3877">
                          <a:extLst>
                            <a:ext uri="{FF2B5EF4-FFF2-40B4-BE49-F238E27FC236}">
                              <a16:creationId xmlns:a16="http://schemas.microsoft.com/office/drawing/2014/main" id="{8CA21524-958E-437D-A6BE-70B7925ADC8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879" name="3D Model 3878" descr="Sphere">
                              <a:extLst>
                                <a:ext uri="{FF2B5EF4-FFF2-40B4-BE49-F238E27FC236}">
                                  <a16:creationId xmlns:a16="http://schemas.microsoft.com/office/drawing/2014/main" id="{84A798B1-C519-44C8-949B-6E3E7760463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8883783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3831" name="Group 3830">
                        <a:extLst>
                          <a:ext uri="{FF2B5EF4-FFF2-40B4-BE49-F238E27FC236}">
                            <a16:creationId xmlns:a16="http://schemas.microsoft.com/office/drawing/2014/main" id="{0D5C7A14-13A7-44B8-929B-F84709B080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3848" name="Flowchart: Connector 3847">
                          <a:extLst>
                            <a:ext uri="{FF2B5EF4-FFF2-40B4-BE49-F238E27FC236}">
                              <a16:creationId xmlns:a16="http://schemas.microsoft.com/office/drawing/2014/main" id="{E7AC70F6-41C4-4562-B7F4-847DCA10D52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49" name="Flowchart: Connector 3848">
                          <a:extLst>
                            <a:ext uri="{FF2B5EF4-FFF2-40B4-BE49-F238E27FC236}">
                              <a16:creationId xmlns:a16="http://schemas.microsoft.com/office/drawing/2014/main" id="{3EFAB994-DC9A-4084-8249-B9C39D1200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50" name="Flowchart: Connector 3849">
                          <a:extLst>
                            <a:ext uri="{FF2B5EF4-FFF2-40B4-BE49-F238E27FC236}">
                              <a16:creationId xmlns:a16="http://schemas.microsoft.com/office/drawing/2014/main" id="{91519EF6-A60D-4813-B923-094581249B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51" name="Flowchart: Connector 3850">
                          <a:extLst>
                            <a:ext uri="{FF2B5EF4-FFF2-40B4-BE49-F238E27FC236}">
                              <a16:creationId xmlns:a16="http://schemas.microsoft.com/office/drawing/2014/main" id="{56F9663E-0F75-4EE0-9DD1-D79B13853AA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52" name="Flowchart: Connector 3851">
                          <a:extLst>
                            <a:ext uri="{FF2B5EF4-FFF2-40B4-BE49-F238E27FC236}">
                              <a16:creationId xmlns:a16="http://schemas.microsoft.com/office/drawing/2014/main" id="{7ED5AB82-7E27-4C0F-A375-C5AAA6DA0ED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53" name="Flowchart: Connector 3852">
                          <a:extLst>
                            <a:ext uri="{FF2B5EF4-FFF2-40B4-BE49-F238E27FC236}">
                              <a16:creationId xmlns:a16="http://schemas.microsoft.com/office/drawing/2014/main" id="{96292F13-366E-48E5-860B-8CFA59CDCB6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54" name="Flowchart: Connector 3853">
                          <a:extLst>
                            <a:ext uri="{FF2B5EF4-FFF2-40B4-BE49-F238E27FC236}">
                              <a16:creationId xmlns:a16="http://schemas.microsoft.com/office/drawing/2014/main" id="{F1C21276-DDF4-4C4F-8167-0D0F4E821A4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55" name="Flowchart: Connector 3854">
                          <a:extLst>
                            <a:ext uri="{FF2B5EF4-FFF2-40B4-BE49-F238E27FC236}">
                              <a16:creationId xmlns:a16="http://schemas.microsoft.com/office/drawing/2014/main" id="{75F7E7AA-4C9A-4BBA-9FBB-206B205B350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3856" name="Flowchart: Connector 3855">
                          <a:extLst>
                            <a:ext uri="{FF2B5EF4-FFF2-40B4-BE49-F238E27FC236}">
                              <a16:creationId xmlns:a16="http://schemas.microsoft.com/office/drawing/2014/main" id="{618FBB81-A025-40C3-8818-A3DC02C31A5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857" name="3D Model 3856" descr="Sphere">
                              <a:extLst>
                                <a:ext uri="{FF2B5EF4-FFF2-40B4-BE49-F238E27FC236}">
                                  <a16:creationId xmlns:a16="http://schemas.microsoft.com/office/drawing/2014/main" id="{970FD6C6-7959-4E64-83AC-43F7E2AD275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3579111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858" name="Flowchart: Connector 3857">
                          <a:extLst>
                            <a:ext uri="{FF2B5EF4-FFF2-40B4-BE49-F238E27FC236}">
                              <a16:creationId xmlns:a16="http://schemas.microsoft.com/office/drawing/2014/main" id="{4F8DDC42-4843-4345-9198-074F9455AC4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859" name="3D Model 3858" descr="Sphere">
                              <a:extLst>
                                <a:ext uri="{FF2B5EF4-FFF2-40B4-BE49-F238E27FC236}">
                                  <a16:creationId xmlns:a16="http://schemas.microsoft.com/office/drawing/2014/main" id="{C05C6AE7-A05D-48B8-B5CD-38AC24C4FDB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8208683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860" name="Flowchart: Connector 3859">
                          <a:extLst>
                            <a:ext uri="{FF2B5EF4-FFF2-40B4-BE49-F238E27FC236}">
                              <a16:creationId xmlns:a16="http://schemas.microsoft.com/office/drawing/2014/main" id="{AAF7A339-0756-4B88-8AEA-74A8F92B267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861" name="3D Model 3860" descr="Sphere">
                              <a:extLst>
                                <a:ext uri="{FF2B5EF4-FFF2-40B4-BE49-F238E27FC236}">
                                  <a16:creationId xmlns:a16="http://schemas.microsoft.com/office/drawing/2014/main" id="{C55AC321-565F-44D9-983C-B634D4CD2AC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0412215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3862" name="Flowchart: Connector 3861">
                          <a:extLst>
                            <a:ext uri="{FF2B5EF4-FFF2-40B4-BE49-F238E27FC236}">
                              <a16:creationId xmlns:a16="http://schemas.microsoft.com/office/drawing/2014/main" id="{4428A8E0-B2A4-4C69-B134-B3D0A11BA02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3863" name="3D Model 3862" descr="Sphere">
                              <a:extLst>
                                <a:ext uri="{FF2B5EF4-FFF2-40B4-BE49-F238E27FC236}">
                                  <a16:creationId xmlns:a16="http://schemas.microsoft.com/office/drawing/2014/main" id="{15BC7AE5-6321-451F-8F71-E221573DCA3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5558392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3832" name="Flowchart: Connector 3831">
                        <a:extLst>
                          <a:ext uri="{FF2B5EF4-FFF2-40B4-BE49-F238E27FC236}">
                            <a16:creationId xmlns:a16="http://schemas.microsoft.com/office/drawing/2014/main" id="{BFA3BCD8-A44A-4128-9662-6535B899FFF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33" name="Flowchart: Connector 3832">
                        <a:extLst>
                          <a:ext uri="{FF2B5EF4-FFF2-40B4-BE49-F238E27FC236}">
                            <a16:creationId xmlns:a16="http://schemas.microsoft.com/office/drawing/2014/main" id="{3DD1A3E1-BEC6-46E9-A505-3FA9F0F1138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34" name="Flowchart: Connector 3833">
                        <a:extLst>
                          <a:ext uri="{FF2B5EF4-FFF2-40B4-BE49-F238E27FC236}">
                            <a16:creationId xmlns:a16="http://schemas.microsoft.com/office/drawing/2014/main" id="{A8AC966E-EE35-4E43-A5EE-DB23B9E8AB4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35" name="Flowchart: Connector 3834">
                        <a:extLst>
                          <a:ext uri="{FF2B5EF4-FFF2-40B4-BE49-F238E27FC236}">
                            <a16:creationId xmlns:a16="http://schemas.microsoft.com/office/drawing/2014/main" id="{6A0BFDFE-8514-4566-BE22-D6881D16C45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36" name="Flowchart: Connector 3835">
                        <a:extLst>
                          <a:ext uri="{FF2B5EF4-FFF2-40B4-BE49-F238E27FC236}">
                            <a16:creationId xmlns:a16="http://schemas.microsoft.com/office/drawing/2014/main" id="{50FF4574-52D7-4BC9-8AE0-CB760C56F75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37" name="Flowchart: Connector 3836">
                        <a:extLst>
                          <a:ext uri="{FF2B5EF4-FFF2-40B4-BE49-F238E27FC236}">
                            <a16:creationId xmlns:a16="http://schemas.microsoft.com/office/drawing/2014/main" id="{43D2D338-89D6-461F-81CB-60D3A444C53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38" name="Flowchart: Connector 3837">
                        <a:extLst>
                          <a:ext uri="{FF2B5EF4-FFF2-40B4-BE49-F238E27FC236}">
                            <a16:creationId xmlns:a16="http://schemas.microsoft.com/office/drawing/2014/main" id="{9336AC6D-8CF9-43AC-8625-DE7201A7A45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39" name="Flowchart: Connector 3838">
                        <a:extLst>
                          <a:ext uri="{FF2B5EF4-FFF2-40B4-BE49-F238E27FC236}">
                            <a16:creationId xmlns:a16="http://schemas.microsoft.com/office/drawing/2014/main" id="{4F59F5F9-95A0-43BE-9D0F-06B4E17E5F9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40" name="Flowchart: Connector 3839">
                        <a:extLst>
                          <a:ext uri="{FF2B5EF4-FFF2-40B4-BE49-F238E27FC236}">
                            <a16:creationId xmlns:a16="http://schemas.microsoft.com/office/drawing/2014/main" id="{FC9743FA-1C43-49FD-AE0D-ABA06A8C6CC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41" name="3D Model 3840" descr="Sphere">
                            <a:extLst>
                              <a:ext uri="{FF2B5EF4-FFF2-40B4-BE49-F238E27FC236}">
                                <a16:creationId xmlns:a16="http://schemas.microsoft.com/office/drawing/2014/main" id="{EBE34CDD-AA9A-4CA0-9806-A3D179EEDFE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92712711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1750" cy="5892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8"/>
                              </am3d:raster>
                              <am3d:objViewport viewportSz="66246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5" name="3D Model 174" descr="Sphere">
                            <a:extLst>
                              <a:ext uri="{FF2B5EF4-FFF2-40B4-BE49-F238E27FC236}">
                                <a16:creationId xmlns:a16="http://schemas.microsoft.com/office/drawing/2014/main" id="{0F441D18-6D9C-4C48-BBF1-C28CF9A13BF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2"/>
                          <a:stretch>
                            <a:fillRect/>
                          </a:stretch>
                        </p:blipFill>
                        <p:spPr>
                          <a:xfrm>
                            <a:off x="1065242" y="2784657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842" name="Flowchart: Connector 3841">
                        <a:extLst>
                          <a:ext uri="{FF2B5EF4-FFF2-40B4-BE49-F238E27FC236}">
                            <a16:creationId xmlns:a16="http://schemas.microsoft.com/office/drawing/2014/main" id="{E4E51ADB-9B1B-4659-9BC8-2DA9FFFDD27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43" name="3D Model 3842" descr="Sphere">
                            <a:extLst>
                              <a:ext uri="{FF2B5EF4-FFF2-40B4-BE49-F238E27FC236}">
                                <a16:creationId xmlns:a16="http://schemas.microsoft.com/office/drawing/2014/main" id="{2F63027A-B67D-4688-8BD4-1E6B628F228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69564292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7" name="3D Model 176" descr="Sphere">
                            <a:extLst>
                              <a:ext uri="{FF2B5EF4-FFF2-40B4-BE49-F238E27FC236}">
                                <a16:creationId xmlns:a16="http://schemas.microsoft.com/office/drawing/2014/main" id="{653ADD8A-AFB8-4BB3-8461-2EBD4DD651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302651" y="284871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844" name="Flowchart: Connector 3843">
                        <a:extLst>
                          <a:ext uri="{FF2B5EF4-FFF2-40B4-BE49-F238E27FC236}">
                            <a16:creationId xmlns:a16="http://schemas.microsoft.com/office/drawing/2014/main" id="{0D7D47CA-06BB-4A00-8AC9-446B1983808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45" name="3D Model 3844" descr="Sphere">
                            <a:extLst>
                              <a:ext uri="{FF2B5EF4-FFF2-40B4-BE49-F238E27FC236}">
                                <a16:creationId xmlns:a16="http://schemas.microsoft.com/office/drawing/2014/main" id="{90172168-E8A1-47C5-BBEB-A2EF1DBB8E2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83051476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9" name="3D Model 178" descr="Sphere">
                            <a:extLst>
                              <a:ext uri="{FF2B5EF4-FFF2-40B4-BE49-F238E27FC236}">
                                <a16:creationId xmlns:a16="http://schemas.microsoft.com/office/drawing/2014/main" id="{04097741-C651-416C-B6DD-C24D5A1D138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3"/>
                          <a:stretch>
                            <a:fillRect/>
                          </a:stretch>
                        </p:blipFill>
                        <p:spPr>
                          <a:xfrm>
                            <a:off x="1547147" y="291749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846" name="Flowchart: Connector 3845">
                        <a:extLst>
                          <a:ext uri="{FF2B5EF4-FFF2-40B4-BE49-F238E27FC236}">
                            <a16:creationId xmlns:a16="http://schemas.microsoft.com/office/drawing/2014/main" id="{E427AF07-9834-466C-8E56-2DF8E71E6D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47" name="3D Model 3846" descr="Sphere">
                            <a:extLst>
                              <a:ext uri="{FF2B5EF4-FFF2-40B4-BE49-F238E27FC236}">
                                <a16:creationId xmlns:a16="http://schemas.microsoft.com/office/drawing/2014/main" id="{3360C29C-0A39-43C7-8436-25272785D18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95375796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81" name="3D Model 180" descr="Sphere">
                            <a:extLst>
                              <a:ext uri="{FF2B5EF4-FFF2-40B4-BE49-F238E27FC236}">
                                <a16:creationId xmlns:a16="http://schemas.microsoft.com/office/drawing/2014/main" id="{C85FB5A0-5213-4020-B74F-0E33E70A359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1815565" y="2997549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3759" name="Flowchart: Connector 3758">
                    <a:extLst>
                      <a:ext uri="{FF2B5EF4-FFF2-40B4-BE49-F238E27FC236}">
                        <a16:creationId xmlns:a16="http://schemas.microsoft.com/office/drawing/2014/main" id="{561C6CAE-372F-440B-9962-52C825EE47D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760" name="Flowchart: Connector 3759">
                    <a:extLst>
                      <a:ext uri="{FF2B5EF4-FFF2-40B4-BE49-F238E27FC236}">
                        <a16:creationId xmlns:a16="http://schemas.microsoft.com/office/drawing/2014/main" id="{E0C37F42-C492-4AA7-9A8E-28F3BF12567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761" name="Flowchart: Connector 3760">
                    <a:extLst>
                      <a:ext uri="{FF2B5EF4-FFF2-40B4-BE49-F238E27FC236}">
                        <a16:creationId xmlns:a16="http://schemas.microsoft.com/office/drawing/2014/main" id="{1D22180D-C4C5-47B2-BDC7-DAB19697E55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762" name="Flowchart: Connector 3761">
                    <a:extLst>
                      <a:ext uri="{FF2B5EF4-FFF2-40B4-BE49-F238E27FC236}">
                        <a16:creationId xmlns:a16="http://schemas.microsoft.com/office/drawing/2014/main" id="{3E39F0C4-E9F7-42D1-A42E-048393DD032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763" name="Flowchart: Connector 3762">
                    <a:extLst>
                      <a:ext uri="{FF2B5EF4-FFF2-40B4-BE49-F238E27FC236}">
                        <a16:creationId xmlns:a16="http://schemas.microsoft.com/office/drawing/2014/main" id="{E3B7D975-ACD6-4302-8073-B8AA24B3FEF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764" name="Flowchart: Connector 3763">
                    <a:extLst>
                      <a:ext uri="{FF2B5EF4-FFF2-40B4-BE49-F238E27FC236}">
                        <a16:creationId xmlns:a16="http://schemas.microsoft.com/office/drawing/2014/main" id="{01B99150-71EF-4951-9A3F-C29A0CAA6A4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3765" name="Flowchart: Connector 3764">
                    <a:extLst>
                      <a:ext uri="{FF2B5EF4-FFF2-40B4-BE49-F238E27FC236}">
                        <a16:creationId xmlns:a16="http://schemas.microsoft.com/office/drawing/2014/main" id="{9F8D4D0B-CD78-47A7-9824-5866AD93EEA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766" name="Flowchart: Connector 3765">
                    <a:extLst>
                      <a:ext uri="{FF2B5EF4-FFF2-40B4-BE49-F238E27FC236}">
                        <a16:creationId xmlns:a16="http://schemas.microsoft.com/office/drawing/2014/main" id="{D50747F2-ECB0-4C14-B75B-06773463682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3767" name="Group 3766">
                    <a:extLst>
                      <a:ext uri="{FF2B5EF4-FFF2-40B4-BE49-F238E27FC236}">
                        <a16:creationId xmlns:a16="http://schemas.microsoft.com/office/drawing/2014/main" id="{A840CCE3-0A23-41BE-8D42-EBA348E0B91C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3768" name="Group 3767">
                      <a:extLst>
                        <a:ext uri="{FF2B5EF4-FFF2-40B4-BE49-F238E27FC236}">
                          <a16:creationId xmlns:a16="http://schemas.microsoft.com/office/drawing/2014/main" id="{F19A5D69-112C-4D61-8540-920FF4215B8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3819" name="Flowchart: Connector 3818">
                        <a:extLst>
                          <a:ext uri="{FF2B5EF4-FFF2-40B4-BE49-F238E27FC236}">
                            <a16:creationId xmlns:a16="http://schemas.microsoft.com/office/drawing/2014/main" id="{5B0E1FCE-127E-4078-B603-92A447EC46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20" name="3D Model 3819" descr="Sphere">
                            <a:extLst>
                              <a:ext uri="{FF2B5EF4-FFF2-40B4-BE49-F238E27FC236}">
                                <a16:creationId xmlns:a16="http://schemas.microsoft.com/office/drawing/2014/main" id="{70ABD651-3B99-4215-ACE6-F204BBADB81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1772439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1750" cy="5892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8"/>
                              </am3d:raster>
                              <am3d:objViewport viewportSz="66246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54" name="3D Model 153" descr="Sphere">
                            <a:extLst>
                              <a:ext uri="{FF2B5EF4-FFF2-40B4-BE49-F238E27FC236}">
                                <a16:creationId xmlns:a16="http://schemas.microsoft.com/office/drawing/2014/main" id="{59D6F9AA-09E2-4338-90EA-68FFD8CCDA4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2"/>
                          <a:stretch>
                            <a:fillRect/>
                          </a:stretch>
                        </p:blipFill>
                        <p:spPr>
                          <a:xfrm>
                            <a:off x="835944" y="3887946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821" name="Flowchart: Connector 3820">
                        <a:extLst>
                          <a:ext uri="{FF2B5EF4-FFF2-40B4-BE49-F238E27FC236}">
                            <a16:creationId xmlns:a16="http://schemas.microsoft.com/office/drawing/2014/main" id="{B08C1CF4-0D40-43A1-B58D-7DCCD05638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22" name="3D Model 3821" descr="Sphere">
                            <a:extLst>
                              <a:ext uri="{FF2B5EF4-FFF2-40B4-BE49-F238E27FC236}">
                                <a16:creationId xmlns:a16="http://schemas.microsoft.com/office/drawing/2014/main" id="{EB4602BA-D80B-4E90-92B5-0E6A4B9A797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7028984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823" name="Flowchart: Connector 3822">
                        <a:extLst>
                          <a:ext uri="{FF2B5EF4-FFF2-40B4-BE49-F238E27FC236}">
                            <a16:creationId xmlns:a16="http://schemas.microsoft.com/office/drawing/2014/main" id="{19436B57-4DD1-40C1-B2DE-49E26FD1AC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24" name="3D Model 3823" descr="Sphere">
                            <a:extLst>
                              <a:ext uri="{FF2B5EF4-FFF2-40B4-BE49-F238E27FC236}">
                                <a16:creationId xmlns:a16="http://schemas.microsoft.com/office/drawing/2014/main" id="{59B7E301-3039-4F67-847A-23737D2C4D4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48383562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825" name="Flowchart: Connector 3824">
                        <a:extLst>
                          <a:ext uri="{FF2B5EF4-FFF2-40B4-BE49-F238E27FC236}">
                            <a16:creationId xmlns:a16="http://schemas.microsoft.com/office/drawing/2014/main" id="{3521AA9B-5FA3-4D9E-A775-2135D9F7039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26" name="3D Model 3825" descr="Sphere">
                            <a:extLst>
                              <a:ext uri="{FF2B5EF4-FFF2-40B4-BE49-F238E27FC236}">
                                <a16:creationId xmlns:a16="http://schemas.microsoft.com/office/drawing/2014/main" id="{AFC2C759-961D-456C-9877-9A26F9EDEA6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2503076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3769" name="Group 3768">
                      <a:extLst>
                        <a:ext uri="{FF2B5EF4-FFF2-40B4-BE49-F238E27FC236}">
                          <a16:creationId xmlns:a16="http://schemas.microsoft.com/office/drawing/2014/main" id="{B984806D-09BF-44CE-86E4-E38FDAE1C7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3803" name="Flowchart: Connector 3802">
                        <a:extLst>
                          <a:ext uri="{FF2B5EF4-FFF2-40B4-BE49-F238E27FC236}">
                            <a16:creationId xmlns:a16="http://schemas.microsoft.com/office/drawing/2014/main" id="{807E90AF-2D4F-43B5-AEB1-FDF843CDE77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04" name="Flowchart: Connector 3803">
                        <a:extLst>
                          <a:ext uri="{FF2B5EF4-FFF2-40B4-BE49-F238E27FC236}">
                            <a16:creationId xmlns:a16="http://schemas.microsoft.com/office/drawing/2014/main" id="{BEE3A087-2D88-497C-AC99-9DD8029F2D5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05" name="Flowchart: Connector 3804">
                        <a:extLst>
                          <a:ext uri="{FF2B5EF4-FFF2-40B4-BE49-F238E27FC236}">
                            <a16:creationId xmlns:a16="http://schemas.microsoft.com/office/drawing/2014/main" id="{40338EBF-A144-4EBE-A564-5D6ADE16502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06" name="Flowchart: Connector 3805">
                        <a:extLst>
                          <a:ext uri="{FF2B5EF4-FFF2-40B4-BE49-F238E27FC236}">
                            <a16:creationId xmlns:a16="http://schemas.microsoft.com/office/drawing/2014/main" id="{D945E151-AAAE-4DCB-929B-03573A2E0F9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07" name="Flowchart: Connector 3806">
                        <a:extLst>
                          <a:ext uri="{FF2B5EF4-FFF2-40B4-BE49-F238E27FC236}">
                            <a16:creationId xmlns:a16="http://schemas.microsoft.com/office/drawing/2014/main" id="{AA4DA524-7B73-488F-A0AC-8639170444B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08" name="Flowchart: Connector 3807">
                        <a:extLst>
                          <a:ext uri="{FF2B5EF4-FFF2-40B4-BE49-F238E27FC236}">
                            <a16:creationId xmlns:a16="http://schemas.microsoft.com/office/drawing/2014/main" id="{E4BF606F-D206-4B9C-8D60-C0FCA628C51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09" name="Flowchart: Connector 3808">
                        <a:extLst>
                          <a:ext uri="{FF2B5EF4-FFF2-40B4-BE49-F238E27FC236}">
                            <a16:creationId xmlns:a16="http://schemas.microsoft.com/office/drawing/2014/main" id="{2F7F9498-C54F-45F2-A900-3416386FDC2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10" name="Flowchart: Connector 3809">
                        <a:extLst>
                          <a:ext uri="{FF2B5EF4-FFF2-40B4-BE49-F238E27FC236}">
                            <a16:creationId xmlns:a16="http://schemas.microsoft.com/office/drawing/2014/main" id="{6E103CCA-8913-4EB7-8BF3-796164D5765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811" name="Flowchart: Connector 3810">
                        <a:extLst>
                          <a:ext uri="{FF2B5EF4-FFF2-40B4-BE49-F238E27FC236}">
                            <a16:creationId xmlns:a16="http://schemas.microsoft.com/office/drawing/2014/main" id="{9CAA8725-392D-4504-9583-8C3BE3FA607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12" name="3D Model 3811" descr="Sphere">
                            <a:extLst>
                              <a:ext uri="{FF2B5EF4-FFF2-40B4-BE49-F238E27FC236}">
                                <a16:creationId xmlns:a16="http://schemas.microsoft.com/office/drawing/2014/main" id="{EC1A62B4-6FC3-4826-9971-B95C5DC4972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53109737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46" name="3D Model 145" descr="Sphere">
                            <a:extLst>
                              <a:ext uri="{FF2B5EF4-FFF2-40B4-BE49-F238E27FC236}">
                                <a16:creationId xmlns:a16="http://schemas.microsoft.com/office/drawing/2014/main" id="{756B16C5-4508-40A0-B7F3-162B4744EE2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832585" y="3554337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813" name="Flowchart: Connector 3812">
                        <a:extLst>
                          <a:ext uri="{FF2B5EF4-FFF2-40B4-BE49-F238E27FC236}">
                            <a16:creationId xmlns:a16="http://schemas.microsoft.com/office/drawing/2014/main" id="{3572F1D8-AFC7-4A75-971E-ADD3CE7E92D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14" name="3D Model 3813" descr="Sphere">
                            <a:extLst>
                              <a:ext uri="{FF2B5EF4-FFF2-40B4-BE49-F238E27FC236}">
                                <a16:creationId xmlns:a16="http://schemas.microsoft.com/office/drawing/2014/main" id="{88241D0B-AE54-4C25-A4A9-578862F5BE7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6184110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815" name="Flowchart: Connector 3814">
                        <a:extLst>
                          <a:ext uri="{FF2B5EF4-FFF2-40B4-BE49-F238E27FC236}">
                            <a16:creationId xmlns:a16="http://schemas.microsoft.com/office/drawing/2014/main" id="{9CDA76C5-19A9-4623-AB00-80E82541AC4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16" name="3D Model 3815" descr="Sphere">
                            <a:extLst>
                              <a:ext uri="{FF2B5EF4-FFF2-40B4-BE49-F238E27FC236}">
                                <a16:creationId xmlns:a16="http://schemas.microsoft.com/office/drawing/2014/main" id="{B426D682-ABDB-41A1-9CB8-2DF00ABEA11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88474333"/>
                              </p:ext>
                            </p:extLst>
                          </p:nvPr>
                        </p:nvGraphicFramePr>
                        <p:xfrm>
                          <a:off x="4202454" y="1787715"/>
                          <a:ext cx="306466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816" name="3D Model 3815" descr="Sphere">
                            <a:extLst>
                              <a:ext uri="{FF2B5EF4-FFF2-40B4-BE49-F238E27FC236}">
                                <a16:creationId xmlns:a16="http://schemas.microsoft.com/office/drawing/2014/main" id="{B426D682-ABDB-41A1-9CB8-2DF00ABEA115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0"/>
                          <a:stretch>
                            <a:fillRect/>
                          </a:stretch>
                        </p:blipFill>
                        <p:spPr>
                          <a:xfrm>
                            <a:off x="4239025" y="2302770"/>
                            <a:ext cx="63136" cy="6439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817" name="Flowchart: Connector 3816">
                        <a:extLst>
                          <a:ext uri="{FF2B5EF4-FFF2-40B4-BE49-F238E27FC236}">
                            <a16:creationId xmlns:a16="http://schemas.microsoft.com/office/drawing/2014/main" id="{A1DE1E00-4DCE-4A99-B076-4A923255BB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18" name="3D Model 3817" descr="Sphere">
                            <a:extLst>
                              <a:ext uri="{FF2B5EF4-FFF2-40B4-BE49-F238E27FC236}">
                                <a16:creationId xmlns:a16="http://schemas.microsoft.com/office/drawing/2014/main" id="{027AA717-4086-4CDA-B1AD-E7CB4D6F521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09247976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3770" name="Group 3769">
                      <a:extLst>
                        <a:ext uri="{FF2B5EF4-FFF2-40B4-BE49-F238E27FC236}">
                          <a16:creationId xmlns:a16="http://schemas.microsoft.com/office/drawing/2014/main" id="{F93AC03D-F2D1-405C-818E-5753871456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3787" name="Flowchart: Connector 3786">
                        <a:extLst>
                          <a:ext uri="{FF2B5EF4-FFF2-40B4-BE49-F238E27FC236}">
                            <a16:creationId xmlns:a16="http://schemas.microsoft.com/office/drawing/2014/main" id="{2CA56624-2D61-460B-A447-0D9D27DAB73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88" name="Flowchart: Connector 3787">
                        <a:extLst>
                          <a:ext uri="{FF2B5EF4-FFF2-40B4-BE49-F238E27FC236}">
                            <a16:creationId xmlns:a16="http://schemas.microsoft.com/office/drawing/2014/main" id="{228B16CD-ADEF-43A2-A4FA-5A0D91A74CD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89" name="Flowchart: Connector 3788">
                        <a:extLst>
                          <a:ext uri="{FF2B5EF4-FFF2-40B4-BE49-F238E27FC236}">
                            <a16:creationId xmlns:a16="http://schemas.microsoft.com/office/drawing/2014/main" id="{E0A30385-B42E-43B0-B350-88B2504113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90" name="Flowchart: Connector 3789">
                        <a:extLst>
                          <a:ext uri="{FF2B5EF4-FFF2-40B4-BE49-F238E27FC236}">
                            <a16:creationId xmlns:a16="http://schemas.microsoft.com/office/drawing/2014/main" id="{10EC2140-6338-447B-869B-ACB33AF4497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91" name="Flowchart: Connector 3790">
                        <a:extLst>
                          <a:ext uri="{FF2B5EF4-FFF2-40B4-BE49-F238E27FC236}">
                            <a16:creationId xmlns:a16="http://schemas.microsoft.com/office/drawing/2014/main" id="{871488BD-C356-49D8-928A-8D1BD7A22FE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92" name="Flowchart: Connector 3791">
                        <a:extLst>
                          <a:ext uri="{FF2B5EF4-FFF2-40B4-BE49-F238E27FC236}">
                            <a16:creationId xmlns:a16="http://schemas.microsoft.com/office/drawing/2014/main" id="{17D51FEE-6440-499C-B6FC-E0F7118E396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93" name="Flowchart: Connector 3792">
                        <a:extLst>
                          <a:ext uri="{FF2B5EF4-FFF2-40B4-BE49-F238E27FC236}">
                            <a16:creationId xmlns:a16="http://schemas.microsoft.com/office/drawing/2014/main" id="{E2CB2871-A51F-4BBE-A508-23DF2436A7C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94" name="Flowchart: Connector 3793">
                        <a:extLst>
                          <a:ext uri="{FF2B5EF4-FFF2-40B4-BE49-F238E27FC236}">
                            <a16:creationId xmlns:a16="http://schemas.microsoft.com/office/drawing/2014/main" id="{D4503540-04D2-4735-B654-29173B33B0A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795" name="Flowchart: Connector 3794">
                        <a:extLst>
                          <a:ext uri="{FF2B5EF4-FFF2-40B4-BE49-F238E27FC236}">
                            <a16:creationId xmlns:a16="http://schemas.microsoft.com/office/drawing/2014/main" id="{2CF4A319-82B5-4371-B144-251BDB20F7F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796" name="3D Model 3795" descr="Sphere">
                            <a:extLst>
                              <a:ext uri="{FF2B5EF4-FFF2-40B4-BE49-F238E27FC236}">
                                <a16:creationId xmlns:a16="http://schemas.microsoft.com/office/drawing/2014/main" id="{96255DDB-2F83-48BC-8BB6-4D396B357BE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33879811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30" name="3D Model 129" descr="Sphere">
                            <a:extLst>
                              <a:ext uri="{FF2B5EF4-FFF2-40B4-BE49-F238E27FC236}">
                                <a16:creationId xmlns:a16="http://schemas.microsoft.com/office/drawing/2014/main" id="{47D4A59F-7345-4303-916A-A0AC6A0CF64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822906" y="323115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797" name="Flowchart: Connector 3796">
                        <a:extLst>
                          <a:ext uri="{FF2B5EF4-FFF2-40B4-BE49-F238E27FC236}">
                            <a16:creationId xmlns:a16="http://schemas.microsoft.com/office/drawing/2014/main" id="{682AD9BF-2AD1-452E-A066-64E8C2C31AD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798" name="3D Model 3797" descr="Sphere">
                            <a:extLst>
                              <a:ext uri="{FF2B5EF4-FFF2-40B4-BE49-F238E27FC236}">
                                <a16:creationId xmlns:a16="http://schemas.microsoft.com/office/drawing/2014/main" id="{95C3CFBF-ECF7-45F0-838E-40BA0EF256E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6887626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32" name="3D Model 131" descr="Sphere">
                            <a:extLst>
                              <a:ext uri="{FF2B5EF4-FFF2-40B4-BE49-F238E27FC236}">
                                <a16:creationId xmlns:a16="http://schemas.microsoft.com/office/drawing/2014/main" id="{2B44DAD8-B15B-485D-9084-36E080510765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062972" y="331541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799" name="Flowchart: Connector 3798">
                        <a:extLst>
                          <a:ext uri="{FF2B5EF4-FFF2-40B4-BE49-F238E27FC236}">
                            <a16:creationId xmlns:a16="http://schemas.microsoft.com/office/drawing/2014/main" id="{C96DE4E2-3574-4EBC-B60D-C23E006BB0D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00" name="3D Model 3799" descr="Sphere">
                            <a:extLst>
                              <a:ext uri="{FF2B5EF4-FFF2-40B4-BE49-F238E27FC236}">
                                <a16:creationId xmlns:a16="http://schemas.microsoft.com/office/drawing/2014/main" id="{127064A7-22B7-4610-AA5A-F52CB5EFD71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27967795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801" name="Flowchart: Connector 3800">
                        <a:extLst>
                          <a:ext uri="{FF2B5EF4-FFF2-40B4-BE49-F238E27FC236}">
                            <a16:creationId xmlns:a16="http://schemas.microsoft.com/office/drawing/2014/main" id="{1D43C658-E426-49B6-921A-82C08A3897B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802" name="3D Model 3801" descr="Sphere">
                            <a:extLst>
                              <a:ext uri="{FF2B5EF4-FFF2-40B4-BE49-F238E27FC236}">
                                <a16:creationId xmlns:a16="http://schemas.microsoft.com/office/drawing/2014/main" id="{D17B6856-D2B5-4DB8-B94B-8BAC04D9332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7712723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3771" name="Flowchart: Connector 3770">
                      <a:extLst>
                        <a:ext uri="{FF2B5EF4-FFF2-40B4-BE49-F238E27FC236}">
                          <a16:creationId xmlns:a16="http://schemas.microsoft.com/office/drawing/2014/main" id="{6EA87A93-AA61-484D-94F1-11C421DAB73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772" name="Flowchart: Connector 3771">
                      <a:extLst>
                        <a:ext uri="{FF2B5EF4-FFF2-40B4-BE49-F238E27FC236}">
                          <a16:creationId xmlns:a16="http://schemas.microsoft.com/office/drawing/2014/main" id="{646E73F1-18A7-473C-AC15-F853DD85A00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773" name="Flowchart: Connector 3772">
                      <a:extLst>
                        <a:ext uri="{FF2B5EF4-FFF2-40B4-BE49-F238E27FC236}">
                          <a16:creationId xmlns:a16="http://schemas.microsoft.com/office/drawing/2014/main" id="{960864C7-5528-498D-90D5-3B5AAF4500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774" name="Flowchart: Connector 3773">
                      <a:extLst>
                        <a:ext uri="{FF2B5EF4-FFF2-40B4-BE49-F238E27FC236}">
                          <a16:creationId xmlns:a16="http://schemas.microsoft.com/office/drawing/2014/main" id="{2311EF77-1D78-4D98-BEE8-BAC7CD9015F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775" name="Flowchart: Connector 3774">
                      <a:extLst>
                        <a:ext uri="{FF2B5EF4-FFF2-40B4-BE49-F238E27FC236}">
                          <a16:creationId xmlns:a16="http://schemas.microsoft.com/office/drawing/2014/main" id="{0527654D-9A53-45E9-A58A-38DCF403DAE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776" name="Flowchart: Connector 3775">
                      <a:extLst>
                        <a:ext uri="{FF2B5EF4-FFF2-40B4-BE49-F238E27FC236}">
                          <a16:creationId xmlns:a16="http://schemas.microsoft.com/office/drawing/2014/main" id="{4E3729EA-2FBC-44AD-839F-27858A60B87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777" name="Flowchart: Connector 3776">
                      <a:extLst>
                        <a:ext uri="{FF2B5EF4-FFF2-40B4-BE49-F238E27FC236}">
                          <a16:creationId xmlns:a16="http://schemas.microsoft.com/office/drawing/2014/main" id="{452DC113-3389-46A3-8D74-27EB857E091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778" name="Flowchart: Connector 3777">
                      <a:extLst>
                        <a:ext uri="{FF2B5EF4-FFF2-40B4-BE49-F238E27FC236}">
                          <a16:creationId xmlns:a16="http://schemas.microsoft.com/office/drawing/2014/main" id="{9C9ACD9C-81B8-4EFF-8A18-DD8CACFCA7C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779" name="Flowchart: Connector 3778">
                      <a:extLst>
                        <a:ext uri="{FF2B5EF4-FFF2-40B4-BE49-F238E27FC236}">
                          <a16:creationId xmlns:a16="http://schemas.microsoft.com/office/drawing/2014/main" id="{6E679BD5-0BD9-41A1-A541-C1FEA12E7E5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780" name="3D Model 3779" descr="Sphere">
                          <a:extLst>
                            <a:ext uri="{FF2B5EF4-FFF2-40B4-BE49-F238E27FC236}">
                              <a16:creationId xmlns:a16="http://schemas.microsoft.com/office/drawing/2014/main" id="{678C101A-8D36-41BC-9B2E-041BA14CAFF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06190526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9"/>
                            </am3d:raster>
                            <am3d:objViewport viewportSz="6069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4" name="3D Model 113" descr="Sphere">
                          <a:extLst>
                            <a:ext uri="{FF2B5EF4-FFF2-40B4-BE49-F238E27FC236}">
                              <a16:creationId xmlns:a16="http://schemas.microsoft.com/office/drawing/2014/main" id="{56A2AB05-F072-40CA-90AE-FD36A7808D3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5"/>
                        <a:stretch>
                          <a:fillRect/>
                        </a:stretch>
                      </p:blipFill>
                      <p:spPr>
                        <a:xfrm>
                          <a:off x="830057" y="2917267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781" name="Flowchart: Connector 3780">
                      <a:extLst>
                        <a:ext uri="{FF2B5EF4-FFF2-40B4-BE49-F238E27FC236}">
                          <a16:creationId xmlns:a16="http://schemas.microsoft.com/office/drawing/2014/main" id="{8604728F-2607-44AC-9DCA-88113F40F3C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782" name="3D Model 3781" descr="Sphere">
                          <a:extLst>
                            <a:ext uri="{FF2B5EF4-FFF2-40B4-BE49-F238E27FC236}">
                              <a16:creationId xmlns:a16="http://schemas.microsoft.com/office/drawing/2014/main" id="{7B304B02-DE65-489B-84C2-AD1A41B24166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915840848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6" name="3D Model 115" descr="Sphere">
                          <a:extLst>
                            <a:ext uri="{FF2B5EF4-FFF2-40B4-BE49-F238E27FC236}">
                              <a16:creationId xmlns:a16="http://schemas.microsoft.com/office/drawing/2014/main" id="{7C9E6E5C-C27E-459B-A76D-97CD231ABD4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1076013" y="300758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783" name="Flowchart: Connector 3782">
                      <a:extLst>
                        <a:ext uri="{FF2B5EF4-FFF2-40B4-BE49-F238E27FC236}">
                          <a16:creationId xmlns:a16="http://schemas.microsoft.com/office/drawing/2014/main" id="{A9661A30-EB6A-46EB-8D83-9E0DC00CADB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784" name="3D Model 3783" descr="Sphere">
                          <a:extLst>
                            <a:ext uri="{FF2B5EF4-FFF2-40B4-BE49-F238E27FC236}">
                              <a16:creationId xmlns:a16="http://schemas.microsoft.com/office/drawing/2014/main" id="{61BD1A32-574C-4C9D-BE23-1E1CA757D67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17266764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8" name="3D Model 117" descr="Sphere">
                          <a:extLst>
                            <a:ext uri="{FF2B5EF4-FFF2-40B4-BE49-F238E27FC236}">
                              <a16:creationId xmlns:a16="http://schemas.microsoft.com/office/drawing/2014/main" id="{4E73B661-C0D3-4777-B427-FC4F81686E2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317147" y="3055459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785" name="Flowchart: Connector 3784">
                      <a:extLst>
                        <a:ext uri="{FF2B5EF4-FFF2-40B4-BE49-F238E27FC236}">
                          <a16:creationId xmlns:a16="http://schemas.microsoft.com/office/drawing/2014/main" id="{4B37A36A-5FC9-454B-892B-1B519974855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786" name="3D Model 3785" descr="Sphere">
                          <a:extLst>
                            <a:ext uri="{FF2B5EF4-FFF2-40B4-BE49-F238E27FC236}">
                              <a16:creationId xmlns:a16="http://schemas.microsoft.com/office/drawing/2014/main" id="{9FF1BEA2-F786-4F4E-8B5C-1D6E7DC49A8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811183171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20" name="3D Model 119" descr="Sphere">
                          <a:extLst>
                            <a:ext uri="{FF2B5EF4-FFF2-40B4-BE49-F238E27FC236}">
                              <a16:creationId xmlns:a16="http://schemas.microsoft.com/office/drawing/2014/main" id="{3476476F-DDC4-49CE-B42B-4D693A51BEBB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1585565" y="314249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3676" name="Group 3675">
                  <a:extLst>
                    <a:ext uri="{FF2B5EF4-FFF2-40B4-BE49-F238E27FC236}">
                      <a16:creationId xmlns:a16="http://schemas.microsoft.com/office/drawing/2014/main" id="{7E4D36FA-4E3A-4437-BFA9-B1C8415B4043}"/>
                    </a:ext>
                  </a:extLst>
                </p:cNvPr>
                <p:cNvGrpSpPr/>
                <p:nvPr/>
              </p:nvGrpSpPr>
              <p:grpSpPr>
                <a:xfrm rot="18542409">
                  <a:off x="2257159" y="2362802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746" name="Freeform: Shape 3745">
                    <a:extLst>
                      <a:ext uri="{FF2B5EF4-FFF2-40B4-BE49-F238E27FC236}">
                        <a16:creationId xmlns:a16="http://schemas.microsoft.com/office/drawing/2014/main" id="{22825F5A-CBD8-45D4-9A03-604DA3502F52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47" name="Rectangle: Rounded Corners 3746">
                    <a:extLst>
                      <a:ext uri="{FF2B5EF4-FFF2-40B4-BE49-F238E27FC236}">
                        <a16:creationId xmlns:a16="http://schemas.microsoft.com/office/drawing/2014/main" id="{B47BD4D2-DBB0-477A-9E9D-1A782FE5B4B1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77" name="Group 3676">
                  <a:extLst>
                    <a:ext uri="{FF2B5EF4-FFF2-40B4-BE49-F238E27FC236}">
                      <a16:creationId xmlns:a16="http://schemas.microsoft.com/office/drawing/2014/main" id="{CD50B77C-142F-4026-90F0-EE6D25244E45}"/>
                    </a:ext>
                  </a:extLst>
                </p:cNvPr>
                <p:cNvGrpSpPr/>
                <p:nvPr/>
              </p:nvGrpSpPr>
              <p:grpSpPr>
                <a:xfrm rot="17122200">
                  <a:off x="1187274" y="235013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744" name="Freeform: Shape 3743">
                    <a:extLst>
                      <a:ext uri="{FF2B5EF4-FFF2-40B4-BE49-F238E27FC236}">
                        <a16:creationId xmlns:a16="http://schemas.microsoft.com/office/drawing/2014/main" id="{E5ED5FAB-9C72-4311-8CEA-DF894C535EA4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45" name="Rectangle: Rounded Corners 3744">
                    <a:extLst>
                      <a:ext uri="{FF2B5EF4-FFF2-40B4-BE49-F238E27FC236}">
                        <a16:creationId xmlns:a16="http://schemas.microsoft.com/office/drawing/2014/main" id="{89C58917-664C-4636-9CD3-998671151D71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78" name="Group 3677">
                  <a:extLst>
                    <a:ext uri="{FF2B5EF4-FFF2-40B4-BE49-F238E27FC236}">
                      <a16:creationId xmlns:a16="http://schemas.microsoft.com/office/drawing/2014/main" id="{A4323170-9B45-4DBB-88BB-7168BE76CAAC}"/>
                    </a:ext>
                  </a:extLst>
                </p:cNvPr>
                <p:cNvGrpSpPr/>
                <p:nvPr/>
              </p:nvGrpSpPr>
              <p:grpSpPr>
                <a:xfrm rot="658209">
                  <a:off x="2479276" y="3323586"/>
                  <a:ext cx="746642" cy="235253"/>
                  <a:chOff x="2620172" y="2546175"/>
                  <a:chExt cx="834986" cy="143092"/>
                </a:xfrm>
              </p:grpSpPr>
              <p:sp>
                <p:nvSpPr>
                  <p:cNvPr id="3742" name="Freeform: Shape 3741">
                    <a:extLst>
                      <a:ext uri="{FF2B5EF4-FFF2-40B4-BE49-F238E27FC236}">
                        <a16:creationId xmlns:a16="http://schemas.microsoft.com/office/drawing/2014/main" id="{12EE4FF7-0BEA-4998-8556-8CF462B0FE15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43" name="Rectangle: Rounded Corners 3742">
                    <a:extLst>
                      <a:ext uri="{FF2B5EF4-FFF2-40B4-BE49-F238E27FC236}">
                        <a16:creationId xmlns:a16="http://schemas.microsoft.com/office/drawing/2014/main" id="{CDE8CF06-A93C-4C86-AEFC-88D63228DA98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79" name="Group 3678">
                  <a:extLst>
                    <a:ext uri="{FF2B5EF4-FFF2-40B4-BE49-F238E27FC236}">
                      <a16:creationId xmlns:a16="http://schemas.microsoft.com/office/drawing/2014/main" id="{29EC4770-2608-4741-8FEF-8A54A0BC45BC}"/>
                    </a:ext>
                  </a:extLst>
                </p:cNvPr>
                <p:cNvGrpSpPr/>
                <p:nvPr/>
              </p:nvGrpSpPr>
              <p:grpSpPr>
                <a:xfrm rot="18837888">
                  <a:off x="1789768" y="223810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740" name="Freeform: Shape 3739">
                    <a:extLst>
                      <a:ext uri="{FF2B5EF4-FFF2-40B4-BE49-F238E27FC236}">
                        <a16:creationId xmlns:a16="http://schemas.microsoft.com/office/drawing/2014/main" id="{1CD6A22C-9F32-4793-88F6-A4B74026BB7F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41" name="Rectangle: Rounded Corners 3740">
                    <a:extLst>
                      <a:ext uri="{FF2B5EF4-FFF2-40B4-BE49-F238E27FC236}">
                        <a16:creationId xmlns:a16="http://schemas.microsoft.com/office/drawing/2014/main" id="{D92BCC9E-F96C-47BB-85B1-12A89AA65C8F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80" name="Group 3679">
                  <a:extLst>
                    <a:ext uri="{FF2B5EF4-FFF2-40B4-BE49-F238E27FC236}">
                      <a16:creationId xmlns:a16="http://schemas.microsoft.com/office/drawing/2014/main" id="{317A7028-AF93-4A2E-845C-195E2CBCE6DC}"/>
                    </a:ext>
                  </a:extLst>
                </p:cNvPr>
                <p:cNvGrpSpPr/>
                <p:nvPr/>
              </p:nvGrpSpPr>
              <p:grpSpPr>
                <a:xfrm rot="16200000">
                  <a:off x="563034" y="2429570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738" name="Freeform: Shape 3737">
                    <a:extLst>
                      <a:ext uri="{FF2B5EF4-FFF2-40B4-BE49-F238E27FC236}">
                        <a16:creationId xmlns:a16="http://schemas.microsoft.com/office/drawing/2014/main" id="{EA55899A-3A71-48DD-B92F-48D4AACFEDF3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39" name="Rectangle: Rounded Corners 3738">
                    <a:extLst>
                      <a:ext uri="{FF2B5EF4-FFF2-40B4-BE49-F238E27FC236}">
                        <a16:creationId xmlns:a16="http://schemas.microsoft.com/office/drawing/2014/main" id="{A8BABDB3-A6D3-4D6C-B96C-8BA8953E8D87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81" name="Group 3680">
                  <a:extLst>
                    <a:ext uri="{FF2B5EF4-FFF2-40B4-BE49-F238E27FC236}">
                      <a16:creationId xmlns:a16="http://schemas.microsoft.com/office/drawing/2014/main" id="{50660FB7-B81C-4799-80F4-E36B33F1AA3A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350328" y="4425270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736" name="Freeform: Shape 3735">
                    <a:extLst>
                      <a:ext uri="{FF2B5EF4-FFF2-40B4-BE49-F238E27FC236}">
                        <a16:creationId xmlns:a16="http://schemas.microsoft.com/office/drawing/2014/main" id="{6B30D479-9777-4D95-B5C5-71C1E192E9DB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37" name="Rectangle: Rounded Corners 3736">
                    <a:extLst>
                      <a:ext uri="{FF2B5EF4-FFF2-40B4-BE49-F238E27FC236}">
                        <a16:creationId xmlns:a16="http://schemas.microsoft.com/office/drawing/2014/main" id="{1DBF935F-7400-4296-A568-1E8679513D94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82" name="Group 3681">
                  <a:extLst>
                    <a:ext uri="{FF2B5EF4-FFF2-40B4-BE49-F238E27FC236}">
                      <a16:creationId xmlns:a16="http://schemas.microsoft.com/office/drawing/2014/main" id="{62E7D317-9A34-4E4C-B0BF-08EF9517F984}"/>
                    </a:ext>
                  </a:extLst>
                </p:cNvPr>
                <p:cNvGrpSpPr/>
                <p:nvPr/>
              </p:nvGrpSpPr>
              <p:grpSpPr>
                <a:xfrm rot="5880914">
                  <a:off x="789613" y="4380622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734" name="Freeform: Shape 3733">
                    <a:extLst>
                      <a:ext uri="{FF2B5EF4-FFF2-40B4-BE49-F238E27FC236}">
                        <a16:creationId xmlns:a16="http://schemas.microsoft.com/office/drawing/2014/main" id="{88538ECF-BD15-437F-A2A7-793B134A665B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35" name="Rectangle: Rounded Corners 3734">
                    <a:extLst>
                      <a:ext uri="{FF2B5EF4-FFF2-40B4-BE49-F238E27FC236}">
                        <a16:creationId xmlns:a16="http://schemas.microsoft.com/office/drawing/2014/main" id="{8FA83A46-7BE1-49EA-8BEC-C4BE1708F0B4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83" name="Group 3682">
                  <a:extLst>
                    <a:ext uri="{FF2B5EF4-FFF2-40B4-BE49-F238E27FC236}">
                      <a16:creationId xmlns:a16="http://schemas.microsoft.com/office/drawing/2014/main" id="{EC6E2D31-A209-47E1-B384-15F1743936FB}"/>
                    </a:ext>
                  </a:extLst>
                </p:cNvPr>
                <p:cNvGrpSpPr/>
                <p:nvPr/>
              </p:nvGrpSpPr>
              <p:grpSpPr>
                <a:xfrm rot="13587211">
                  <a:off x="651990" y="2929858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732" name="Freeform: Shape 3731">
                    <a:extLst>
                      <a:ext uri="{FF2B5EF4-FFF2-40B4-BE49-F238E27FC236}">
                        <a16:creationId xmlns:a16="http://schemas.microsoft.com/office/drawing/2014/main" id="{8EBE2A6A-9B60-4A1D-A459-21FBEB539896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33" name="Rectangle: Rounded Corners 3732">
                    <a:extLst>
                      <a:ext uri="{FF2B5EF4-FFF2-40B4-BE49-F238E27FC236}">
                        <a16:creationId xmlns:a16="http://schemas.microsoft.com/office/drawing/2014/main" id="{79EF63E0-EA29-4318-973F-0B148DCE6A4D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84" name="Group 3683">
                  <a:extLst>
                    <a:ext uri="{FF2B5EF4-FFF2-40B4-BE49-F238E27FC236}">
                      <a16:creationId xmlns:a16="http://schemas.microsoft.com/office/drawing/2014/main" id="{5C19F269-0C10-49DD-AC48-5E0DB683CB66}"/>
                    </a:ext>
                  </a:extLst>
                </p:cNvPr>
                <p:cNvGrpSpPr/>
                <p:nvPr/>
              </p:nvGrpSpPr>
              <p:grpSpPr>
                <a:xfrm rot="11351284">
                  <a:off x="163719" y="3807693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730" name="Freeform: Shape 3729">
                    <a:extLst>
                      <a:ext uri="{FF2B5EF4-FFF2-40B4-BE49-F238E27FC236}">
                        <a16:creationId xmlns:a16="http://schemas.microsoft.com/office/drawing/2014/main" id="{BB0F560B-2664-4311-B30E-6C5E60705414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31" name="Rectangle: Rounded Corners 3730">
                    <a:extLst>
                      <a:ext uri="{FF2B5EF4-FFF2-40B4-BE49-F238E27FC236}">
                        <a16:creationId xmlns:a16="http://schemas.microsoft.com/office/drawing/2014/main" id="{CA6E301B-EB8E-4BEF-AC2D-9AE4E9757031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85" name="Group 3684">
                  <a:extLst>
                    <a:ext uri="{FF2B5EF4-FFF2-40B4-BE49-F238E27FC236}">
                      <a16:creationId xmlns:a16="http://schemas.microsoft.com/office/drawing/2014/main" id="{CC41CC3D-3813-41C9-8ECF-95FB62BB351B}"/>
                    </a:ext>
                  </a:extLst>
                </p:cNvPr>
                <p:cNvGrpSpPr/>
                <p:nvPr/>
              </p:nvGrpSpPr>
              <p:grpSpPr>
                <a:xfrm rot="4193783">
                  <a:off x="2062756" y="4148262"/>
                  <a:ext cx="706454" cy="171076"/>
                  <a:chOff x="2620172" y="2546175"/>
                  <a:chExt cx="834986" cy="143092"/>
                </a:xfrm>
              </p:grpSpPr>
              <p:sp>
                <p:nvSpPr>
                  <p:cNvPr id="3728" name="Freeform: Shape 3727">
                    <a:extLst>
                      <a:ext uri="{FF2B5EF4-FFF2-40B4-BE49-F238E27FC236}">
                        <a16:creationId xmlns:a16="http://schemas.microsoft.com/office/drawing/2014/main" id="{AA17AE40-69EF-49F6-948A-7939F4E33310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29" name="Rectangle: Rounded Corners 3728">
                    <a:extLst>
                      <a:ext uri="{FF2B5EF4-FFF2-40B4-BE49-F238E27FC236}">
                        <a16:creationId xmlns:a16="http://schemas.microsoft.com/office/drawing/2014/main" id="{16A74BFD-932A-4994-8AD4-E5C36C155D26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86" name="Group 3685">
                  <a:extLst>
                    <a:ext uri="{FF2B5EF4-FFF2-40B4-BE49-F238E27FC236}">
                      <a16:creationId xmlns:a16="http://schemas.microsoft.com/office/drawing/2014/main" id="{97386313-0AEE-4B86-8531-C4A969C63909}"/>
                    </a:ext>
                  </a:extLst>
                </p:cNvPr>
                <p:cNvGrpSpPr/>
                <p:nvPr/>
              </p:nvGrpSpPr>
              <p:grpSpPr>
                <a:xfrm rot="1837203">
                  <a:off x="2331692" y="3874891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726" name="Freeform: Shape 3725">
                    <a:extLst>
                      <a:ext uri="{FF2B5EF4-FFF2-40B4-BE49-F238E27FC236}">
                        <a16:creationId xmlns:a16="http://schemas.microsoft.com/office/drawing/2014/main" id="{57475E4E-5909-451D-9553-5EB90E3D679C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27" name="Rectangle: Rounded Corners 3726">
                    <a:extLst>
                      <a:ext uri="{FF2B5EF4-FFF2-40B4-BE49-F238E27FC236}">
                        <a16:creationId xmlns:a16="http://schemas.microsoft.com/office/drawing/2014/main" id="{417A2E90-2682-4F49-A5BF-8EFF8985E662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87" name="Group 3686">
                  <a:extLst>
                    <a:ext uri="{FF2B5EF4-FFF2-40B4-BE49-F238E27FC236}">
                      <a16:creationId xmlns:a16="http://schemas.microsoft.com/office/drawing/2014/main" id="{F452AAF1-8913-4A14-879C-FF7C29110AFD}"/>
                    </a:ext>
                  </a:extLst>
                </p:cNvPr>
                <p:cNvGrpSpPr/>
                <p:nvPr/>
              </p:nvGrpSpPr>
              <p:grpSpPr>
                <a:xfrm rot="932650">
                  <a:off x="2489621" y="3105014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724" name="Freeform: Shape 3723">
                    <a:extLst>
                      <a:ext uri="{FF2B5EF4-FFF2-40B4-BE49-F238E27FC236}">
                        <a16:creationId xmlns:a16="http://schemas.microsoft.com/office/drawing/2014/main" id="{52F57E0A-D84C-4906-B6CD-24100C701620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25" name="Rectangle: Rounded Corners 3724">
                    <a:extLst>
                      <a:ext uri="{FF2B5EF4-FFF2-40B4-BE49-F238E27FC236}">
                        <a16:creationId xmlns:a16="http://schemas.microsoft.com/office/drawing/2014/main" id="{36B92F54-3359-4EE8-823D-152E1C809ECF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88" name="Group 3687">
                  <a:extLst>
                    <a:ext uri="{FF2B5EF4-FFF2-40B4-BE49-F238E27FC236}">
                      <a16:creationId xmlns:a16="http://schemas.microsoft.com/office/drawing/2014/main" id="{94256CD5-062C-41C5-B5DD-D33AD934BF14}"/>
                    </a:ext>
                  </a:extLst>
                </p:cNvPr>
                <p:cNvGrpSpPr/>
                <p:nvPr/>
              </p:nvGrpSpPr>
              <p:grpSpPr>
                <a:xfrm rot="10458038">
                  <a:off x="686489" y="3490410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722" name="Freeform: Shape 3721">
                    <a:extLst>
                      <a:ext uri="{FF2B5EF4-FFF2-40B4-BE49-F238E27FC236}">
                        <a16:creationId xmlns:a16="http://schemas.microsoft.com/office/drawing/2014/main" id="{58E75419-948C-42C3-8F07-F821C56148AC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23" name="Rectangle: Rounded Corners 3722">
                    <a:extLst>
                      <a:ext uri="{FF2B5EF4-FFF2-40B4-BE49-F238E27FC236}">
                        <a16:creationId xmlns:a16="http://schemas.microsoft.com/office/drawing/2014/main" id="{79070B9E-63F5-481A-80D3-A42448DDF2FB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89" name="Group 3688">
                  <a:extLst>
                    <a:ext uri="{FF2B5EF4-FFF2-40B4-BE49-F238E27FC236}">
                      <a16:creationId xmlns:a16="http://schemas.microsoft.com/office/drawing/2014/main" id="{918723CD-B329-46F6-8530-62E13E0A82B3}"/>
                    </a:ext>
                  </a:extLst>
                </p:cNvPr>
                <p:cNvGrpSpPr/>
                <p:nvPr/>
              </p:nvGrpSpPr>
              <p:grpSpPr>
                <a:xfrm rot="16924252">
                  <a:off x="1635001" y="2371073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720" name="Freeform: Shape 3719">
                    <a:extLst>
                      <a:ext uri="{FF2B5EF4-FFF2-40B4-BE49-F238E27FC236}">
                        <a16:creationId xmlns:a16="http://schemas.microsoft.com/office/drawing/2014/main" id="{7F1AE5CB-4BAC-43F8-93B9-BB152294509F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21" name="Rectangle: Rounded Corners 3720">
                    <a:extLst>
                      <a:ext uri="{FF2B5EF4-FFF2-40B4-BE49-F238E27FC236}">
                        <a16:creationId xmlns:a16="http://schemas.microsoft.com/office/drawing/2014/main" id="{610CB2CC-938D-476F-A1B2-96EAFC65DB7D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90" name="Group 3689">
                  <a:extLst>
                    <a:ext uri="{FF2B5EF4-FFF2-40B4-BE49-F238E27FC236}">
                      <a16:creationId xmlns:a16="http://schemas.microsoft.com/office/drawing/2014/main" id="{1E76B41A-DAD2-4BB7-950E-278EEDE2A7A4}"/>
                    </a:ext>
                  </a:extLst>
                </p:cNvPr>
                <p:cNvGrpSpPr/>
                <p:nvPr/>
              </p:nvGrpSpPr>
              <p:grpSpPr>
                <a:xfrm rot="15677156">
                  <a:off x="985517" y="2521255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718" name="Freeform: Shape 3717">
                    <a:extLst>
                      <a:ext uri="{FF2B5EF4-FFF2-40B4-BE49-F238E27FC236}">
                        <a16:creationId xmlns:a16="http://schemas.microsoft.com/office/drawing/2014/main" id="{695EFC54-EB7C-4F49-9E42-1F2DBF0CB74C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19" name="Rectangle: Rounded Corners 3718">
                    <a:extLst>
                      <a:ext uri="{FF2B5EF4-FFF2-40B4-BE49-F238E27FC236}">
                        <a16:creationId xmlns:a16="http://schemas.microsoft.com/office/drawing/2014/main" id="{A0D27112-4A58-4F1B-9B3F-CD476388C41F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91" name="Group 3690">
                  <a:extLst>
                    <a:ext uri="{FF2B5EF4-FFF2-40B4-BE49-F238E27FC236}">
                      <a16:creationId xmlns:a16="http://schemas.microsoft.com/office/drawing/2014/main" id="{63F3D243-39E8-4F87-8BE4-C22948D92F83}"/>
                    </a:ext>
                  </a:extLst>
                </p:cNvPr>
                <p:cNvGrpSpPr/>
                <p:nvPr/>
              </p:nvGrpSpPr>
              <p:grpSpPr>
                <a:xfrm rot="14354853" flipV="1">
                  <a:off x="976412" y="2438473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716" name="Freeform: Shape 3715">
                    <a:extLst>
                      <a:ext uri="{FF2B5EF4-FFF2-40B4-BE49-F238E27FC236}">
                        <a16:creationId xmlns:a16="http://schemas.microsoft.com/office/drawing/2014/main" id="{4CC2DC23-D8EE-47F9-BD8B-95FFCD465995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17" name="Rectangle: Rounded Corners 3716">
                    <a:extLst>
                      <a:ext uri="{FF2B5EF4-FFF2-40B4-BE49-F238E27FC236}">
                        <a16:creationId xmlns:a16="http://schemas.microsoft.com/office/drawing/2014/main" id="{71961E26-8B81-48EF-AE82-E2FB6551B4A4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92" name="Group 3691">
                  <a:extLst>
                    <a:ext uri="{FF2B5EF4-FFF2-40B4-BE49-F238E27FC236}">
                      <a16:creationId xmlns:a16="http://schemas.microsoft.com/office/drawing/2014/main" id="{9982EBEE-C90B-4982-ACC1-10D7676E5498}"/>
                    </a:ext>
                  </a:extLst>
                </p:cNvPr>
                <p:cNvGrpSpPr/>
                <p:nvPr/>
              </p:nvGrpSpPr>
              <p:grpSpPr>
                <a:xfrm rot="9793356" flipV="1">
                  <a:off x="215985" y="3237903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714" name="Freeform: Shape 3713">
                    <a:extLst>
                      <a:ext uri="{FF2B5EF4-FFF2-40B4-BE49-F238E27FC236}">
                        <a16:creationId xmlns:a16="http://schemas.microsoft.com/office/drawing/2014/main" id="{A0855274-9BFB-4FE4-A4C6-AD784AB3340D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15" name="Rectangle: Rounded Corners 3714">
                    <a:extLst>
                      <a:ext uri="{FF2B5EF4-FFF2-40B4-BE49-F238E27FC236}">
                        <a16:creationId xmlns:a16="http://schemas.microsoft.com/office/drawing/2014/main" id="{523F70D5-4A8B-4D66-99B2-078D5624CA88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93" name="Group 3692">
                  <a:extLst>
                    <a:ext uri="{FF2B5EF4-FFF2-40B4-BE49-F238E27FC236}">
                      <a16:creationId xmlns:a16="http://schemas.microsoft.com/office/drawing/2014/main" id="{FE54B1A4-E9E0-4EDB-AB1A-A148BF3BEB98}"/>
                    </a:ext>
                  </a:extLst>
                </p:cNvPr>
                <p:cNvGrpSpPr/>
                <p:nvPr/>
              </p:nvGrpSpPr>
              <p:grpSpPr>
                <a:xfrm rot="6907686" flipV="1">
                  <a:off x="692019" y="3931960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712" name="Freeform: Shape 3711">
                    <a:extLst>
                      <a:ext uri="{FF2B5EF4-FFF2-40B4-BE49-F238E27FC236}">
                        <a16:creationId xmlns:a16="http://schemas.microsoft.com/office/drawing/2014/main" id="{25D0B354-D929-45FB-AF30-378557ACF7ED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13" name="Rectangle: Rounded Corners 3712">
                    <a:extLst>
                      <a:ext uri="{FF2B5EF4-FFF2-40B4-BE49-F238E27FC236}">
                        <a16:creationId xmlns:a16="http://schemas.microsoft.com/office/drawing/2014/main" id="{D064AA3C-7B38-4F12-BBC7-28A1774CF82B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94" name="Group 3693">
                  <a:extLst>
                    <a:ext uri="{FF2B5EF4-FFF2-40B4-BE49-F238E27FC236}">
                      <a16:creationId xmlns:a16="http://schemas.microsoft.com/office/drawing/2014/main" id="{7F85153F-8EC6-43B6-979A-6E61AE99E036}"/>
                    </a:ext>
                  </a:extLst>
                </p:cNvPr>
                <p:cNvGrpSpPr/>
                <p:nvPr/>
              </p:nvGrpSpPr>
              <p:grpSpPr>
                <a:xfrm rot="1465711" flipV="1">
                  <a:off x="2002734" y="3404484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3710" name="Freeform: Shape 3709">
                    <a:extLst>
                      <a:ext uri="{FF2B5EF4-FFF2-40B4-BE49-F238E27FC236}">
                        <a16:creationId xmlns:a16="http://schemas.microsoft.com/office/drawing/2014/main" id="{40CC7983-47C6-480C-88DC-A8135A5FCE68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11" name="Rectangle: Rounded Corners 3710">
                    <a:extLst>
                      <a:ext uri="{FF2B5EF4-FFF2-40B4-BE49-F238E27FC236}">
                        <a16:creationId xmlns:a16="http://schemas.microsoft.com/office/drawing/2014/main" id="{A64D8048-C3CE-479D-BE8F-9ED48A66A73A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95" name="Group 3694">
                  <a:extLst>
                    <a:ext uri="{FF2B5EF4-FFF2-40B4-BE49-F238E27FC236}">
                      <a16:creationId xmlns:a16="http://schemas.microsoft.com/office/drawing/2014/main" id="{804B103C-77B7-478B-B927-7CA56ED01842}"/>
                    </a:ext>
                  </a:extLst>
                </p:cNvPr>
                <p:cNvGrpSpPr/>
                <p:nvPr/>
              </p:nvGrpSpPr>
              <p:grpSpPr>
                <a:xfrm rot="19016516">
                  <a:off x="1733273" y="2834891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708" name="Freeform: Shape 3707">
                    <a:extLst>
                      <a:ext uri="{FF2B5EF4-FFF2-40B4-BE49-F238E27FC236}">
                        <a16:creationId xmlns:a16="http://schemas.microsoft.com/office/drawing/2014/main" id="{0C209AD4-5B98-4B83-B3F0-E6B368D32972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09" name="Rectangle: Rounded Corners 3708">
                    <a:extLst>
                      <a:ext uri="{FF2B5EF4-FFF2-40B4-BE49-F238E27FC236}">
                        <a16:creationId xmlns:a16="http://schemas.microsoft.com/office/drawing/2014/main" id="{0AE831EF-EFAD-4658-9AA9-6ADD37449124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96" name="Group 3695">
                  <a:extLst>
                    <a:ext uri="{FF2B5EF4-FFF2-40B4-BE49-F238E27FC236}">
                      <a16:creationId xmlns:a16="http://schemas.microsoft.com/office/drawing/2014/main" id="{83F2EEB7-6A7D-4CD8-9BFC-348272225DD7}"/>
                    </a:ext>
                  </a:extLst>
                </p:cNvPr>
                <p:cNvGrpSpPr/>
                <p:nvPr/>
              </p:nvGrpSpPr>
              <p:grpSpPr>
                <a:xfrm rot="19245075">
                  <a:off x="1632068" y="282541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706" name="Freeform: Shape 3705">
                    <a:extLst>
                      <a:ext uri="{FF2B5EF4-FFF2-40B4-BE49-F238E27FC236}">
                        <a16:creationId xmlns:a16="http://schemas.microsoft.com/office/drawing/2014/main" id="{7EF2227B-742C-4300-85A9-7D9152B8AE58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07" name="Rectangle: Rounded Corners 3706">
                    <a:extLst>
                      <a:ext uri="{FF2B5EF4-FFF2-40B4-BE49-F238E27FC236}">
                        <a16:creationId xmlns:a16="http://schemas.microsoft.com/office/drawing/2014/main" id="{34543733-4431-4A0E-8E21-B6236A6C52BA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97" name="Group 3696">
                  <a:extLst>
                    <a:ext uri="{FF2B5EF4-FFF2-40B4-BE49-F238E27FC236}">
                      <a16:creationId xmlns:a16="http://schemas.microsoft.com/office/drawing/2014/main" id="{3D2AA6FD-D0E0-4A45-A9B9-EED2D79D1426}"/>
                    </a:ext>
                  </a:extLst>
                </p:cNvPr>
                <p:cNvGrpSpPr/>
                <p:nvPr/>
              </p:nvGrpSpPr>
              <p:grpSpPr>
                <a:xfrm rot="10458038">
                  <a:off x="838889" y="3642810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704" name="Freeform: Shape 3703">
                    <a:extLst>
                      <a:ext uri="{FF2B5EF4-FFF2-40B4-BE49-F238E27FC236}">
                        <a16:creationId xmlns:a16="http://schemas.microsoft.com/office/drawing/2014/main" id="{A8A7D6CA-A480-48A6-B42D-EAA8E92F8C91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05" name="Rectangle: Rounded Corners 3704">
                    <a:extLst>
                      <a:ext uri="{FF2B5EF4-FFF2-40B4-BE49-F238E27FC236}">
                        <a16:creationId xmlns:a16="http://schemas.microsoft.com/office/drawing/2014/main" id="{C8118E5C-68DB-4409-9A72-9266BAB747D2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98" name="Group 3697">
                  <a:extLst>
                    <a:ext uri="{FF2B5EF4-FFF2-40B4-BE49-F238E27FC236}">
                      <a16:creationId xmlns:a16="http://schemas.microsoft.com/office/drawing/2014/main" id="{BA337F8D-3743-4D8F-82B0-7FA4BB08F81A}"/>
                    </a:ext>
                  </a:extLst>
                </p:cNvPr>
                <p:cNvGrpSpPr/>
                <p:nvPr/>
              </p:nvGrpSpPr>
              <p:grpSpPr>
                <a:xfrm rot="15824399">
                  <a:off x="1224680" y="2818934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3702" name="Freeform: Shape 3701">
                    <a:extLst>
                      <a:ext uri="{FF2B5EF4-FFF2-40B4-BE49-F238E27FC236}">
                        <a16:creationId xmlns:a16="http://schemas.microsoft.com/office/drawing/2014/main" id="{5C434413-8D11-48FD-B768-42FE7E070D60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03" name="Rectangle: Rounded Corners 3702">
                    <a:extLst>
                      <a:ext uri="{FF2B5EF4-FFF2-40B4-BE49-F238E27FC236}">
                        <a16:creationId xmlns:a16="http://schemas.microsoft.com/office/drawing/2014/main" id="{E2FE7E70-0F1D-460D-BF89-E2CFD18AD3EB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3699" name="Group 3698">
                  <a:extLst>
                    <a:ext uri="{FF2B5EF4-FFF2-40B4-BE49-F238E27FC236}">
                      <a16:creationId xmlns:a16="http://schemas.microsoft.com/office/drawing/2014/main" id="{C2146E8C-C74A-4033-A192-EF5D5F7E3F90}"/>
                    </a:ext>
                  </a:extLst>
                </p:cNvPr>
                <p:cNvGrpSpPr/>
                <p:nvPr/>
              </p:nvGrpSpPr>
              <p:grpSpPr>
                <a:xfrm rot="16697394">
                  <a:off x="1080028" y="2168448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3700" name="Freeform: Shape 3699">
                    <a:extLst>
                      <a:ext uri="{FF2B5EF4-FFF2-40B4-BE49-F238E27FC236}">
                        <a16:creationId xmlns:a16="http://schemas.microsoft.com/office/drawing/2014/main" id="{BAE43572-D5AB-4CBF-B0F8-2E639B45FE40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3701" name="Rectangle: Rounded Corners 3700">
                    <a:extLst>
                      <a:ext uri="{FF2B5EF4-FFF2-40B4-BE49-F238E27FC236}">
                        <a16:creationId xmlns:a16="http://schemas.microsoft.com/office/drawing/2014/main" id="{2669517D-EE70-4CE9-97FD-39DF35BED06C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</p:grpSp>
          <p:sp>
            <p:nvSpPr>
              <p:cNvPr id="3670" name="Freeform: Shape 3669">
                <a:extLst>
                  <a:ext uri="{FF2B5EF4-FFF2-40B4-BE49-F238E27FC236}">
                    <a16:creationId xmlns:a16="http://schemas.microsoft.com/office/drawing/2014/main" id="{AFB43384-4F3A-47F6-9D82-C6F6413255C1}"/>
                  </a:ext>
                </a:extLst>
              </p:cNvPr>
              <p:cNvSpPr/>
              <p:nvPr/>
            </p:nvSpPr>
            <p:spPr>
              <a:xfrm rot="6017948" flipV="1">
                <a:off x="1305755" y="4290452"/>
                <a:ext cx="676370" cy="157011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3671" name="Freeform: Shape 3670">
                <a:extLst>
                  <a:ext uri="{FF2B5EF4-FFF2-40B4-BE49-F238E27FC236}">
                    <a16:creationId xmlns:a16="http://schemas.microsoft.com/office/drawing/2014/main" id="{35A87247-BC4E-4CF3-94FA-914E41A5F04E}"/>
                  </a:ext>
                </a:extLst>
              </p:cNvPr>
              <p:cNvSpPr/>
              <p:nvPr/>
            </p:nvSpPr>
            <p:spPr>
              <a:xfrm rot="21277659">
                <a:off x="2517403" y="2906549"/>
                <a:ext cx="690584" cy="235253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3672" name="Freeform: Shape 3671">
                <a:extLst>
                  <a:ext uri="{FF2B5EF4-FFF2-40B4-BE49-F238E27FC236}">
                    <a16:creationId xmlns:a16="http://schemas.microsoft.com/office/drawing/2014/main" id="{E7C8BC57-6F4B-4F5F-8FCF-002FD3713CE5}"/>
                  </a:ext>
                </a:extLst>
              </p:cNvPr>
              <p:cNvSpPr/>
              <p:nvPr/>
            </p:nvSpPr>
            <p:spPr>
              <a:xfrm rot="11528244" flipV="1">
                <a:off x="344853" y="2978311"/>
                <a:ext cx="676370" cy="157011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4034" name="Group 4033">
              <a:extLst>
                <a:ext uri="{FF2B5EF4-FFF2-40B4-BE49-F238E27FC236}">
                  <a16:creationId xmlns:a16="http://schemas.microsoft.com/office/drawing/2014/main" id="{D17F4BC6-A048-483C-BB80-DF2386F65876}"/>
                </a:ext>
              </a:extLst>
            </p:cNvPr>
            <p:cNvGrpSpPr/>
            <p:nvPr/>
          </p:nvGrpSpPr>
          <p:grpSpPr>
            <a:xfrm>
              <a:off x="4528747" y="2594651"/>
              <a:ext cx="630854" cy="599000"/>
              <a:chOff x="163719" y="1822501"/>
              <a:chExt cx="3062199" cy="3047160"/>
            </a:xfrm>
          </p:grpSpPr>
          <p:grpSp>
            <p:nvGrpSpPr>
              <p:cNvPr id="4035" name="Group 4034">
                <a:extLst>
                  <a:ext uri="{FF2B5EF4-FFF2-40B4-BE49-F238E27FC236}">
                    <a16:creationId xmlns:a16="http://schemas.microsoft.com/office/drawing/2014/main" id="{363EFAB2-C50E-42FF-B9CF-59ED01628935}"/>
                  </a:ext>
                </a:extLst>
              </p:cNvPr>
              <p:cNvGrpSpPr/>
              <p:nvPr/>
            </p:nvGrpSpPr>
            <p:grpSpPr>
              <a:xfrm>
                <a:off x="163719" y="1822501"/>
                <a:ext cx="3062199" cy="3047160"/>
                <a:chOff x="163719" y="1822501"/>
                <a:chExt cx="3062199" cy="3047160"/>
              </a:xfrm>
            </p:grpSpPr>
            <p:grpSp>
              <p:nvGrpSpPr>
                <p:cNvPr id="4039" name="Group 4038">
                  <a:extLst>
                    <a:ext uri="{FF2B5EF4-FFF2-40B4-BE49-F238E27FC236}">
                      <a16:creationId xmlns:a16="http://schemas.microsoft.com/office/drawing/2014/main" id="{1C22B341-7109-444C-9431-D5465E0756FB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683131" y="3844124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398" name="Freeform: Shape 4397">
                    <a:extLst>
                      <a:ext uri="{FF2B5EF4-FFF2-40B4-BE49-F238E27FC236}">
                        <a16:creationId xmlns:a16="http://schemas.microsoft.com/office/drawing/2014/main" id="{A0EAB587-B3D1-4187-BCB3-45CBBEE6302E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399" name="Rectangle: Rounded Corners 4398">
                    <a:extLst>
                      <a:ext uri="{FF2B5EF4-FFF2-40B4-BE49-F238E27FC236}">
                        <a16:creationId xmlns:a16="http://schemas.microsoft.com/office/drawing/2014/main" id="{2DDB80ED-5BF2-4BC4-829B-41A386FE8F8C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40" name="Group 4039">
                  <a:extLst>
                    <a:ext uri="{FF2B5EF4-FFF2-40B4-BE49-F238E27FC236}">
                      <a16:creationId xmlns:a16="http://schemas.microsoft.com/office/drawing/2014/main" id="{00E86C27-3FD6-4BE4-9E01-19EB48599202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123013" y="4110752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396" name="Freeform: Shape 4395">
                    <a:extLst>
                      <a:ext uri="{FF2B5EF4-FFF2-40B4-BE49-F238E27FC236}">
                        <a16:creationId xmlns:a16="http://schemas.microsoft.com/office/drawing/2014/main" id="{A9100E50-61B1-476D-A86B-48DEBB06FE4D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397" name="Rectangle: Rounded Corners 4396">
                    <a:extLst>
                      <a:ext uri="{FF2B5EF4-FFF2-40B4-BE49-F238E27FC236}">
                        <a16:creationId xmlns:a16="http://schemas.microsoft.com/office/drawing/2014/main" id="{60D556CA-9EFD-44B1-8F7C-4D8ACABC0A9D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41" name="Group 4040">
                  <a:extLst>
                    <a:ext uri="{FF2B5EF4-FFF2-40B4-BE49-F238E27FC236}">
                      <a16:creationId xmlns:a16="http://schemas.microsoft.com/office/drawing/2014/main" id="{12C9EB8E-145C-46F4-B007-5F93FE9E32AD}"/>
                    </a:ext>
                  </a:extLst>
                </p:cNvPr>
                <p:cNvGrpSpPr/>
                <p:nvPr/>
              </p:nvGrpSpPr>
              <p:grpSpPr>
                <a:xfrm>
                  <a:off x="860260" y="2440902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4114" name="Group 4113">
                    <a:extLst>
                      <a:ext uri="{FF2B5EF4-FFF2-40B4-BE49-F238E27FC236}">
                        <a16:creationId xmlns:a16="http://schemas.microsoft.com/office/drawing/2014/main" id="{6963D298-6AD3-46D7-96BA-CED66297E98E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4335" name="Group 4334">
                      <a:extLst>
                        <a:ext uri="{FF2B5EF4-FFF2-40B4-BE49-F238E27FC236}">
                          <a16:creationId xmlns:a16="http://schemas.microsoft.com/office/drawing/2014/main" id="{8795B013-C4E0-4147-B82E-5E1811A54E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4392" name="Flowchart: Connector 4391">
                        <a:extLst>
                          <a:ext uri="{FF2B5EF4-FFF2-40B4-BE49-F238E27FC236}">
                            <a16:creationId xmlns:a16="http://schemas.microsoft.com/office/drawing/2014/main" id="{3C97EE7B-64B6-4956-8DC2-C1099C8D41F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393" name="Flowchart: Connector 4392">
                        <a:extLst>
                          <a:ext uri="{FF2B5EF4-FFF2-40B4-BE49-F238E27FC236}">
                            <a16:creationId xmlns:a16="http://schemas.microsoft.com/office/drawing/2014/main" id="{13FA0716-AC7E-4CB5-9F34-E4B8429F0F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394" name="Flowchart: Connector 4393">
                        <a:extLst>
                          <a:ext uri="{FF2B5EF4-FFF2-40B4-BE49-F238E27FC236}">
                            <a16:creationId xmlns:a16="http://schemas.microsoft.com/office/drawing/2014/main" id="{A8993B92-2118-4B30-8254-7D94148854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395" name="Flowchart: Connector 4394">
                        <a:extLst>
                          <a:ext uri="{FF2B5EF4-FFF2-40B4-BE49-F238E27FC236}">
                            <a16:creationId xmlns:a16="http://schemas.microsoft.com/office/drawing/2014/main" id="{609998B3-265D-476C-917A-4C5E116AC5F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4336" name="Group 4335">
                      <a:extLst>
                        <a:ext uri="{FF2B5EF4-FFF2-40B4-BE49-F238E27FC236}">
                          <a16:creationId xmlns:a16="http://schemas.microsoft.com/office/drawing/2014/main" id="{8EC52537-F0AB-4A5C-904B-9BBA56872E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4337" name="Group 4336">
                        <a:extLst>
                          <a:ext uri="{FF2B5EF4-FFF2-40B4-BE49-F238E27FC236}">
                            <a16:creationId xmlns:a16="http://schemas.microsoft.com/office/drawing/2014/main" id="{98827F64-B3DC-49D7-B808-1ED3002452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85" name="3D Model 4384" descr="Sphere">
                              <a:extLst>
                                <a:ext uri="{FF2B5EF4-FFF2-40B4-BE49-F238E27FC236}">
                                  <a16:creationId xmlns:a16="http://schemas.microsoft.com/office/drawing/2014/main" id="{CC358324-34D4-4EE6-B453-56027351AC9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8797936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0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86" name="Flowchart: Connector 4385">
                          <a:extLst>
                            <a:ext uri="{FF2B5EF4-FFF2-40B4-BE49-F238E27FC236}">
                              <a16:creationId xmlns:a16="http://schemas.microsoft.com/office/drawing/2014/main" id="{03466B1C-E6C2-4487-8ADA-B815A328C53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87" name="3D Model 4386" descr="Sphere">
                              <a:extLst>
                                <a:ext uri="{FF2B5EF4-FFF2-40B4-BE49-F238E27FC236}">
                                  <a16:creationId xmlns:a16="http://schemas.microsoft.com/office/drawing/2014/main" id="{21AD20EF-731A-46E7-8413-D9A95620019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551164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88" name="Flowchart: Connector 4387">
                          <a:extLst>
                            <a:ext uri="{FF2B5EF4-FFF2-40B4-BE49-F238E27FC236}">
                              <a16:creationId xmlns:a16="http://schemas.microsoft.com/office/drawing/2014/main" id="{87243AF0-DF85-494C-901A-72639F1B583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89" name="3D Model 4388" descr="Sphere">
                              <a:extLst>
                                <a:ext uri="{FF2B5EF4-FFF2-40B4-BE49-F238E27FC236}">
                                  <a16:creationId xmlns:a16="http://schemas.microsoft.com/office/drawing/2014/main" id="{2896FB97-04DD-47F6-968E-BA59289DB1A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7248357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90" name="Flowchart: Connector 4389">
                          <a:extLst>
                            <a:ext uri="{FF2B5EF4-FFF2-40B4-BE49-F238E27FC236}">
                              <a16:creationId xmlns:a16="http://schemas.microsoft.com/office/drawing/2014/main" id="{DC0D555B-E37E-475C-8E64-D441A9E902D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91" name="3D Model 4390" descr="Sphere">
                              <a:extLst>
                                <a:ext uri="{FF2B5EF4-FFF2-40B4-BE49-F238E27FC236}">
                                  <a16:creationId xmlns:a16="http://schemas.microsoft.com/office/drawing/2014/main" id="{5EA7971D-9E73-46FF-A5F6-C64FD96F4BE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613120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4338" name="Group 4337">
                        <a:extLst>
                          <a:ext uri="{FF2B5EF4-FFF2-40B4-BE49-F238E27FC236}">
                            <a16:creationId xmlns:a16="http://schemas.microsoft.com/office/drawing/2014/main" id="{8F8CAEFC-09F6-4F16-B1CD-A8553D93D6A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4370" name="Flowchart: Connector 4369">
                          <a:extLst>
                            <a:ext uri="{FF2B5EF4-FFF2-40B4-BE49-F238E27FC236}">
                              <a16:creationId xmlns:a16="http://schemas.microsoft.com/office/drawing/2014/main" id="{53E8CC9D-2B9C-4F93-95C1-7C10E56FE07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71" name="Flowchart: Connector 4370">
                          <a:extLst>
                            <a:ext uri="{FF2B5EF4-FFF2-40B4-BE49-F238E27FC236}">
                              <a16:creationId xmlns:a16="http://schemas.microsoft.com/office/drawing/2014/main" id="{055D7653-8469-4EF6-BAEE-201B35A7F88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72" name="Flowchart: Connector 4371">
                          <a:extLst>
                            <a:ext uri="{FF2B5EF4-FFF2-40B4-BE49-F238E27FC236}">
                              <a16:creationId xmlns:a16="http://schemas.microsoft.com/office/drawing/2014/main" id="{28FFC1B9-7FF1-49A4-A410-7B546FB705C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73" name="Flowchart: Connector 4372">
                          <a:extLst>
                            <a:ext uri="{FF2B5EF4-FFF2-40B4-BE49-F238E27FC236}">
                              <a16:creationId xmlns:a16="http://schemas.microsoft.com/office/drawing/2014/main" id="{3E74DE21-A05B-47A7-8194-32644C8F3C2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74" name="Flowchart: Connector 4373">
                          <a:extLst>
                            <a:ext uri="{FF2B5EF4-FFF2-40B4-BE49-F238E27FC236}">
                              <a16:creationId xmlns:a16="http://schemas.microsoft.com/office/drawing/2014/main" id="{EE17B760-D51D-46FA-9B66-FB069944690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75" name="Flowchart: Connector 4374">
                          <a:extLst>
                            <a:ext uri="{FF2B5EF4-FFF2-40B4-BE49-F238E27FC236}">
                              <a16:creationId xmlns:a16="http://schemas.microsoft.com/office/drawing/2014/main" id="{8664E9F9-DD0A-4C44-97A0-2C49D3341FC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76" name="Flowchart: Connector 4375">
                          <a:extLst>
                            <a:ext uri="{FF2B5EF4-FFF2-40B4-BE49-F238E27FC236}">
                              <a16:creationId xmlns:a16="http://schemas.microsoft.com/office/drawing/2014/main" id="{D680B4A2-A41C-4672-B4C4-B0347D79EF0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77" name="Flowchart: Connector 4376">
                          <a:extLst>
                            <a:ext uri="{FF2B5EF4-FFF2-40B4-BE49-F238E27FC236}">
                              <a16:creationId xmlns:a16="http://schemas.microsoft.com/office/drawing/2014/main" id="{7032BDC0-C0A6-4FED-9D41-39AF4D5480B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78" name="3D Model 4377" descr="Sphere">
                              <a:extLst>
                                <a:ext uri="{FF2B5EF4-FFF2-40B4-BE49-F238E27FC236}">
                                  <a16:creationId xmlns:a16="http://schemas.microsoft.com/office/drawing/2014/main" id="{AE9C8137-CC87-4F4B-8FB4-5303B513A8A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9537774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79" name="Flowchart: Connector 4378">
                          <a:extLst>
                            <a:ext uri="{FF2B5EF4-FFF2-40B4-BE49-F238E27FC236}">
                              <a16:creationId xmlns:a16="http://schemas.microsoft.com/office/drawing/2014/main" id="{129770BE-6C21-4200-9678-64B65814DE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80" name="3D Model 4379" descr="Sphere">
                              <a:extLst>
                                <a:ext uri="{FF2B5EF4-FFF2-40B4-BE49-F238E27FC236}">
                                  <a16:creationId xmlns:a16="http://schemas.microsoft.com/office/drawing/2014/main" id="{20F39AD3-7DFE-4E05-9FCD-2FD96480E01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1302466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81" name="Flowchart: Connector 4380">
                          <a:extLst>
                            <a:ext uri="{FF2B5EF4-FFF2-40B4-BE49-F238E27FC236}">
                              <a16:creationId xmlns:a16="http://schemas.microsoft.com/office/drawing/2014/main" id="{5C4ADE71-48D4-4BA6-9B37-926197AFF69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82" name="3D Model 4381" descr="Sphere">
                              <a:extLst>
                                <a:ext uri="{FF2B5EF4-FFF2-40B4-BE49-F238E27FC236}">
                                  <a16:creationId xmlns:a16="http://schemas.microsoft.com/office/drawing/2014/main" id="{FD47841B-5E1B-43A0-BA92-E79D85D36DB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9862975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83" name="Flowchart: Connector 4382">
                          <a:extLst>
                            <a:ext uri="{FF2B5EF4-FFF2-40B4-BE49-F238E27FC236}">
                              <a16:creationId xmlns:a16="http://schemas.microsoft.com/office/drawing/2014/main" id="{9D47B616-E948-4DD3-BC08-4863F14615A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84" name="3D Model 4383" descr="Sphere">
                              <a:extLst>
                                <a:ext uri="{FF2B5EF4-FFF2-40B4-BE49-F238E27FC236}">
                                  <a16:creationId xmlns:a16="http://schemas.microsoft.com/office/drawing/2014/main" id="{1D3EE057-C9F3-485A-BA92-AAE90F648C0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0550495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4339" name="Group 4338">
                        <a:extLst>
                          <a:ext uri="{FF2B5EF4-FFF2-40B4-BE49-F238E27FC236}">
                            <a16:creationId xmlns:a16="http://schemas.microsoft.com/office/drawing/2014/main" id="{A4696572-E4CC-4075-908E-38650F8BDC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4355" name="Flowchart: Connector 4354">
                          <a:extLst>
                            <a:ext uri="{FF2B5EF4-FFF2-40B4-BE49-F238E27FC236}">
                              <a16:creationId xmlns:a16="http://schemas.microsoft.com/office/drawing/2014/main" id="{D92A1CAA-E761-41AD-BC6D-82BD22088CD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56" name="Flowchart: Connector 4355">
                          <a:extLst>
                            <a:ext uri="{FF2B5EF4-FFF2-40B4-BE49-F238E27FC236}">
                              <a16:creationId xmlns:a16="http://schemas.microsoft.com/office/drawing/2014/main" id="{D7916055-EF58-4545-B014-B77C9B6D2E7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57" name="Flowchart: Connector 4356">
                          <a:extLst>
                            <a:ext uri="{FF2B5EF4-FFF2-40B4-BE49-F238E27FC236}">
                              <a16:creationId xmlns:a16="http://schemas.microsoft.com/office/drawing/2014/main" id="{16378A0A-54B8-42C5-8D26-956B57545D1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58" name="Flowchart: Connector 4357">
                          <a:extLst>
                            <a:ext uri="{FF2B5EF4-FFF2-40B4-BE49-F238E27FC236}">
                              <a16:creationId xmlns:a16="http://schemas.microsoft.com/office/drawing/2014/main" id="{B4BDCCE8-4FBE-4548-8DDC-C2D0052EC6C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59" name="Flowchart: Connector 4358">
                          <a:extLst>
                            <a:ext uri="{FF2B5EF4-FFF2-40B4-BE49-F238E27FC236}">
                              <a16:creationId xmlns:a16="http://schemas.microsoft.com/office/drawing/2014/main" id="{B94E5EF4-891F-4AA5-A989-15618BFA11A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60" name="Flowchart: Connector 4359">
                          <a:extLst>
                            <a:ext uri="{FF2B5EF4-FFF2-40B4-BE49-F238E27FC236}">
                              <a16:creationId xmlns:a16="http://schemas.microsoft.com/office/drawing/2014/main" id="{16966E76-9790-41F6-9AE3-105081AA8B5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61" name="Flowchart: Connector 4360">
                          <a:extLst>
                            <a:ext uri="{FF2B5EF4-FFF2-40B4-BE49-F238E27FC236}">
                              <a16:creationId xmlns:a16="http://schemas.microsoft.com/office/drawing/2014/main" id="{8B73CADB-99A7-4A33-A98A-D5D0EE0C9EB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62" name="Flowchart: Connector 4361">
                          <a:extLst>
                            <a:ext uri="{FF2B5EF4-FFF2-40B4-BE49-F238E27FC236}">
                              <a16:creationId xmlns:a16="http://schemas.microsoft.com/office/drawing/2014/main" id="{9D5ABF04-F5B2-4E41-A787-81A53D37191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63" name="3D Model 4362" descr="Sphere">
                              <a:extLst>
                                <a:ext uri="{FF2B5EF4-FFF2-40B4-BE49-F238E27FC236}">
                                  <a16:creationId xmlns:a16="http://schemas.microsoft.com/office/drawing/2014/main" id="{BA438817-918C-4DA5-AB15-5E1E266FB7C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1755279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64" name="Flowchart: Connector 4363">
                          <a:extLst>
                            <a:ext uri="{FF2B5EF4-FFF2-40B4-BE49-F238E27FC236}">
                              <a16:creationId xmlns:a16="http://schemas.microsoft.com/office/drawing/2014/main" id="{A9551C9A-CD6A-4991-BDE9-57C41A0453D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65" name="3D Model 4364" descr="Sphere">
                              <a:extLst>
                                <a:ext uri="{FF2B5EF4-FFF2-40B4-BE49-F238E27FC236}">
                                  <a16:creationId xmlns:a16="http://schemas.microsoft.com/office/drawing/2014/main" id="{38EB0F03-5BBE-4E7B-9252-87E918DEFED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8566783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66" name="Flowchart: Connector 4365">
                          <a:extLst>
                            <a:ext uri="{FF2B5EF4-FFF2-40B4-BE49-F238E27FC236}">
                              <a16:creationId xmlns:a16="http://schemas.microsoft.com/office/drawing/2014/main" id="{31E286D2-5C39-4FA0-BB1B-CAB11B05EEB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67" name="3D Model 4366" descr="Sphere">
                              <a:extLst>
                                <a:ext uri="{FF2B5EF4-FFF2-40B4-BE49-F238E27FC236}">
                                  <a16:creationId xmlns:a16="http://schemas.microsoft.com/office/drawing/2014/main" id="{598EC2B8-606A-4102-8876-61B7CEDAB67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1102370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68" name="Flowchart: Connector 4367">
                          <a:extLst>
                            <a:ext uri="{FF2B5EF4-FFF2-40B4-BE49-F238E27FC236}">
                              <a16:creationId xmlns:a16="http://schemas.microsoft.com/office/drawing/2014/main" id="{264642FF-627D-4413-A804-F1E925D2DC6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69" name="3D Model 4368" descr="Sphere">
                              <a:extLst>
                                <a:ext uri="{FF2B5EF4-FFF2-40B4-BE49-F238E27FC236}">
                                  <a16:creationId xmlns:a16="http://schemas.microsoft.com/office/drawing/2014/main" id="{3C445587-862F-40B6-AF24-8258216A670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8743323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4340" name="Flowchart: Connector 4339">
                        <a:extLst>
                          <a:ext uri="{FF2B5EF4-FFF2-40B4-BE49-F238E27FC236}">
                            <a16:creationId xmlns:a16="http://schemas.microsoft.com/office/drawing/2014/main" id="{BA4A30E8-B7CE-4DE5-8BB3-13304DD1FDD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341" name="Flowchart: Connector 4340">
                        <a:extLst>
                          <a:ext uri="{FF2B5EF4-FFF2-40B4-BE49-F238E27FC236}">
                            <a16:creationId xmlns:a16="http://schemas.microsoft.com/office/drawing/2014/main" id="{F875B440-BEB3-4D38-B590-F22F2AF1272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342" name="Flowchart: Connector 4341">
                        <a:extLst>
                          <a:ext uri="{FF2B5EF4-FFF2-40B4-BE49-F238E27FC236}">
                            <a16:creationId xmlns:a16="http://schemas.microsoft.com/office/drawing/2014/main" id="{5B3736D6-8183-45CB-84B6-63879D08193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343" name="Flowchart: Connector 4342">
                        <a:extLst>
                          <a:ext uri="{FF2B5EF4-FFF2-40B4-BE49-F238E27FC236}">
                            <a16:creationId xmlns:a16="http://schemas.microsoft.com/office/drawing/2014/main" id="{10CE9CAC-7909-4BEF-A2DD-2D0A1374BA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344" name="Flowchart: Connector 4343">
                        <a:extLst>
                          <a:ext uri="{FF2B5EF4-FFF2-40B4-BE49-F238E27FC236}">
                            <a16:creationId xmlns:a16="http://schemas.microsoft.com/office/drawing/2014/main" id="{5D81650A-9CFE-4DC5-AD44-D4561BA20E0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345" name="Flowchart: Connector 4344">
                        <a:extLst>
                          <a:ext uri="{FF2B5EF4-FFF2-40B4-BE49-F238E27FC236}">
                            <a16:creationId xmlns:a16="http://schemas.microsoft.com/office/drawing/2014/main" id="{090AC710-A194-4D36-BED1-159E0B76AD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346" name="Flowchart: Connector 4345">
                        <a:extLst>
                          <a:ext uri="{FF2B5EF4-FFF2-40B4-BE49-F238E27FC236}">
                            <a16:creationId xmlns:a16="http://schemas.microsoft.com/office/drawing/2014/main" id="{AA9D26D0-3D33-410B-BFF5-4299AB9D9FF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347" name="Flowchart: Connector 4346">
                        <a:extLst>
                          <a:ext uri="{FF2B5EF4-FFF2-40B4-BE49-F238E27FC236}">
                            <a16:creationId xmlns:a16="http://schemas.microsoft.com/office/drawing/2014/main" id="{A1020AF2-A9F1-48FC-B813-AA80D62B8D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348" name="3D Model 4347" descr="Sphere">
                            <a:extLst>
                              <a:ext uri="{FF2B5EF4-FFF2-40B4-BE49-F238E27FC236}">
                                <a16:creationId xmlns:a16="http://schemas.microsoft.com/office/drawing/2014/main" id="{D17ABABE-6E97-42E5-B2A6-7282E7EFB73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80736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16" name="3D Model 315" descr="Sphere">
                            <a:extLst>
                              <a:ext uri="{FF2B5EF4-FFF2-40B4-BE49-F238E27FC236}">
                                <a16:creationId xmlns:a16="http://schemas.microsoft.com/office/drawing/2014/main" id="{94CEC40E-A38A-4B0D-A79B-E09B750E6BC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516517" y="257416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349" name="Flowchart: Connector 4348">
                        <a:extLst>
                          <a:ext uri="{FF2B5EF4-FFF2-40B4-BE49-F238E27FC236}">
                            <a16:creationId xmlns:a16="http://schemas.microsoft.com/office/drawing/2014/main" id="{E5514691-F46A-4F8D-AC83-568E0D9354C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350" name="3D Model 4349" descr="Sphere">
                            <a:extLst>
                              <a:ext uri="{FF2B5EF4-FFF2-40B4-BE49-F238E27FC236}">
                                <a16:creationId xmlns:a16="http://schemas.microsoft.com/office/drawing/2014/main" id="{6E36B47F-0B10-4D55-88EC-7B60CFD86A7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84426279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18" name="3D Model 317" descr="Sphere">
                            <a:extLst>
                              <a:ext uri="{FF2B5EF4-FFF2-40B4-BE49-F238E27FC236}">
                                <a16:creationId xmlns:a16="http://schemas.microsoft.com/office/drawing/2014/main" id="{2BEBEC1A-1AF1-4D15-819D-9B7F535C5F3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753281" y="263088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351" name="Flowchart: Connector 4350">
                        <a:extLst>
                          <a:ext uri="{FF2B5EF4-FFF2-40B4-BE49-F238E27FC236}">
                            <a16:creationId xmlns:a16="http://schemas.microsoft.com/office/drawing/2014/main" id="{337BC909-99F8-4435-AED9-E1E32E57AE8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352" name="3D Model 4351" descr="Sphere">
                            <a:extLst>
                              <a:ext uri="{FF2B5EF4-FFF2-40B4-BE49-F238E27FC236}">
                                <a16:creationId xmlns:a16="http://schemas.microsoft.com/office/drawing/2014/main" id="{18976501-53D9-4710-9AA3-25C1767021B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616939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20" name="3D Model 319" descr="Sphere">
                            <a:extLst>
                              <a:ext uri="{FF2B5EF4-FFF2-40B4-BE49-F238E27FC236}">
                                <a16:creationId xmlns:a16="http://schemas.microsoft.com/office/drawing/2014/main" id="{1A28C680-4EF8-400E-9656-44FEB9047F9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991151" y="269268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353" name="Flowchart: Connector 4352">
                        <a:extLst>
                          <a:ext uri="{FF2B5EF4-FFF2-40B4-BE49-F238E27FC236}">
                            <a16:creationId xmlns:a16="http://schemas.microsoft.com/office/drawing/2014/main" id="{1516601F-8F17-4457-B366-4DDE45EA58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354" name="3D Model 4353" descr="Sphere">
                            <a:extLst>
                              <a:ext uri="{FF2B5EF4-FFF2-40B4-BE49-F238E27FC236}">
                                <a16:creationId xmlns:a16="http://schemas.microsoft.com/office/drawing/2014/main" id="{C5D09D87-D308-429A-86B1-F134D9300DD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39671685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22" name="3D Model 321" descr="Sphere">
                            <a:extLst>
                              <a:ext uri="{FF2B5EF4-FFF2-40B4-BE49-F238E27FC236}">
                                <a16:creationId xmlns:a16="http://schemas.microsoft.com/office/drawing/2014/main" id="{14AA6C24-5D08-45CB-ACEC-CB80EC94130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2259569" y="2779722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4115" name="Group 4114">
                    <a:extLst>
                      <a:ext uri="{FF2B5EF4-FFF2-40B4-BE49-F238E27FC236}">
                        <a16:creationId xmlns:a16="http://schemas.microsoft.com/office/drawing/2014/main" id="{5A594A25-952F-431F-9C15-9209027A29B8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4332" name="Flowchart: Connector 4331">
                      <a:extLst>
                        <a:ext uri="{FF2B5EF4-FFF2-40B4-BE49-F238E27FC236}">
                          <a16:creationId xmlns:a16="http://schemas.microsoft.com/office/drawing/2014/main" id="{6E816548-79EE-4AAE-B4DC-9C30A87CA0E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333" name="Flowchart: Connector 4332">
                      <a:extLst>
                        <a:ext uri="{FF2B5EF4-FFF2-40B4-BE49-F238E27FC236}">
                          <a16:creationId xmlns:a16="http://schemas.microsoft.com/office/drawing/2014/main" id="{B33E3850-F97F-4732-B16B-19D0FF62F4B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334" name="Flowchart: Connector 4333">
                      <a:extLst>
                        <a:ext uri="{FF2B5EF4-FFF2-40B4-BE49-F238E27FC236}">
                          <a16:creationId xmlns:a16="http://schemas.microsoft.com/office/drawing/2014/main" id="{896FABF5-82CC-4D3D-8790-31FAE79E9DD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4116" name="Flowchart: Connector 4115">
                    <a:extLst>
                      <a:ext uri="{FF2B5EF4-FFF2-40B4-BE49-F238E27FC236}">
                        <a16:creationId xmlns:a16="http://schemas.microsoft.com/office/drawing/2014/main" id="{2C17DB77-5200-40D1-82E1-B493B8A36427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4117" name="Flowchart: Connector 4116">
                    <a:extLst>
                      <a:ext uri="{FF2B5EF4-FFF2-40B4-BE49-F238E27FC236}">
                        <a16:creationId xmlns:a16="http://schemas.microsoft.com/office/drawing/2014/main" id="{055F6CC8-A644-4E98-B832-C9880929C64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4118" name="Group 4117">
                    <a:extLst>
                      <a:ext uri="{FF2B5EF4-FFF2-40B4-BE49-F238E27FC236}">
                        <a16:creationId xmlns:a16="http://schemas.microsoft.com/office/drawing/2014/main" id="{262A875C-9894-4043-BBCE-DDD1D7C23F94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4329" name="Flowchart: Connector 4328">
                      <a:extLst>
                        <a:ext uri="{FF2B5EF4-FFF2-40B4-BE49-F238E27FC236}">
                          <a16:creationId xmlns:a16="http://schemas.microsoft.com/office/drawing/2014/main" id="{A5724C68-BF34-45D9-AA85-4B7FE2DF2E0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330" name="Flowchart: Connector 4329">
                      <a:extLst>
                        <a:ext uri="{FF2B5EF4-FFF2-40B4-BE49-F238E27FC236}">
                          <a16:creationId xmlns:a16="http://schemas.microsoft.com/office/drawing/2014/main" id="{FC5E784C-F5F9-4B72-A981-5D3FA970B20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331" name="Flowchart: Connector 4330">
                      <a:extLst>
                        <a:ext uri="{FF2B5EF4-FFF2-40B4-BE49-F238E27FC236}">
                          <a16:creationId xmlns:a16="http://schemas.microsoft.com/office/drawing/2014/main" id="{7B684DE4-1CC7-49B4-BB56-ACE47E26DED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4119" name="Group 4118">
                    <a:extLst>
                      <a:ext uri="{FF2B5EF4-FFF2-40B4-BE49-F238E27FC236}">
                        <a16:creationId xmlns:a16="http://schemas.microsoft.com/office/drawing/2014/main" id="{F87F88D5-0C35-4C22-862B-959B0FA136D5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4264" name="Group 4263">
                      <a:extLst>
                        <a:ext uri="{FF2B5EF4-FFF2-40B4-BE49-F238E27FC236}">
                          <a16:creationId xmlns:a16="http://schemas.microsoft.com/office/drawing/2014/main" id="{7E316D25-B26C-4AF2-BD77-6F5129BEC7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4325" name="Flowchart: Connector 4324">
                        <a:extLst>
                          <a:ext uri="{FF2B5EF4-FFF2-40B4-BE49-F238E27FC236}">
                            <a16:creationId xmlns:a16="http://schemas.microsoft.com/office/drawing/2014/main" id="{288B4929-02C7-4F68-B49F-25432E60B6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326" name="Flowchart: Connector 4325">
                        <a:extLst>
                          <a:ext uri="{FF2B5EF4-FFF2-40B4-BE49-F238E27FC236}">
                            <a16:creationId xmlns:a16="http://schemas.microsoft.com/office/drawing/2014/main" id="{2B226D6F-397F-443F-88CB-1DF52509A11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327" name="Flowchart: Connector 4326">
                        <a:extLst>
                          <a:ext uri="{FF2B5EF4-FFF2-40B4-BE49-F238E27FC236}">
                            <a16:creationId xmlns:a16="http://schemas.microsoft.com/office/drawing/2014/main" id="{EE28DE03-8EF7-4834-8481-A38E45D34D6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328" name="Flowchart: Connector 4327">
                        <a:extLst>
                          <a:ext uri="{FF2B5EF4-FFF2-40B4-BE49-F238E27FC236}">
                            <a16:creationId xmlns:a16="http://schemas.microsoft.com/office/drawing/2014/main" id="{D01342EF-D7F5-44EF-8A73-FBD464F2D07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4265" name="Group 4264">
                      <a:extLst>
                        <a:ext uri="{FF2B5EF4-FFF2-40B4-BE49-F238E27FC236}">
                          <a16:creationId xmlns:a16="http://schemas.microsoft.com/office/drawing/2014/main" id="{8F5B899B-B450-4A6D-ACF2-DBC0348EF9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4266" name="Group 4265">
                        <a:extLst>
                          <a:ext uri="{FF2B5EF4-FFF2-40B4-BE49-F238E27FC236}">
                            <a16:creationId xmlns:a16="http://schemas.microsoft.com/office/drawing/2014/main" id="{405FD117-33AE-4202-AA70-9D464BECA10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4317" name="Flowchart: Connector 4316">
                          <a:extLst>
                            <a:ext uri="{FF2B5EF4-FFF2-40B4-BE49-F238E27FC236}">
                              <a16:creationId xmlns:a16="http://schemas.microsoft.com/office/drawing/2014/main" id="{C28810D8-92B0-443E-A3ED-14AFEB6A8F9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18" name="3D Model 4317" descr="Sphere">
                              <a:extLst>
                                <a:ext uri="{FF2B5EF4-FFF2-40B4-BE49-F238E27FC236}">
                                  <a16:creationId xmlns:a16="http://schemas.microsoft.com/office/drawing/2014/main" id="{B2B23562-9569-4AED-8D5C-C19740FF485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2424150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0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19" name="Flowchart: Connector 4318">
                          <a:extLst>
                            <a:ext uri="{FF2B5EF4-FFF2-40B4-BE49-F238E27FC236}">
                              <a16:creationId xmlns:a16="http://schemas.microsoft.com/office/drawing/2014/main" id="{6A82581F-D287-4407-A80C-C387E360B97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20" name="3D Model 4319" descr="Sphere">
                              <a:extLst>
                                <a:ext uri="{FF2B5EF4-FFF2-40B4-BE49-F238E27FC236}">
                                  <a16:creationId xmlns:a16="http://schemas.microsoft.com/office/drawing/2014/main" id="{691A2157-CEBA-4C1B-B357-977651EBA5B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0257907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21" name="Flowchart: Connector 4320">
                          <a:extLst>
                            <a:ext uri="{FF2B5EF4-FFF2-40B4-BE49-F238E27FC236}">
                              <a16:creationId xmlns:a16="http://schemas.microsoft.com/office/drawing/2014/main" id="{EAA9BBBA-C0FB-4809-B1B2-A7AC2E95FFB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22" name="3D Model 4321" descr="Sphere">
                              <a:extLst>
                                <a:ext uri="{FF2B5EF4-FFF2-40B4-BE49-F238E27FC236}">
                                  <a16:creationId xmlns:a16="http://schemas.microsoft.com/office/drawing/2014/main" id="{21CA38F8-C6C0-4ADE-B3BB-7A822845A3B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3207604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23" name="Flowchart: Connector 4322">
                          <a:extLst>
                            <a:ext uri="{FF2B5EF4-FFF2-40B4-BE49-F238E27FC236}">
                              <a16:creationId xmlns:a16="http://schemas.microsoft.com/office/drawing/2014/main" id="{F91FA835-9CB3-4C19-B14C-89E4A86A30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24" name="3D Model 4323" descr="Sphere">
                              <a:extLst>
                                <a:ext uri="{FF2B5EF4-FFF2-40B4-BE49-F238E27FC236}">
                                  <a16:creationId xmlns:a16="http://schemas.microsoft.com/office/drawing/2014/main" id="{908C359A-756C-4F1D-B857-5FDB4188292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7127874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4267" name="Group 4266">
                        <a:extLst>
                          <a:ext uri="{FF2B5EF4-FFF2-40B4-BE49-F238E27FC236}">
                            <a16:creationId xmlns:a16="http://schemas.microsoft.com/office/drawing/2014/main" id="{0DCDC2A9-19A3-4676-9E5C-5EF8BA2E24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4301" name="Flowchart: Connector 4300">
                          <a:extLst>
                            <a:ext uri="{FF2B5EF4-FFF2-40B4-BE49-F238E27FC236}">
                              <a16:creationId xmlns:a16="http://schemas.microsoft.com/office/drawing/2014/main" id="{2712F99F-A569-43A9-84C3-4E4206A3322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02" name="Flowchart: Connector 4301">
                          <a:extLst>
                            <a:ext uri="{FF2B5EF4-FFF2-40B4-BE49-F238E27FC236}">
                              <a16:creationId xmlns:a16="http://schemas.microsoft.com/office/drawing/2014/main" id="{9CCADCF7-9AC1-4766-BCF1-E091EA37ED1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03" name="Flowchart: Connector 4302">
                          <a:extLst>
                            <a:ext uri="{FF2B5EF4-FFF2-40B4-BE49-F238E27FC236}">
                              <a16:creationId xmlns:a16="http://schemas.microsoft.com/office/drawing/2014/main" id="{E81C8ED6-BF17-495D-B1C2-05ABB84B248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04" name="Flowchart: Connector 4303">
                          <a:extLst>
                            <a:ext uri="{FF2B5EF4-FFF2-40B4-BE49-F238E27FC236}">
                              <a16:creationId xmlns:a16="http://schemas.microsoft.com/office/drawing/2014/main" id="{3A2DC634-1304-43C9-9FCC-AE253079FB1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05" name="Flowchart: Connector 4304">
                          <a:extLst>
                            <a:ext uri="{FF2B5EF4-FFF2-40B4-BE49-F238E27FC236}">
                              <a16:creationId xmlns:a16="http://schemas.microsoft.com/office/drawing/2014/main" id="{1A4CD99F-D9C7-4C50-8524-31AE4D5AFE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06" name="Flowchart: Connector 4305">
                          <a:extLst>
                            <a:ext uri="{FF2B5EF4-FFF2-40B4-BE49-F238E27FC236}">
                              <a16:creationId xmlns:a16="http://schemas.microsoft.com/office/drawing/2014/main" id="{FD8BA73C-0F0E-40DE-9D30-C140708B68A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07" name="Flowchart: Connector 4306">
                          <a:extLst>
                            <a:ext uri="{FF2B5EF4-FFF2-40B4-BE49-F238E27FC236}">
                              <a16:creationId xmlns:a16="http://schemas.microsoft.com/office/drawing/2014/main" id="{3658F44A-3005-4DB0-B9CC-43DBB539ED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08" name="Flowchart: Connector 4307">
                          <a:extLst>
                            <a:ext uri="{FF2B5EF4-FFF2-40B4-BE49-F238E27FC236}">
                              <a16:creationId xmlns:a16="http://schemas.microsoft.com/office/drawing/2014/main" id="{66D7D836-BD68-40A7-8328-9BA44ED1B58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309" name="Flowchart: Connector 4308">
                          <a:extLst>
                            <a:ext uri="{FF2B5EF4-FFF2-40B4-BE49-F238E27FC236}">
                              <a16:creationId xmlns:a16="http://schemas.microsoft.com/office/drawing/2014/main" id="{E8D6A03C-3D14-4495-BD43-1D75E7A66ED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10" name="3D Model 4309" descr="Sphere">
                              <a:extLst>
                                <a:ext uri="{FF2B5EF4-FFF2-40B4-BE49-F238E27FC236}">
                                  <a16:creationId xmlns:a16="http://schemas.microsoft.com/office/drawing/2014/main" id="{A058912A-0F8A-4F03-888B-23224333ABD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7565962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11" name="Flowchart: Connector 4310">
                          <a:extLst>
                            <a:ext uri="{FF2B5EF4-FFF2-40B4-BE49-F238E27FC236}">
                              <a16:creationId xmlns:a16="http://schemas.microsoft.com/office/drawing/2014/main" id="{470006CA-3069-4BAB-A102-4F333A661D0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12" name="3D Model 4311" descr="Sphere">
                              <a:extLst>
                                <a:ext uri="{FF2B5EF4-FFF2-40B4-BE49-F238E27FC236}">
                                  <a16:creationId xmlns:a16="http://schemas.microsoft.com/office/drawing/2014/main" id="{20793288-0332-4905-A5B1-5A23677096A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9876798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13" name="Flowchart: Connector 4312">
                          <a:extLst>
                            <a:ext uri="{FF2B5EF4-FFF2-40B4-BE49-F238E27FC236}">
                              <a16:creationId xmlns:a16="http://schemas.microsoft.com/office/drawing/2014/main" id="{E2965C56-A930-4FC9-AEF7-6C4C015AEF2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14" name="3D Model 4313" descr="Sphere">
                              <a:extLst>
                                <a:ext uri="{FF2B5EF4-FFF2-40B4-BE49-F238E27FC236}">
                                  <a16:creationId xmlns:a16="http://schemas.microsoft.com/office/drawing/2014/main" id="{0B48B600-81BA-4D54-A5E2-5C9F1C87BCE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296903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315" name="Flowchart: Connector 4314">
                          <a:extLst>
                            <a:ext uri="{FF2B5EF4-FFF2-40B4-BE49-F238E27FC236}">
                              <a16:creationId xmlns:a16="http://schemas.microsoft.com/office/drawing/2014/main" id="{692F8B82-BE06-4091-9045-0C25D30EFB2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16" name="3D Model 4315" descr="Sphere">
                              <a:extLst>
                                <a:ext uri="{FF2B5EF4-FFF2-40B4-BE49-F238E27FC236}">
                                  <a16:creationId xmlns:a16="http://schemas.microsoft.com/office/drawing/2014/main" id="{A7442EE4-2175-425C-8112-BA9F5C5EC98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986266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4268" name="Group 4267">
                        <a:extLst>
                          <a:ext uri="{FF2B5EF4-FFF2-40B4-BE49-F238E27FC236}">
                            <a16:creationId xmlns:a16="http://schemas.microsoft.com/office/drawing/2014/main" id="{629EB797-8002-4D56-95BA-B46FE33E38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4285" name="Flowchart: Connector 4284">
                          <a:extLst>
                            <a:ext uri="{FF2B5EF4-FFF2-40B4-BE49-F238E27FC236}">
                              <a16:creationId xmlns:a16="http://schemas.microsoft.com/office/drawing/2014/main" id="{4D3A0D52-6145-4DC5-9274-7E2F628C13D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86" name="Flowchart: Connector 4285">
                          <a:extLst>
                            <a:ext uri="{FF2B5EF4-FFF2-40B4-BE49-F238E27FC236}">
                              <a16:creationId xmlns:a16="http://schemas.microsoft.com/office/drawing/2014/main" id="{F37ACA13-6C21-4EF2-8286-50B87635A42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87" name="Flowchart: Connector 4286">
                          <a:extLst>
                            <a:ext uri="{FF2B5EF4-FFF2-40B4-BE49-F238E27FC236}">
                              <a16:creationId xmlns:a16="http://schemas.microsoft.com/office/drawing/2014/main" id="{BB5DD4B9-2439-48C0-9770-51A56EDEFDF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88" name="Flowchart: Connector 4287">
                          <a:extLst>
                            <a:ext uri="{FF2B5EF4-FFF2-40B4-BE49-F238E27FC236}">
                              <a16:creationId xmlns:a16="http://schemas.microsoft.com/office/drawing/2014/main" id="{4E37A12B-A2AA-4991-952D-F9C6A205ED8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89" name="Flowchart: Connector 4288">
                          <a:extLst>
                            <a:ext uri="{FF2B5EF4-FFF2-40B4-BE49-F238E27FC236}">
                              <a16:creationId xmlns:a16="http://schemas.microsoft.com/office/drawing/2014/main" id="{65F4180F-9B43-42A2-89E4-17CD1605F61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90" name="Flowchart: Connector 4289">
                          <a:extLst>
                            <a:ext uri="{FF2B5EF4-FFF2-40B4-BE49-F238E27FC236}">
                              <a16:creationId xmlns:a16="http://schemas.microsoft.com/office/drawing/2014/main" id="{088F1C90-DEC4-46A3-95F2-5B036DCD59C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91" name="Flowchart: Connector 4290">
                          <a:extLst>
                            <a:ext uri="{FF2B5EF4-FFF2-40B4-BE49-F238E27FC236}">
                              <a16:creationId xmlns:a16="http://schemas.microsoft.com/office/drawing/2014/main" id="{76C9B864-33A7-42D5-BA43-89150788917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92" name="Flowchart: Connector 4291">
                          <a:extLst>
                            <a:ext uri="{FF2B5EF4-FFF2-40B4-BE49-F238E27FC236}">
                              <a16:creationId xmlns:a16="http://schemas.microsoft.com/office/drawing/2014/main" id="{3844BDD8-2722-40D2-A7B0-DF137495AFC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93" name="Flowchart: Connector 4292">
                          <a:extLst>
                            <a:ext uri="{FF2B5EF4-FFF2-40B4-BE49-F238E27FC236}">
                              <a16:creationId xmlns:a16="http://schemas.microsoft.com/office/drawing/2014/main" id="{149B3E9F-6D36-48FE-9333-356A0790AE4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94" name="3D Model 4293" descr="Sphere">
                              <a:extLst>
                                <a:ext uri="{FF2B5EF4-FFF2-40B4-BE49-F238E27FC236}">
                                  <a16:creationId xmlns:a16="http://schemas.microsoft.com/office/drawing/2014/main" id="{7657FA7B-32EF-4C98-95D1-2FD5340638F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9815808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295" name="Flowchart: Connector 4294">
                          <a:extLst>
                            <a:ext uri="{FF2B5EF4-FFF2-40B4-BE49-F238E27FC236}">
                              <a16:creationId xmlns:a16="http://schemas.microsoft.com/office/drawing/2014/main" id="{1884751A-EB57-4978-9023-93701E03D97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96" name="3D Model 4295" descr="Sphere">
                              <a:extLst>
                                <a:ext uri="{FF2B5EF4-FFF2-40B4-BE49-F238E27FC236}">
                                  <a16:creationId xmlns:a16="http://schemas.microsoft.com/office/drawing/2014/main" id="{017EF5B6-FABC-476D-A026-220D2ECC13F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213798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297" name="Flowchart: Connector 4296">
                          <a:extLst>
                            <a:ext uri="{FF2B5EF4-FFF2-40B4-BE49-F238E27FC236}">
                              <a16:creationId xmlns:a16="http://schemas.microsoft.com/office/drawing/2014/main" id="{E908C90C-FCD2-43A7-AF68-564E4056AE7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98" name="3D Model 4297" descr="Sphere">
                              <a:extLst>
                                <a:ext uri="{FF2B5EF4-FFF2-40B4-BE49-F238E27FC236}">
                                  <a16:creationId xmlns:a16="http://schemas.microsoft.com/office/drawing/2014/main" id="{638CED90-D24C-4F40-B510-06F4E1BFC76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8382598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299" name="Flowchart: Connector 4298">
                          <a:extLst>
                            <a:ext uri="{FF2B5EF4-FFF2-40B4-BE49-F238E27FC236}">
                              <a16:creationId xmlns:a16="http://schemas.microsoft.com/office/drawing/2014/main" id="{7FFB5CDC-40E5-4902-B0C5-E256DA48DAA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300" name="3D Model 4299" descr="Sphere">
                              <a:extLst>
                                <a:ext uri="{FF2B5EF4-FFF2-40B4-BE49-F238E27FC236}">
                                  <a16:creationId xmlns:a16="http://schemas.microsoft.com/office/drawing/2014/main" id="{9121761B-6B20-4EB2-B9C9-C15D86EEE23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8118021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4269" name="Flowchart: Connector 4268">
                        <a:extLst>
                          <a:ext uri="{FF2B5EF4-FFF2-40B4-BE49-F238E27FC236}">
                            <a16:creationId xmlns:a16="http://schemas.microsoft.com/office/drawing/2014/main" id="{02AC114F-B5BE-4083-A541-F284206CDAE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70" name="Flowchart: Connector 4269">
                        <a:extLst>
                          <a:ext uri="{FF2B5EF4-FFF2-40B4-BE49-F238E27FC236}">
                            <a16:creationId xmlns:a16="http://schemas.microsoft.com/office/drawing/2014/main" id="{857D8A46-AD70-4F3A-AAD6-17DFAFE87FC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71" name="Flowchart: Connector 4270">
                        <a:extLst>
                          <a:ext uri="{FF2B5EF4-FFF2-40B4-BE49-F238E27FC236}">
                            <a16:creationId xmlns:a16="http://schemas.microsoft.com/office/drawing/2014/main" id="{25C1DB1F-94BE-4716-B832-6A516320092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72" name="Flowchart: Connector 4271">
                        <a:extLst>
                          <a:ext uri="{FF2B5EF4-FFF2-40B4-BE49-F238E27FC236}">
                            <a16:creationId xmlns:a16="http://schemas.microsoft.com/office/drawing/2014/main" id="{39108825-43D6-4780-B561-1888CA09E93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73" name="Flowchart: Connector 4272">
                        <a:extLst>
                          <a:ext uri="{FF2B5EF4-FFF2-40B4-BE49-F238E27FC236}">
                            <a16:creationId xmlns:a16="http://schemas.microsoft.com/office/drawing/2014/main" id="{F54CA684-75A1-477D-89A3-9F68B527298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74" name="Flowchart: Connector 4273">
                        <a:extLst>
                          <a:ext uri="{FF2B5EF4-FFF2-40B4-BE49-F238E27FC236}">
                            <a16:creationId xmlns:a16="http://schemas.microsoft.com/office/drawing/2014/main" id="{B9D765DA-D2FA-44AD-8C7B-2E18D350CEB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75" name="Flowchart: Connector 4274">
                        <a:extLst>
                          <a:ext uri="{FF2B5EF4-FFF2-40B4-BE49-F238E27FC236}">
                            <a16:creationId xmlns:a16="http://schemas.microsoft.com/office/drawing/2014/main" id="{8FA242D2-AFC3-4CB4-8A22-0DCF4CD9F36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76" name="Flowchart: Connector 4275">
                        <a:extLst>
                          <a:ext uri="{FF2B5EF4-FFF2-40B4-BE49-F238E27FC236}">
                            <a16:creationId xmlns:a16="http://schemas.microsoft.com/office/drawing/2014/main" id="{915A635F-6B19-4BEB-A389-D109AC0D55D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77" name="Flowchart: Connector 4276">
                        <a:extLst>
                          <a:ext uri="{FF2B5EF4-FFF2-40B4-BE49-F238E27FC236}">
                            <a16:creationId xmlns:a16="http://schemas.microsoft.com/office/drawing/2014/main" id="{B438953B-302F-47EC-A422-CCBAA9DC48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278" name="3D Model 4277" descr="Sphere">
                            <a:extLst>
                              <a:ext uri="{FF2B5EF4-FFF2-40B4-BE49-F238E27FC236}">
                                <a16:creationId xmlns:a16="http://schemas.microsoft.com/office/drawing/2014/main" id="{9D9F59ED-287E-484C-A54F-5A7FC4077D7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67944283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6" name="3D Model 245" descr="Sphere">
                            <a:extLst>
                              <a:ext uri="{FF2B5EF4-FFF2-40B4-BE49-F238E27FC236}">
                                <a16:creationId xmlns:a16="http://schemas.microsoft.com/office/drawing/2014/main" id="{577274C7-8617-4369-B298-B9B4DA1BC5D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286054" y="267971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279" name="Flowchart: Connector 4278">
                        <a:extLst>
                          <a:ext uri="{FF2B5EF4-FFF2-40B4-BE49-F238E27FC236}">
                            <a16:creationId xmlns:a16="http://schemas.microsoft.com/office/drawing/2014/main" id="{18834FDF-6BBB-4AD0-9B1C-823863B880D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280" name="3D Model 4279" descr="Sphere">
                            <a:extLst>
                              <a:ext uri="{FF2B5EF4-FFF2-40B4-BE49-F238E27FC236}">
                                <a16:creationId xmlns:a16="http://schemas.microsoft.com/office/drawing/2014/main" id="{61837D62-E02E-4D05-BF0C-B4F4F97E619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34966307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8" name="3D Model 247" descr="Sphere">
                            <a:extLst>
                              <a:ext uri="{FF2B5EF4-FFF2-40B4-BE49-F238E27FC236}">
                                <a16:creationId xmlns:a16="http://schemas.microsoft.com/office/drawing/2014/main" id="{BC4E9140-BDC8-4E93-8770-30C4F9B0F09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526824" y="27577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281" name="Flowchart: Connector 4280">
                        <a:extLst>
                          <a:ext uri="{FF2B5EF4-FFF2-40B4-BE49-F238E27FC236}">
                            <a16:creationId xmlns:a16="http://schemas.microsoft.com/office/drawing/2014/main" id="{613B1C40-E0D8-49EC-939C-B508E9DF668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282" name="3D Model 4281" descr="Sphere">
                            <a:extLst>
                              <a:ext uri="{FF2B5EF4-FFF2-40B4-BE49-F238E27FC236}">
                                <a16:creationId xmlns:a16="http://schemas.microsoft.com/office/drawing/2014/main" id="{AE07FC71-87C4-4A15-97BA-3293EB61597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05332662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50" name="3D Model 249" descr="Sphere">
                            <a:extLst>
                              <a:ext uri="{FF2B5EF4-FFF2-40B4-BE49-F238E27FC236}">
                                <a16:creationId xmlns:a16="http://schemas.microsoft.com/office/drawing/2014/main" id="{C1AF7886-B135-485F-A801-5B21B530E01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784572" y="281618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283" name="Flowchart: Connector 4282">
                        <a:extLst>
                          <a:ext uri="{FF2B5EF4-FFF2-40B4-BE49-F238E27FC236}">
                            <a16:creationId xmlns:a16="http://schemas.microsoft.com/office/drawing/2014/main" id="{40E8C46C-F2EA-4628-B103-20C3D4A1B7C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284" name="3D Model 4283" descr="Sphere">
                            <a:extLst>
                              <a:ext uri="{FF2B5EF4-FFF2-40B4-BE49-F238E27FC236}">
                                <a16:creationId xmlns:a16="http://schemas.microsoft.com/office/drawing/2014/main" id="{5DE54134-DFA3-47C6-9A3C-230C578B455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57412965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52" name="3D Model 251" descr="Sphere">
                            <a:extLst>
                              <a:ext uri="{FF2B5EF4-FFF2-40B4-BE49-F238E27FC236}">
                                <a16:creationId xmlns:a16="http://schemas.microsoft.com/office/drawing/2014/main" id="{EB68E7E5-FF10-4BB5-8F5E-DD6D67E5C06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2039738" y="290653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4120" name="Group 4119">
                    <a:extLst>
                      <a:ext uri="{FF2B5EF4-FFF2-40B4-BE49-F238E27FC236}">
                        <a16:creationId xmlns:a16="http://schemas.microsoft.com/office/drawing/2014/main" id="{C67FF5F2-D55A-43EF-81DE-5C045C87334F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4261" name="Flowchart: Connector 4260">
                      <a:extLst>
                        <a:ext uri="{FF2B5EF4-FFF2-40B4-BE49-F238E27FC236}">
                          <a16:creationId xmlns:a16="http://schemas.microsoft.com/office/drawing/2014/main" id="{CDD47887-2BCB-4E90-9FA8-593BFE806BC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262" name="Flowchart: Connector 4261">
                      <a:extLst>
                        <a:ext uri="{FF2B5EF4-FFF2-40B4-BE49-F238E27FC236}">
                          <a16:creationId xmlns:a16="http://schemas.microsoft.com/office/drawing/2014/main" id="{B68159B1-88F3-4753-838B-FB040215602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263" name="Flowchart: Connector 4262">
                      <a:extLst>
                        <a:ext uri="{FF2B5EF4-FFF2-40B4-BE49-F238E27FC236}">
                          <a16:creationId xmlns:a16="http://schemas.microsoft.com/office/drawing/2014/main" id="{820B4459-EA6F-4B63-A202-CB6BD4B6912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4121" name="Flowchart: Connector 4120">
                    <a:extLst>
                      <a:ext uri="{FF2B5EF4-FFF2-40B4-BE49-F238E27FC236}">
                        <a16:creationId xmlns:a16="http://schemas.microsoft.com/office/drawing/2014/main" id="{35E1C3B3-CDD8-4A8C-A587-AE4D307DE98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4122" name="Flowchart: Connector 4121">
                    <a:extLst>
                      <a:ext uri="{FF2B5EF4-FFF2-40B4-BE49-F238E27FC236}">
                        <a16:creationId xmlns:a16="http://schemas.microsoft.com/office/drawing/2014/main" id="{F9AFCD3D-8019-411B-A28E-6E3D2050A10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4123" name="Group 4122">
                    <a:extLst>
                      <a:ext uri="{FF2B5EF4-FFF2-40B4-BE49-F238E27FC236}">
                        <a16:creationId xmlns:a16="http://schemas.microsoft.com/office/drawing/2014/main" id="{0BE8B9B8-2E60-4799-9345-A65700D6D73C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4258" name="Flowchart: Connector 4257">
                      <a:extLst>
                        <a:ext uri="{FF2B5EF4-FFF2-40B4-BE49-F238E27FC236}">
                          <a16:creationId xmlns:a16="http://schemas.microsoft.com/office/drawing/2014/main" id="{13859177-77F1-4781-92FC-E906CCF1EDE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259" name="Flowchart: Connector 4258">
                      <a:extLst>
                        <a:ext uri="{FF2B5EF4-FFF2-40B4-BE49-F238E27FC236}">
                          <a16:creationId xmlns:a16="http://schemas.microsoft.com/office/drawing/2014/main" id="{3D42727C-E04A-4270-835F-98D3891AF50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260" name="Flowchart: Connector 4259">
                      <a:extLst>
                        <a:ext uri="{FF2B5EF4-FFF2-40B4-BE49-F238E27FC236}">
                          <a16:creationId xmlns:a16="http://schemas.microsoft.com/office/drawing/2014/main" id="{973899B5-A131-47B4-B7C0-E58840695E8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4124" name="Group 4123">
                    <a:extLst>
                      <a:ext uri="{FF2B5EF4-FFF2-40B4-BE49-F238E27FC236}">
                        <a16:creationId xmlns:a16="http://schemas.microsoft.com/office/drawing/2014/main" id="{BD6A4397-4BE1-4BC4-93B9-1245DC549AC9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4193" name="Group 4192">
                      <a:extLst>
                        <a:ext uri="{FF2B5EF4-FFF2-40B4-BE49-F238E27FC236}">
                          <a16:creationId xmlns:a16="http://schemas.microsoft.com/office/drawing/2014/main" id="{CBD76CFD-0436-45F6-994B-CD8CED48FC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4254" name="Flowchart: Connector 4253">
                        <a:extLst>
                          <a:ext uri="{FF2B5EF4-FFF2-40B4-BE49-F238E27FC236}">
                            <a16:creationId xmlns:a16="http://schemas.microsoft.com/office/drawing/2014/main" id="{D89EBD7D-14E6-46D8-8C62-BC3DDAE0C6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55" name="Flowchart: Connector 4254">
                        <a:extLst>
                          <a:ext uri="{FF2B5EF4-FFF2-40B4-BE49-F238E27FC236}">
                            <a16:creationId xmlns:a16="http://schemas.microsoft.com/office/drawing/2014/main" id="{45BED2AB-2555-4EB7-99E8-989A8C3A99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56" name="Flowchart: Connector 4255">
                        <a:extLst>
                          <a:ext uri="{FF2B5EF4-FFF2-40B4-BE49-F238E27FC236}">
                            <a16:creationId xmlns:a16="http://schemas.microsoft.com/office/drawing/2014/main" id="{BE5DBADC-6E0A-4304-B2F9-8E7CE2A1CBF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57" name="Flowchart: Connector 4256">
                        <a:extLst>
                          <a:ext uri="{FF2B5EF4-FFF2-40B4-BE49-F238E27FC236}">
                            <a16:creationId xmlns:a16="http://schemas.microsoft.com/office/drawing/2014/main" id="{A8DC6C12-9650-41E4-A67E-A4029200BBD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4194" name="Group 4193">
                      <a:extLst>
                        <a:ext uri="{FF2B5EF4-FFF2-40B4-BE49-F238E27FC236}">
                          <a16:creationId xmlns:a16="http://schemas.microsoft.com/office/drawing/2014/main" id="{EAF9F067-BC1C-4F19-94A5-0984ABA843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4195" name="Group 4194">
                        <a:extLst>
                          <a:ext uri="{FF2B5EF4-FFF2-40B4-BE49-F238E27FC236}">
                            <a16:creationId xmlns:a16="http://schemas.microsoft.com/office/drawing/2014/main" id="{D65E04FE-572E-4D5E-A383-1D6C61AC0E6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4246" name="Flowchart: Connector 4245">
                          <a:extLst>
                            <a:ext uri="{FF2B5EF4-FFF2-40B4-BE49-F238E27FC236}">
                              <a16:creationId xmlns:a16="http://schemas.microsoft.com/office/drawing/2014/main" id="{55B1F7F7-D747-4B6C-A2B6-560A1B2507D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47" name="3D Model 4246" descr="Sphere">
                              <a:extLst>
                                <a:ext uri="{FF2B5EF4-FFF2-40B4-BE49-F238E27FC236}">
                                  <a16:creationId xmlns:a16="http://schemas.microsoft.com/office/drawing/2014/main" id="{60608B74-621B-4ED2-A591-A9DD676792B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9209084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0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248" name="Flowchart: Connector 4247">
                          <a:extLst>
                            <a:ext uri="{FF2B5EF4-FFF2-40B4-BE49-F238E27FC236}">
                              <a16:creationId xmlns:a16="http://schemas.microsoft.com/office/drawing/2014/main" id="{959D258F-FFF1-4F7D-88F1-B409980FFCA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49" name="3D Model 4248" descr="Sphere">
                              <a:extLst>
                                <a:ext uri="{FF2B5EF4-FFF2-40B4-BE49-F238E27FC236}">
                                  <a16:creationId xmlns:a16="http://schemas.microsoft.com/office/drawing/2014/main" id="{773A6176-CA5E-4196-A889-719C1C54278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4003842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250" name="Flowchart: Connector 4249">
                          <a:extLst>
                            <a:ext uri="{FF2B5EF4-FFF2-40B4-BE49-F238E27FC236}">
                              <a16:creationId xmlns:a16="http://schemas.microsoft.com/office/drawing/2014/main" id="{9CFB55BD-D571-4065-9258-FBB7D6C7C25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51" name="3D Model 4250" descr="Sphere">
                              <a:extLst>
                                <a:ext uri="{FF2B5EF4-FFF2-40B4-BE49-F238E27FC236}">
                                  <a16:creationId xmlns:a16="http://schemas.microsoft.com/office/drawing/2014/main" id="{A7135EBA-71FC-4B48-B92C-89551BA1C86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9732316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252" name="Flowchart: Connector 4251">
                          <a:extLst>
                            <a:ext uri="{FF2B5EF4-FFF2-40B4-BE49-F238E27FC236}">
                              <a16:creationId xmlns:a16="http://schemas.microsoft.com/office/drawing/2014/main" id="{EAF2B25F-4F02-4F68-8CB7-87A70972DF4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53" name="3D Model 4252" descr="Sphere">
                              <a:extLst>
                                <a:ext uri="{FF2B5EF4-FFF2-40B4-BE49-F238E27FC236}">
                                  <a16:creationId xmlns:a16="http://schemas.microsoft.com/office/drawing/2014/main" id="{B7462043-46E5-42C6-B338-EC5E73A4907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8045088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4196" name="Group 4195">
                        <a:extLst>
                          <a:ext uri="{FF2B5EF4-FFF2-40B4-BE49-F238E27FC236}">
                            <a16:creationId xmlns:a16="http://schemas.microsoft.com/office/drawing/2014/main" id="{7573062B-5B5E-436A-BF8A-765BCF7590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4230" name="Flowchart: Connector 4229">
                          <a:extLst>
                            <a:ext uri="{FF2B5EF4-FFF2-40B4-BE49-F238E27FC236}">
                              <a16:creationId xmlns:a16="http://schemas.microsoft.com/office/drawing/2014/main" id="{ECF8C438-1D09-4A7A-A233-D79149F21D8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31" name="Flowchart: Connector 4230">
                          <a:extLst>
                            <a:ext uri="{FF2B5EF4-FFF2-40B4-BE49-F238E27FC236}">
                              <a16:creationId xmlns:a16="http://schemas.microsoft.com/office/drawing/2014/main" id="{089B7F8E-272C-4424-8CD2-F5054EBF4EB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32" name="Flowchart: Connector 4231">
                          <a:extLst>
                            <a:ext uri="{FF2B5EF4-FFF2-40B4-BE49-F238E27FC236}">
                              <a16:creationId xmlns:a16="http://schemas.microsoft.com/office/drawing/2014/main" id="{883A9A3E-0836-493F-8ADC-379D104D310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33" name="Flowchart: Connector 4232">
                          <a:extLst>
                            <a:ext uri="{FF2B5EF4-FFF2-40B4-BE49-F238E27FC236}">
                              <a16:creationId xmlns:a16="http://schemas.microsoft.com/office/drawing/2014/main" id="{993EE65B-05B3-4EFA-9D79-50522CCEE1E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34" name="Flowchart: Connector 4233">
                          <a:extLst>
                            <a:ext uri="{FF2B5EF4-FFF2-40B4-BE49-F238E27FC236}">
                              <a16:creationId xmlns:a16="http://schemas.microsoft.com/office/drawing/2014/main" id="{AEF6538A-4914-46A0-A97A-2E39FE5826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35" name="Flowchart: Connector 4234">
                          <a:extLst>
                            <a:ext uri="{FF2B5EF4-FFF2-40B4-BE49-F238E27FC236}">
                              <a16:creationId xmlns:a16="http://schemas.microsoft.com/office/drawing/2014/main" id="{9E7B6AFA-0931-4617-BA51-93FF3785017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36" name="Flowchart: Connector 4235">
                          <a:extLst>
                            <a:ext uri="{FF2B5EF4-FFF2-40B4-BE49-F238E27FC236}">
                              <a16:creationId xmlns:a16="http://schemas.microsoft.com/office/drawing/2014/main" id="{C0024A10-9FD8-4D57-81C0-455E64BB31B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37" name="Flowchart: Connector 4236">
                          <a:extLst>
                            <a:ext uri="{FF2B5EF4-FFF2-40B4-BE49-F238E27FC236}">
                              <a16:creationId xmlns:a16="http://schemas.microsoft.com/office/drawing/2014/main" id="{5368DE9D-4FCF-4D0F-81C0-8AB878540B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38" name="Flowchart: Connector 4237">
                          <a:extLst>
                            <a:ext uri="{FF2B5EF4-FFF2-40B4-BE49-F238E27FC236}">
                              <a16:creationId xmlns:a16="http://schemas.microsoft.com/office/drawing/2014/main" id="{BF50A179-E18E-4FE6-A1AB-1F122AFF3AA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39" name="3D Model 4238" descr="Sphere">
                              <a:extLst>
                                <a:ext uri="{FF2B5EF4-FFF2-40B4-BE49-F238E27FC236}">
                                  <a16:creationId xmlns:a16="http://schemas.microsoft.com/office/drawing/2014/main" id="{D97E55A2-8C76-4922-972C-8BC077866CD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8302237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240" name="Flowchart: Connector 4239">
                          <a:extLst>
                            <a:ext uri="{FF2B5EF4-FFF2-40B4-BE49-F238E27FC236}">
                              <a16:creationId xmlns:a16="http://schemas.microsoft.com/office/drawing/2014/main" id="{BA3ECE66-BBA5-43AE-B8D1-C1F95D1B784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41" name="3D Model 4240" descr="Sphere">
                              <a:extLst>
                                <a:ext uri="{FF2B5EF4-FFF2-40B4-BE49-F238E27FC236}">
                                  <a16:creationId xmlns:a16="http://schemas.microsoft.com/office/drawing/2014/main" id="{87D21B88-0586-420F-BA88-22D07D7A5C1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2941482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242" name="Flowchart: Connector 4241">
                          <a:extLst>
                            <a:ext uri="{FF2B5EF4-FFF2-40B4-BE49-F238E27FC236}">
                              <a16:creationId xmlns:a16="http://schemas.microsoft.com/office/drawing/2014/main" id="{67D9CD5D-6B8A-45E0-9371-762ACA0CA17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43" name="3D Model 4242" descr="Sphere">
                              <a:extLst>
                                <a:ext uri="{FF2B5EF4-FFF2-40B4-BE49-F238E27FC236}">
                                  <a16:creationId xmlns:a16="http://schemas.microsoft.com/office/drawing/2014/main" id="{6D769C6B-905C-4D14-A744-BEA4A4BA014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3151440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244" name="Flowchart: Connector 4243">
                          <a:extLst>
                            <a:ext uri="{FF2B5EF4-FFF2-40B4-BE49-F238E27FC236}">
                              <a16:creationId xmlns:a16="http://schemas.microsoft.com/office/drawing/2014/main" id="{018B7041-7E33-4860-A9BD-2BD04882E0E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45" name="3D Model 4244" descr="Sphere">
                              <a:extLst>
                                <a:ext uri="{FF2B5EF4-FFF2-40B4-BE49-F238E27FC236}">
                                  <a16:creationId xmlns:a16="http://schemas.microsoft.com/office/drawing/2014/main" id="{FBADB952-5DFF-492A-A8B5-4A58B4D131F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5461045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4197" name="Group 4196">
                        <a:extLst>
                          <a:ext uri="{FF2B5EF4-FFF2-40B4-BE49-F238E27FC236}">
                            <a16:creationId xmlns:a16="http://schemas.microsoft.com/office/drawing/2014/main" id="{29BFCC60-686A-459F-A7AD-CC7E1F9B269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4214" name="Flowchart: Connector 4213">
                          <a:extLst>
                            <a:ext uri="{FF2B5EF4-FFF2-40B4-BE49-F238E27FC236}">
                              <a16:creationId xmlns:a16="http://schemas.microsoft.com/office/drawing/2014/main" id="{4982AB9D-B1A1-4EBC-B6DF-70FBF03EE2F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15" name="Flowchart: Connector 4214">
                          <a:extLst>
                            <a:ext uri="{FF2B5EF4-FFF2-40B4-BE49-F238E27FC236}">
                              <a16:creationId xmlns:a16="http://schemas.microsoft.com/office/drawing/2014/main" id="{A545FCAB-F2ED-4D68-BAFA-0E3B8684BA7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16" name="Flowchart: Connector 4215">
                          <a:extLst>
                            <a:ext uri="{FF2B5EF4-FFF2-40B4-BE49-F238E27FC236}">
                              <a16:creationId xmlns:a16="http://schemas.microsoft.com/office/drawing/2014/main" id="{EB5F09D8-EDBC-4FEF-8B76-EB9E9F76287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17" name="Flowchart: Connector 4216">
                          <a:extLst>
                            <a:ext uri="{FF2B5EF4-FFF2-40B4-BE49-F238E27FC236}">
                              <a16:creationId xmlns:a16="http://schemas.microsoft.com/office/drawing/2014/main" id="{A0CCCC9E-DDD2-455E-9986-67FAF9AD1E7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18" name="Flowchart: Connector 4217">
                          <a:extLst>
                            <a:ext uri="{FF2B5EF4-FFF2-40B4-BE49-F238E27FC236}">
                              <a16:creationId xmlns:a16="http://schemas.microsoft.com/office/drawing/2014/main" id="{5B1A4DAE-1F22-4531-9307-F15C1449EC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19" name="Flowchart: Connector 4218">
                          <a:extLst>
                            <a:ext uri="{FF2B5EF4-FFF2-40B4-BE49-F238E27FC236}">
                              <a16:creationId xmlns:a16="http://schemas.microsoft.com/office/drawing/2014/main" id="{21691549-D2E8-4E5F-BB07-09E62412F52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20" name="Flowchart: Connector 4219">
                          <a:extLst>
                            <a:ext uri="{FF2B5EF4-FFF2-40B4-BE49-F238E27FC236}">
                              <a16:creationId xmlns:a16="http://schemas.microsoft.com/office/drawing/2014/main" id="{94564C9E-3C7F-4A95-8B34-BD3A7C32913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21" name="Flowchart: Connector 4220">
                          <a:extLst>
                            <a:ext uri="{FF2B5EF4-FFF2-40B4-BE49-F238E27FC236}">
                              <a16:creationId xmlns:a16="http://schemas.microsoft.com/office/drawing/2014/main" id="{028387F3-9DB6-4E11-B44A-E28E55A6151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222" name="Flowchart: Connector 4221">
                          <a:extLst>
                            <a:ext uri="{FF2B5EF4-FFF2-40B4-BE49-F238E27FC236}">
                              <a16:creationId xmlns:a16="http://schemas.microsoft.com/office/drawing/2014/main" id="{45A66271-6D17-4A7C-961A-33967BA032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23" name="3D Model 4222" descr="Sphere">
                              <a:extLst>
                                <a:ext uri="{FF2B5EF4-FFF2-40B4-BE49-F238E27FC236}">
                                  <a16:creationId xmlns:a16="http://schemas.microsoft.com/office/drawing/2014/main" id="{24214A95-81AA-4562-8A4D-DF41B8899CC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5309469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224" name="Flowchart: Connector 4223">
                          <a:extLst>
                            <a:ext uri="{FF2B5EF4-FFF2-40B4-BE49-F238E27FC236}">
                              <a16:creationId xmlns:a16="http://schemas.microsoft.com/office/drawing/2014/main" id="{1A55F52F-57C5-4C68-82DA-7D53EE60B30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25" name="3D Model 4224" descr="Sphere">
                              <a:extLst>
                                <a:ext uri="{FF2B5EF4-FFF2-40B4-BE49-F238E27FC236}">
                                  <a16:creationId xmlns:a16="http://schemas.microsoft.com/office/drawing/2014/main" id="{5A18769A-9803-4DA4-83DF-119F0C5BA0D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6814932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226" name="Flowchart: Connector 4225">
                          <a:extLst>
                            <a:ext uri="{FF2B5EF4-FFF2-40B4-BE49-F238E27FC236}">
                              <a16:creationId xmlns:a16="http://schemas.microsoft.com/office/drawing/2014/main" id="{0D3D6C5D-8EF8-4170-9D72-E3672AEA5E6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27" name="3D Model 4226" descr="Sphere">
                              <a:extLst>
                                <a:ext uri="{FF2B5EF4-FFF2-40B4-BE49-F238E27FC236}">
                                  <a16:creationId xmlns:a16="http://schemas.microsoft.com/office/drawing/2014/main" id="{87D7063C-3C7A-4C2B-868D-CA5FC33C8F4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5924948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3136" cy="64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6"/>
                                </am3d:raster>
                                <am3d:objViewport viewportSz="7137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228" name="Flowchart: Connector 4227">
                          <a:extLst>
                            <a:ext uri="{FF2B5EF4-FFF2-40B4-BE49-F238E27FC236}">
                              <a16:creationId xmlns:a16="http://schemas.microsoft.com/office/drawing/2014/main" id="{D737AB32-2A96-427F-ADC7-1C1F92BCD1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229" name="3D Model 4228" descr="Sphere">
                              <a:extLst>
                                <a:ext uri="{FF2B5EF4-FFF2-40B4-BE49-F238E27FC236}">
                                  <a16:creationId xmlns:a16="http://schemas.microsoft.com/office/drawing/2014/main" id="{71B2C60C-C795-4773-862C-CEBCDEBC4B8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2513835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0539" cy="61493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17"/>
                                </am3d:raster>
                                <am3d:objViewport viewportSz="6676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4198" name="Flowchart: Connector 4197">
                        <a:extLst>
                          <a:ext uri="{FF2B5EF4-FFF2-40B4-BE49-F238E27FC236}">
                            <a16:creationId xmlns:a16="http://schemas.microsoft.com/office/drawing/2014/main" id="{03FD532C-4F73-42EE-8A66-B674FF676B3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99" name="Flowchart: Connector 4198">
                        <a:extLst>
                          <a:ext uri="{FF2B5EF4-FFF2-40B4-BE49-F238E27FC236}">
                            <a16:creationId xmlns:a16="http://schemas.microsoft.com/office/drawing/2014/main" id="{EF377855-96DA-4913-ABC5-DAFBAF652E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00" name="Flowchart: Connector 4199">
                        <a:extLst>
                          <a:ext uri="{FF2B5EF4-FFF2-40B4-BE49-F238E27FC236}">
                            <a16:creationId xmlns:a16="http://schemas.microsoft.com/office/drawing/2014/main" id="{B5BC857F-DC0D-4E86-93EE-C5BE362D8E6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01" name="Flowchart: Connector 4200">
                        <a:extLst>
                          <a:ext uri="{FF2B5EF4-FFF2-40B4-BE49-F238E27FC236}">
                            <a16:creationId xmlns:a16="http://schemas.microsoft.com/office/drawing/2014/main" id="{B85161F1-F104-4303-BF09-65CA656085D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02" name="Flowchart: Connector 4201">
                        <a:extLst>
                          <a:ext uri="{FF2B5EF4-FFF2-40B4-BE49-F238E27FC236}">
                            <a16:creationId xmlns:a16="http://schemas.microsoft.com/office/drawing/2014/main" id="{E91CF8E4-7993-41BF-B34A-A978E06EB35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03" name="Flowchart: Connector 4202">
                        <a:extLst>
                          <a:ext uri="{FF2B5EF4-FFF2-40B4-BE49-F238E27FC236}">
                            <a16:creationId xmlns:a16="http://schemas.microsoft.com/office/drawing/2014/main" id="{54B0089D-FAFF-4675-9E08-5EBCB1716B7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04" name="Flowchart: Connector 4203">
                        <a:extLst>
                          <a:ext uri="{FF2B5EF4-FFF2-40B4-BE49-F238E27FC236}">
                            <a16:creationId xmlns:a16="http://schemas.microsoft.com/office/drawing/2014/main" id="{AE8AB68F-077F-47F3-8B50-57E5BF1038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05" name="Flowchart: Connector 4204">
                        <a:extLst>
                          <a:ext uri="{FF2B5EF4-FFF2-40B4-BE49-F238E27FC236}">
                            <a16:creationId xmlns:a16="http://schemas.microsoft.com/office/drawing/2014/main" id="{23A1C378-A762-48EC-B304-9AA8B0264D2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206" name="Flowchart: Connector 4205">
                        <a:extLst>
                          <a:ext uri="{FF2B5EF4-FFF2-40B4-BE49-F238E27FC236}">
                            <a16:creationId xmlns:a16="http://schemas.microsoft.com/office/drawing/2014/main" id="{7A5E2F94-A922-4D28-ADC2-D6C51B539A3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207" name="3D Model 4206" descr="Sphere">
                            <a:extLst>
                              <a:ext uri="{FF2B5EF4-FFF2-40B4-BE49-F238E27FC236}">
                                <a16:creationId xmlns:a16="http://schemas.microsoft.com/office/drawing/2014/main" id="{33AE0805-9334-4BE8-AFCE-26A5E7E9FDA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23948836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1750" cy="5892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8"/>
                              </am3d:raster>
                              <am3d:objViewport viewportSz="66246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5" name="3D Model 174" descr="Sphere">
                            <a:extLst>
                              <a:ext uri="{FF2B5EF4-FFF2-40B4-BE49-F238E27FC236}">
                                <a16:creationId xmlns:a16="http://schemas.microsoft.com/office/drawing/2014/main" id="{0F441D18-6D9C-4C48-BBF1-C28CF9A13BF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2"/>
                          <a:stretch>
                            <a:fillRect/>
                          </a:stretch>
                        </p:blipFill>
                        <p:spPr>
                          <a:xfrm>
                            <a:off x="1065242" y="2784657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208" name="Flowchart: Connector 4207">
                        <a:extLst>
                          <a:ext uri="{FF2B5EF4-FFF2-40B4-BE49-F238E27FC236}">
                            <a16:creationId xmlns:a16="http://schemas.microsoft.com/office/drawing/2014/main" id="{2490D6CF-9943-4FE9-BA8E-786C219AD72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209" name="3D Model 4208" descr="Sphere">
                            <a:extLst>
                              <a:ext uri="{FF2B5EF4-FFF2-40B4-BE49-F238E27FC236}">
                                <a16:creationId xmlns:a16="http://schemas.microsoft.com/office/drawing/2014/main" id="{814E0536-59E2-4F44-AD4C-2D1C066E822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35078916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7" name="3D Model 176" descr="Sphere">
                            <a:extLst>
                              <a:ext uri="{FF2B5EF4-FFF2-40B4-BE49-F238E27FC236}">
                                <a16:creationId xmlns:a16="http://schemas.microsoft.com/office/drawing/2014/main" id="{653ADD8A-AFB8-4BB3-8461-2EBD4DD651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302651" y="284871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210" name="Flowchart: Connector 4209">
                        <a:extLst>
                          <a:ext uri="{FF2B5EF4-FFF2-40B4-BE49-F238E27FC236}">
                            <a16:creationId xmlns:a16="http://schemas.microsoft.com/office/drawing/2014/main" id="{E8AF9A8D-EBDE-436C-9B85-21D07810692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211" name="3D Model 4210" descr="Sphere">
                            <a:extLst>
                              <a:ext uri="{FF2B5EF4-FFF2-40B4-BE49-F238E27FC236}">
                                <a16:creationId xmlns:a16="http://schemas.microsoft.com/office/drawing/2014/main" id="{165F7870-39B1-44FA-9BB2-190AB6EF9F0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55931375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9" name="3D Model 178" descr="Sphere">
                            <a:extLst>
                              <a:ext uri="{FF2B5EF4-FFF2-40B4-BE49-F238E27FC236}">
                                <a16:creationId xmlns:a16="http://schemas.microsoft.com/office/drawing/2014/main" id="{04097741-C651-416C-B6DD-C24D5A1D138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3"/>
                          <a:stretch>
                            <a:fillRect/>
                          </a:stretch>
                        </p:blipFill>
                        <p:spPr>
                          <a:xfrm>
                            <a:off x="1547147" y="291749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212" name="Flowchart: Connector 4211">
                        <a:extLst>
                          <a:ext uri="{FF2B5EF4-FFF2-40B4-BE49-F238E27FC236}">
                            <a16:creationId xmlns:a16="http://schemas.microsoft.com/office/drawing/2014/main" id="{D65B9800-DDD2-4A85-8C9E-10FB40FE8FD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213" name="3D Model 4212" descr="Sphere">
                            <a:extLst>
                              <a:ext uri="{FF2B5EF4-FFF2-40B4-BE49-F238E27FC236}">
                                <a16:creationId xmlns:a16="http://schemas.microsoft.com/office/drawing/2014/main" id="{4FB47E67-07B4-475D-8C1B-AC59BB113B1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58955596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81" name="3D Model 180" descr="Sphere">
                            <a:extLst>
                              <a:ext uri="{FF2B5EF4-FFF2-40B4-BE49-F238E27FC236}">
                                <a16:creationId xmlns:a16="http://schemas.microsoft.com/office/drawing/2014/main" id="{C85FB5A0-5213-4020-B74F-0E33E70A359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1815565" y="2997549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4125" name="Flowchart: Connector 4124">
                    <a:extLst>
                      <a:ext uri="{FF2B5EF4-FFF2-40B4-BE49-F238E27FC236}">
                        <a16:creationId xmlns:a16="http://schemas.microsoft.com/office/drawing/2014/main" id="{74ED9809-855B-46B4-9196-7F9AE784C6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126" name="Flowchart: Connector 4125">
                    <a:extLst>
                      <a:ext uri="{FF2B5EF4-FFF2-40B4-BE49-F238E27FC236}">
                        <a16:creationId xmlns:a16="http://schemas.microsoft.com/office/drawing/2014/main" id="{25FD1EAE-A2CB-4D46-9644-F37A7A8E628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127" name="Flowchart: Connector 4126">
                    <a:extLst>
                      <a:ext uri="{FF2B5EF4-FFF2-40B4-BE49-F238E27FC236}">
                        <a16:creationId xmlns:a16="http://schemas.microsoft.com/office/drawing/2014/main" id="{17BE1123-8593-483E-ABF4-2BC1AF3186A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128" name="Flowchart: Connector 4127">
                    <a:extLst>
                      <a:ext uri="{FF2B5EF4-FFF2-40B4-BE49-F238E27FC236}">
                        <a16:creationId xmlns:a16="http://schemas.microsoft.com/office/drawing/2014/main" id="{0EA421F5-91A3-41C5-BD6A-1460EC50AF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129" name="Flowchart: Connector 4128">
                    <a:extLst>
                      <a:ext uri="{FF2B5EF4-FFF2-40B4-BE49-F238E27FC236}">
                        <a16:creationId xmlns:a16="http://schemas.microsoft.com/office/drawing/2014/main" id="{F9A6D9A3-49DC-4B4B-90C3-AF4AF7E8457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130" name="Flowchart: Connector 4129">
                    <a:extLst>
                      <a:ext uri="{FF2B5EF4-FFF2-40B4-BE49-F238E27FC236}">
                        <a16:creationId xmlns:a16="http://schemas.microsoft.com/office/drawing/2014/main" id="{E1D5424B-D861-4082-905B-C33A2BE4420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4131" name="Flowchart: Connector 4130">
                    <a:extLst>
                      <a:ext uri="{FF2B5EF4-FFF2-40B4-BE49-F238E27FC236}">
                        <a16:creationId xmlns:a16="http://schemas.microsoft.com/office/drawing/2014/main" id="{E1BE91D4-60DC-46C9-8A91-1CE2D57AD2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132" name="Flowchart: Connector 4131">
                    <a:extLst>
                      <a:ext uri="{FF2B5EF4-FFF2-40B4-BE49-F238E27FC236}">
                        <a16:creationId xmlns:a16="http://schemas.microsoft.com/office/drawing/2014/main" id="{432A458F-E198-4AD0-ACBC-389C155CD51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4133" name="Group 4132">
                    <a:extLst>
                      <a:ext uri="{FF2B5EF4-FFF2-40B4-BE49-F238E27FC236}">
                        <a16:creationId xmlns:a16="http://schemas.microsoft.com/office/drawing/2014/main" id="{E27C2317-E9AD-4BA6-B100-548658CE93CF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4134" name="Group 4133">
                      <a:extLst>
                        <a:ext uri="{FF2B5EF4-FFF2-40B4-BE49-F238E27FC236}">
                          <a16:creationId xmlns:a16="http://schemas.microsoft.com/office/drawing/2014/main" id="{41D8F679-83D0-4886-AAD5-D0A1F0754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4185" name="Flowchart: Connector 4184">
                        <a:extLst>
                          <a:ext uri="{FF2B5EF4-FFF2-40B4-BE49-F238E27FC236}">
                            <a16:creationId xmlns:a16="http://schemas.microsoft.com/office/drawing/2014/main" id="{25EAC68B-FCAB-484E-9354-3146C67F3ED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186" name="3D Model 4185" descr="Sphere">
                            <a:extLst>
                              <a:ext uri="{FF2B5EF4-FFF2-40B4-BE49-F238E27FC236}">
                                <a16:creationId xmlns:a16="http://schemas.microsoft.com/office/drawing/2014/main" id="{D0909B65-233E-460C-8EAC-B62D268EDA0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03378925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1750" cy="5892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8"/>
                              </am3d:raster>
                              <am3d:objViewport viewportSz="66246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54" name="3D Model 153" descr="Sphere">
                            <a:extLst>
                              <a:ext uri="{FF2B5EF4-FFF2-40B4-BE49-F238E27FC236}">
                                <a16:creationId xmlns:a16="http://schemas.microsoft.com/office/drawing/2014/main" id="{59D6F9AA-09E2-4338-90EA-68FFD8CCDA4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2"/>
                          <a:stretch>
                            <a:fillRect/>
                          </a:stretch>
                        </p:blipFill>
                        <p:spPr>
                          <a:xfrm>
                            <a:off x="835944" y="3887946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187" name="Flowchart: Connector 4186">
                        <a:extLst>
                          <a:ext uri="{FF2B5EF4-FFF2-40B4-BE49-F238E27FC236}">
                            <a16:creationId xmlns:a16="http://schemas.microsoft.com/office/drawing/2014/main" id="{3E8A212F-920C-48F2-8D7A-138B832C7B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188" name="3D Model 4187" descr="Sphere">
                            <a:extLst>
                              <a:ext uri="{FF2B5EF4-FFF2-40B4-BE49-F238E27FC236}">
                                <a16:creationId xmlns:a16="http://schemas.microsoft.com/office/drawing/2014/main" id="{ECDD76D6-5196-407A-BE8E-B3175306317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0157761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189" name="Flowchart: Connector 4188">
                        <a:extLst>
                          <a:ext uri="{FF2B5EF4-FFF2-40B4-BE49-F238E27FC236}">
                            <a16:creationId xmlns:a16="http://schemas.microsoft.com/office/drawing/2014/main" id="{83A7BE2E-DDEF-4F85-BDC2-395037A8E4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190" name="3D Model 4189" descr="Sphere">
                            <a:extLst>
                              <a:ext uri="{FF2B5EF4-FFF2-40B4-BE49-F238E27FC236}">
                                <a16:creationId xmlns:a16="http://schemas.microsoft.com/office/drawing/2014/main" id="{714EE252-6AB0-450F-AAAE-41EA2794258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9051246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191" name="Flowchart: Connector 4190">
                        <a:extLst>
                          <a:ext uri="{FF2B5EF4-FFF2-40B4-BE49-F238E27FC236}">
                            <a16:creationId xmlns:a16="http://schemas.microsoft.com/office/drawing/2014/main" id="{E9DFDD29-64C0-4D2C-96BA-399A7CE1A2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192" name="3D Model 4191" descr="Sphere">
                            <a:extLst>
                              <a:ext uri="{FF2B5EF4-FFF2-40B4-BE49-F238E27FC236}">
                                <a16:creationId xmlns:a16="http://schemas.microsoft.com/office/drawing/2014/main" id="{3E197954-A77B-40D2-9C38-81383F1C759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5566555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4135" name="Group 4134">
                      <a:extLst>
                        <a:ext uri="{FF2B5EF4-FFF2-40B4-BE49-F238E27FC236}">
                          <a16:creationId xmlns:a16="http://schemas.microsoft.com/office/drawing/2014/main" id="{FC6C67AA-BBFC-401C-81A9-4CA4429EBC1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4169" name="Flowchart: Connector 4168">
                        <a:extLst>
                          <a:ext uri="{FF2B5EF4-FFF2-40B4-BE49-F238E27FC236}">
                            <a16:creationId xmlns:a16="http://schemas.microsoft.com/office/drawing/2014/main" id="{E0DD2F77-021B-4FBF-8E11-56621C347DF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70" name="Flowchart: Connector 4169">
                        <a:extLst>
                          <a:ext uri="{FF2B5EF4-FFF2-40B4-BE49-F238E27FC236}">
                            <a16:creationId xmlns:a16="http://schemas.microsoft.com/office/drawing/2014/main" id="{884DE84A-5076-4195-B2E3-97C98D598D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71" name="Flowchart: Connector 4170">
                        <a:extLst>
                          <a:ext uri="{FF2B5EF4-FFF2-40B4-BE49-F238E27FC236}">
                            <a16:creationId xmlns:a16="http://schemas.microsoft.com/office/drawing/2014/main" id="{5E85022F-0021-4E70-B97E-D582C97A7B7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72" name="Flowchart: Connector 4171">
                        <a:extLst>
                          <a:ext uri="{FF2B5EF4-FFF2-40B4-BE49-F238E27FC236}">
                            <a16:creationId xmlns:a16="http://schemas.microsoft.com/office/drawing/2014/main" id="{4E050889-B054-4D71-975C-4F1594E1559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73" name="Flowchart: Connector 4172">
                        <a:extLst>
                          <a:ext uri="{FF2B5EF4-FFF2-40B4-BE49-F238E27FC236}">
                            <a16:creationId xmlns:a16="http://schemas.microsoft.com/office/drawing/2014/main" id="{FDF7168C-1628-4CF3-8935-421E20390F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74" name="Flowchart: Connector 4173">
                        <a:extLst>
                          <a:ext uri="{FF2B5EF4-FFF2-40B4-BE49-F238E27FC236}">
                            <a16:creationId xmlns:a16="http://schemas.microsoft.com/office/drawing/2014/main" id="{81064624-1BB5-43DF-9C30-04C11624E0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75" name="Flowchart: Connector 4174">
                        <a:extLst>
                          <a:ext uri="{FF2B5EF4-FFF2-40B4-BE49-F238E27FC236}">
                            <a16:creationId xmlns:a16="http://schemas.microsoft.com/office/drawing/2014/main" id="{6BC07372-B498-4DDD-8B9B-2A1B9C4978E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76" name="Flowchart: Connector 4175">
                        <a:extLst>
                          <a:ext uri="{FF2B5EF4-FFF2-40B4-BE49-F238E27FC236}">
                            <a16:creationId xmlns:a16="http://schemas.microsoft.com/office/drawing/2014/main" id="{798CFC4D-E337-4A59-A789-A81D41CC8CF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77" name="Flowchart: Connector 4176">
                        <a:extLst>
                          <a:ext uri="{FF2B5EF4-FFF2-40B4-BE49-F238E27FC236}">
                            <a16:creationId xmlns:a16="http://schemas.microsoft.com/office/drawing/2014/main" id="{9BE4860B-6772-44BC-9ABB-04C3BEE90A3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178" name="3D Model 4177" descr="Sphere">
                            <a:extLst>
                              <a:ext uri="{FF2B5EF4-FFF2-40B4-BE49-F238E27FC236}">
                                <a16:creationId xmlns:a16="http://schemas.microsoft.com/office/drawing/2014/main" id="{95258289-B399-4AD5-9E8E-40D1C5CD210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81795950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46" name="3D Model 145" descr="Sphere">
                            <a:extLst>
                              <a:ext uri="{FF2B5EF4-FFF2-40B4-BE49-F238E27FC236}">
                                <a16:creationId xmlns:a16="http://schemas.microsoft.com/office/drawing/2014/main" id="{756B16C5-4508-40A0-B7F3-162B4744EE2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832585" y="3554337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179" name="Flowchart: Connector 4178">
                        <a:extLst>
                          <a:ext uri="{FF2B5EF4-FFF2-40B4-BE49-F238E27FC236}">
                            <a16:creationId xmlns:a16="http://schemas.microsoft.com/office/drawing/2014/main" id="{4D7B17F2-E9B8-426A-BBE7-1A6C81FEEEE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180" name="3D Model 4179" descr="Sphere">
                            <a:extLst>
                              <a:ext uri="{FF2B5EF4-FFF2-40B4-BE49-F238E27FC236}">
                                <a16:creationId xmlns:a16="http://schemas.microsoft.com/office/drawing/2014/main" id="{0BC191F7-8B66-4053-B4E2-9167513A0F7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44040634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181" name="Flowchart: Connector 4180">
                        <a:extLst>
                          <a:ext uri="{FF2B5EF4-FFF2-40B4-BE49-F238E27FC236}">
                            <a16:creationId xmlns:a16="http://schemas.microsoft.com/office/drawing/2014/main" id="{BE9B9AA4-9696-4D2C-AF80-543C437702E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182" name="3D Model 4181" descr="Sphere">
                            <a:extLst>
                              <a:ext uri="{FF2B5EF4-FFF2-40B4-BE49-F238E27FC236}">
                                <a16:creationId xmlns:a16="http://schemas.microsoft.com/office/drawing/2014/main" id="{6BD3A726-87DF-446A-A850-BD33779FCAB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9114739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183" name="Flowchart: Connector 4182">
                        <a:extLst>
                          <a:ext uri="{FF2B5EF4-FFF2-40B4-BE49-F238E27FC236}">
                            <a16:creationId xmlns:a16="http://schemas.microsoft.com/office/drawing/2014/main" id="{5AA2BA8D-700F-49B5-9CC3-2B7BC4456B4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184" name="3D Model 4183" descr="Sphere">
                            <a:extLst>
                              <a:ext uri="{FF2B5EF4-FFF2-40B4-BE49-F238E27FC236}">
                                <a16:creationId xmlns:a16="http://schemas.microsoft.com/office/drawing/2014/main" id="{AC7ADC44-45CE-483A-B66B-713860E591B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7083634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4136" name="Group 4135">
                      <a:extLst>
                        <a:ext uri="{FF2B5EF4-FFF2-40B4-BE49-F238E27FC236}">
                          <a16:creationId xmlns:a16="http://schemas.microsoft.com/office/drawing/2014/main" id="{FFA172C7-3915-481A-A1FF-B43DA86655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4153" name="Flowchart: Connector 4152">
                        <a:extLst>
                          <a:ext uri="{FF2B5EF4-FFF2-40B4-BE49-F238E27FC236}">
                            <a16:creationId xmlns:a16="http://schemas.microsoft.com/office/drawing/2014/main" id="{6AAA9464-94CA-492A-A40B-6B9D7A2A015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54" name="Flowchart: Connector 4153">
                        <a:extLst>
                          <a:ext uri="{FF2B5EF4-FFF2-40B4-BE49-F238E27FC236}">
                            <a16:creationId xmlns:a16="http://schemas.microsoft.com/office/drawing/2014/main" id="{E32BF177-208C-452B-9DB3-2CDB36A06FE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55" name="Flowchart: Connector 4154">
                        <a:extLst>
                          <a:ext uri="{FF2B5EF4-FFF2-40B4-BE49-F238E27FC236}">
                            <a16:creationId xmlns:a16="http://schemas.microsoft.com/office/drawing/2014/main" id="{BD0CF9D0-09F0-4C1E-8ACD-D1AD23CF5C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56" name="Flowchart: Connector 4155">
                        <a:extLst>
                          <a:ext uri="{FF2B5EF4-FFF2-40B4-BE49-F238E27FC236}">
                            <a16:creationId xmlns:a16="http://schemas.microsoft.com/office/drawing/2014/main" id="{F6E2FF6A-8431-46C4-B20B-BEAC820FF17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57" name="Flowchart: Connector 4156">
                        <a:extLst>
                          <a:ext uri="{FF2B5EF4-FFF2-40B4-BE49-F238E27FC236}">
                            <a16:creationId xmlns:a16="http://schemas.microsoft.com/office/drawing/2014/main" id="{95660667-2492-42C3-95B5-C5911C548A6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58" name="Flowchart: Connector 4157">
                        <a:extLst>
                          <a:ext uri="{FF2B5EF4-FFF2-40B4-BE49-F238E27FC236}">
                            <a16:creationId xmlns:a16="http://schemas.microsoft.com/office/drawing/2014/main" id="{89CE6F84-3DF9-4477-9805-023546D2341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59" name="Flowchart: Connector 4158">
                        <a:extLst>
                          <a:ext uri="{FF2B5EF4-FFF2-40B4-BE49-F238E27FC236}">
                            <a16:creationId xmlns:a16="http://schemas.microsoft.com/office/drawing/2014/main" id="{6643D636-3299-4EF6-A528-465E9F02EA3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60" name="Flowchart: Connector 4159">
                        <a:extLst>
                          <a:ext uri="{FF2B5EF4-FFF2-40B4-BE49-F238E27FC236}">
                            <a16:creationId xmlns:a16="http://schemas.microsoft.com/office/drawing/2014/main" id="{CF2E86BE-FDE2-415D-8560-57B8F74E657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161" name="Flowchart: Connector 4160">
                        <a:extLst>
                          <a:ext uri="{FF2B5EF4-FFF2-40B4-BE49-F238E27FC236}">
                            <a16:creationId xmlns:a16="http://schemas.microsoft.com/office/drawing/2014/main" id="{7D777211-C5B5-4448-B3AD-E4119F2FE4E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162" name="3D Model 4161" descr="Sphere">
                            <a:extLst>
                              <a:ext uri="{FF2B5EF4-FFF2-40B4-BE49-F238E27FC236}">
                                <a16:creationId xmlns:a16="http://schemas.microsoft.com/office/drawing/2014/main" id="{4ACD626E-A083-4158-9653-F349A9BAFF5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45356445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30" name="3D Model 129" descr="Sphere">
                            <a:extLst>
                              <a:ext uri="{FF2B5EF4-FFF2-40B4-BE49-F238E27FC236}">
                                <a16:creationId xmlns:a16="http://schemas.microsoft.com/office/drawing/2014/main" id="{47D4A59F-7345-4303-916A-A0AC6A0CF64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822906" y="323115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163" name="Flowchart: Connector 4162">
                        <a:extLst>
                          <a:ext uri="{FF2B5EF4-FFF2-40B4-BE49-F238E27FC236}">
                            <a16:creationId xmlns:a16="http://schemas.microsoft.com/office/drawing/2014/main" id="{6D531939-C2B4-43B2-9E0F-2E7955644DC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164" name="3D Model 4163" descr="Sphere">
                            <a:extLst>
                              <a:ext uri="{FF2B5EF4-FFF2-40B4-BE49-F238E27FC236}">
                                <a16:creationId xmlns:a16="http://schemas.microsoft.com/office/drawing/2014/main" id="{59156BA9-BB5A-4B78-B058-21CFB6361AA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492083663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32" name="3D Model 131" descr="Sphere">
                            <a:extLst>
                              <a:ext uri="{FF2B5EF4-FFF2-40B4-BE49-F238E27FC236}">
                                <a16:creationId xmlns:a16="http://schemas.microsoft.com/office/drawing/2014/main" id="{2B44DAD8-B15B-485D-9084-36E080510765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062972" y="331541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165" name="Flowchart: Connector 4164">
                        <a:extLst>
                          <a:ext uri="{FF2B5EF4-FFF2-40B4-BE49-F238E27FC236}">
                            <a16:creationId xmlns:a16="http://schemas.microsoft.com/office/drawing/2014/main" id="{7080E443-902C-4333-984B-E5C5DB3E539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166" name="3D Model 4165" descr="Sphere">
                            <a:extLst>
                              <a:ext uri="{FF2B5EF4-FFF2-40B4-BE49-F238E27FC236}">
                                <a16:creationId xmlns:a16="http://schemas.microsoft.com/office/drawing/2014/main" id="{C0917523-9DBA-410F-800C-2DA41DD6A1D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80998508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3136" cy="6439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6"/>
                              </am3d:raster>
                              <am3d:objViewport viewportSz="7137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167" name="Flowchart: Connector 4166">
                        <a:extLst>
                          <a:ext uri="{FF2B5EF4-FFF2-40B4-BE49-F238E27FC236}">
                            <a16:creationId xmlns:a16="http://schemas.microsoft.com/office/drawing/2014/main" id="{30D49C9F-58C5-4C2B-8E9A-9C4B8FAC986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168" name="3D Model 4167" descr="Sphere">
                            <a:extLst>
                              <a:ext uri="{FF2B5EF4-FFF2-40B4-BE49-F238E27FC236}">
                                <a16:creationId xmlns:a16="http://schemas.microsoft.com/office/drawing/2014/main" id="{339F0B13-ECCF-4372-AAFA-119DEA7D7E7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6715925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0539" cy="61493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7"/>
                              </am3d:raster>
                              <am3d:objViewport viewportSz="6676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4137" name="Flowchart: Connector 4136">
                      <a:extLst>
                        <a:ext uri="{FF2B5EF4-FFF2-40B4-BE49-F238E27FC236}">
                          <a16:creationId xmlns:a16="http://schemas.microsoft.com/office/drawing/2014/main" id="{9032C277-8A7C-499E-803C-7F52238A6B4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138" name="Flowchart: Connector 4137">
                      <a:extLst>
                        <a:ext uri="{FF2B5EF4-FFF2-40B4-BE49-F238E27FC236}">
                          <a16:creationId xmlns:a16="http://schemas.microsoft.com/office/drawing/2014/main" id="{9A7ADE4C-9EE0-4087-9ECE-ADEA7178253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139" name="Flowchart: Connector 4138">
                      <a:extLst>
                        <a:ext uri="{FF2B5EF4-FFF2-40B4-BE49-F238E27FC236}">
                          <a16:creationId xmlns:a16="http://schemas.microsoft.com/office/drawing/2014/main" id="{710FA638-EDA0-4664-B849-250AABA50EA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140" name="Flowchart: Connector 4139">
                      <a:extLst>
                        <a:ext uri="{FF2B5EF4-FFF2-40B4-BE49-F238E27FC236}">
                          <a16:creationId xmlns:a16="http://schemas.microsoft.com/office/drawing/2014/main" id="{453F4296-62DD-4173-9EE6-AEED8D66ADC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141" name="Flowchart: Connector 4140">
                      <a:extLst>
                        <a:ext uri="{FF2B5EF4-FFF2-40B4-BE49-F238E27FC236}">
                          <a16:creationId xmlns:a16="http://schemas.microsoft.com/office/drawing/2014/main" id="{24490F4E-8252-4D8E-A8B7-54E925998F3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142" name="Flowchart: Connector 4141">
                      <a:extLst>
                        <a:ext uri="{FF2B5EF4-FFF2-40B4-BE49-F238E27FC236}">
                          <a16:creationId xmlns:a16="http://schemas.microsoft.com/office/drawing/2014/main" id="{B3C57975-8357-4F30-8CD6-E85130297C4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143" name="Flowchart: Connector 4142">
                      <a:extLst>
                        <a:ext uri="{FF2B5EF4-FFF2-40B4-BE49-F238E27FC236}">
                          <a16:creationId xmlns:a16="http://schemas.microsoft.com/office/drawing/2014/main" id="{A90A9A46-CA2E-4EE0-81A4-AB6A28E2B4E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144" name="Flowchart: Connector 4143">
                      <a:extLst>
                        <a:ext uri="{FF2B5EF4-FFF2-40B4-BE49-F238E27FC236}">
                          <a16:creationId xmlns:a16="http://schemas.microsoft.com/office/drawing/2014/main" id="{C20346ED-D164-45EE-8493-0B7AD63BC06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145" name="Flowchart: Connector 4144">
                      <a:extLst>
                        <a:ext uri="{FF2B5EF4-FFF2-40B4-BE49-F238E27FC236}">
                          <a16:creationId xmlns:a16="http://schemas.microsoft.com/office/drawing/2014/main" id="{D3F08C93-C1BA-4BFE-B863-277AB3BD21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4146" name="3D Model 4145" descr="Sphere">
                          <a:extLst>
                            <a:ext uri="{FF2B5EF4-FFF2-40B4-BE49-F238E27FC236}">
                              <a16:creationId xmlns:a16="http://schemas.microsoft.com/office/drawing/2014/main" id="{A38275C0-B56E-47D3-8040-58BCE265A03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748920838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9"/>
                            </am3d:raster>
                            <am3d:objViewport viewportSz="6069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4" name="3D Model 113" descr="Sphere">
                          <a:extLst>
                            <a:ext uri="{FF2B5EF4-FFF2-40B4-BE49-F238E27FC236}">
                              <a16:creationId xmlns:a16="http://schemas.microsoft.com/office/drawing/2014/main" id="{56A2AB05-F072-40CA-90AE-FD36A7808D3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5"/>
                        <a:stretch>
                          <a:fillRect/>
                        </a:stretch>
                      </p:blipFill>
                      <p:spPr>
                        <a:xfrm>
                          <a:off x="830057" y="2917267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4147" name="Flowchart: Connector 4146">
                      <a:extLst>
                        <a:ext uri="{FF2B5EF4-FFF2-40B4-BE49-F238E27FC236}">
                          <a16:creationId xmlns:a16="http://schemas.microsoft.com/office/drawing/2014/main" id="{91030603-F0C3-4B6B-A1D3-E6C9496D2E6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4148" name="3D Model 4147" descr="Sphere">
                          <a:extLst>
                            <a:ext uri="{FF2B5EF4-FFF2-40B4-BE49-F238E27FC236}">
                              <a16:creationId xmlns:a16="http://schemas.microsoft.com/office/drawing/2014/main" id="{BDB5D2B1-B2D2-45E1-86D3-671C6AA20DA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056663838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1750" cy="5892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8"/>
                            </am3d:raster>
                            <am3d:objViewport viewportSz="66246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6" name="3D Model 115" descr="Sphere">
                          <a:extLst>
                            <a:ext uri="{FF2B5EF4-FFF2-40B4-BE49-F238E27FC236}">
                              <a16:creationId xmlns:a16="http://schemas.microsoft.com/office/drawing/2014/main" id="{7C9E6E5C-C27E-459B-A76D-97CD231ABD4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1076013" y="300758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4149" name="Flowchart: Connector 4148">
                      <a:extLst>
                        <a:ext uri="{FF2B5EF4-FFF2-40B4-BE49-F238E27FC236}">
                          <a16:creationId xmlns:a16="http://schemas.microsoft.com/office/drawing/2014/main" id="{026CEDFB-C16A-4C2D-9CF6-9B9C780C69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4150" name="3D Model 4149" descr="Sphere">
                          <a:extLst>
                            <a:ext uri="{FF2B5EF4-FFF2-40B4-BE49-F238E27FC236}">
                              <a16:creationId xmlns:a16="http://schemas.microsoft.com/office/drawing/2014/main" id="{3DFEC62B-DB9F-4CC6-9D5C-491695F98A4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641220934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3136" cy="6439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6"/>
                            </am3d:raster>
                            <am3d:objViewport viewportSz="7137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8" name="3D Model 117" descr="Sphere">
                          <a:extLst>
                            <a:ext uri="{FF2B5EF4-FFF2-40B4-BE49-F238E27FC236}">
                              <a16:creationId xmlns:a16="http://schemas.microsoft.com/office/drawing/2014/main" id="{4E73B661-C0D3-4777-B427-FC4F81686E2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317147" y="3055459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4151" name="Flowchart: Connector 4150">
                      <a:extLst>
                        <a:ext uri="{FF2B5EF4-FFF2-40B4-BE49-F238E27FC236}">
                          <a16:creationId xmlns:a16="http://schemas.microsoft.com/office/drawing/2014/main" id="{8D893133-AC88-436A-898B-CD856AC3030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4152" name="3D Model 4151" descr="Sphere">
                          <a:extLst>
                            <a:ext uri="{FF2B5EF4-FFF2-40B4-BE49-F238E27FC236}">
                              <a16:creationId xmlns:a16="http://schemas.microsoft.com/office/drawing/2014/main" id="{3B4F12A7-9C89-4EDE-832B-7A1952EAB7C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289584307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0539" cy="61493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7"/>
                            </am3d:raster>
                            <am3d:objViewport viewportSz="6676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20" name="3D Model 119" descr="Sphere">
                          <a:extLst>
                            <a:ext uri="{FF2B5EF4-FFF2-40B4-BE49-F238E27FC236}">
                              <a16:creationId xmlns:a16="http://schemas.microsoft.com/office/drawing/2014/main" id="{3476476F-DDC4-49CE-B42B-4D693A51BEBB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1585565" y="314249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4042" name="Group 4041">
                  <a:extLst>
                    <a:ext uri="{FF2B5EF4-FFF2-40B4-BE49-F238E27FC236}">
                      <a16:creationId xmlns:a16="http://schemas.microsoft.com/office/drawing/2014/main" id="{7BE3A15A-E47F-48E7-A9E4-A492A4540179}"/>
                    </a:ext>
                  </a:extLst>
                </p:cNvPr>
                <p:cNvGrpSpPr/>
                <p:nvPr/>
              </p:nvGrpSpPr>
              <p:grpSpPr>
                <a:xfrm rot="18542409">
                  <a:off x="2222302" y="2379413"/>
                  <a:ext cx="877759" cy="143092"/>
                  <a:chOff x="2577399" y="2546175"/>
                  <a:chExt cx="877759" cy="143092"/>
                </a:xfrm>
              </p:grpSpPr>
              <p:sp>
                <p:nvSpPr>
                  <p:cNvPr id="4112" name="Freeform: Shape 4111">
                    <a:extLst>
                      <a:ext uri="{FF2B5EF4-FFF2-40B4-BE49-F238E27FC236}">
                        <a16:creationId xmlns:a16="http://schemas.microsoft.com/office/drawing/2014/main" id="{D8F46F3C-76E9-4CB5-9336-5D18DFDB72B9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113" name="Rectangle: Rounded Corners 4112">
                    <a:extLst>
                      <a:ext uri="{FF2B5EF4-FFF2-40B4-BE49-F238E27FC236}">
                        <a16:creationId xmlns:a16="http://schemas.microsoft.com/office/drawing/2014/main" id="{4F09F91B-C502-4874-A9F6-3AECF04F8E96}"/>
                      </a:ext>
                    </a:extLst>
                  </p:cNvPr>
                  <p:cNvSpPr/>
                  <p:nvPr/>
                </p:nvSpPr>
                <p:spPr>
                  <a:xfrm>
                    <a:off x="2577399" y="2605923"/>
                    <a:ext cx="59549" cy="50186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43" name="Group 4042">
                  <a:extLst>
                    <a:ext uri="{FF2B5EF4-FFF2-40B4-BE49-F238E27FC236}">
                      <a16:creationId xmlns:a16="http://schemas.microsoft.com/office/drawing/2014/main" id="{D45F3B23-601D-4640-A523-B88EC985B9FE}"/>
                    </a:ext>
                  </a:extLst>
                </p:cNvPr>
                <p:cNvGrpSpPr/>
                <p:nvPr/>
              </p:nvGrpSpPr>
              <p:grpSpPr>
                <a:xfrm rot="17122200">
                  <a:off x="1187274" y="235013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110" name="Freeform: Shape 4109">
                    <a:extLst>
                      <a:ext uri="{FF2B5EF4-FFF2-40B4-BE49-F238E27FC236}">
                        <a16:creationId xmlns:a16="http://schemas.microsoft.com/office/drawing/2014/main" id="{BDA19DA0-810E-4186-9DEB-937C78714134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111" name="Rectangle: Rounded Corners 4110">
                    <a:extLst>
                      <a:ext uri="{FF2B5EF4-FFF2-40B4-BE49-F238E27FC236}">
                        <a16:creationId xmlns:a16="http://schemas.microsoft.com/office/drawing/2014/main" id="{DF9D35DD-A5FC-4381-BE97-41A9EAE9A1B0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44" name="Group 4043">
                  <a:extLst>
                    <a:ext uri="{FF2B5EF4-FFF2-40B4-BE49-F238E27FC236}">
                      <a16:creationId xmlns:a16="http://schemas.microsoft.com/office/drawing/2014/main" id="{A4723FAA-0C3B-461F-B639-A281E60A0572}"/>
                    </a:ext>
                  </a:extLst>
                </p:cNvPr>
                <p:cNvGrpSpPr/>
                <p:nvPr/>
              </p:nvGrpSpPr>
              <p:grpSpPr>
                <a:xfrm rot="658209">
                  <a:off x="2479276" y="3323586"/>
                  <a:ext cx="746642" cy="235253"/>
                  <a:chOff x="2620172" y="2546175"/>
                  <a:chExt cx="834986" cy="143092"/>
                </a:xfrm>
              </p:grpSpPr>
              <p:sp>
                <p:nvSpPr>
                  <p:cNvPr id="4108" name="Freeform: Shape 4107">
                    <a:extLst>
                      <a:ext uri="{FF2B5EF4-FFF2-40B4-BE49-F238E27FC236}">
                        <a16:creationId xmlns:a16="http://schemas.microsoft.com/office/drawing/2014/main" id="{6A4F012E-3CBD-4EF3-BFCA-6E3ED3568CFA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109" name="Rectangle: Rounded Corners 4108">
                    <a:extLst>
                      <a:ext uri="{FF2B5EF4-FFF2-40B4-BE49-F238E27FC236}">
                        <a16:creationId xmlns:a16="http://schemas.microsoft.com/office/drawing/2014/main" id="{A40FE1F5-794E-41D9-B9AD-DD435C06E082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45" name="Group 4044">
                  <a:extLst>
                    <a:ext uri="{FF2B5EF4-FFF2-40B4-BE49-F238E27FC236}">
                      <a16:creationId xmlns:a16="http://schemas.microsoft.com/office/drawing/2014/main" id="{EA4BE573-B215-49D8-9513-8B373C36B22B}"/>
                    </a:ext>
                  </a:extLst>
                </p:cNvPr>
                <p:cNvGrpSpPr/>
                <p:nvPr/>
              </p:nvGrpSpPr>
              <p:grpSpPr>
                <a:xfrm rot="18837888">
                  <a:off x="1789768" y="223810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106" name="Freeform: Shape 4105">
                    <a:extLst>
                      <a:ext uri="{FF2B5EF4-FFF2-40B4-BE49-F238E27FC236}">
                        <a16:creationId xmlns:a16="http://schemas.microsoft.com/office/drawing/2014/main" id="{7F7D71BC-2C4B-482A-AE1E-D4E57C490860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107" name="Rectangle: Rounded Corners 4106">
                    <a:extLst>
                      <a:ext uri="{FF2B5EF4-FFF2-40B4-BE49-F238E27FC236}">
                        <a16:creationId xmlns:a16="http://schemas.microsoft.com/office/drawing/2014/main" id="{3DC5029F-EF1A-4016-BE27-645FF6390F91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46" name="Group 4045">
                  <a:extLst>
                    <a:ext uri="{FF2B5EF4-FFF2-40B4-BE49-F238E27FC236}">
                      <a16:creationId xmlns:a16="http://schemas.microsoft.com/office/drawing/2014/main" id="{56900FF4-4CEB-4142-8864-D13F36389F98}"/>
                    </a:ext>
                  </a:extLst>
                </p:cNvPr>
                <p:cNvGrpSpPr/>
                <p:nvPr/>
              </p:nvGrpSpPr>
              <p:grpSpPr>
                <a:xfrm rot="16200000">
                  <a:off x="563034" y="2429570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104" name="Freeform: Shape 4103">
                    <a:extLst>
                      <a:ext uri="{FF2B5EF4-FFF2-40B4-BE49-F238E27FC236}">
                        <a16:creationId xmlns:a16="http://schemas.microsoft.com/office/drawing/2014/main" id="{989BB47F-B76C-4E9F-9D4B-FCC7917CFFFD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105" name="Rectangle: Rounded Corners 4104">
                    <a:extLst>
                      <a:ext uri="{FF2B5EF4-FFF2-40B4-BE49-F238E27FC236}">
                        <a16:creationId xmlns:a16="http://schemas.microsoft.com/office/drawing/2014/main" id="{E4B4F98F-EE38-425B-8353-48792A49940C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47" name="Group 4046">
                  <a:extLst>
                    <a:ext uri="{FF2B5EF4-FFF2-40B4-BE49-F238E27FC236}">
                      <a16:creationId xmlns:a16="http://schemas.microsoft.com/office/drawing/2014/main" id="{D1438683-D5CF-483C-8B37-6065017F0901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350328" y="4425270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102" name="Freeform: Shape 4101">
                    <a:extLst>
                      <a:ext uri="{FF2B5EF4-FFF2-40B4-BE49-F238E27FC236}">
                        <a16:creationId xmlns:a16="http://schemas.microsoft.com/office/drawing/2014/main" id="{FBFAC436-467D-4C97-AF62-C443288C1288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103" name="Rectangle: Rounded Corners 4102">
                    <a:extLst>
                      <a:ext uri="{FF2B5EF4-FFF2-40B4-BE49-F238E27FC236}">
                        <a16:creationId xmlns:a16="http://schemas.microsoft.com/office/drawing/2014/main" id="{183E7AB4-79CF-4A1E-AB47-B0EB8C7941EB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48" name="Group 4047">
                  <a:extLst>
                    <a:ext uri="{FF2B5EF4-FFF2-40B4-BE49-F238E27FC236}">
                      <a16:creationId xmlns:a16="http://schemas.microsoft.com/office/drawing/2014/main" id="{A5C85716-4DCE-44BE-A2B7-759EE3B255DD}"/>
                    </a:ext>
                  </a:extLst>
                </p:cNvPr>
                <p:cNvGrpSpPr/>
                <p:nvPr/>
              </p:nvGrpSpPr>
              <p:grpSpPr>
                <a:xfrm rot="5880914">
                  <a:off x="789613" y="4380622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100" name="Freeform: Shape 4099">
                    <a:extLst>
                      <a:ext uri="{FF2B5EF4-FFF2-40B4-BE49-F238E27FC236}">
                        <a16:creationId xmlns:a16="http://schemas.microsoft.com/office/drawing/2014/main" id="{B0D6B3F7-FDE7-4C19-841B-CFFBB9609A2D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101" name="Rectangle: Rounded Corners 4100">
                    <a:extLst>
                      <a:ext uri="{FF2B5EF4-FFF2-40B4-BE49-F238E27FC236}">
                        <a16:creationId xmlns:a16="http://schemas.microsoft.com/office/drawing/2014/main" id="{D794E014-85C3-4767-9391-0A879B194742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49" name="Group 4048">
                  <a:extLst>
                    <a:ext uri="{FF2B5EF4-FFF2-40B4-BE49-F238E27FC236}">
                      <a16:creationId xmlns:a16="http://schemas.microsoft.com/office/drawing/2014/main" id="{BB049FA3-CF22-4958-B20E-39E390347600}"/>
                    </a:ext>
                  </a:extLst>
                </p:cNvPr>
                <p:cNvGrpSpPr/>
                <p:nvPr/>
              </p:nvGrpSpPr>
              <p:grpSpPr>
                <a:xfrm rot="13587211">
                  <a:off x="651990" y="2929858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098" name="Freeform: Shape 4097">
                    <a:extLst>
                      <a:ext uri="{FF2B5EF4-FFF2-40B4-BE49-F238E27FC236}">
                        <a16:creationId xmlns:a16="http://schemas.microsoft.com/office/drawing/2014/main" id="{8F828C81-B09F-4364-A6BB-7FAAF64875DF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99" name="Rectangle: Rounded Corners 4098">
                    <a:extLst>
                      <a:ext uri="{FF2B5EF4-FFF2-40B4-BE49-F238E27FC236}">
                        <a16:creationId xmlns:a16="http://schemas.microsoft.com/office/drawing/2014/main" id="{610373CF-AC9F-4500-951A-D5D693B4EBF5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50" name="Group 4049">
                  <a:extLst>
                    <a:ext uri="{FF2B5EF4-FFF2-40B4-BE49-F238E27FC236}">
                      <a16:creationId xmlns:a16="http://schemas.microsoft.com/office/drawing/2014/main" id="{4E42CFBF-7B7C-4B5C-99A4-1687BFC4A3DA}"/>
                    </a:ext>
                  </a:extLst>
                </p:cNvPr>
                <p:cNvGrpSpPr/>
                <p:nvPr/>
              </p:nvGrpSpPr>
              <p:grpSpPr>
                <a:xfrm rot="11351284">
                  <a:off x="163719" y="3807693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096" name="Freeform: Shape 4095">
                    <a:extLst>
                      <a:ext uri="{FF2B5EF4-FFF2-40B4-BE49-F238E27FC236}">
                        <a16:creationId xmlns:a16="http://schemas.microsoft.com/office/drawing/2014/main" id="{30A44259-3E6E-4B67-9142-113BDCE0371E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97" name="Rectangle: Rounded Corners 4096">
                    <a:extLst>
                      <a:ext uri="{FF2B5EF4-FFF2-40B4-BE49-F238E27FC236}">
                        <a16:creationId xmlns:a16="http://schemas.microsoft.com/office/drawing/2014/main" id="{6898D921-E134-4F1A-8E80-89866E2C3F23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51" name="Group 4050">
                  <a:extLst>
                    <a:ext uri="{FF2B5EF4-FFF2-40B4-BE49-F238E27FC236}">
                      <a16:creationId xmlns:a16="http://schemas.microsoft.com/office/drawing/2014/main" id="{7357237F-980F-4AC1-95FF-665780D9B289}"/>
                    </a:ext>
                  </a:extLst>
                </p:cNvPr>
                <p:cNvGrpSpPr/>
                <p:nvPr/>
              </p:nvGrpSpPr>
              <p:grpSpPr>
                <a:xfrm rot="4193783">
                  <a:off x="2062756" y="4148262"/>
                  <a:ext cx="706454" cy="171076"/>
                  <a:chOff x="2620172" y="2546175"/>
                  <a:chExt cx="834986" cy="143092"/>
                </a:xfrm>
              </p:grpSpPr>
              <p:sp>
                <p:nvSpPr>
                  <p:cNvPr id="4094" name="Freeform: Shape 4093">
                    <a:extLst>
                      <a:ext uri="{FF2B5EF4-FFF2-40B4-BE49-F238E27FC236}">
                        <a16:creationId xmlns:a16="http://schemas.microsoft.com/office/drawing/2014/main" id="{710B7FEA-642B-4050-8C1B-6D32EDA0803A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95" name="Rectangle: Rounded Corners 4094">
                    <a:extLst>
                      <a:ext uri="{FF2B5EF4-FFF2-40B4-BE49-F238E27FC236}">
                        <a16:creationId xmlns:a16="http://schemas.microsoft.com/office/drawing/2014/main" id="{E94B6FE6-F989-4496-92D4-39248DD38AA3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52" name="Group 4051">
                  <a:extLst>
                    <a:ext uri="{FF2B5EF4-FFF2-40B4-BE49-F238E27FC236}">
                      <a16:creationId xmlns:a16="http://schemas.microsoft.com/office/drawing/2014/main" id="{FB1C070B-A2CE-48B5-8152-6D748B9DBBF6}"/>
                    </a:ext>
                  </a:extLst>
                </p:cNvPr>
                <p:cNvGrpSpPr/>
                <p:nvPr/>
              </p:nvGrpSpPr>
              <p:grpSpPr>
                <a:xfrm rot="1837203">
                  <a:off x="2331692" y="3874891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092" name="Freeform: Shape 4091">
                    <a:extLst>
                      <a:ext uri="{FF2B5EF4-FFF2-40B4-BE49-F238E27FC236}">
                        <a16:creationId xmlns:a16="http://schemas.microsoft.com/office/drawing/2014/main" id="{BC35E0DD-B6CD-49FD-903F-A28949B8A245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93" name="Rectangle: Rounded Corners 4092">
                    <a:extLst>
                      <a:ext uri="{FF2B5EF4-FFF2-40B4-BE49-F238E27FC236}">
                        <a16:creationId xmlns:a16="http://schemas.microsoft.com/office/drawing/2014/main" id="{A6080292-8511-4CA2-A223-7B6DF01884D4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53" name="Group 4052">
                  <a:extLst>
                    <a:ext uri="{FF2B5EF4-FFF2-40B4-BE49-F238E27FC236}">
                      <a16:creationId xmlns:a16="http://schemas.microsoft.com/office/drawing/2014/main" id="{42E986C7-6C88-4716-BBCD-40BD46C60BB6}"/>
                    </a:ext>
                  </a:extLst>
                </p:cNvPr>
                <p:cNvGrpSpPr/>
                <p:nvPr/>
              </p:nvGrpSpPr>
              <p:grpSpPr>
                <a:xfrm rot="932650">
                  <a:off x="2489621" y="3105014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090" name="Freeform: Shape 4089">
                    <a:extLst>
                      <a:ext uri="{FF2B5EF4-FFF2-40B4-BE49-F238E27FC236}">
                        <a16:creationId xmlns:a16="http://schemas.microsoft.com/office/drawing/2014/main" id="{92B84A61-706F-4898-9D43-4B692090BAC7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91" name="Rectangle: Rounded Corners 4090">
                    <a:extLst>
                      <a:ext uri="{FF2B5EF4-FFF2-40B4-BE49-F238E27FC236}">
                        <a16:creationId xmlns:a16="http://schemas.microsoft.com/office/drawing/2014/main" id="{BB85F806-CA27-48E1-8D5C-5CC89A9B8CE2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54" name="Group 4053">
                  <a:extLst>
                    <a:ext uri="{FF2B5EF4-FFF2-40B4-BE49-F238E27FC236}">
                      <a16:creationId xmlns:a16="http://schemas.microsoft.com/office/drawing/2014/main" id="{9521759D-7A71-47E6-BC63-D5DEAB00DB11}"/>
                    </a:ext>
                  </a:extLst>
                </p:cNvPr>
                <p:cNvGrpSpPr/>
                <p:nvPr/>
              </p:nvGrpSpPr>
              <p:grpSpPr>
                <a:xfrm rot="10458038">
                  <a:off x="686489" y="3490410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088" name="Freeform: Shape 4087">
                    <a:extLst>
                      <a:ext uri="{FF2B5EF4-FFF2-40B4-BE49-F238E27FC236}">
                        <a16:creationId xmlns:a16="http://schemas.microsoft.com/office/drawing/2014/main" id="{284BF922-AFA4-4B92-AD13-8ABED4A7D2F3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89" name="Rectangle: Rounded Corners 4088">
                    <a:extLst>
                      <a:ext uri="{FF2B5EF4-FFF2-40B4-BE49-F238E27FC236}">
                        <a16:creationId xmlns:a16="http://schemas.microsoft.com/office/drawing/2014/main" id="{A5685577-2FC1-4C33-B8C8-E411F2B999D9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55" name="Group 4054">
                  <a:extLst>
                    <a:ext uri="{FF2B5EF4-FFF2-40B4-BE49-F238E27FC236}">
                      <a16:creationId xmlns:a16="http://schemas.microsoft.com/office/drawing/2014/main" id="{4B686FF8-2310-45CB-A730-AA0774E992F6}"/>
                    </a:ext>
                  </a:extLst>
                </p:cNvPr>
                <p:cNvGrpSpPr/>
                <p:nvPr/>
              </p:nvGrpSpPr>
              <p:grpSpPr>
                <a:xfrm rot="16924252">
                  <a:off x="1635001" y="2371073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086" name="Freeform: Shape 4085">
                    <a:extLst>
                      <a:ext uri="{FF2B5EF4-FFF2-40B4-BE49-F238E27FC236}">
                        <a16:creationId xmlns:a16="http://schemas.microsoft.com/office/drawing/2014/main" id="{2BC145F5-B195-4C69-B033-9CFB37C7A77B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87" name="Rectangle: Rounded Corners 4086">
                    <a:extLst>
                      <a:ext uri="{FF2B5EF4-FFF2-40B4-BE49-F238E27FC236}">
                        <a16:creationId xmlns:a16="http://schemas.microsoft.com/office/drawing/2014/main" id="{01B7FC2F-901D-4266-B2D5-0D14D7585468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56" name="Group 4055">
                  <a:extLst>
                    <a:ext uri="{FF2B5EF4-FFF2-40B4-BE49-F238E27FC236}">
                      <a16:creationId xmlns:a16="http://schemas.microsoft.com/office/drawing/2014/main" id="{58395114-6308-4354-91C8-0DE63E08739F}"/>
                    </a:ext>
                  </a:extLst>
                </p:cNvPr>
                <p:cNvGrpSpPr/>
                <p:nvPr/>
              </p:nvGrpSpPr>
              <p:grpSpPr>
                <a:xfrm rot="15677156">
                  <a:off x="985517" y="2521255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084" name="Freeform: Shape 4083">
                    <a:extLst>
                      <a:ext uri="{FF2B5EF4-FFF2-40B4-BE49-F238E27FC236}">
                        <a16:creationId xmlns:a16="http://schemas.microsoft.com/office/drawing/2014/main" id="{0C2C2AE8-2114-4DDA-89B6-BBB36627FA62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85" name="Rectangle: Rounded Corners 4084">
                    <a:extLst>
                      <a:ext uri="{FF2B5EF4-FFF2-40B4-BE49-F238E27FC236}">
                        <a16:creationId xmlns:a16="http://schemas.microsoft.com/office/drawing/2014/main" id="{AB189898-316E-4EEF-A888-77D7E171C9CA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57" name="Group 4056">
                  <a:extLst>
                    <a:ext uri="{FF2B5EF4-FFF2-40B4-BE49-F238E27FC236}">
                      <a16:creationId xmlns:a16="http://schemas.microsoft.com/office/drawing/2014/main" id="{733D8746-EC7C-4908-B5C9-0AC59EF7398C}"/>
                    </a:ext>
                  </a:extLst>
                </p:cNvPr>
                <p:cNvGrpSpPr/>
                <p:nvPr/>
              </p:nvGrpSpPr>
              <p:grpSpPr>
                <a:xfrm rot="14354853" flipV="1">
                  <a:off x="976412" y="2438473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082" name="Freeform: Shape 4081">
                    <a:extLst>
                      <a:ext uri="{FF2B5EF4-FFF2-40B4-BE49-F238E27FC236}">
                        <a16:creationId xmlns:a16="http://schemas.microsoft.com/office/drawing/2014/main" id="{3FC7457B-51DB-427C-A242-6FDCEB7F9783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83" name="Rectangle: Rounded Corners 4082">
                    <a:extLst>
                      <a:ext uri="{FF2B5EF4-FFF2-40B4-BE49-F238E27FC236}">
                        <a16:creationId xmlns:a16="http://schemas.microsoft.com/office/drawing/2014/main" id="{83B7063E-EA4C-47FD-A668-050185FC72C3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58" name="Group 4057">
                  <a:extLst>
                    <a:ext uri="{FF2B5EF4-FFF2-40B4-BE49-F238E27FC236}">
                      <a16:creationId xmlns:a16="http://schemas.microsoft.com/office/drawing/2014/main" id="{7FF99EA6-D531-4ABC-A19B-6FD6E12AFFF8}"/>
                    </a:ext>
                  </a:extLst>
                </p:cNvPr>
                <p:cNvGrpSpPr/>
                <p:nvPr/>
              </p:nvGrpSpPr>
              <p:grpSpPr>
                <a:xfrm rot="9793356" flipV="1">
                  <a:off x="215985" y="3237903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080" name="Freeform: Shape 4079">
                    <a:extLst>
                      <a:ext uri="{FF2B5EF4-FFF2-40B4-BE49-F238E27FC236}">
                        <a16:creationId xmlns:a16="http://schemas.microsoft.com/office/drawing/2014/main" id="{B956C043-D1E7-42CD-84CC-A88DFBC0FD09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81" name="Rectangle: Rounded Corners 4080">
                    <a:extLst>
                      <a:ext uri="{FF2B5EF4-FFF2-40B4-BE49-F238E27FC236}">
                        <a16:creationId xmlns:a16="http://schemas.microsoft.com/office/drawing/2014/main" id="{F6A34FFC-BF63-4915-AAA0-5FD089281A23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59" name="Group 4058">
                  <a:extLst>
                    <a:ext uri="{FF2B5EF4-FFF2-40B4-BE49-F238E27FC236}">
                      <a16:creationId xmlns:a16="http://schemas.microsoft.com/office/drawing/2014/main" id="{CE331649-4688-417B-9D6A-B4E15F93E50B}"/>
                    </a:ext>
                  </a:extLst>
                </p:cNvPr>
                <p:cNvGrpSpPr/>
                <p:nvPr/>
              </p:nvGrpSpPr>
              <p:grpSpPr>
                <a:xfrm rot="6907686" flipV="1">
                  <a:off x="692019" y="3931960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078" name="Freeform: Shape 4077">
                    <a:extLst>
                      <a:ext uri="{FF2B5EF4-FFF2-40B4-BE49-F238E27FC236}">
                        <a16:creationId xmlns:a16="http://schemas.microsoft.com/office/drawing/2014/main" id="{AA964AEC-8036-42C2-8AFF-EF895DD36299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79" name="Rectangle: Rounded Corners 4078">
                    <a:extLst>
                      <a:ext uri="{FF2B5EF4-FFF2-40B4-BE49-F238E27FC236}">
                        <a16:creationId xmlns:a16="http://schemas.microsoft.com/office/drawing/2014/main" id="{5901A85D-5ABE-4283-8233-08728B9390BF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60" name="Group 4059">
                  <a:extLst>
                    <a:ext uri="{FF2B5EF4-FFF2-40B4-BE49-F238E27FC236}">
                      <a16:creationId xmlns:a16="http://schemas.microsoft.com/office/drawing/2014/main" id="{3667BBED-1A61-4F76-A10D-5DBF5934BDBA}"/>
                    </a:ext>
                  </a:extLst>
                </p:cNvPr>
                <p:cNvGrpSpPr/>
                <p:nvPr/>
              </p:nvGrpSpPr>
              <p:grpSpPr>
                <a:xfrm rot="1465711" flipV="1">
                  <a:off x="2002734" y="3404484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076" name="Freeform: Shape 4075">
                    <a:extLst>
                      <a:ext uri="{FF2B5EF4-FFF2-40B4-BE49-F238E27FC236}">
                        <a16:creationId xmlns:a16="http://schemas.microsoft.com/office/drawing/2014/main" id="{9AF28E90-DBDD-4122-83A5-62E0B5EF67C7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77" name="Rectangle: Rounded Corners 4076">
                    <a:extLst>
                      <a:ext uri="{FF2B5EF4-FFF2-40B4-BE49-F238E27FC236}">
                        <a16:creationId xmlns:a16="http://schemas.microsoft.com/office/drawing/2014/main" id="{133F4555-0029-48B6-B6FB-1470B9920D46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61" name="Group 4060">
                  <a:extLst>
                    <a:ext uri="{FF2B5EF4-FFF2-40B4-BE49-F238E27FC236}">
                      <a16:creationId xmlns:a16="http://schemas.microsoft.com/office/drawing/2014/main" id="{BD7712F9-A9FA-4162-96BF-E27C0DEDE31B}"/>
                    </a:ext>
                  </a:extLst>
                </p:cNvPr>
                <p:cNvGrpSpPr/>
                <p:nvPr/>
              </p:nvGrpSpPr>
              <p:grpSpPr>
                <a:xfrm rot="19016516">
                  <a:off x="1733273" y="2834891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074" name="Freeform: Shape 4073">
                    <a:extLst>
                      <a:ext uri="{FF2B5EF4-FFF2-40B4-BE49-F238E27FC236}">
                        <a16:creationId xmlns:a16="http://schemas.microsoft.com/office/drawing/2014/main" id="{8DA7330E-4E82-4A83-99C7-7C6F851B1B8D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75" name="Rectangle: Rounded Corners 4074">
                    <a:extLst>
                      <a:ext uri="{FF2B5EF4-FFF2-40B4-BE49-F238E27FC236}">
                        <a16:creationId xmlns:a16="http://schemas.microsoft.com/office/drawing/2014/main" id="{5C744C9A-FF33-473C-99EA-1D408CCEDA03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62" name="Group 4061">
                  <a:extLst>
                    <a:ext uri="{FF2B5EF4-FFF2-40B4-BE49-F238E27FC236}">
                      <a16:creationId xmlns:a16="http://schemas.microsoft.com/office/drawing/2014/main" id="{997FEEC0-61AE-4F07-8ACF-5D2F8C4A3A58}"/>
                    </a:ext>
                  </a:extLst>
                </p:cNvPr>
                <p:cNvGrpSpPr/>
                <p:nvPr/>
              </p:nvGrpSpPr>
              <p:grpSpPr>
                <a:xfrm rot="19245075">
                  <a:off x="1632068" y="282541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072" name="Freeform: Shape 4071">
                    <a:extLst>
                      <a:ext uri="{FF2B5EF4-FFF2-40B4-BE49-F238E27FC236}">
                        <a16:creationId xmlns:a16="http://schemas.microsoft.com/office/drawing/2014/main" id="{8C4BE87E-9968-4AEF-AC02-B6596E7F114F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73" name="Rectangle: Rounded Corners 4072">
                    <a:extLst>
                      <a:ext uri="{FF2B5EF4-FFF2-40B4-BE49-F238E27FC236}">
                        <a16:creationId xmlns:a16="http://schemas.microsoft.com/office/drawing/2014/main" id="{06F9490A-82A7-4ED2-8279-12B8189704F0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63" name="Group 4062">
                  <a:extLst>
                    <a:ext uri="{FF2B5EF4-FFF2-40B4-BE49-F238E27FC236}">
                      <a16:creationId xmlns:a16="http://schemas.microsoft.com/office/drawing/2014/main" id="{2C95C40A-D54C-4336-91C9-73F0F28C81E8}"/>
                    </a:ext>
                  </a:extLst>
                </p:cNvPr>
                <p:cNvGrpSpPr/>
                <p:nvPr/>
              </p:nvGrpSpPr>
              <p:grpSpPr>
                <a:xfrm rot="10458038">
                  <a:off x="838889" y="3642810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070" name="Freeform: Shape 4069">
                    <a:extLst>
                      <a:ext uri="{FF2B5EF4-FFF2-40B4-BE49-F238E27FC236}">
                        <a16:creationId xmlns:a16="http://schemas.microsoft.com/office/drawing/2014/main" id="{7E756C24-3908-49F8-A8CB-7E7AE971A673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71" name="Rectangle: Rounded Corners 4070">
                    <a:extLst>
                      <a:ext uri="{FF2B5EF4-FFF2-40B4-BE49-F238E27FC236}">
                        <a16:creationId xmlns:a16="http://schemas.microsoft.com/office/drawing/2014/main" id="{2AB06995-6A7A-4E97-A011-5CE13EA29FD4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64" name="Group 4063">
                  <a:extLst>
                    <a:ext uri="{FF2B5EF4-FFF2-40B4-BE49-F238E27FC236}">
                      <a16:creationId xmlns:a16="http://schemas.microsoft.com/office/drawing/2014/main" id="{585F272F-B3F1-4F3F-BE6C-11A64D0D521A}"/>
                    </a:ext>
                  </a:extLst>
                </p:cNvPr>
                <p:cNvGrpSpPr/>
                <p:nvPr/>
              </p:nvGrpSpPr>
              <p:grpSpPr>
                <a:xfrm rot="15824399">
                  <a:off x="1224680" y="2818934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068" name="Freeform: Shape 4067">
                    <a:extLst>
                      <a:ext uri="{FF2B5EF4-FFF2-40B4-BE49-F238E27FC236}">
                        <a16:creationId xmlns:a16="http://schemas.microsoft.com/office/drawing/2014/main" id="{9A4202A3-CFBA-4BEC-8A33-8F04DD854A23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69" name="Rectangle: Rounded Corners 4068">
                    <a:extLst>
                      <a:ext uri="{FF2B5EF4-FFF2-40B4-BE49-F238E27FC236}">
                        <a16:creationId xmlns:a16="http://schemas.microsoft.com/office/drawing/2014/main" id="{28FD1D39-2457-4531-8C71-ADB9E4A33DA6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065" name="Group 4064">
                  <a:extLst>
                    <a:ext uri="{FF2B5EF4-FFF2-40B4-BE49-F238E27FC236}">
                      <a16:creationId xmlns:a16="http://schemas.microsoft.com/office/drawing/2014/main" id="{512B4555-8C2E-431B-A305-A9B05BBA895A}"/>
                    </a:ext>
                  </a:extLst>
                </p:cNvPr>
                <p:cNvGrpSpPr/>
                <p:nvPr/>
              </p:nvGrpSpPr>
              <p:grpSpPr>
                <a:xfrm rot="16697394">
                  <a:off x="1080028" y="2168448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066" name="Freeform: Shape 4065">
                    <a:extLst>
                      <a:ext uri="{FF2B5EF4-FFF2-40B4-BE49-F238E27FC236}">
                        <a16:creationId xmlns:a16="http://schemas.microsoft.com/office/drawing/2014/main" id="{4CD6F720-AF2C-4833-BD9C-D80D171DC264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067" name="Rectangle: Rounded Corners 4066">
                    <a:extLst>
                      <a:ext uri="{FF2B5EF4-FFF2-40B4-BE49-F238E27FC236}">
                        <a16:creationId xmlns:a16="http://schemas.microsoft.com/office/drawing/2014/main" id="{914554F6-C548-424D-BF3F-E7CE7B23807C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</p:grpSp>
          <p:sp>
            <p:nvSpPr>
              <p:cNvPr id="4036" name="Freeform: Shape 4035">
                <a:extLst>
                  <a:ext uri="{FF2B5EF4-FFF2-40B4-BE49-F238E27FC236}">
                    <a16:creationId xmlns:a16="http://schemas.microsoft.com/office/drawing/2014/main" id="{449D443F-2EEB-47C0-90F9-A3B96E152819}"/>
                  </a:ext>
                </a:extLst>
              </p:cNvPr>
              <p:cNvSpPr/>
              <p:nvPr/>
            </p:nvSpPr>
            <p:spPr>
              <a:xfrm rot="6017948" flipV="1">
                <a:off x="1305755" y="4290452"/>
                <a:ext cx="676370" cy="157011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4037" name="Freeform: Shape 4036">
                <a:extLst>
                  <a:ext uri="{FF2B5EF4-FFF2-40B4-BE49-F238E27FC236}">
                    <a16:creationId xmlns:a16="http://schemas.microsoft.com/office/drawing/2014/main" id="{E514FD73-E2B9-4B34-8C4F-E890E6E62123}"/>
                  </a:ext>
                </a:extLst>
              </p:cNvPr>
              <p:cNvSpPr/>
              <p:nvPr/>
            </p:nvSpPr>
            <p:spPr>
              <a:xfrm rot="21277659">
                <a:off x="2517403" y="2906549"/>
                <a:ext cx="690584" cy="235253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4038" name="Freeform: Shape 4037">
                <a:extLst>
                  <a:ext uri="{FF2B5EF4-FFF2-40B4-BE49-F238E27FC236}">
                    <a16:creationId xmlns:a16="http://schemas.microsoft.com/office/drawing/2014/main" id="{766F8248-38B2-4B46-996C-FE279C7DF852}"/>
                  </a:ext>
                </a:extLst>
              </p:cNvPr>
              <p:cNvSpPr/>
              <p:nvPr/>
            </p:nvSpPr>
            <p:spPr>
              <a:xfrm rot="11528244" flipV="1">
                <a:off x="344853" y="2978311"/>
                <a:ext cx="676370" cy="157011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</p:grpSp>
      <p:sp>
        <p:nvSpPr>
          <p:cNvPr id="4401" name="Curved Up Arrow 1">
            <a:extLst>
              <a:ext uri="{FF2B5EF4-FFF2-40B4-BE49-F238E27FC236}">
                <a16:creationId xmlns:a16="http://schemas.microsoft.com/office/drawing/2014/main" id="{8A54B617-98B5-4F2B-8859-E47202A7251B}"/>
              </a:ext>
            </a:extLst>
          </p:cNvPr>
          <p:cNvSpPr/>
          <p:nvPr/>
        </p:nvSpPr>
        <p:spPr>
          <a:xfrm rot="9442209" flipH="1">
            <a:off x="2000947" y="1364446"/>
            <a:ext cx="1383136" cy="640191"/>
          </a:xfrm>
          <a:custGeom>
            <a:avLst/>
            <a:gdLst>
              <a:gd name="connsiteX0" fmla="*/ 467810 w 635736"/>
              <a:gd name="connsiteY0" fmla="*/ 0 h 731523"/>
              <a:gd name="connsiteX1" fmla="*/ 635736 w 635736"/>
              <a:gd name="connsiteY1" fmla="*/ 182880 h 731523"/>
              <a:gd name="connsiteX2" fmla="*/ 544296 w 635736"/>
              <a:gd name="connsiteY2" fmla="*/ 182880 h 731523"/>
              <a:gd name="connsiteX3" fmla="*/ 87404 w 635736"/>
              <a:gd name="connsiteY3" fmla="*/ 731520 h 731523"/>
              <a:gd name="connsiteX4" fmla="*/ 0 w 635736"/>
              <a:gd name="connsiteY4" fmla="*/ 731520 h 731523"/>
              <a:gd name="connsiteX5" fmla="*/ 0 w 635736"/>
              <a:gd name="connsiteY5" fmla="*/ 718075 h 731523"/>
              <a:gd name="connsiteX6" fmla="*/ 0 w 635736"/>
              <a:gd name="connsiteY6" fmla="*/ 716278 h 731523"/>
              <a:gd name="connsiteX7" fmla="*/ 361416 w 635736"/>
              <a:gd name="connsiteY7" fmla="*/ 182880 h 731523"/>
              <a:gd name="connsiteX8" fmla="*/ 269976 w 635736"/>
              <a:gd name="connsiteY8" fmla="*/ 182880 h 731523"/>
              <a:gd name="connsiteX9" fmla="*/ 467810 w 635736"/>
              <a:gd name="connsiteY9" fmla="*/ 0 h 731523"/>
              <a:gd name="connsiteX0" fmla="*/ 467810 w 635736"/>
              <a:gd name="connsiteY0" fmla="*/ 0 h 731523"/>
              <a:gd name="connsiteX1" fmla="*/ 635736 w 635736"/>
              <a:gd name="connsiteY1" fmla="*/ 182880 h 731523"/>
              <a:gd name="connsiteX2" fmla="*/ 544296 w 635736"/>
              <a:gd name="connsiteY2" fmla="*/ 182880 h 731523"/>
              <a:gd name="connsiteX3" fmla="*/ 87404 w 635736"/>
              <a:gd name="connsiteY3" fmla="*/ 731520 h 731523"/>
              <a:gd name="connsiteX4" fmla="*/ 0 w 635736"/>
              <a:gd name="connsiteY4" fmla="*/ 731520 h 731523"/>
              <a:gd name="connsiteX5" fmla="*/ 0 w 635736"/>
              <a:gd name="connsiteY5" fmla="*/ 716278 h 731523"/>
              <a:gd name="connsiteX6" fmla="*/ 361416 w 635736"/>
              <a:gd name="connsiteY6" fmla="*/ 182880 h 731523"/>
              <a:gd name="connsiteX7" fmla="*/ 269976 w 635736"/>
              <a:gd name="connsiteY7" fmla="*/ 182880 h 731523"/>
              <a:gd name="connsiteX8" fmla="*/ 467810 w 635736"/>
              <a:gd name="connsiteY8" fmla="*/ 0 h 731523"/>
              <a:gd name="connsiteX0" fmla="*/ 582986 w 750912"/>
              <a:gd name="connsiteY0" fmla="*/ 0 h 736598"/>
              <a:gd name="connsiteX1" fmla="*/ 750912 w 750912"/>
              <a:gd name="connsiteY1" fmla="*/ 182880 h 736598"/>
              <a:gd name="connsiteX2" fmla="*/ 659472 w 750912"/>
              <a:gd name="connsiteY2" fmla="*/ 182880 h 736598"/>
              <a:gd name="connsiteX3" fmla="*/ 202580 w 750912"/>
              <a:gd name="connsiteY3" fmla="*/ 731520 h 736598"/>
              <a:gd name="connsiteX4" fmla="*/ 0 w 750912"/>
              <a:gd name="connsiteY4" fmla="*/ 736598 h 736598"/>
              <a:gd name="connsiteX5" fmla="*/ 115176 w 750912"/>
              <a:gd name="connsiteY5" fmla="*/ 716278 h 736598"/>
              <a:gd name="connsiteX6" fmla="*/ 476592 w 750912"/>
              <a:gd name="connsiteY6" fmla="*/ 182880 h 736598"/>
              <a:gd name="connsiteX7" fmla="*/ 385152 w 750912"/>
              <a:gd name="connsiteY7" fmla="*/ 182880 h 736598"/>
              <a:gd name="connsiteX8" fmla="*/ 582986 w 750912"/>
              <a:gd name="connsiteY8" fmla="*/ 0 h 736598"/>
              <a:gd name="connsiteX0" fmla="*/ 582986 w 750912"/>
              <a:gd name="connsiteY0" fmla="*/ 0 h 736598"/>
              <a:gd name="connsiteX1" fmla="*/ 750912 w 750912"/>
              <a:gd name="connsiteY1" fmla="*/ 182880 h 736598"/>
              <a:gd name="connsiteX2" fmla="*/ 659472 w 750912"/>
              <a:gd name="connsiteY2" fmla="*/ 182880 h 736598"/>
              <a:gd name="connsiteX3" fmla="*/ 202580 w 750912"/>
              <a:gd name="connsiteY3" fmla="*/ 731520 h 736598"/>
              <a:gd name="connsiteX4" fmla="*/ 0 w 750912"/>
              <a:gd name="connsiteY4" fmla="*/ 736598 h 736598"/>
              <a:gd name="connsiteX5" fmla="*/ 115176 w 750912"/>
              <a:gd name="connsiteY5" fmla="*/ 716278 h 736598"/>
              <a:gd name="connsiteX6" fmla="*/ 476592 w 750912"/>
              <a:gd name="connsiteY6" fmla="*/ 182880 h 736598"/>
              <a:gd name="connsiteX7" fmla="*/ 385152 w 750912"/>
              <a:gd name="connsiteY7" fmla="*/ 182880 h 736598"/>
              <a:gd name="connsiteX8" fmla="*/ 582986 w 750912"/>
              <a:gd name="connsiteY8" fmla="*/ 0 h 736598"/>
              <a:gd name="connsiteX0" fmla="*/ 582986 w 750912"/>
              <a:gd name="connsiteY0" fmla="*/ 0 h 736598"/>
              <a:gd name="connsiteX1" fmla="*/ 750912 w 750912"/>
              <a:gd name="connsiteY1" fmla="*/ 182880 h 736598"/>
              <a:gd name="connsiteX2" fmla="*/ 659472 w 750912"/>
              <a:gd name="connsiteY2" fmla="*/ 182880 h 736598"/>
              <a:gd name="connsiteX3" fmla="*/ 202580 w 750912"/>
              <a:gd name="connsiteY3" fmla="*/ 731520 h 736598"/>
              <a:gd name="connsiteX4" fmla="*/ 0 w 750912"/>
              <a:gd name="connsiteY4" fmla="*/ 736598 h 736598"/>
              <a:gd name="connsiteX5" fmla="*/ 115176 w 750912"/>
              <a:gd name="connsiteY5" fmla="*/ 716278 h 736598"/>
              <a:gd name="connsiteX6" fmla="*/ 476592 w 750912"/>
              <a:gd name="connsiteY6" fmla="*/ 182880 h 736598"/>
              <a:gd name="connsiteX7" fmla="*/ 385152 w 750912"/>
              <a:gd name="connsiteY7" fmla="*/ 182880 h 736598"/>
              <a:gd name="connsiteX8" fmla="*/ 582986 w 750912"/>
              <a:gd name="connsiteY8" fmla="*/ 0 h 736598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35657 w 883989"/>
              <a:gd name="connsiteY3" fmla="*/ 731520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2470 w 883989"/>
              <a:gd name="connsiteY5" fmla="*/ 741896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2470 w 883989"/>
              <a:gd name="connsiteY5" fmla="*/ 741896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2470 w 883989"/>
              <a:gd name="connsiteY5" fmla="*/ 741896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3989" h="946640">
                <a:moveTo>
                  <a:pt x="716063" y="0"/>
                </a:moveTo>
                <a:lnTo>
                  <a:pt x="883989" y="182880"/>
                </a:lnTo>
                <a:lnTo>
                  <a:pt x="792549" y="182880"/>
                </a:lnTo>
                <a:cubicBezTo>
                  <a:pt x="737882" y="511774"/>
                  <a:pt x="601892" y="655886"/>
                  <a:pt x="356126" y="790228"/>
                </a:cubicBezTo>
                <a:cubicBezTo>
                  <a:pt x="248733" y="843028"/>
                  <a:pt x="67527" y="944947"/>
                  <a:pt x="0" y="946640"/>
                </a:cubicBezTo>
                <a:cubicBezTo>
                  <a:pt x="38392" y="939867"/>
                  <a:pt x="169929" y="830850"/>
                  <a:pt x="255597" y="758442"/>
                </a:cubicBezTo>
                <a:cubicBezTo>
                  <a:pt x="451071" y="611157"/>
                  <a:pt x="564690" y="453492"/>
                  <a:pt x="609669" y="182880"/>
                </a:cubicBezTo>
                <a:lnTo>
                  <a:pt x="518229" y="182880"/>
                </a:lnTo>
                <a:lnTo>
                  <a:pt x="716063" y="0"/>
                </a:lnTo>
                <a:close/>
              </a:path>
            </a:pathLst>
          </a:cu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 w="114300" prst="artDeco"/>
          </a:sp3d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/>
          </a:p>
        </p:txBody>
      </p:sp>
      <p:grpSp>
        <p:nvGrpSpPr>
          <p:cNvPr id="746" name="Group 745">
            <a:extLst>
              <a:ext uri="{FF2B5EF4-FFF2-40B4-BE49-F238E27FC236}">
                <a16:creationId xmlns:a16="http://schemas.microsoft.com/office/drawing/2014/main" id="{26F65257-B0CC-4648-94E7-C084D1608B4C}"/>
              </a:ext>
            </a:extLst>
          </p:cNvPr>
          <p:cNvGrpSpPr/>
          <p:nvPr/>
        </p:nvGrpSpPr>
        <p:grpSpPr>
          <a:xfrm>
            <a:off x="518517" y="4227859"/>
            <a:ext cx="7245309" cy="1748486"/>
            <a:chOff x="361614" y="4649159"/>
            <a:chExt cx="7245309" cy="1748486"/>
          </a:xfrm>
        </p:grpSpPr>
        <p:grpSp>
          <p:nvGrpSpPr>
            <p:cNvPr id="4698" name="Group 4697">
              <a:extLst>
                <a:ext uri="{FF2B5EF4-FFF2-40B4-BE49-F238E27FC236}">
                  <a16:creationId xmlns:a16="http://schemas.microsoft.com/office/drawing/2014/main" id="{49F77BF6-355C-4A10-B396-9909B3AE11AB}"/>
                </a:ext>
              </a:extLst>
            </p:cNvPr>
            <p:cNvGrpSpPr/>
            <p:nvPr/>
          </p:nvGrpSpPr>
          <p:grpSpPr>
            <a:xfrm>
              <a:off x="361614" y="4836216"/>
              <a:ext cx="1632097" cy="1471934"/>
              <a:chOff x="163719" y="1822501"/>
              <a:chExt cx="3062199" cy="3047160"/>
            </a:xfrm>
          </p:grpSpPr>
          <p:grpSp>
            <p:nvGrpSpPr>
              <p:cNvPr id="4699" name="Group 4698">
                <a:extLst>
                  <a:ext uri="{FF2B5EF4-FFF2-40B4-BE49-F238E27FC236}">
                    <a16:creationId xmlns:a16="http://schemas.microsoft.com/office/drawing/2014/main" id="{B8DC476A-CDFE-49AE-B81B-A57E3F67C318}"/>
                  </a:ext>
                </a:extLst>
              </p:cNvPr>
              <p:cNvGrpSpPr/>
              <p:nvPr/>
            </p:nvGrpSpPr>
            <p:grpSpPr>
              <a:xfrm>
                <a:off x="163719" y="1822501"/>
                <a:ext cx="3062199" cy="3047160"/>
                <a:chOff x="163719" y="1822501"/>
                <a:chExt cx="3062199" cy="3047160"/>
              </a:xfrm>
            </p:grpSpPr>
            <p:grpSp>
              <p:nvGrpSpPr>
                <p:cNvPr id="4703" name="Group 4702">
                  <a:extLst>
                    <a:ext uri="{FF2B5EF4-FFF2-40B4-BE49-F238E27FC236}">
                      <a16:creationId xmlns:a16="http://schemas.microsoft.com/office/drawing/2014/main" id="{51DED9C7-CBB1-4456-A361-87D33F40906D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683131" y="3844124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5062" name="Freeform: Shape 5061">
                    <a:extLst>
                      <a:ext uri="{FF2B5EF4-FFF2-40B4-BE49-F238E27FC236}">
                        <a16:creationId xmlns:a16="http://schemas.microsoft.com/office/drawing/2014/main" id="{A30A2EEA-EEC7-4BA8-A2B6-8F53C4084B4D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5063" name="Rectangle: Rounded Corners 5062">
                    <a:extLst>
                      <a:ext uri="{FF2B5EF4-FFF2-40B4-BE49-F238E27FC236}">
                        <a16:creationId xmlns:a16="http://schemas.microsoft.com/office/drawing/2014/main" id="{1410EE3B-0E06-4D34-B870-654B9F556129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04" name="Group 4703">
                  <a:extLst>
                    <a:ext uri="{FF2B5EF4-FFF2-40B4-BE49-F238E27FC236}">
                      <a16:creationId xmlns:a16="http://schemas.microsoft.com/office/drawing/2014/main" id="{644E2ED1-D0D2-4FCF-A042-5F9E2439497D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123013" y="4110752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5060" name="Freeform: Shape 5059">
                    <a:extLst>
                      <a:ext uri="{FF2B5EF4-FFF2-40B4-BE49-F238E27FC236}">
                        <a16:creationId xmlns:a16="http://schemas.microsoft.com/office/drawing/2014/main" id="{6FABEB9D-C703-4DFA-964B-90C5250DF981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5061" name="Rectangle: Rounded Corners 5060">
                    <a:extLst>
                      <a:ext uri="{FF2B5EF4-FFF2-40B4-BE49-F238E27FC236}">
                        <a16:creationId xmlns:a16="http://schemas.microsoft.com/office/drawing/2014/main" id="{3486ACBA-C31C-47FD-81B4-46812CC620F0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05" name="Group 4704">
                  <a:extLst>
                    <a:ext uri="{FF2B5EF4-FFF2-40B4-BE49-F238E27FC236}">
                      <a16:creationId xmlns:a16="http://schemas.microsoft.com/office/drawing/2014/main" id="{4FADFFA3-4459-463C-B3FC-ECE2F362A552}"/>
                    </a:ext>
                  </a:extLst>
                </p:cNvPr>
                <p:cNvGrpSpPr/>
                <p:nvPr/>
              </p:nvGrpSpPr>
              <p:grpSpPr>
                <a:xfrm>
                  <a:off x="860260" y="2440902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4778" name="Group 4777">
                    <a:extLst>
                      <a:ext uri="{FF2B5EF4-FFF2-40B4-BE49-F238E27FC236}">
                        <a16:creationId xmlns:a16="http://schemas.microsoft.com/office/drawing/2014/main" id="{693D97E4-1276-42C9-B28F-221A3ADBA002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4999" name="Group 4998">
                      <a:extLst>
                        <a:ext uri="{FF2B5EF4-FFF2-40B4-BE49-F238E27FC236}">
                          <a16:creationId xmlns:a16="http://schemas.microsoft.com/office/drawing/2014/main" id="{61C59ADD-6E26-428F-A36E-6CE6C922D7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5056" name="Flowchart: Connector 5055">
                        <a:extLst>
                          <a:ext uri="{FF2B5EF4-FFF2-40B4-BE49-F238E27FC236}">
                            <a16:creationId xmlns:a16="http://schemas.microsoft.com/office/drawing/2014/main" id="{8CA18729-F1A9-48F2-AA17-495059026A0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057" name="Flowchart: Connector 5056">
                        <a:extLst>
                          <a:ext uri="{FF2B5EF4-FFF2-40B4-BE49-F238E27FC236}">
                            <a16:creationId xmlns:a16="http://schemas.microsoft.com/office/drawing/2014/main" id="{E83CA989-05DF-483B-A0A4-2207F2E17B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058" name="Flowchart: Connector 5057">
                        <a:extLst>
                          <a:ext uri="{FF2B5EF4-FFF2-40B4-BE49-F238E27FC236}">
                            <a16:creationId xmlns:a16="http://schemas.microsoft.com/office/drawing/2014/main" id="{6A62BF18-A930-4B7A-9264-7A5E3FA3F23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059" name="Flowchart: Connector 5058">
                        <a:extLst>
                          <a:ext uri="{FF2B5EF4-FFF2-40B4-BE49-F238E27FC236}">
                            <a16:creationId xmlns:a16="http://schemas.microsoft.com/office/drawing/2014/main" id="{5308FD66-D021-4C07-BC6B-9985EFD1AB0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5000" name="Group 4999">
                      <a:extLst>
                        <a:ext uri="{FF2B5EF4-FFF2-40B4-BE49-F238E27FC236}">
                          <a16:creationId xmlns:a16="http://schemas.microsoft.com/office/drawing/2014/main" id="{8A6E851C-FB3D-4472-A9B4-53587F03E9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5001" name="Group 5000">
                        <a:extLst>
                          <a:ext uri="{FF2B5EF4-FFF2-40B4-BE49-F238E27FC236}">
                            <a16:creationId xmlns:a16="http://schemas.microsoft.com/office/drawing/2014/main" id="{15449D4C-6CFD-4DC6-8408-BA3E3E7B522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049" name="3D Model 5048" descr="Sphere">
                              <a:extLst>
                                <a:ext uri="{FF2B5EF4-FFF2-40B4-BE49-F238E27FC236}">
                                  <a16:creationId xmlns:a16="http://schemas.microsoft.com/office/drawing/2014/main" id="{CBFA4660-CD13-4670-AEAC-B1A2758A69A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7426146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050" name="Flowchart: Connector 5049">
                          <a:extLst>
                            <a:ext uri="{FF2B5EF4-FFF2-40B4-BE49-F238E27FC236}">
                              <a16:creationId xmlns:a16="http://schemas.microsoft.com/office/drawing/2014/main" id="{7E9D61D0-4639-47E5-AA4B-E483F40B70A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051" name="3D Model 5050" descr="Sphere">
                              <a:extLst>
                                <a:ext uri="{FF2B5EF4-FFF2-40B4-BE49-F238E27FC236}">
                                  <a16:creationId xmlns:a16="http://schemas.microsoft.com/office/drawing/2014/main" id="{21EA3B66-8B4C-4D4F-9779-C6CA8EBFD81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1060167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052" name="Flowchart: Connector 5051">
                          <a:extLst>
                            <a:ext uri="{FF2B5EF4-FFF2-40B4-BE49-F238E27FC236}">
                              <a16:creationId xmlns:a16="http://schemas.microsoft.com/office/drawing/2014/main" id="{59A1877D-1735-4CB5-BDFE-469EB7A46DE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053" name="3D Model 5052" descr="Sphere">
                              <a:extLst>
                                <a:ext uri="{FF2B5EF4-FFF2-40B4-BE49-F238E27FC236}">
                                  <a16:creationId xmlns:a16="http://schemas.microsoft.com/office/drawing/2014/main" id="{DB13AF7A-8165-4C16-8EDB-7ACAEAED7EB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9714281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054" name="Flowchart: Connector 5053">
                          <a:extLst>
                            <a:ext uri="{FF2B5EF4-FFF2-40B4-BE49-F238E27FC236}">
                              <a16:creationId xmlns:a16="http://schemas.microsoft.com/office/drawing/2014/main" id="{5717EF70-A746-4B22-B56E-554112D193C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055" name="3D Model 5054" descr="Sphere">
                              <a:extLst>
                                <a:ext uri="{FF2B5EF4-FFF2-40B4-BE49-F238E27FC236}">
                                  <a16:creationId xmlns:a16="http://schemas.microsoft.com/office/drawing/2014/main" id="{EC059734-7EFF-4C15-A65E-E73EC529034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8481114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56622" cy="15110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7"/>
                                </am3d:raster>
                                <am3d:objViewport viewportSz="16405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002" name="Group 5001">
                        <a:extLst>
                          <a:ext uri="{FF2B5EF4-FFF2-40B4-BE49-F238E27FC236}">
                            <a16:creationId xmlns:a16="http://schemas.microsoft.com/office/drawing/2014/main" id="{34DB6752-309A-49C3-AB63-5C1711B2985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5034" name="Flowchart: Connector 5033">
                          <a:extLst>
                            <a:ext uri="{FF2B5EF4-FFF2-40B4-BE49-F238E27FC236}">
                              <a16:creationId xmlns:a16="http://schemas.microsoft.com/office/drawing/2014/main" id="{4F64B817-620D-4A55-8802-B20E79B4AB2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35" name="Flowchart: Connector 5034">
                          <a:extLst>
                            <a:ext uri="{FF2B5EF4-FFF2-40B4-BE49-F238E27FC236}">
                              <a16:creationId xmlns:a16="http://schemas.microsoft.com/office/drawing/2014/main" id="{47741294-19C4-49FC-B388-30855D88CA8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36" name="Flowchart: Connector 5035">
                          <a:extLst>
                            <a:ext uri="{FF2B5EF4-FFF2-40B4-BE49-F238E27FC236}">
                              <a16:creationId xmlns:a16="http://schemas.microsoft.com/office/drawing/2014/main" id="{B13F461C-FC80-452E-8298-C1E0F97B1C0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37" name="Flowchart: Connector 5036">
                          <a:extLst>
                            <a:ext uri="{FF2B5EF4-FFF2-40B4-BE49-F238E27FC236}">
                              <a16:creationId xmlns:a16="http://schemas.microsoft.com/office/drawing/2014/main" id="{D39FB161-A767-4126-9F18-45D168FA179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38" name="Flowchart: Connector 5037">
                          <a:extLst>
                            <a:ext uri="{FF2B5EF4-FFF2-40B4-BE49-F238E27FC236}">
                              <a16:creationId xmlns:a16="http://schemas.microsoft.com/office/drawing/2014/main" id="{0CA744F3-DADD-4C08-B668-737043C477B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39" name="Flowchart: Connector 5038">
                          <a:extLst>
                            <a:ext uri="{FF2B5EF4-FFF2-40B4-BE49-F238E27FC236}">
                              <a16:creationId xmlns:a16="http://schemas.microsoft.com/office/drawing/2014/main" id="{419D582C-6978-4FE1-9ACB-C8622B49779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40" name="Flowchart: Connector 5039">
                          <a:extLst>
                            <a:ext uri="{FF2B5EF4-FFF2-40B4-BE49-F238E27FC236}">
                              <a16:creationId xmlns:a16="http://schemas.microsoft.com/office/drawing/2014/main" id="{4DE8F34E-2D0F-4B04-813B-F91D10E029D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41" name="Flowchart: Connector 5040">
                          <a:extLst>
                            <a:ext uri="{FF2B5EF4-FFF2-40B4-BE49-F238E27FC236}">
                              <a16:creationId xmlns:a16="http://schemas.microsoft.com/office/drawing/2014/main" id="{13460CDE-CD5C-48B6-8F2D-EB9B54EDB39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042" name="3D Model 5041" descr="Sphere">
                              <a:extLst>
                                <a:ext uri="{FF2B5EF4-FFF2-40B4-BE49-F238E27FC236}">
                                  <a16:creationId xmlns:a16="http://schemas.microsoft.com/office/drawing/2014/main" id="{AB146E87-86EE-4F63-90E3-36F54DB6B06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2861770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043" name="Flowchart: Connector 5042">
                          <a:extLst>
                            <a:ext uri="{FF2B5EF4-FFF2-40B4-BE49-F238E27FC236}">
                              <a16:creationId xmlns:a16="http://schemas.microsoft.com/office/drawing/2014/main" id="{E86627D2-1811-4546-8089-D339F19295F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044" name="3D Model 5043" descr="Sphere">
                              <a:extLst>
                                <a:ext uri="{FF2B5EF4-FFF2-40B4-BE49-F238E27FC236}">
                                  <a16:creationId xmlns:a16="http://schemas.microsoft.com/office/drawing/2014/main" id="{ABD9D3D3-1835-48D7-8C62-1E69461E895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6659059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045" name="Flowchart: Connector 5044">
                          <a:extLst>
                            <a:ext uri="{FF2B5EF4-FFF2-40B4-BE49-F238E27FC236}">
                              <a16:creationId xmlns:a16="http://schemas.microsoft.com/office/drawing/2014/main" id="{1FCCB09D-DF95-493A-9CCA-883BD8EC889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046" name="3D Model 5045" descr="Sphere">
                              <a:extLst>
                                <a:ext uri="{FF2B5EF4-FFF2-40B4-BE49-F238E27FC236}">
                                  <a16:creationId xmlns:a16="http://schemas.microsoft.com/office/drawing/2014/main" id="{61D8BF3A-919D-41CC-BE0D-FE4DB404B72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6201663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047" name="Flowchart: Connector 5046">
                          <a:extLst>
                            <a:ext uri="{FF2B5EF4-FFF2-40B4-BE49-F238E27FC236}">
                              <a16:creationId xmlns:a16="http://schemas.microsoft.com/office/drawing/2014/main" id="{67264D10-EB6E-4FCC-AD19-E9D5465C19A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048" name="3D Model 5047" descr="Sphere">
                              <a:extLst>
                                <a:ext uri="{FF2B5EF4-FFF2-40B4-BE49-F238E27FC236}">
                                  <a16:creationId xmlns:a16="http://schemas.microsoft.com/office/drawing/2014/main" id="{EF7EE8F7-9388-45C6-8C64-610CAB15B1F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7601963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56622" cy="15110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9"/>
                                </am3d:raster>
                                <am3d:objViewport viewportSz="164054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003" name="Group 5002">
                        <a:extLst>
                          <a:ext uri="{FF2B5EF4-FFF2-40B4-BE49-F238E27FC236}">
                            <a16:creationId xmlns:a16="http://schemas.microsoft.com/office/drawing/2014/main" id="{86B753F9-8065-43BF-AF5C-1E06E55CA4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5019" name="Flowchart: Connector 5018">
                          <a:extLst>
                            <a:ext uri="{FF2B5EF4-FFF2-40B4-BE49-F238E27FC236}">
                              <a16:creationId xmlns:a16="http://schemas.microsoft.com/office/drawing/2014/main" id="{3111A2C0-C4A0-4E99-A932-D474DA43D75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20" name="Flowchart: Connector 5019">
                          <a:extLst>
                            <a:ext uri="{FF2B5EF4-FFF2-40B4-BE49-F238E27FC236}">
                              <a16:creationId xmlns:a16="http://schemas.microsoft.com/office/drawing/2014/main" id="{8CAB79C2-5253-41A7-B398-68E883A0952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21" name="Flowchart: Connector 5020">
                          <a:extLst>
                            <a:ext uri="{FF2B5EF4-FFF2-40B4-BE49-F238E27FC236}">
                              <a16:creationId xmlns:a16="http://schemas.microsoft.com/office/drawing/2014/main" id="{9211CC8A-7882-43CC-B7C3-FE99C43846C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22" name="Flowchart: Connector 5021">
                          <a:extLst>
                            <a:ext uri="{FF2B5EF4-FFF2-40B4-BE49-F238E27FC236}">
                              <a16:creationId xmlns:a16="http://schemas.microsoft.com/office/drawing/2014/main" id="{5102CFD7-C948-42A2-B032-54F59B8CAC2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23" name="Flowchart: Connector 5022">
                          <a:extLst>
                            <a:ext uri="{FF2B5EF4-FFF2-40B4-BE49-F238E27FC236}">
                              <a16:creationId xmlns:a16="http://schemas.microsoft.com/office/drawing/2014/main" id="{B82835E3-A2FF-493B-93D0-8479470BFC2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24" name="Flowchart: Connector 5023">
                          <a:extLst>
                            <a:ext uri="{FF2B5EF4-FFF2-40B4-BE49-F238E27FC236}">
                              <a16:creationId xmlns:a16="http://schemas.microsoft.com/office/drawing/2014/main" id="{09C74971-430B-4796-8189-63671E45B7B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25" name="Flowchart: Connector 5024">
                          <a:extLst>
                            <a:ext uri="{FF2B5EF4-FFF2-40B4-BE49-F238E27FC236}">
                              <a16:creationId xmlns:a16="http://schemas.microsoft.com/office/drawing/2014/main" id="{D6AE1780-DB3A-49C7-B77D-6397606F9AB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026" name="Flowchart: Connector 5025">
                          <a:extLst>
                            <a:ext uri="{FF2B5EF4-FFF2-40B4-BE49-F238E27FC236}">
                              <a16:creationId xmlns:a16="http://schemas.microsoft.com/office/drawing/2014/main" id="{A61E8D38-DAF6-450A-8129-28EE56E2023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027" name="3D Model 5026" descr="Sphere">
                              <a:extLst>
                                <a:ext uri="{FF2B5EF4-FFF2-40B4-BE49-F238E27FC236}">
                                  <a16:creationId xmlns:a16="http://schemas.microsoft.com/office/drawing/2014/main" id="{35F37BA5-70FD-4EE7-AF6C-1EE739FB889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9224931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028" name="Flowchart: Connector 5027">
                          <a:extLst>
                            <a:ext uri="{FF2B5EF4-FFF2-40B4-BE49-F238E27FC236}">
                              <a16:creationId xmlns:a16="http://schemas.microsoft.com/office/drawing/2014/main" id="{D236DD13-1C3C-462F-AC63-5F4C95D8D9D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029" name="3D Model 5028" descr="Sphere">
                              <a:extLst>
                                <a:ext uri="{FF2B5EF4-FFF2-40B4-BE49-F238E27FC236}">
                                  <a16:creationId xmlns:a16="http://schemas.microsoft.com/office/drawing/2014/main" id="{FE3A238F-8D09-4199-BC99-C7C541AC73F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9652458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030" name="Flowchart: Connector 5029">
                          <a:extLst>
                            <a:ext uri="{FF2B5EF4-FFF2-40B4-BE49-F238E27FC236}">
                              <a16:creationId xmlns:a16="http://schemas.microsoft.com/office/drawing/2014/main" id="{A32DF932-8176-4E20-8994-37EEF0D672F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031" name="3D Model 5030" descr="Sphere">
                              <a:extLst>
                                <a:ext uri="{FF2B5EF4-FFF2-40B4-BE49-F238E27FC236}">
                                  <a16:creationId xmlns:a16="http://schemas.microsoft.com/office/drawing/2014/main" id="{9E3DD44F-2B18-4804-89FC-203EB791F8A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9055207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032" name="Flowchart: Connector 5031">
                          <a:extLst>
                            <a:ext uri="{FF2B5EF4-FFF2-40B4-BE49-F238E27FC236}">
                              <a16:creationId xmlns:a16="http://schemas.microsoft.com/office/drawing/2014/main" id="{FC1906BB-0833-4845-9CBA-C4877AF778C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033" name="3D Model 5032" descr="Sphere">
                              <a:extLst>
                                <a:ext uri="{FF2B5EF4-FFF2-40B4-BE49-F238E27FC236}">
                                  <a16:creationId xmlns:a16="http://schemas.microsoft.com/office/drawing/2014/main" id="{67763973-C8DF-49C1-A5FD-11D445F54CD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873505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56622" cy="15110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9"/>
                                </am3d:raster>
                                <am3d:objViewport viewportSz="164054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5004" name="Flowchart: Connector 5003">
                        <a:extLst>
                          <a:ext uri="{FF2B5EF4-FFF2-40B4-BE49-F238E27FC236}">
                            <a16:creationId xmlns:a16="http://schemas.microsoft.com/office/drawing/2014/main" id="{AE8C5FF5-7E50-457D-9474-44384941065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005" name="Flowchart: Connector 5004">
                        <a:extLst>
                          <a:ext uri="{FF2B5EF4-FFF2-40B4-BE49-F238E27FC236}">
                            <a16:creationId xmlns:a16="http://schemas.microsoft.com/office/drawing/2014/main" id="{F30D20A0-522C-417D-9E83-0F8B300C8E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006" name="Flowchart: Connector 5005">
                        <a:extLst>
                          <a:ext uri="{FF2B5EF4-FFF2-40B4-BE49-F238E27FC236}">
                            <a16:creationId xmlns:a16="http://schemas.microsoft.com/office/drawing/2014/main" id="{A532F41F-97FF-4A73-999E-D85D977DD3B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007" name="Flowchart: Connector 5006">
                        <a:extLst>
                          <a:ext uri="{FF2B5EF4-FFF2-40B4-BE49-F238E27FC236}">
                            <a16:creationId xmlns:a16="http://schemas.microsoft.com/office/drawing/2014/main" id="{06C5CFF2-AEBA-4AD3-B031-8E31BB5864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008" name="Flowchart: Connector 5007">
                        <a:extLst>
                          <a:ext uri="{FF2B5EF4-FFF2-40B4-BE49-F238E27FC236}">
                            <a16:creationId xmlns:a16="http://schemas.microsoft.com/office/drawing/2014/main" id="{1A44BC34-DD10-4F9D-8CD8-D8576752DF5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009" name="Flowchart: Connector 5008">
                        <a:extLst>
                          <a:ext uri="{FF2B5EF4-FFF2-40B4-BE49-F238E27FC236}">
                            <a16:creationId xmlns:a16="http://schemas.microsoft.com/office/drawing/2014/main" id="{3183B36A-D07C-4B8C-BEDD-47E16F486E0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010" name="Flowchart: Connector 5009">
                        <a:extLst>
                          <a:ext uri="{FF2B5EF4-FFF2-40B4-BE49-F238E27FC236}">
                            <a16:creationId xmlns:a16="http://schemas.microsoft.com/office/drawing/2014/main" id="{085CA39D-AE12-4D1A-B8D2-FE31CB170C5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011" name="Flowchart: Connector 5010">
                        <a:extLst>
                          <a:ext uri="{FF2B5EF4-FFF2-40B4-BE49-F238E27FC236}">
                            <a16:creationId xmlns:a16="http://schemas.microsoft.com/office/drawing/2014/main" id="{6C4FC907-2CEF-4F45-B7FF-BDF136D6971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012" name="3D Model 5011" descr="Sphere">
                            <a:extLst>
                              <a:ext uri="{FF2B5EF4-FFF2-40B4-BE49-F238E27FC236}">
                                <a16:creationId xmlns:a16="http://schemas.microsoft.com/office/drawing/2014/main" id="{2269D7F3-BC8E-4189-A2BA-4A68C2F37A4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39846434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16" name="3D Model 315" descr="Sphere">
                            <a:extLst>
                              <a:ext uri="{FF2B5EF4-FFF2-40B4-BE49-F238E27FC236}">
                                <a16:creationId xmlns:a16="http://schemas.microsoft.com/office/drawing/2014/main" id="{94CEC40E-A38A-4B0D-A79B-E09B750E6BC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516517" y="257416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013" name="Flowchart: Connector 5012">
                        <a:extLst>
                          <a:ext uri="{FF2B5EF4-FFF2-40B4-BE49-F238E27FC236}">
                            <a16:creationId xmlns:a16="http://schemas.microsoft.com/office/drawing/2014/main" id="{166CCFE7-54F2-42E6-BAF3-9C0D6E0932B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014" name="3D Model 5013" descr="Sphere">
                            <a:extLst>
                              <a:ext uri="{FF2B5EF4-FFF2-40B4-BE49-F238E27FC236}">
                                <a16:creationId xmlns:a16="http://schemas.microsoft.com/office/drawing/2014/main" id="{9599BFE9-ACD9-45C0-B407-84C2BA1E2C3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28767416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18" name="3D Model 317" descr="Sphere">
                            <a:extLst>
                              <a:ext uri="{FF2B5EF4-FFF2-40B4-BE49-F238E27FC236}">
                                <a16:creationId xmlns:a16="http://schemas.microsoft.com/office/drawing/2014/main" id="{2BEBEC1A-1AF1-4D15-819D-9B7F535C5F3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753281" y="263088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015" name="Flowchart: Connector 5014">
                        <a:extLst>
                          <a:ext uri="{FF2B5EF4-FFF2-40B4-BE49-F238E27FC236}">
                            <a16:creationId xmlns:a16="http://schemas.microsoft.com/office/drawing/2014/main" id="{2185059D-E838-4A3A-8152-52E1349A17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016" name="3D Model 5015" descr="Sphere">
                            <a:extLst>
                              <a:ext uri="{FF2B5EF4-FFF2-40B4-BE49-F238E27FC236}">
                                <a16:creationId xmlns:a16="http://schemas.microsoft.com/office/drawing/2014/main" id="{86B5D070-DBD5-4A9E-99D4-E0B121F94E7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91945609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20" name="3D Model 319" descr="Sphere">
                            <a:extLst>
                              <a:ext uri="{FF2B5EF4-FFF2-40B4-BE49-F238E27FC236}">
                                <a16:creationId xmlns:a16="http://schemas.microsoft.com/office/drawing/2014/main" id="{1A28C680-4EF8-400E-9656-44FEB9047F9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991151" y="269268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017" name="Flowchart: Connector 5016">
                        <a:extLst>
                          <a:ext uri="{FF2B5EF4-FFF2-40B4-BE49-F238E27FC236}">
                            <a16:creationId xmlns:a16="http://schemas.microsoft.com/office/drawing/2014/main" id="{1749DF38-C774-4D1E-8236-D95CFEC851E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018" name="3D Model 5017" descr="Sphere">
                            <a:extLst>
                              <a:ext uri="{FF2B5EF4-FFF2-40B4-BE49-F238E27FC236}">
                                <a16:creationId xmlns:a16="http://schemas.microsoft.com/office/drawing/2014/main" id="{6CCC56FF-9B69-44C6-A6F6-A311E782977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84609970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22" name="3D Model 321" descr="Sphere">
                            <a:extLst>
                              <a:ext uri="{FF2B5EF4-FFF2-40B4-BE49-F238E27FC236}">
                                <a16:creationId xmlns:a16="http://schemas.microsoft.com/office/drawing/2014/main" id="{14AA6C24-5D08-45CB-ACEC-CB80EC94130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2259569" y="2779722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4779" name="Group 4778">
                    <a:extLst>
                      <a:ext uri="{FF2B5EF4-FFF2-40B4-BE49-F238E27FC236}">
                        <a16:creationId xmlns:a16="http://schemas.microsoft.com/office/drawing/2014/main" id="{998E949B-154E-4FD6-BDAD-3CEEBC91603B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4996" name="Flowchart: Connector 4995">
                      <a:extLst>
                        <a:ext uri="{FF2B5EF4-FFF2-40B4-BE49-F238E27FC236}">
                          <a16:creationId xmlns:a16="http://schemas.microsoft.com/office/drawing/2014/main" id="{F7117720-D230-4CEC-B089-834E36C663C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97" name="Flowchart: Connector 4996">
                      <a:extLst>
                        <a:ext uri="{FF2B5EF4-FFF2-40B4-BE49-F238E27FC236}">
                          <a16:creationId xmlns:a16="http://schemas.microsoft.com/office/drawing/2014/main" id="{B6ED1BD6-FCE1-4C0E-8DCB-7065236C46E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98" name="Flowchart: Connector 4997">
                      <a:extLst>
                        <a:ext uri="{FF2B5EF4-FFF2-40B4-BE49-F238E27FC236}">
                          <a16:creationId xmlns:a16="http://schemas.microsoft.com/office/drawing/2014/main" id="{82A5CC7B-2979-4FC6-B416-D8AC91C5A07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4780" name="Flowchart: Connector 4779">
                    <a:extLst>
                      <a:ext uri="{FF2B5EF4-FFF2-40B4-BE49-F238E27FC236}">
                        <a16:creationId xmlns:a16="http://schemas.microsoft.com/office/drawing/2014/main" id="{FA02D490-FF7F-4F08-BC22-7F6C1F58EDF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4781" name="Flowchart: Connector 4780">
                    <a:extLst>
                      <a:ext uri="{FF2B5EF4-FFF2-40B4-BE49-F238E27FC236}">
                        <a16:creationId xmlns:a16="http://schemas.microsoft.com/office/drawing/2014/main" id="{83F60AF3-6B97-4E83-A4DD-519466D3642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4782" name="Group 4781">
                    <a:extLst>
                      <a:ext uri="{FF2B5EF4-FFF2-40B4-BE49-F238E27FC236}">
                        <a16:creationId xmlns:a16="http://schemas.microsoft.com/office/drawing/2014/main" id="{C50C1154-8B3F-4C62-9A4C-3A86FCD2F02C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4993" name="Flowchart: Connector 4992">
                      <a:extLst>
                        <a:ext uri="{FF2B5EF4-FFF2-40B4-BE49-F238E27FC236}">
                          <a16:creationId xmlns:a16="http://schemas.microsoft.com/office/drawing/2014/main" id="{6859CE2D-7FFD-4C14-AA37-F25309CFF8B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94" name="Flowchart: Connector 4993">
                      <a:extLst>
                        <a:ext uri="{FF2B5EF4-FFF2-40B4-BE49-F238E27FC236}">
                          <a16:creationId xmlns:a16="http://schemas.microsoft.com/office/drawing/2014/main" id="{AC994588-7D49-42DD-BF4E-3219B0492AD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95" name="Flowchart: Connector 4994">
                      <a:extLst>
                        <a:ext uri="{FF2B5EF4-FFF2-40B4-BE49-F238E27FC236}">
                          <a16:creationId xmlns:a16="http://schemas.microsoft.com/office/drawing/2014/main" id="{4FE0ACC0-1297-4F33-AAE7-ACF95EBB8CE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4783" name="Group 4782">
                    <a:extLst>
                      <a:ext uri="{FF2B5EF4-FFF2-40B4-BE49-F238E27FC236}">
                        <a16:creationId xmlns:a16="http://schemas.microsoft.com/office/drawing/2014/main" id="{750CC303-FE31-4BCA-B01A-EE5E4A94FAF9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4928" name="Group 4927">
                      <a:extLst>
                        <a:ext uri="{FF2B5EF4-FFF2-40B4-BE49-F238E27FC236}">
                          <a16:creationId xmlns:a16="http://schemas.microsoft.com/office/drawing/2014/main" id="{8460A2F9-5D7A-4776-9453-50BBC38921C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4989" name="Flowchart: Connector 4988">
                        <a:extLst>
                          <a:ext uri="{FF2B5EF4-FFF2-40B4-BE49-F238E27FC236}">
                            <a16:creationId xmlns:a16="http://schemas.microsoft.com/office/drawing/2014/main" id="{A8DE8F8F-B4DB-442F-83C7-3B4E055A424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90" name="Flowchart: Connector 4989">
                        <a:extLst>
                          <a:ext uri="{FF2B5EF4-FFF2-40B4-BE49-F238E27FC236}">
                            <a16:creationId xmlns:a16="http://schemas.microsoft.com/office/drawing/2014/main" id="{EBF9A6F6-AABE-4328-B048-F6BCBF752C3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91" name="Flowchart: Connector 4990">
                        <a:extLst>
                          <a:ext uri="{FF2B5EF4-FFF2-40B4-BE49-F238E27FC236}">
                            <a16:creationId xmlns:a16="http://schemas.microsoft.com/office/drawing/2014/main" id="{9F48B5B9-AA78-4026-A44F-CB39A5C50E3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92" name="Flowchart: Connector 4991">
                        <a:extLst>
                          <a:ext uri="{FF2B5EF4-FFF2-40B4-BE49-F238E27FC236}">
                            <a16:creationId xmlns:a16="http://schemas.microsoft.com/office/drawing/2014/main" id="{9A7114C7-600E-48C1-8B2D-54236BCC480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4929" name="Group 4928">
                      <a:extLst>
                        <a:ext uri="{FF2B5EF4-FFF2-40B4-BE49-F238E27FC236}">
                          <a16:creationId xmlns:a16="http://schemas.microsoft.com/office/drawing/2014/main" id="{55DD453A-7007-45FC-8EE9-B865C4FBD5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4930" name="Group 4929">
                        <a:extLst>
                          <a:ext uri="{FF2B5EF4-FFF2-40B4-BE49-F238E27FC236}">
                            <a16:creationId xmlns:a16="http://schemas.microsoft.com/office/drawing/2014/main" id="{7E54C50D-DA93-423E-A44A-73105E356C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4981" name="Flowchart: Connector 4980">
                          <a:extLst>
                            <a:ext uri="{FF2B5EF4-FFF2-40B4-BE49-F238E27FC236}">
                              <a16:creationId xmlns:a16="http://schemas.microsoft.com/office/drawing/2014/main" id="{469AC4B3-C7C7-4F1A-8538-59B7232E08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82" name="3D Model 4981" descr="Sphere">
                              <a:extLst>
                                <a:ext uri="{FF2B5EF4-FFF2-40B4-BE49-F238E27FC236}">
                                  <a16:creationId xmlns:a16="http://schemas.microsoft.com/office/drawing/2014/main" id="{E8FB068F-2EE7-4787-89C3-680E4D83950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3595075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83" name="Flowchart: Connector 4982">
                          <a:extLst>
                            <a:ext uri="{FF2B5EF4-FFF2-40B4-BE49-F238E27FC236}">
                              <a16:creationId xmlns:a16="http://schemas.microsoft.com/office/drawing/2014/main" id="{C4EF08E7-8F45-4BB4-9A86-789AC4B2837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84" name="3D Model 4983" descr="Sphere">
                              <a:extLst>
                                <a:ext uri="{FF2B5EF4-FFF2-40B4-BE49-F238E27FC236}">
                                  <a16:creationId xmlns:a16="http://schemas.microsoft.com/office/drawing/2014/main" id="{0F1F128E-5389-4EDD-BECE-823F9E1CB43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9533456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85" name="Flowchart: Connector 4984">
                          <a:extLst>
                            <a:ext uri="{FF2B5EF4-FFF2-40B4-BE49-F238E27FC236}">
                              <a16:creationId xmlns:a16="http://schemas.microsoft.com/office/drawing/2014/main" id="{157C9F74-C629-4E7F-932B-E3EE13B5736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86" name="3D Model 4985" descr="Sphere">
                              <a:extLst>
                                <a:ext uri="{FF2B5EF4-FFF2-40B4-BE49-F238E27FC236}">
                                  <a16:creationId xmlns:a16="http://schemas.microsoft.com/office/drawing/2014/main" id="{2299EC7C-69B3-4544-BF4A-179F32A653A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2479725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87" name="Flowchart: Connector 4986">
                          <a:extLst>
                            <a:ext uri="{FF2B5EF4-FFF2-40B4-BE49-F238E27FC236}">
                              <a16:creationId xmlns:a16="http://schemas.microsoft.com/office/drawing/2014/main" id="{2831F766-FB83-4EF1-9A9B-CE7D32AB87E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88" name="3D Model 4987" descr="Sphere">
                              <a:extLst>
                                <a:ext uri="{FF2B5EF4-FFF2-40B4-BE49-F238E27FC236}">
                                  <a16:creationId xmlns:a16="http://schemas.microsoft.com/office/drawing/2014/main" id="{C7B7D0D6-FEE4-44D3-B208-8D7E9B783C9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6887631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56622" cy="15110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7"/>
                                </am3d:raster>
                                <am3d:objViewport viewportSz="16405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4931" name="Group 4930">
                        <a:extLst>
                          <a:ext uri="{FF2B5EF4-FFF2-40B4-BE49-F238E27FC236}">
                            <a16:creationId xmlns:a16="http://schemas.microsoft.com/office/drawing/2014/main" id="{EAEA9865-E108-42A0-B825-22C9AFEEB0B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4965" name="Flowchart: Connector 4964">
                          <a:extLst>
                            <a:ext uri="{FF2B5EF4-FFF2-40B4-BE49-F238E27FC236}">
                              <a16:creationId xmlns:a16="http://schemas.microsoft.com/office/drawing/2014/main" id="{1C4F383A-3653-4ABC-AA57-570AC6DD106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66" name="Flowchart: Connector 4965">
                          <a:extLst>
                            <a:ext uri="{FF2B5EF4-FFF2-40B4-BE49-F238E27FC236}">
                              <a16:creationId xmlns:a16="http://schemas.microsoft.com/office/drawing/2014/main" id="{CF905F99-D557-4B66-A37E-154E515075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67" name="Flowchart: Connector 4966">
                          <a:extLst>
                            <a:ext uri="{FF2B5EF4-FFF2-40B4-BE49-F238E27FC236}">
                              <a16:creationId xmlns:a16="http://schemas.microsoft.com/office/drawing/2014/main" id="{DC58395D-B10A-44EC-836A-A13C7ED45C0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68" name="Flowchart: Connector 4967">
                          <a:extLst>
                            <a:ext uri="{FF2B5EF4-FFF2-40B4-BE49-F238E27FC236}">
                              <a16:creationId xmlns:a16="http://schemas.microsoft.com/office/drawing/2014/main" id="{EC2A872C-4248-4357-9951-29F59AD6AA4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69" name="Flowchart: Connector 4968">
                          <a:extLst>
                            <a:ext uri="{FF2B5EF4-FFF2-40B4-BE49-F238E27FC236}">
                              <a16:creationId xmlns:a16="http://schemas.microsoft.com/office/drawing/2014/main" id="{BEE69CB2-636C-4382-9E75-E6440D55A87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70" name="Flowchart: Connector 4969">
                          <a:extLst>
                            <a:ext uri="{FF2B5EF4-FFF2-40B4-BE49-F238E27FC236}">
                              <a16:creationId xmlns:a16="http://schemas.microsoft.com/office/drawing/2014/main" id="{31CD9B9B-1221-4280-AAA6-93269C02308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71" name="Flowchart: Connector 4970">
                          <a:extLst>
                            <a:ext uri="{FF2B5EF4-FFF2-40B4-BE49-F238E27FC236}">
                              <a16:creationId xmlns:a16="http://schemas.microsoft.com/office/drawing/2014/main" id="{4721E238-F537-414F-9E6C-4CBA4AC82A3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72" name="Flowchart: Connector 4971">
                          <a:extLst>
                            <a:ext uri="{FF2B5EF4-FFF2-40B4-BE49-F238E27FC236}">
                              <a16:creationId xmlns:a16="http://schemas.microsoft.com/office/drawing/2014/main" id="{F830BFC0-61DF-4C47-BEBC-192808A3037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73" name="Flowchart: Connector 4972">
                          <a:extLst>
                            <a:ext uri="{FF2B5EF4-FFF2-40B4-BE49-F238E27FC236}">
                              <a16:creationId xmlns:a16="http://schemas.microsoft.com/office/drawing/2014/main" id="{46C1F1C0-8526-43D3-9124-EEBDCD34383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74" name="3D Model 4973" descr="Sphere">
                              <a:extLst>
                                <a:ext uri="{FF2B5EF4-FFF2-40B4-BE49-F238E27FC236}">
                                  <a16:creationId xmlns:a16="http://schemas.microsoft.com/office/drawing/2014/main" id="{8F901F59-CD87-4903-8105-BAEF849E897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5424955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75" name="Flowchart: Connector 4974">
                          <a:extLst>
                            <a:ext uri="{FF2B5EF4-FFF2-40B4-BE49-F238E27FC236}">
                              <a16:creationId xmlns:a16="http://schemas.microsoft.com/office/drawing/2014/main" id="{F5B514CF-A49E-4880-990F-64973A53A96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76" name="3D Model 4975" descr="Sphere">
                              <a:extLst>
                                <a:ext uri="{FF2B5EF4-FFF2-40B4-BE49-F238E27FC236}">
                                  <a16:creationId xmlns:a16="http://schemas.microsoft.com/office/drawing/2014/main" id="{F2F5915C-2F78-4CED-97F9-606913776B0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0124867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77" name="Flowchart: Connector 4976">
                          <a:extLst>
                            <a:ext uri="{FF2B5EF4-FFF2-40B4-BE49-F238E27FC236}">
                              <a16:creationId xmlns:a16="http://schemas.microsoft.com/office/drawing/2014/main" id="{D3F0B9A9-1B63-45E2-A050-92BFE1623D1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78" name="3D Model 4977" descr="Sphere">
                              <a:extLst>
                                <a:ext uri="{FF2B5EF4-FFF2-40B4-BE49-F238E27FC236}">
                                  <a16:creationId xmlns:a16="http://schemas.microsoft.com/office/drawing/2014/main" id="{D7BF5EF4-EE54-4B88-B544-BBE64B65728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0293004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79" name="Flowchart: Connector 4978">
                          <a:extLst>
                            <a:ext uri="{FF2B5EF4-FFF2-40B4-BE49-F238E27FC236}">
                              <a16:creationId xmlns:a16="http://schemas.microsoft.com/office/drawing/2014/main" id="{F7FFA533-E8A5-4C17-AF60-A09FD7C1B3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80" name="3D Model 4979" descr="Sphere">
                              <a:extLst>
                                <a:ext uri="{FF2B5EF4-FFF2-40B4-BE49-F238E27FC236}">
                                  <a16:creationId xmlns:a16="http://schemas.microsoft.com/office/drawing/2014/main" id="{56E49048-5F79-4D3F-82A3-94D9AE3EAFB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1098064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56622" cy="15110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9"/>
                                </am3d:raster>
                                <am3d:objViewport viewportSz="164054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4932" name="Group 4931">
                        <a:extLst>
                          <a:ext uri="{FF2B5EF4-FFF2-40B4-BE49-F238E27FC236}">
                            <a16:creationId xmlns:a16="http://schemas.microsoft.com/office/drawing/2014/main" id="{5F83741D-1388-4CB7-8CBB-3F9B4557ABE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4949" name="Flowchart: Connector 4948">
                          <a:extLst>
                            <a:ext uri="{FF2B5EF4-FFF2-40B4-BE49-F238E27FC236}">
                              <a16:creationId xmlns:a16="http://schemas.microsoft.com/office/drawing/2014/main" id="{AEAD3A85-3FCA-48C8-8C14-91AB46A0101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50" name="Flowchart: Connector 4949">
                          <a:extLst>
                            <a:ext uri="{FF2B5EF4-FFF2-40B4-BE49-F238E27FC236}">
                              <a16:creationId xmlns:a16="http://schemas.microsoft.com/office/drawing/2014/main" id="{715C9FF7-8EC9-4D6A-A94C-E7525C8BBC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51" name="Flowchart: Connector 4950">
                          <a:extLst>
                            <a:ext uri="{FF2B5EF4-FFF2-40B4-BE49-F238E27FC236}">
                              <a16:creationId xmlns:a16="http://schemas.microsoft.com/office/drawing/2014/main" id="{2D8D0C37-7107-488F-BEB9-7885D2F640B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52" name="Flowchart: Connector 4951">
                          <a:extLst>
                            <a:ext uri="{FF2B5EF4-FFF2-40B4-BE49-F238E27FC236}">
                              <a16:creationId xmlns:a16="http://schemas.microsoft.com/office/drawing/2014/main" id="{F282A2F4-F874-45E1-B367-EE87BA7261C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53" name="Flowchart: Connector 4952">
                          <a:extLst>
                            <a:ext uri="{FF2B5EF4-FFF2-40B4-BE49-F238E27FC236}">
                              <a16:creationId xmlns:a16="http://schemas.microsoft.com/office/drawing/2014/main" id="{705F2FC7-0A9E-4E34-938F-FFADA1A88A3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54" name="Flowchart: Connector 4953">
                          <a:extLst>
                            <a:ext uri="{FF2B5EF4-FFF2-40B4-BE49-F238E27FC236}">
                              <a16:creationId xmlns:a16="http://schemas.microsoft.com/office/drawing/2014/main" id="{BDB0EC5D-2F48-4176-B4AE-D7BDB2693AD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55" name="Flowchart: Connector 4954">
                          <a:extLst>
                            <a:ext uri="{FF2B5EF4-FFF2-40B4-BE49-F238E27FC236}">
                              <a16:creationId xmlns:a16="http://schemas.microsoft.com/office/drawing/2014/main" id="{C30D06F0-7490-476B-AEF2-D58B9D240A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56" name="Flowchart: Connector 4955">
                          <a:extLst>
                            <a:ext uri="{FF2B5EF4-FFF2-40B4-BE49-F238E27FC236}">
                              <a16:creationId xmlns:a16="http://schemas.microsoft.com/office/drawing/2014/main" id="{3A63C8B7-5A9F-4C26-9237-2DF3BA241DB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57" name="Flowchart: Connector 4956">
                          <a:extLst>
                            <a:ext uri="{FF2B5EF4-FFF2-40B4-BE49-F238E27FC236}">
                              <a16:creationId xmlns:a16="http://schemas.microsoft.com/office/drawing/2014/main" id="{FB125D1D-1C49-4E51-B76D-CFE46635E9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58" name="3D Model 4957" descr="Sphere">
                              <a:extLst>
                                <a:ext uri="{FF2B5EF4-FFF2-40B4-BE49-F238E27FC236}">
                                  <a16:creationId xmlns:a16="http://schemas.microsoft.com/office/drawing/2014/main" id="{C61031FC-D6AF-4BEC-A881-BDE0CE9A840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5093252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59" name="Flowchart: Connector 4958">
                          <a:extLst>
                            <a:ext uri="{FF2B5EF4-FFF2-40B4-BE49-F238E27FC236}">
                              <a16:creationId xmlns:a16="http://schemas.microsoft.com/office/drawing/2014/main" id="{C10A3573-8387-43AB-8E27-316E4F24193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60" name="3D Model 4959" descr="Sphere">
                              <a:extLst>
                                <a:ext uri="{FF2B5EF4-FFF2-40B4-BE49-F238E27FC236}">
                                  <a16:creationId xmlns:a16="http://schemas.microsoft.com/office/drawing/2014/main" id="{59622BC9-8540-4706-81BA-757DB485D41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5420864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61" name="Flowchart: Connector 4960">
                          <a:extLst>
                            <a:ext uri="{FF2B5EF4-FFF2-40B4-BE49-F238E27FC236}">
                              <a16:creationId xmlns:a16="http://schemas.microsoft.com/office/drawing/2014/main" id="{9A3AEAC6-813B-4502-965D-2333450DC93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62" name="3D Model 4961" descr="Sphere">
                              <a:extLst>
                                <a:ext uri="{FF2B5EF4-FFF2-40B4-BE49-F238E27FC236}">
                                  <a16:creationId xmlns:a16="http://schemas.microsoft.com/office/drawing/2014/main" id="{FBFCF2B9-CB2B-4E85-832A-789038B4D31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8802242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63" name="Flowchart: Connector 4962">
                          <a:extLst>
                            <a:ext uri="{FF2B5EF4-FFF2-40B4-BE49-F238E27FC236}">
                              <a16:creationId xmlns:a16="http://schemas.microsoft.com/office/drawing/2014/main" id="{55F5B2EF-D29B-437E-BD9C-93041F2AD00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64" name="3D Model 4963" descr="Sphere">
                              <a:extLst>
                                <a:ext uri="{FF2B5EF4-FFF2-40B4-BE49-F238E27FC236}">
                                  <a16:creationId xmlns:a16="http://schemas.microsoft.com/office/drawing/2014/main" id="{C0769C7A-9C64-4609-B658-F5989C8950D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1402429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56622" cy="15110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9"/>
                                </am3d:raster>
                                <am3d:objViewport viewportSz="164054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4933" name="Flowchart: Connector 4932">
                        <a:extLst>
                          <a:ext uri="{FF2B5EF4-FFF2-40B4-BE49-F238E27FC236}">
                            <a16:creationId xmlns:a16="http://schemas.microsoft.com/office/drawing/2014/main" id="{F3C15E40-67AF-49C3-AA1B-F340751906C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34" name="Flowchart: Connector 4933">
                        <a:extLst>
                          <a:ext uri="{FF2B5EF4-FFF2-40B4-BE49-F238E27FC236}">
                            <a16:creationId xmlns:a16="http://schemas.microsoft.com/office/drawing/2014/main" id="{739F3144-50C6-42FB-8086-FAACB8CBE6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35" name="Flowchart: Connector 4934">
                        <a:extLst>
                          <a:ext uri="{FF2B5EF4-FFF2-40B4-BE49-F238E27FC236}">
                            <a16:creationId xmlns:a16="http://schemas.microsoft.com/office/drawing/2014/main" id="{B8CC61CF-1608-49B7-A248-A0F530C405F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36" name="Flowchart: Connector 4935">
                        <a:extLst>
                          <a:ext uri="{FF2B5EF4-FFF2-40B4-BE49-F238E27FC236}">
                            <a16:creationId xmlns:a16="http://schemas.microsoft.com/office/drawing/2014/main" id="{9F459A56-165E-4A1F-AB38-1FDDFBFA4BC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37" name="Flowchart: Connector 4936">
                        <a:extLst>
                          <a:ext uri="{FF2B5EF4-FFF2-40B4-BE49-F238E27FC236}">
                            <a16:creationId xmlns:a16="http://schemas.microsoft.com/office/drawing/2014/main" id="{5E87C670-AE8A-4A23-A9DF-F390594339A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38" name="Flowchart: Connector 4937">
                        <a:extLst>
                          <a:ext uri="{FF2B5EF4-FFF2-40B4-BE49-F238E27FC236}">
                            <a16:creationId xmlns:a16="http://schemas.microsoft.com/office/drawing/2014/main" id="{558E6053-8FD2-46B0-81A0-A5FFEB49BEB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39" name="Flowchart: Connector 4938">
                        <a:extLst>
                          <a:ext uri="{FF2B5EF4-FFF2-40B4-BE49-F238E27FC236}">
                            <a16:creationId xmlns:a16="http://schemas.microsoft.com/office/drawing/2014/main" id="{5CBB192B-24AB-4AD6-A719-8F399E2764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40" name="Flowchart: Connector 4939">
                        <a:extLst>
                          <a:ext uri="{FF2B5EF4-FFF2-40B4-BE49-F238E27FC236}">
                            <a16:creationId xmlns:a16="http://schemas.microsoft.com/office/drawing/2014/main" id="{25A564E7-BA0B-421B-9003-7761EC6F496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41" name="Flowchart: Connector 4940">
                        <a:extLst>
                          <a:ext uri="{FF2B5EF4-FFF2-40B4-BE49-F238E27FC236}">
                            <a16:creationId xmlns:a16="http://schemas.microsoft.com/office/drawing/2014/main" id="{0BAECB52-CD1E-4197-90B7-BD06FEC666A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942" name="3D Model 4941" descr="Sphere">
                            <a:extLst>
                              <a:ext uri="{FF2B5EF4-FFF2-40B4-BE49-F238E27FC236}">
                                <a16:creationId xmlns:a16="http://schemas.microsoft.com/office/drawing/2014/main" id="{ADBDD840-040A-4E30-A6D4-896048C379A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10539757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6" name="3D Model 245" descr="Sphere">
                            <a:extLst>
                              <a:ext uri="{FF2B5EF4-FFF2-40B4-BE49-F238E27FC236}">
                                <a16:creationId xmlns:a16="http://schemas.microsoft.com/office/drawing/2014/main" id="{577274C7-8617-4369-B298-B9B4DA1BC5D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286054" y="267971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943" name="Flowchart: Connector 4942">
                        <a:extLst>
                          <a:ext uri="{FF2B5EF4-FFF2-40B4-BE49-F238E27FC236}">
                            <a16:creationId xmlns:a16="http://schemas.microsoft.com/office/drawing/2014/main" id="{71D0EA57-72ED-4C37-957E-2B5DA95F60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944" name="3D Model 4943" descr="Sphere">
                            <a:extLst>
                              <a:ext uri="{FF2B5EF4-FFF2-40B4-BE49-F238E27FC236}">
                                <a16:creationId xmlns:a16="http://schemas.microsoft.com/office/drawing/2014/main" id="{B117D280-B9B6-4899-8FD4-ABE67012367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8020854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8" name="3D Model 247" descr="Sphere">
                            <a:extLst>
                              <a:ext uri="{FF2B5EF4-FFF2-40B4-BE49-F238E27FC236}">
                                <a16:creationId xmlns:a16="http://schemas.microsoft.com/office/drawing/2014/main" id="{BC4E9140-BDC8-4E93-8770-30C4F9B0F09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526824" y="27577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945" name="Flowchart: Connector 4944">
                        <a:extLst>
                          <a:ext uri="{FF2B5EF4-FFF2-40B4-BE49-F238E27FC236}">
                            <a16:creationId xmlns:a16="http://schemas.microsoft.com/office/drawing/2014/main" id="{1C4C90A2-33CE-44D8-B7C8-908B5B8D97A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946" name="3D Model 4945" descr="Sphere">
                            <a:extLst>
                              <a:ext uri="{FF2B5EF4-FFF2-40B4-BE49-F238E27FC236}">
                                <a16:creationId xmlns:a16="http://schemas.microsoft.com/office/drawing/2014/main" id="{82E66EAD-A092-43F5-A8EF-7E15C5FC634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01847998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50" name="3D Model 249" descr="Sphere">
                            <a:extLst>
                              <a:ext uri="{FF2B5EF4-FFF2-40B4-BE49-F238E27FC236}">
                                <a16:creationId xmlns:a16="http://schemas.microsoft.com/office/drawing/2014/main" id="{C1AF7886-B135-485F-A801-5B21B530E01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784572" y="281618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947" name="Flowchart: Connector 4946">
                        <a:extLst>
                          <a:ext uri="{FF2B5EF4-FFF2-40B4-BE49-F238E27FC236}">
                            <a16:creationId xmlns:a16="http://schemas.microsoft.com/office/drawing/2014/main" id="{11DFA64A-A134-42FE-98CD-BE0056D630B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948" name="3D Model 4947" descr="Sphere">
                            <a:extLst>
                              <a:ext uri="{FF2B5EF4-FFF2-40B4-BE49-F238E27FC236}">
                                <a16:creationId xmlns:a16="http://schemas.microsoft.com/office/drawing/2014/main" id="{3CE7142C-8A28-491C-8B80-1DCCD4D1985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95879183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52" name="3D Model 251" descr="Sphere">
                            <a:extLst>
                              <a:ext uri="{FF2B5EF4-FFF2-40B4-BE49-F238E27FC236}">
                                <a16:creationId xmlns:a16="http://schemas.microsoft.com/office/drawing/2014/main" id="{EB68E7E5-FF10-4BB5-8F5E-DD6D67E5C06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2039738" y="290653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4784" name="Group 4783">
                    <a:extLst>
                      <a:ext uri="{FF2B5EF4-FFF2-40B4-BE49-F238E27FC236}">
                        <a16:creationId xmlns:a16="http://schemas.microsoft.com/office/drawing/2014/main" id="{32B886D1-66D2-44E1-BB1C-12B0A8E95672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4925" name="Flowchart: Connector 4924">
                      <a:extLst>
                        <a:ext uri="{FF2B5EF4-FFF2-40B4-BE49-F238E27FC236}">
                          <a16:creationId xmlns:a16="http://schemas.microsoft.com/office/drawing/2014/main" id="{E74561F3-3F41-427C-85CB-79CE2BC4C03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26" name="Flowchart: Connector 4925">
                      <a:extLst>
                        <a:ext uri="{FF2B5EF4-FFF2-40B4-BE49-F238E27FC236}">
                          <a16:creationId xmlns:a16="http://schemas.microsoft.com/office/drawing/2014/main" id="{A7F5FB87-CCF9-4BD6-9075-00B6EAD8AE6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27" name="Flowchart: Connector 4926">
                      <a:extLst>
                        <a:ext uri="{FF2B5EF4-FFF2-40B4-BE49-F238E27FC236}">
                          <a16:creationId xmlns:a16="http://schemas.microsoft.com/office/drawing/2014/main" id="{556D1379-4B2B-4DFE-BF26-B0F28544E8C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4785" name="Flowchart: Connector 4784">
                    <a:extLst>
                      <a:ext uri="{FF2B5EF4-FFF2-40B4-BE49-F238E27FC236}">
                        <a16:creationId xmlns:a16="http://schemas.microsoft.com/office/drawing/2014/main" id="{55B676D9-2DF0-4727-9C9F-A1CD91B5530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4786" name="Flowchart: Connector 4785">
                    <a:extLst>
                      <a:ext uri="{FF2B5EF4-FFF2-40B4-BE49-F238E27FC236}">
                        <a16:creationId xmlns:a16="http://schemas.microsoft.com/office/drawing/2014/main" id="{803F6060-F4EA-40B2-AE53-FAD9136A6EC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4787" name="Group 4786">
                    <a:extLst>
                      <a:ext uri="{FF2B5EF4-FFF2-40B4-BE49-F238E27FC236}">
                        <a16:creationId xmlns:a16="http://schemas.microsoft.com/office/drawing/2014/main" id="{7CB8D7CB-FDC4-4EBC-B6DC-FA0615FBFE23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4922" name="Flowchart: Connector 4921">
                      <a:extLst>
                        <a:ext uri="{FF2B5EF4-FFF2-40B4-BE49-F238E27FC236}">
                          <a16:creationId xmlns:a16="http://schemas.microsoft.com/office/drawing/2014/main" id="{6451C23B-70B9-4FE7-82B7-A99A3A130DA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23" name="Flowchart: Connector 4922">
                      <a:extLst>
                        <a:ext uri="{FF2B5EF4-FFF2-40B4-BE49-F238E27FC236}">
                          <a16:creationId xmlns:a16="http://schemas.microsoft.com/office/drawing/2014/main" id="{3D27C98E-14BC-4E13-88ED-76B0D1533D9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924" name="Flowchart: Connector 4923">
                      <a:extLst>
                        <a:ext uri="{FF2B5EF4-FFF2-40B4-BE49-F238E27FC236}">
                          <a16:creationId xmlns:a16="http://schemas.microsoft.com/office/drawing/2014/main" id="{C11AE8EC-4543-41DF-AC4F-AC87BB56414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4788" name="Group 4787">
                    <a:extLst>
                      <a:ext uri="{FF2B5EF4-FFF2-40B4-BE49-F238E27FC236}">
                        <a16:creationId xmlns:a16="http://schemas.microsoft.com/office/drawing/2014/main" id="{3BC98797-35A4-4C83-B821-C0782F14431A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4857" name="Group 4856">
                      <a:extLst>
                        <a:ext uri="{FF2B5EF4-FFF2-40B4-BE49-F238E27FC236}">
                          <a16:creationId xmlns:a16="http://schemas.microsoft.com/office/drawing/2014/main" id="{58042B6A-9F8C-4406-A792-21B5A86DA6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4918" name="Flowchart: Connector 4917">
                        <a:extLst>
                          <a:ext uri="{FF2B5EF4-FFF2-40B4-BE49-F238E27FC236}">
                            <a16:creationId xmlns:a16="http://schemas.microsoft.com/office/drawing/2014/main" id="{F944858D-EEF0-456C-9DAE-901D56D3FD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19" name="Flowchart: Connector 4918">
                        <a:extLst>
                          <a:ext uri="{FF2B5EF4-FFF2-40B4-BE49-F238E27FC236}">
                            <a16:creationId xmlns:a16="http://schemas.microsoft.com/office/drawing/2014/main" id="{2D482B9B-5117-42F7-8BF5-A854764D85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20" name="Flowchart: Connector 4919">
                        <a:extLst>
                          <a:ext uri="{FF2B5EF4-FFF2-40B4-BE49-F238E27FC236}">
                            <a16:creationId xmlns:a16="http://schemas.microsoft.com/office/drawing/2014/main" id="{C6807C5B-ADBB-4AC7-AE60-9A9A292D07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921" name="Flowchart: Connector 4920">
                        <a:extLst>
                          <a:ext uri="{FF2B5EF4-FFF2-40B4-BE49-F238E27FC236}">
                            <a16:creationId xmlns:a16="http://schemas.microsoft.com/office/drawing/2014/main" id="{79F49F51-F4C8-4FD3-AC61-460103EAE90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4858" name="Group 4857">
                      <a:extLst>
                        <a:ext uri="{FF2B5EF4-FFF2-40B4-BE49-F238E27FC236}">
                          <a16:creationId xmlns:a16="http://schemas.microsoft.com/office/drawing/2014/main" id="{21B56FB1-004E-4A0F-BE96-658B5745DB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4859" name="Group 4858">
                        <a:extLst>
                          <a:ext uri="{FF2B5EF4-FFF2-40B4-BE49-F238E27FC236}">
                            <a16:creationId xmlns:a16="http://schemas.microsoft.com/office/drawing/2014/main" id="{E59F96D2-6851-4896-8444-B41382FE95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4910" name="Flowchart: Connector 4909">
                          <a:extLst>
                            <a:ext uri="{FF2B5EF4-FFF2-40B4-BE49-F238E27FC236}">
                              <a16:creationId xmlns:a16="http://schemas.microsoft.com/office/drawing/2014/main" id="{78BF6D75-5886-4910-B01E-BBA6F121DE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11" name="3D Model 4910" descr="Sphere">
                              <a:extLst>
                                <a:ext uri="{FF2B5EF4-FFF2-40B4-BE49-F238E27FC236}">
                                  <a16:creationId xmlns:a16="http://schemas.microsoft.com/office/drawing/2014/main" id="{BFF5D73C-6B48-4017-9640-3A54C6777D4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0311223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12" name="Flowchart: Connector 4911">
                          <a:extLst>
                            <a:ext uri="{FF2B5EF4-FFF2-40B4-BE49-F238E27FC236}">
                              <a16:creationId xmlns:a16="http://schemas.microsoft.com/office/drawing/2014/main" id="{4E41BECB-5644-4E62-8DDA-50DF73380A3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13" name="3D Model 4912" descr="Sphere">
                              <a:extLst>
                                <a:ext uri="{FF2B5EF4-FFF2-40B4-BE49-F238E27FC236}">
                                  <a16:creationId xmlns:a16="http://schemas.microsoft.com/office/drawing/2014/main" id="{FB4EB904-8DCF-48F6-84D7-2BAA9F8FBED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3111651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14" name="Flowchart: Connector 4913">
                          <a:extLst>
                            <a:ext uri="{FF2B5EF4-FFF2-40B4-BE49-F238E27FC236}">
                              <a16:creationId xmlns:a16="http://schemas.microsoft.com/office/drawing/2014/main" id="{B1AA0E7A-9A01-4B47-A264-5FAACFE33AB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15" name="3D Model 4914" descr="Sphere">
                              <a:extLst>
                                <a:ext uri="{FF2B5EF4-FFF2-40B4-BE49-F238E27FC236}">
                                  <a16:creationId xmlns:a16="http://schemas.microsoft.com/office/drawing/2014/main" id="{0BEF253D-C189-4B26-83D3-04087173FDD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6855082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16" name="Flowchart: Connector 4915">
                          <a:extLst>
                            <a:ext uri="{FF2B5EF4-FFF2-40B4-BE49-F238E27FC236}">
                              <a16:creationId xmlns:a16="http://schemas.microsoft.com/office/drawing/2014/main" id="{AA3890E1-9996-4F87-9928-AE8A97FB43F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17" name="3D Model 4916" descr="Sphere">
                              <a:extLst>
                                <a:ext uri="{FF2B5EF4-FFF2-40B4-BE49-F238E27FC236}">
                                  <a16:creationId xmlns:a16="http://schemas.microsoft.com/office/drawing/2014/main" id="{7AB1F82D-74AE-420A-AD56-144A698DD63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9337592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56622" cy="15110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7"/>
                                </am3d:raster>
                                <am3d:objViewport viewportSz="16405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4860" name="Group 4859">
                        <a:extLst>
                          <a:ext uri="{FF2B5EF4-FFF2-40B4-BE49-F238E27FC236}">
                            <a16:creationId xmlns:a16="http://schemas.microsoft.com/office/drawing/2014/main" id="{6831BC28-1231-429E-A668-CE8A6D965B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4894" name="Flowchart: Connector 4893">
                          <a:extLst>
                            <a:ext uri="{FF2B5EF4-FFF2-40B4-BE49-F238E27FC236}">
                              <a16:creationId xmlns:a16="http://schemas.microsoft.com/office/drawing/2014/main" id="{F2836F7A-8C5C-4CC1-A7EF-973C1702EA5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95" name="Flowchart: Connector 4894">
                          <a:extLst>
                            <a:ext uri="{FF2B5EF4-FFF2-40B4-BE49-F238E27FC236}">
                              <a16:creationId xmlns:a16="http://schemas.microsoft.com/office/drawing/2014/main" id="{8646486C-419D-487A-ACD7-B4D6EF6E296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96" name="Flowchart: Connector 4895">
                          <a:extLst>
                            <a:ext uri="{FF2B5EF4-FFF2-40B4-BE49-F238E27FC236}">
                              <a16:creationId xmlns:a16="http://schemas.microsoft.com/office/drawing/2014/main" id="{772B1371-1814-461D-900B-238FDDD29EA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97" name="Flowchart: Connector 4896">
                          <a:extLst>
                            <a:ext uri="{FF2B5EF4-FFF2-40B4-BE49-F238E27FC236}">
                              <a16:creationId xmlns:a16="http://schemas.microsoft.com/office/drawing/2014/main" id="{21717ECD-DFF3-4C45-85AA-45BDB276E01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98" name="Flowchart: Connector 4897">
                          <a:extLst>
                            <a:ext uri="{FF2B5EF4-FFF2-40B4-BE49-F238E27FC236}">
                              <a16:creationId xmlns:a16="http://schemas.microsoft.com/office/drawing/2014/main" id="{35A2BDD3-85B3-4873-A259-2059BBAB0D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99" name="Flowchart: Connector 4898">
                          <a:extLst>
                            <a:ext uri="{FF2B5EF4-FFF2-40B4-BE49-F238E27FC236}">
                              <a16:creationId xmlns:a16="http://schemas.microsoft.com/office/drawing/2014/main" id="{50EDF936-658E-4C50-8A1D-68C70CA27ED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00" name="Flowchart: Connector 4899">
                          <a:extLst>
                            <a:ext uri="{FF2B5EF4-FFF2-40B4-BE49-F238E27FC236}">
                              <a16:creationId xmlns:a16="http://schemas.microsoft.com/office/drawing/2014/main" id="{F0724525-6DC0-44F4-9434-6A15E689FC6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01" name="Flowchart: Connector 4900">
                          <a:extLst>
                            <a:ext uri="{FF2B5EF4-FFF2-40B4-BE49-F238E27FC236}">
                              <a16:creationId xmlns:a16="http://schemas.microsoft.com/office/drawing/2014/main" id="{285254E4-2496-45F7-86B4-DA9E54291ED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902" name="Flowchart: Connector 4901">
                          <a:extLst>
                            <a:ext uri="{FF2B5EF4-FFF2-40B4-BE49-F238E27FC236}">
                              <a16:creationId xmlns:a16="http://schemas.microsoft.com/office/drawing/2014/main" id="{BEC4D0E5-409D-4850-BE37-036E7EDF85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03" name="3D Model 4902" descr="Sphere">
                              <a:extLst>
                                <a:ext uri="{FF2B5EF4-FFF2-40B4-BE49-F238E27FC236}">
                                  <a16:creationId xmlns:a16="http://schemas.microsoft.com/office/drawing/2014/main" id="{68C64371-B6A5-4F9C-9610-B5069909AF8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8996110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04" name="Flowchart: Connector 4903">
                          <a:extLst>
                            <a:ext uri="{FF2B5EF4-FFF2-40B4-BE49-F238E27FC236}">
                              <a16:creationId xmlns:a16="http://schemas.microsoft.com/office/drawing/2014/main" id="{FE1C42AD-04A6-4833-AA22-B91FDBA0870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05" name="3D Model 4904" descr="Sphere">
                              <a:extLst>
                                <a:ext uri="{FF2B5EF4-FFF2-40B4-BE49-F238E27FC236}">
                                  <a16:creationId xmlns:a16="http://schemas.microsoft.com/office/drawing/2014/main" id="{071E0DDC-9A2B-4A73-9129-C2BE6A9B83C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2292098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06" name="Flowchart: Connector 4905">
                          <a:extLst>
                            <a:ext uri="{FF2B5EF4-FFF2-40B4-BE49-F238E27FC236}">
                              <a16:creationId xmlns:a16="http://schemas.microsoft.com/office/drawing/2014/main" id="{D1648552-1567-469F-83CA-BD76EC61B9C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07" name="3D Model 4906" descr="Sphere">
                              <a:extLst>
                                <a:ext uri="{FF2B5EF4-FFF2-40B4-BE49-F238E27FC236}">
                                  <a16:creationId xmlns:a16="http://schemas.microsoft.com/office/drawing/2014/main" id="{BFE21975-45FD-4891-87C8-F0BAB538536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0656626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908" name="Flowchart: Connector 4907">
                          <a:extLst>
                            <a:ext uri="{FF2B5EF4-FFF2-40B4-BE49-F238E27FC236}">
                              <a16:creationId xmlns:a16="http://schemas.microsoft.com/office/drawing/2014/main" id="{61944B71-AF8E-4DDA-B256-064F71D4834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909" name="3D Model 4908" descr="Sphere">
                              <a:extLst>
                                <a:ext uri="{FF2B5EF4-FFF2-40B4-BE49-F238E27FC236}">
                                  <a16:creationId xmlns:a16="http://schemas.microsoft.com/office/drawing/2014/main" id="{EBB9EDF9-B1A0-4E7B-8876-F7FAEF923EF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8310001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56622" cy="15110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9"/>
                                </am3d:raster>
                                <am3d:objViewport viewportSz="164054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4861" name="Group 4860">
                        <a:extLst>
                          <a:ext uri="{FF2B5EF4-FFF2-40B4-BE49-F238E27FC236}">
                            <a16:creationId xmlns:a16="http://schemas.microsoft.com/office/drawing/2014/main" id="{8F436033-5804-4F24-818F-9CDBA90F41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4878" name="Flowchart: Connector 4877">
                          <a:extLst>
                            <a:ext uri="{FF2B5EF4-FFF2-40B4-BE49-F238E27FC236}">
                              <a16:creationId xmlns:a16="http://schemas.microsoft.com/office/drawing/2014/main" id="{CC1D324A-5099-46B2-A0BE-42F7CA4C4D4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79" name="Flowchart: Connector 4878">
                          <a:extLst>
                            <a:ext uri="{FF2B5EF4-FFF2-40B4-BE49-F238E27FC236}">
                              <a16:creationId xmlns:a16="http://schemas.microsoft.com/office/drawing/2014/main" id="{34F033F7-FC98-49A2-BD42-1735C9BC851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80" name="Flowchart: Connector 4879">
                          <a:extLst>
                            <a:ext uri="{FF2B5EF4-FFF2-40B4-BE49-F238E27FC236}">
                              <a16:creationId xmlns:a16="http://schemas.microsoft.com/office/drawing/2014/main" id="{84FE11DC-5540-45EC-A5E7-F5732C7C4C0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81" name="Flowchart: Connector 4880">
                          <a:extLst>
                            <a:ext uri="{FF2B5EF4-FFF2-40B4-BE49-F238E27FC236}">
                              <a16:creationId xmlns:a16="http://schemas.microsoft.com/office/drawing/2014/main" id="{0022E782-5565-4C6F-8CA3-B4EE9F5DB63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82" name="Flowchart: Connector 4881">
                          <a:extLst>
                            <a:ext uri="{FF2B5EF4-FFF2-40B4-BE49-F238E27FC236}">
                              <a16:creationId xmlns:a16="http://schemas.microsoft.com/office/drawing/2014/main" id="{FB4CB6FD-578F-41F3-8B43-78B6753B146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83" name="Flowchart: Connector 4882">
                          <a:extLst>
                            <a:ext uri="{FF2B5EF4-FFF2-40B4-BE49-F238E27FC236}">
                              <a16:creationId xmlns:a16="http://schemas.microsoft.com/office/drawing/2014/main" id="{7AC3AF52-C411-4610-ADB1-BC3E60DE5D1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84" name="Flowchart: Connector 4883">
                          <a:extLst>
                            <a:ext uri="{FF2B5EF4-FFF2-40B4-BE49-F238E27FC236}">
                              <a16:creationId xmlns:a16="http://schemas.microsoft.com/office/drawing/2014/main" id="{C8E19E75-0066-4D3E-93F0-D7F4FC57ECC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85" name="Flowchart: Connector 4884">
                          <a:extLst>
                            <a:ext uri="{FF2B5EF4-FFF2-40B4-BE49-F238E27FC236}">
                              <a16:creationId xmlns:a16="http://schemas.microsoft.com/office/drawing/2014/main" id="{2455793D-108A-4390-B14D-9FA7B5912E4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4886" name="Flowchart: Connector 4885">
                          <a:extLst>
                            <a:ext uri="{FF2B5EF4-FFF2-40B4-BE49-F238E27FC236}">
                              <a16:creationId xmlns:a16="http://schemas.microsoft.com/office/drawing/2014/main" id="{F8F10A18-A902-4120-A85B-1B9A88F064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887" name="3D Model 4886" descr="Sphere">
                              <a:extLst>
                                <a:ext uri="{FF2B5EF4-FFF2-40B4-BE49-F238E27FC236}">
                                  <a16:creationId xmlns:a16="http://schemas.microsoft.com/office/drawing/2014/main" id="{B0DDA307-8C02-4D7F-A784-E3B19E5C6F6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3058280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888" name="Flowchart: Connector 4887">
                          <a:extLst>
                            <a:ext uri="{FF2B5EF4-FFF2-40B4-BE49-F238E27FC236}">
                              <a16:creationId xmlns:a16="http://schemas.microsoft.com/office/drawing/2014/main" id="{F740B3D7-3D64-43EB-B58C-3D4E35DCEDD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889" name="3D Model 4888" descr="Sphere">
                              <a:extLst>
                                <a:ext uri="{FF2B5EF4-FFF2-40B4-BE49-F238E27FC236}">
                                  <a16:creationId xmlns:a16="http://schemas.microsoft.com/office/drawing/2014/main" id="{FA151A8C-2486-478B-A879-FD99F018D2A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8635412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890" name="Flowchart: Connector 4889">
                          <a:extLst>
                            <a:ext uri="{FF2B5EF4-FFF2-40B4-BE49-F238E27FC236}">
                              <a16:creationId xmlns:a16="http://schemas.microsoft.com/office/drawing/2014/main" id="{02310B35-8B6B-4D5E-932F-7B08C70DA8E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891" name="3D Model 4890" descr="Sphere">
                              <a:extLst>
                                <a:ext uri="{FF2B5EF4-FFF2-40B4-BE49-F238E27FC236}">
                                  <a16:creationId xmlns:a16="http://schemas.microsoft.com/office/drawing/2014/main" id="{69888390-A107-40B7-9149-5A013955447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1438891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3340" cy="158247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4"/>
                                </am3d:raster>
                                <am3d:objViewport viewportSz="177918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4892" name="Flowchart: Connector 4891">
                          <a:extLst>
                            <a:ext uri="{FF2B5EF4-FFF2-40B4-BE49-F238E27FC236}">
                              <a16:creationId xmlns:a16="http://schemas.microsoft.com/office/drawing/2014/main" id="{DE78B381-2C44-4ED3-BD1A-1FF85BE61D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4893" name="3D Model 4892" descr="Sphere">
                              <a:extLst>
                                <a:ext uri="{FF2B5EF4-FFF2-40B4-BE49-F238E27FC236}">
                                  <a16:creationId xmlns:a16="http://schemas.microsoft.com/office/drawing/2014/main" id="{D391E4F8-3BAD-4D57-A4BE-4234F3794A6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9909037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56622" cy="151108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9"/>
                                </am3d:raster>
                                <am3d:objViewport viewportSz="164054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8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4862" name="Flowchart: Connector 4861">
                        <a:extLst>
                          <a:ext uri="{FF2B5EF4-FFF2-40B4-BE49-F238E27FC236}">
                            <a16:creationId xmlns:a16="http://schemas.microsoft.com/office/drawing/2014/main" id="{57B0AB44-5A06-4A85-B4AC-60F5C6E5508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63" name="Flowchart: Connector 4862">
                        <a:extLst>
                          <a:ext uri="{FF2B5EF4-FFF2-40B4-BE49-F238E27FC236}">
                            <a16:creationId xmlns:a16="http://schemas.microsoft.com/office/drawing/2014/main" id="{0D7F2DBE-DCC4-4BAC-8E2B-BC64ADF8FA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64" name="Flowchart: Connector 4863">
                        <a:extLst>
                          <a:ext uri="{FF2B5EF4-FFF2-40B4-BE49-F238E27FC236}">
                            <a16:creationId xmlns:a16="http://schemas.microsoft.com/office/drawing/2014/main" id="{1E39D9D7-598F-4B3F-898A-2D143B6CB7B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65" name="Flowchart: Connector 4864">
                        <a:extLst>
                          <a:ext uri="{FF2B5EF4-FFF2-40B4-BE49-F238E27FC236}">
                            <a16:creationId xmlns:a16="http://schemas.microsoft.com/office/drawing/2014/main" id="{2748C53E-6231-43BC-9BBD-CE53E46EB18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66" name="Flowchart: Connector 4865">
                        <a:extLst>
                          <a:ext uri="{FF2B5EF4-FFF2-40B4-BE49-F238E27FC236}">
                            <a16:creationId xmlns:a16="http://schemas.microsoft.com/office/drawing/2014/main" id="{DC577149-1573-473F-88CC-EDFAD5D5DB5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67" name="Flowchart: Connector 4866">
                        <a:extLst>
                          <a:ext uri="{FF2B5EF4-FFF2-40B4-BE49-F238E27FC236}">
                            <a16:creationId xmlns:a16="http://schemas.microsoft.com/office/drawing/2014/main" id="{704A46E6-F0E4-4475-A2C0-8D216EE8106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68" name="Flowchart: Connector 4867">
                        <a:extLst>
                          <a:ext uri="{FF2B5EF4-FFF2-40B4-BE49-F238E27FC236}">
                            <a16:creationId xmlns:a16="http://schemas.microsoft.com/office/drawing/2014/main" id="{314A87D9-DBCF-4FC8-8607-B125D127A97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69" name="Flowchart: Connector 4868">
                        <a:extLst>
                          <a:ext uri="{FF2B5EF4-FFF2-40B4-BE49-F238E27FC236}">
                            <a16:creationId xmlns:a16="http://schemas.microsoft.com/office/drawing/2014/main" id="{F6F7CD29-9123-49FC-B743-D34EAB79929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70" name="Flowchart: Connector 4869">
                        <a:extLst>
                          <a:ext uri="{FF2B5EF4-FFF2-40B4-BE49-F238E27FC236}">
                            <a16:creationId xmlns:a16="http://schemas.microsoft.com/office/drawing/2014/main" id="{6595C078-D733-4E49-A0EE-CA1A0B2521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71" name="3D Model 4870" descr="Sphere">
                            <a:extLst>
                              <a:ext uri="{FF2B5EF4-FFF2-40B4-BE49-F238E27FC236}">
                                <a16:creationId xmlns:a16="http://schemas.microsoft.com/office/drawing/2014/main" id="{B5FF80DB-A790-405A-A569-37B61F9D3BC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8247918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9755" cy="14478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1"/>
                              </am3d:raster>
                              <am3d:objViewport viewportSz="162787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5" name="3D Model 174" descr="Sphere">
                            <a:extLst>
                              <a:ext uri="{FF2B5EF4-FFF2-40B4-BE49-F238E27FC236}">
                                <a16:creationId xmlns:a16="http://schemas.microsoft.com/office/drawing/2014/main" id="{0F441D18-6D9C-4C48-BBF1-C28CF9A13BF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2"/>
                          <a:stretch>
                            <a:fillRect/>
                          </a:stretch>
                        </p:blipFill>
                        <p:spPr>
                          <a:xfrm>
                            <a:off x="1065242" y="2784657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872" name="Flowchart: Connector 4871">
                        <a:extLst>
                          <a:ext uri="{FF2B5EF4-FFF2-40B4-BE49-F238E27FC236}">
                            <a16:creationId xmlns:a16="http://schemas.microsoft.com/office/drawing/2014/main" id="{A0129278-4B1A-4BD0-8BEA-9245B77C367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73" name="3D Model 4872" descr="Sphere">
                            <a:extLst>
                              <a:ext uri="{FF2B5EF4-FFF2-40B4-BE49-F238E27FC236}">
                                <a16:creationId xmlns:a16="http://schemas.microsoft.com/office/drawing/2014/main" id="{ECD463B4-1305-467E-AB06-0CD822D124D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58086030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7" name="3D Model 176" descr="Sphere">
                            <a:extLst>
                              <a:ext uri="{FF2B5EF4-FFF2-40B4-BE49-F238E27FC236}">
                                <a16:creationId xmlns:a16="http://schemas.microsoft.com/office/drawing/2014/main" id="{653ADD8A-AFB8-4BB3-8461-2EBD4DD651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302651" y="284871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874" name="Flowchart: Connector 4873">
                        <a:extLst>
                          <a:ext uri="{FF2B5EF4-FFF2-40B4-BE49-F238E27FC236}">
                            <a16:creationId xmlns:a16="http://schemas.microsoft.com/office/drawing/2014/main" id="{DF984761-7A2E-4381-9984-EF978B4A0FF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75" name="3D Model 4874" descr="Sphere">
                            <a:extLst>
                              <a:ext uri="{FF2B5EF4-FFF2-40B4-BE49-F238E27FC236}">
                                <a16:creationId xmlns:a16="http://schemas.microsoft.com/office/drawing/2014/main" id="{32174FDF-34E7-40B6-B09C-E57DC13971D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95978050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9" name="3D Model 178" descr="Sphere">
                            <a:extLst>
                              <a:ext uri="{FF2B5EF4-FFF2-40B4-BE49-F238E27FC236}">
                                <a16:creationId xmlns:a16="http://schemas.microsoft.com/office/drawing/2014/main" id="{04097741-C651-416C-B6DD-C24D5A1D138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3"/>
                          <a:stretch>
                            <a:fillRect/>
                          </a:stretch>
                        </p:blipFill>
                        <p:spPr>
                          <a:xfrm>
                            <a:off x="1547147" y="291749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876" name="Flowchart: Connector 4875">
                        <a:extLst>
                          <a:ext uri="{FF2B5EF4-FFF2-40B4-BE49-F238E27FC236}">
                            <a16:creationId xmlns:a16="http://schemas.microsoft.com/office/drawing/2014/main" id="{E4D91203-370E-44CB-B55C-7FC1EF515A1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77" name="3D Model 4876" descr="Sphere">
                            <a:extLst>
                              <a:ext uri="{FF2B5EF4-FFF2-40B4-BE49-F238E27FC236}">
                                <a16:creationId xmlns:a16="http://schemas.microsoft.com/office/drawing/2014/main" id="{F17BBCDB-CEA7-4F32-B80B-44D2C51C1E0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94755699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81" name="3D Model 180" descr="Sphere">
                            <a:extLst>
                              <a:ext uri="{FF2B5EF4-FFF2-40B4-BE49-F238E27FC236}">
                                <a16:creationId xmlns:a16="http://schemas.microsoft.com/office/drawing/2014/main" id="{C85FB5A0-5213-4020-B74F-0E33E70A359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1815565" y="2997549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4789" name="Flowchart: Connector 4788">
                    <a:extLst>
                      <a:ext uri="{FF2B5EF4-FFF2-40B4-BE49-F238E27FC236}">
                        <a16:creationId xmlns:a16="http://schemas.microsoft.com/office/drawing/2014/main" id="{97F3AA30-007B-45F6-A3F2-BDC2CB93FE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790" name="Flowchart: Connector 4789">
                    <a:extLst>
                      <a:ext uri="{FF2B5EF4-FFF2-40B4-BE49-F238E27FC236}">
                        <a16:creationId xmlns:a16="http://schemas.microsoft.com/office/drawing/2014/main" id="{82803E8D-38EB-481B-8895-75C20375037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791" name="Flowchart: Connector 4790">
                    <a:extLst>
                      <a:ext uri="{FF2B5EF4-FFF2-40B4-BE49-F238E27FC236}">
                        <a16:creationId xmlns:a16="http://schemas.microsoft.com/office/drawing/2014/main" id="{4F47D537-0847-4B34-AF42-D3F80F98A17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792" name="Flowchart: Connector 4791">
                    <a:extLst>
                      <a:ext uri="{FF2B5EF4-FFF2-40B4-BE49-F238E27FC236}">
                        <a16:creationId xmlns:a16="http://schemas.microsoft.com/office/drawing/2014/main" id="{52B9DDA2-33AC-4E06-A8C4-6FCFE51A377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793" name="Flowchart: Connector 4792">
                    <a:extLst>
                      <a:ext uri="{FF2B5EF4-FFF2-40B4-BE49-F238E27FC236}">
                        <a16:creationId xmlns:a16="http://schemas.microsoft.com/office/drawing/2014/main" id="{59BA5154-03FB-42F2-9DFD-30219ED3897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794" name="Flowchart: Connector 4793">
                    <a:extLst>
                      <a:ext uri="{FF2B5EF4-FFF2-40B4-BE49-F238E27FC236}">
                        <a16:creationId xmlns:a16="http://schemas.microsoft.com/office/drawing/2014/main" id="{CDDFBC36-9933-463E-95DC-AEDB2D1EF2C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4795" name="Flowchart: Connector 4794">
                    <a:extLst>
                      <a:ext uri="{FF2B5EF4-FFF2-40B4-BE49-F238E27FC236}">
                        <a16:creationId xmlns:a16="http://schemas.microsoft.com/office/drawing/2014/main" id="{E82E0365-8F49-4828-B685-C1C2C5458FE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4796" name="Flowchart: Connector 4795">
                    <a:extLst>
                      <a:ext uri="{FF2B5EF4-FFF2-40B4-BE49-F238E27FC236}">
                        <a16:creationId xmlns:a16="http://schemas.microsoft.com/office/drawing/2014/main" id="{54B958F2-E9D7-4CC7-B591-ADB25037EFF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4797" name="Group 4796">
                    <a:extLst>
                      <a:ext uri="{FF2B5EF4-FFF2-40B4-BE49-F238E27FC236}">
                        <a16:creationId xmlns:a16="http://schemas.microsoft.com/office/drawing/2014/main" id="{B4834461-CFDA-4FF9-B87E-3F293F1635BD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4798" name="Group 4797">
                      <a:extLst>
                        <a:ext uri="{FF2B5EF4-FFF2-40B4-BE49-F238E27FC236}">
                          <a16:creationId xmlns:a16="http://schemas.microsoft.com/office/drawing/2014/main" id="{33A63750-9E30-4793-B0BF-EB206ECB321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4849" name="Flowchart: Connector 4848">
                        <a:extLst>
                          <a:ext uri="{FF2B5EF4-FFF2-40B4-BE49-F238E27FC236}">
                            <a16:creationId xmlns:a16="http://schemas.microsoft.com/office/drawing/2014/main" id="{4FA72DC6-1D6D-48AC-AC33-05EB8C8D3F3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50" name="3D Model 4849" descr="Sphere">
                            <a:extLst>
                              <a:ext uri="{FF2B5EF4-FFF2-40B4-BE49-F238E27FC236}">
                                <a16:creationId xmlns:a16="http://schemas.microsoft.com/office/drawing/2014/main" id="{5E0E7465-C73D-433E-8F0B-19516F59CD1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7124261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9755" cy="14478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11"/>
                              </am3d:raster>
                              <am3d:objViewport viewportSz="162787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54" name="3D Model 153" descr="Sphere">
                            <a:extLst>
                              <a:ext uri="{FF2B5EF4-FFF2-40B4-BE49-F238E27FC236}">
                                <a16:creationId xmlns:a16="http://schemas.microsoft.com/office/drawing/2014/main" id="{59D6F9AA-09E2-4338-90EA-68FFD8CCDA4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12"/>
                          <a:stretch>
                            <a:fillRect/>
                          </a:stretch>
                        </p:blipFill>
                        <p:spPr>
                          <a:xfrm>
                            <a:off x="835944" y="3887946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851" name="Flowchart: Connector 4850">
                        <a:extLst>
                          <a:ext uri="{FF2B5EF4-FFF2-40B4-BE49-F238E27FC236}">
                            <a16:creationId xmlns:a16="http://schemas.microsoft.com/office/drawing/2014/main" id="{9FE26D05-2075-45A0-A711-53D0C1BDB65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52" name="3D Model 4851" descr="Sphere">
                            <a:extLst>
                              <a:ext uri="{FF2B5EF4-FFF2-40B4-BE49-F238E27FC236}">
                                <a16:creationId xmlns:a16="http://schemas.microsoft.com/office/drawing/2014/main" id="{640A8C41-CDE1-42CB-BE99-9847429420C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4078711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853" name="Flowchart: Connector 4852">
                        <a:extLst>
                          <a:ext uri="{FF2B5EF4-FFF2-40B4-BE49-F238E27FC236}">
                            <a16:creationId xmlns:a16="http://schemas.microsoft.com/office/drawing/2014/main" id="{23714041-6330-4D3B-9C2C-A15ED03B3B3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54" name="3D Model 4853" descr="Sphere">
                            <a:extLst>
                              <a:ext uri="{FF2B5EF4-FFF2-40B4-BE49-F238E27FC236}">
                                <a16:creationId xmlns:a16="http://schemas.microsoft.com/office/drawing/2014/main" id="{02E4CD25-8D6A-4444-887E-77323D61B4D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4029991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855" name="Flowchart: Connector 4854">
                        <a:extLst>
                          <a:ext uri="{FF2B5EF4-FFF2-40B4-BE49-F238E27FC236}">
                            <a16:creationId xmlns:a16="http://schemas.microsoft.com/office/drawing/2014/main" id="{CB51655F-BC37-4785-9DC9-82270EAACE7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56" name="3D Model 4855" descr="Sphere">
                            <a:extLst>
                              <a:ext uri="{FF2B5EF4-FFF2-40B4-BE49-F238E27FC236}">
                                <a16:creationId xmlns:a16="http://schemas.microsoft.com/office/drawing/2014/main" id="{B5D78E96-4C56-4469-8EC1-EC582499DDF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25919172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4799" name="Group 4798">
                      <a:extLst>
                        <a:ext uri="{FF2B5EF4-FFF2-40B4-BE49-F238E27FC236}">
                          <a16:creationId xmlns:a16="http://schemas.microsoft.com/office/drawing/2014/main" id="{0907DCAA-A1A0-4210-95C2-7E82AB6D21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4833" name="Flowchart: Connector 4832">
                        <a:extLst>
                          <a:ext uri="{FF2B5EF4-FFF2-40B4-BE49-F238E27FC236}">
                            <a16:creationId xmlns:a16="http://schemas.microsoft.com/office/drawing/2014/main" id="{59DC97E8-24EB-4C61-826C-3E0800C2CA5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34" name="Flowchart: Connector 4833">
                        <a:extLst>
                          <a:ext uri="{FF2B5EF4-FFF2-40B4-BE49-F238E27FC236}">
                            <a16:creationId xmlns:a16="http://schemas.microsoft.com/office/drawing/2014/main" id="{C4956562-C476-4DAC-BB7C-F11C9DB1ED3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35" name="Flowchart: Connector 4834">
                        <a:extLst>
                          <a:ext uri="{FF2B5EF4-FFF2-40B4-BE49-F238E27FC236}">
                            <a16:creationId xmlns:a16="http://schemas.microsoft.com/office/drawing/2014/main" id="{FF101C50-CD51-4ABB-9383-BF58E2B328E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36" name="Flowchart: Connector 4835">
                        <a:extLst>
                          <a:ext uri="{FF2B5EF4-FFF2-40B4-BE49-F238E27FC236}">
                            <a16:creationId xmlns:a16="http://schemas.microsoft.com/office/drawing/2014/main" id="{1E7D71FE-0271-415F-A4AC-62E32685435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37" name="Flowchart: Connector 4836">
                        <a:extLst>
                          <a:ext uri="{FF2B5EF4-FFF2-40B4-BE49-F238E27FC236}">
                            <a16:creationId xmlns:a16="http://schemas.microsoft.com/office/drawing/2014/main" id="{C1DB7EE0-481F-4B6C-951B-74C176F9E16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38" name="Flowchart: Connector 4837">
                        <a:extLst>
                          <a:ext uri="{FF2B5EF4-FFF2-40B4-BE49-F238E27FC236}">
                            <a16:creationId xmlns:a16="http://schemas.microsoft.com/office/drawing/2014/main" id="{70D6310B-28D3-4501-9DB7-B633B63250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39" name="Flowchart: Connector 4838">
                        <a:extLst>
                          <a:ext uri="{FF2B5EF4-FFF2-40B4-BE49-F238E27FC236}">
                            <a16:creationId xmlns:a16="http://schemas.microsoft.com/office/drawing/2014/main" id="{450F14AE-535B-4F2A-B0EF-562A9670F0E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40" name="Flowchart: Connector 4839">
                        <a:extLst>
                          <a:ext uri="{FF2B5EF4-FFF2-40B4-BE49-F238E27FC236}">
                            <a16:creationId xmlns:a16="http://schemas.microsoft.com/office/drawing/2014/main" id="{7FB8B5DD-8DFA-4719-A23D-B6D5AD807F9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41" name="Flowchart: Connector 4840">
                        <a:extLst>
                          <a:ext uri="{FF2B5EF4-FFF2-40B4-BE49-F238E27FC236}">
                            <a16:creationId xmlns:a16="http://schemas.microsoft.com/office/drawing/2014/main" id="{93CF268F-355B-423B-85B4-3AB8CF46F3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42" name="3D Model 4841" descr="Sphere">
                            <a:extLst>
                              <a:ext uri="{FF2B5EF4-FFF2-40B4-BE49-F238E27FC236}">
                                <a16:creationId xmlns:a16="http://schemas.microsoft.com/office/drawing/2014/main" id="{63E1F74A-DC7A-4168-8A12-8DA3BD45131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07151563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46" name="3D Model 145" descr="Sphere">
                            <a:extLst>
                              <a:ext uri="{FF2B5EF4-FFF2-40B4-BE49-F238E27FC236}">
                                <a16:creationId xmlns:a16="http://schemas.microsoft.com/office/drawing/2014/main" id="{756B16C5-4508-40A0-B7F3-162B4744EE2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832585" y="3554337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843" name="Flowchart: Connector 4842">
                        <a:extLst>
                          <a:ext uri="{FF2B5EF4-FFF2-40B4-BE49-F238E27FC236}">
                            <a16:creationId xmlns:a16="http://schemas.microsoft.com/office/drawing/2014/main" id="{00E7A326-5FA7-41F9-95F2-35E00DECCC1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44" name="3D Model 4843" descr="Sphere">
                            <a:extLst>
                              <a:ext uri="{FF2B5EF4-FFF2-40B4-BE49-F238E27FC236}">
                                <a16:creationId xmlns:a16="http://schemas.microsoft.com/office/drawing/2014/main" id="{2DBAA130-EB08-43F4-938E-3714BFB59AD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49403306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845" name="Flowchart: Connector 4844">
                        <a:extLst>
                          <a:ext uri="{FF2B5EF4-FFF2-40B4-BE49-F238E27FC236}">
                            <a16:creationId xmlns:a16="http://schemas.microsoft.com/office/drawing/2014/main" id="{B1393805-07C3-4155-9912-425A715E51D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46" name="3D Model 4845" descr="Sphere">
                            <a:extLst>
                              <a:ext uri="{FF2B5EF4-FFF2-40B4-BE49-F238E27FC236}">
                                <a16:creationId xmlns:a16="http://schemas.microsoft.com/office/drawing/2014/main" id="{39684180-4644-4EC7-9D48-A9511CA5F5A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9400196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847" name="Flowchart: Connector 4846">
                        <a:extLst>
                          <a:ext uri="{FF2B5EF4-FFF2-40B4-BE49-F238E27FC236}">
                            <a16:creationId xmlns:a16="http://schemas.microsoft.com/office/drawing/2014/main" id="{E4D69063-DE12-428D-B670-F58DEE4742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48" name="3D Model 4847" descr="Sphere">
                            <a:extLst>
                              <a:ext uri="{FF2B5EF4-FFF2-40B4-BE49-F238E27FC236}">
                                <a16:creationId xmlns:a16="http://schemas.microsoft.com/office/drawing/2014/main" id="{01EA16FA-22F3-435D-AB8A-21CE6102A53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4934282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4800" name="Group 4799">
                      <a:extLst>
                        <a:ext uri="{FF2B5EF4-FFF2-40B4-BE49-F238E27FC236}">
                          <a16:creationId xmlns:a16="http://schemas.microsoft.com/office/drawing/2014/main" id="{E4E5329E-2CBE-4A6D-A667-4E579E13D7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4817" name="Flowchart: Connector 4816">
                        <a:extLst>
                          <a:ext uri="{FF2B5EF4-FFF2-40B4-BE49-F238E27FC236}">
                            <a16:creationId xmlns:a16="http://schemas.microsoft.com/office/drawing/2014/main" id="{4023160E-EEEF-4FC0-8B57-6BF514C431F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18" name="Flowchart: Connector 4817">
                        <a:extLst>
                          <a:ext uri="{FF2B5EF4-FFF2-40B4-BE49-F238E27FC236}">
                            <a16:creationId xmlns:a16="http://schemas.microsoft.com/office/drawing/2014/main" id="{B69D804A-61C3-45B5-BDA7-221C00A3CDE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19" name="Flowchart: Connector 4818">
                        <a:extLst>
                          <a:ext uri="{FF2B5EF4-FFF2-40B4-BE49-F238E27FC236}">
                            <a16:creationId xmlns:a16="http://schemas.microsoft.com/office/drawing/2014/main" id="{F678DCD6-B22D-4D1C-A5AD-DE21371526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20" name="Flowchart: Connector 4819">
                        <a:extLst>
                          <a:ext uri="{FF2B5EF4-FFF2-40B4-BE49-F238E27FC236}">
                            <a16:creationId xmlns:a16="http://schemas.microsoft.com/office/drawing/2014/main" id="{85957112-5584-447A-96E5-1AB4DC834ED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21" name="Flowchart: Connector 4820">
                        <a:extLst>
                          <a:ext uri="{FF2B5EF4-FFF2-40B4-BE49-F238E27FC236}">
                            <a16:creationId xmlns:a16="http://schemas.microsoft.com/office/drawing/2014/main" id="{87A5DBA9-3215-462A-B5E5-14989F332FC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22" name="Flowchart: Connector 4821">
                        <a:extLst>
                          <a:ext uri="{FF2B5EF4-FFF2-40B4-BE49-F238E27FC236}">
                            <a16:creationId xmlns:a16="http://schemas.microsoft.com/office/drawing/2014/main" id="{401A8C0E-E1DD-4531-A424-CD91333E6F3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23" name="Flowchart: Connector 4822">
                        <a:extLst>
                          <a:ext uri="{FF2B5EF4-FFF2-40B4-BE49-F238E27FC236}">
                            <a16:creationId xmlns:a16="http://schemas.microsoft.com/office/drawing/2014/main" id="{65133317-7606-42DB-B91A-679DD500FEB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24" name="Flowchart: Connector 4823">
                        <a:extLst>
                          <a:ext uri="{FF2B5EF4-FFF2-40B4-BE49-F238E27FC236}">
                            <a16:creationId xmlns:a16="http://schemas.microsoft.com/office/drawing/2014/main" id="{2D9A7CD3-47B8-4048-A9AB-16D2D920621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4825" name="Flowchart: Connector 4824">
                        <a:extLst>
                          <a:ext uri="{FF2B5EF4-FFF2-40B4-BE49-F238E27FC236}">
                            <a16:creationId xmlns:a16="http://schemas.microsoft.com/office/drawing/2014/main" id="{B12F5B53-12E0-4651-90B8-51A079617A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26" name="3D Model 4825" descr="Sphere">
                            <a:extLst>
                              <a:ext uri="{FF2B5EF4-FFF2-40B4-BE49-F238E27FC236}">
                                <a16:creationId xmlns:a16="http://schemas.microsoft.com/office/drawing/2014/main" id="{D944F82A-11F1-4266-920E-A5D860B8D38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73066051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30" name="3D Model 129" descr="Sphere">
                            <a:extLst>
                              <a:ext uri="{FF2B5EF4-FFF2-40B4-BE49-F238E27FC236}">
                                <a16:creationId xmlns:a16="http://schemas.microsoft.com/office/drawing/2014/main" id="{47D4A59F-7345-4303-916A-A0AC6A0CF64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822906" y="323115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827" name="Flowchart: Connector 4826">
                        <a:extLst>
                          <a:ext uri="{FF2B5EF4-FFF2-40B4-BE49-F238E27FC236}">
                            <a16:creationId xmlns:a16="http://schemas.microsoft.com/office/drawing/2014/main" id="{A708A729-853C-4A13-9121-D27F455FA5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28" name="3D Model 4827" descr="Sphere">
                            <a:extLst>
                              <a:ext uri="{FF2B5EF4-FFF2-40B4-BE49-F238E27FC236}">
                                <a16:creationId xmlns:a16="http://schemas.microsoft.com/office/drawing/2014/main" id="{B1EEDE7F-064F-4440-ABE4-1AC5E6640D4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1998514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32" name="3D Model 131" descr="Sphere">
                            <a:extLst>
                              <a:ext uri="{FF2B5EF4-FFF2-40B4-BE49-F238E27FC236}">
                                <a16:creationId xmlns:a16="http://schemas.microsoft.com/office/drawing/2014/main" id="{2B44DAD8-B15B-485D-9084-36E080510765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062972" y="331541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829" name="Flowchart: Connector 4828">
                        <a:extLst>
                          <a:ext uri="{FF2B5EF4-FFF2-40B4-BE49-F238E27FC236}">
                            <a16:creationId xmlns:a16="http://schemas.microsoft.com/office/drawing/2014/main" id="{77749210-83BB-4048-9FCF-C58E2BF16C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30" name="3D Model 4829" descr="Sphere">
                            <a:extLst>
                              <a:ext uri="{FF2B5EF4-FFF2-40B4-BE49-F238E27FC236}">
                                <a16:creationId xmlns:a16="http://schemas.microsoft.com/office/drawing/2014/main" id="{066723AC-6030-4020-8D08-26AFBCC59F9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5605470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4831" name="Flowchart: Connector 4830">
                        <a:extLst>
                          <a:ext uri="{FF2B5EF4-FFF2-40B4-BE49-F238E27FC236}">
                            <a16:creationId xmlns:a16="http://schemas.microsoft.com/office/drawing/2014/main" id="{3E361870-5BA5-435A-BC5A-3AA57371A5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4832" name="3D Model 4831" descr="Sphere">
                            <a:extLst>
                              <a:ext uri="{FF2B5EF4-FFF2-40B4-BE49-F238E27FC236}">
                                <a16:creationId xmlns:a16="http://schemas.microsoft.com/office/drawing/2014/main" id="{DD615C7A-60D8-477D-87CD-AF2268D9D43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89249852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4801" name="Flowchart: Connector 4800">
                      <a:extLst>
                        <a:ext uri="{FF2B5EF4-FFF2-40B4-BE49-F238E27FC236}">
                          <a16:creationId xmlns:a16="http://schemas.microsoft.com/office/drawing/2014/main" id="{CFE5654D-CB43-4B30-AF4B-858DC6FFF26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802" name="Flowchart: Connector 4801">
                      <a:extLst>
                        <a:ext uri="{FF2B5EF4-FFF2-40B4-BE49-F238E27FC236}">
                          <a16:creationId xmlns:a16="http://schemas.microsoft.com/office/drawing/2014/main" id="{B7D324AB-D686-4FA3-BAA5-EA768E3BEF7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803" name="Flowchart: Connector 4802">
                      <a:extLst>
                        <a:ext uri="{FF2B5EF4-FFF2-40B4-BE49-F238E27FC236}">
                          <a16:creationId xmlns:a16="http://schemas.microsoft.com/office/drawing/2014/main" id="{0C1B45AC-0E5B-4AC1-9512-0841CC6BD2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804" name="Flowchart: Connector 4803">
                      <a:extLst>
                        <a:ext uri="{FF2B5EF4-FFF2-40B4-BE49-F238E27FC236}">
                          <a16:creationId xmlns:a16="http://schemas.microsoft.com/office/drawing/2014/main" id="{D9653024-BEA8-4242-BD9C-7343FB0A4F0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805" name="Flowchart: Connector 4804">
                      <a:extLst>
                        <a:ext uri="{FF2B5EF4-FFF2-40B4-BE49-F238E27FC236}">
                          <a16:creationId xmlns:a16="http://schemas.microsoft.com/office/drawing/2014/main" id="{A88B2442-84FB-4DA5-A8E2-376591DB2B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806" name="Flowchart: Connector 4805">
                      <a:extLst>
                        <a:ext uri="{FF2B5EF4-FFF2-40B4-BE49-F238E27FC236}">
                          <a16:creationId xmlns:a16="http://schemas.microsoft.com/office/drawing/2014/main" id="{A1B91F6E-E541-43E4-BB3A-7286660625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807" name="Flowchart: Connector 4806">
                      <a:extLst>
                        <a:ext uri="{FF2B5EF4-FFF2-40B4-BE49-F238E27FC236}">
                          <a16:creationId xmlns:a16="http://schemas.microsoft.com/office/drawing/2014/main" id="{6862D0A8-49BE-4CB2-9C96-B1E4C54E6F9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808" name="Flowchart: Connector 4807">
                      <a:extLst>
                        <a:ext uri="{FF2B5EF4-FFF2-40B4-BE49-F238E27FC236}">
                          <a16:creationId xmlns:a16="http://schemas.microsoft.com/office/drawing/2014/main" id="{8ACB2469-AA0B-489E-9B57-EC10949DCCA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4809" name="Flowchart: Connector 4808">
                      <a:extLst>
                        <a:ext uri="{FF2B5EF4-FFF2-40B4-BE49-F238E27FC236}">
                          <a16:creationId xmlns:a16="http://schemas.microsoft.com/office/drawing/2014/main" id="{D89A42FC-1694-4ABF-B592-77A9E0C2119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4810" name="3D Model 4809" descr="Sphere">
                          <a:extLst>
                            <a:ext uri="{FF2B5EF4-FFF2-40B4-BE49-F238E27FC236}">
                              <a16:creationId xmlns:a16="http://schemas.microsoft.com/office/drawing/2014/main" id="{89D900ED-17F3-42F6-A16A-BBF66EDF6FE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159572613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9755" cy="14478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4"/>
                            </am3d:raster>
                            <am3d:objViewport viewportSz="14914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4" name="3D Model 113" descr="Sphere">
                          <a:extLst>
                            <a:ext uri="{FF2B5EF4-FFF2-40B4-BE49-F238E27FC236}">
                              <a16:creationId xmlns:a16="http://schemas.microsoft.com/office/drawing/2014/main" id="{56A2AB05-F072-40CA-90AE-FD36A7808D3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5"/>
                        <a:stretch>
                          <a:fillRect/>
                        </a:stretch>
                      </p:blipFill>
                      <p:spPr>
                        <a:xfrm>
                          <a:off x="830057" y="2917267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4811" name="Flowchart: Connector 4810">
                      <a:extLst>
                        <a:ext uri="{FF2B5EF4-FFF2-40B4-BE49-F238E27FC236}">
                          <a16:creationId xmlns:a16="http://schemas.microsoft.com/office/drawing/2014/main" id="{39476BDF-8626-48A5-ACBA-CB5D0966120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4812" name="3D Model 4811" descr="Sphere">
                          <a:extLst>
                            <a:ext uri="{FF2B5EF4-FFF2-40B4-BE49-F238E27FC236}">
                              <a16:creationId xmlns:a16="http://schemas.microsoft.com/office/drawing/2014/main" id="{ACAAA886-1871-4F1A-B504-5DB7482E83A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165747901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9755" cy="14478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1"/>
                            </am3d:raster>
                            <am3d:objViewport viewportSz="162787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6" name="3D Model 115" descr="Sphere">
                          <a:extLst>
                            <a:ext uri="{FF2B5EF4-FFF2-40B4-BE49-F238E27FC236}">
                              <a16:creationId xmlns:a16="http://schemas.microsoft.com/office/drawing/2014/main" id="{7C9E6E5C-C27E-459B-A76D-97CD231ABD4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1076013" y="300758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4813" name="Flowchart: Connector 4812">
                      <a:extLst>
                        <a:ext uri="{FF2B5EF4-FFF2-40B4-BE49-F238E27FC236}">
                          <a16:creationId xmlns:a16="http://schemas.microsoft.com/office/drawing/2014/main" id="{776704A0-A4EB-4494-B0A2-7EB04ACC4F1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4814" name="3D Model 4813" descr="Sphere">
                          <a:extLst>
                            <a:ext uri="{FF2B5EF4-FFF2-40B4-BE49-F238E27FC236}">
                              <a16:creationId xmlns:a16="http://schemas.microsoft.com/office/drawing/2014/main" id="{706CF87F-86A7-4521-A485-6B0B222A15B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488729861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18" name="3D Model 117" descr="Sphere">
                          <a:extLst>
                            <a:ext uri="{FF2B5EF4-FFF2-40B4-BE49-F238E27FC236}">
                              <a16:creationId xmlns:a16="http://schemas.microsoft.com/office/drawing/2014/main" id="{4E73B661-C0D3-4777-B427-FC4F81686E2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317147" y="3055459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4815" name="Flowchart: Connector 4814">
                      <a:extLst>
                        <a:ext uri="{FF2B5EF4-FFF2-40B4-BE49-F238E27FC236}">
                          <a16:creationId xmlns:a16="http://schemas.microsoft.com/office/drawing/2014/main" id="{2CD041BA-8DFE-4BAD-9F4A-3FC22D07E1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4816" name="3D Model 4815" descr="Sphere">
                          <a:extLst>
                            <a:ext uri="{FF2B5EF4-FFF2-40B4-BE49-F238E27FC236}">
                              <a16:creationId xmlns:a16="http://schemas.microsoft.com/office/drawing/2014/main" id="{1AE5040A-1CB0-4A95-B390-08110DF04172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806546989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20" name="3D Model 119" descr="Sphere">
                          <a:extLst>
                            <a:ext uri="{FF2B5EF4-FFF2-40B4-BE49-F238E27FC236}">
                              <a16:creationId xmlns:a16="http://schemas.microsoft.com/office/drawing/2014/main" id="{3476476F-DDC4-49CE-B42B-4D693A51BEBB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1585565" y="314249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4706" name="Group 4705">
                  <a:extLst>
                    <a:ext uri="{FF2B5EF4-FFF2-40B4-BE49-F238E27FC236}">
                      <a16:creationId xmlns:a16="http://schemas.microsoft.com/office/drawing/2014/main" id="{7E17842E-7FE5-4F72-B9F3-8F05A19511F3}"/>
                    </a:ext>
                  </a:extLst>
                </p:cNvPr>
                <p:cNvGrpSpPr/>
                <p:nvPr/>
              </p:nvGrpSpPr>
              <p:grpSpPr>
                <a:xfrm rot="18542409">
                  <a:off x="2257159" y="2362802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776" name="Freeform: Shape 4775">
                    <a:extLst>
                      <a:ext uri="{FF2B5EF4-FFF2-40B4-BE49-F238E27FC236}">
                        <a16:creationId xmlns:a16="http://schemas.microsoft.com/office/drawing/2014/main" id="{4D28D70E-1FC4-4C11-88A1-8B2498840334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77" name="Rectangle: Rounded Corners 4776">
                    <a:extLst>
                      <a:ext uri="{FF2B5EF4-FFF2-40B4-BE49-F238E27FC236}">
                        <a16:creationId xmlns:a16="http://schemas.microsoft.com/office/drawing/2014/main" id="{AD7B53F7-4EB4-434F-9257-41A80C394FA8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07" name="Group 4706">
                  <a:extLst>
                    <a:ext uri="{FF2B5EF4-FFF2-40B4-BE49-F238E27FC236}">
                      <a16:creationId xmlns:a16="http://schemas.microsoft.com/office/drawing/2014/main" id="{8039CB00-11E8-4A2F-A6F9-42C9460320C9}"/>
                    </a:ext>
                  </a:extLst>
                </p:cNvPr>
                <p:cNvGrpSpPr/>
                <p:nvPr/>
              </p:nvGrpSpPr>
              <p:grpSpPr>
                <a:xfrm rot="17122200">
                  <a:off x="1187274" y="235013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774" name="Freeform: Shape 4773">
                    <a:extLst>
                      <a:ext uri="{FF2B5EF4-FFF2-40B4-BE49-F238E27FC236}">
                        <a16:creationId xmlns:a16="http://schemas.microsoft.com/office/drawing/2014/main" id="{37D63C2D-8C5D-4EA4-902F-1815C91B70EE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75" name="Rectangle: Rounded Corners 4774">
                    <a:extLst>
                      <a:ext uri="{FF2B5EF4-FFF2-40B4-BE49-F238E27FC236}">
                        <a16:creationId xmlns:a16="http://schemas.microsoft.com/office/drawing/2014/main" id="{FFCDB842-51D4-4FEF-AAA9-F4ECF7865FF3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08" name="Group 4707">
                  <a:extLst>
                    <a:ext uri="{FF2B5EF4-FFF2-40B4-BE49-F238E27FC236}">
                      <a16:creationId xmlns:a16="http://schemas.microsoft.com/office/drawing/2014/main" id="{4B87B03A-7EEC-4662-90FC-41467F667EC5}"/>
                    </a:ext>
                  </a:extLst>
                </p:cNvPr>
                <p:cNvGrpSpPr/>
                <p:nvPr/>
              </p:nvGrpSpPr>
              <p:grpSpPr>
                <a:xfrm rot="658209">
                  <a:off x="2479276" y="3323586"/>
                  <a:ext cx="746642" cy="235253"/>
                  <a:chOff x="2620172" y="2546175"/>
                  <a:chExt cx="834986" cy="143092"/>
                </a:xfrm>
              </p:grpSpPr>
              <p:sp>
                <p:nvSpPr>
                  <p:cNvPr id="4772" name="Freeform: Shape 4771">
                    <a:extLst>
                      <a:ext uri="{FF2B5EF4-FFF2-40B4-BE49-F238E27FC236}">
                        <a16:creationId xmlns:a16="http://schemas.microsoft.com/office/drawing/2014/main" id="{CCA11B75-97DC-4A60-B4AE-5658E6F1BEFF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73" name="Rectangle: Rounded Corners 4772">
                    <a:extLst>
                      <a:ext uri="{FF2B5EF4-FFF2-40B4-BE49-F238E27FC236}">
                        <a16:creationId xmlns:a16="http://schemas.microsoft.com/office/drawing/2014/main" id="{904749EC-D758-4782-BD00-99F69971784A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09" name="Group 4708">
                  <a:extLst>
                    <a:ext uri="{FF2B5EF4-FFF2-40B4-BE49-F238E27FC236}">
                      <a16:creationId xmlns:a16="http://schemas.microsoft.com/office/drawing/2014/main" id="{8F97BE3A-E5F6-4F8E-ABF9-5DD8EEB6E908}"/>
                    </a:ext>
                  </a:extLst>
                </p:cNvPr>
                <p:cNvGrpSpPr/>
                <p:nvPr/>
              </p:nvGrpSpPr>
              <p:grpSpPr>
                <a:xfrm rot="18837888">
                  <a:off x="1789768" y="223810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770" name="Freeform: Shape 4769">
                    <a:extLst>
                      <a:ext uri="{FF2B5EF4-FFF2-40B4-BE49-F238E27FC236}">
                        <a16:creationId xmlns:a16="http://schemas.microsoft.com/office/drawing/2014/main" id="{130B6C98-7C5E-428D-8ADF-552B5A410302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71" name="Rectangle: Rounded Corners 4770">
                    <a:extLst>
                      <a:ext uri="{FF2B5EF4-FFF2-40B4-BE49-F238E27FC236}">
                        <a16:creationId xmlns:a16="http://schemas.microsoft.com/office/drawing/2014/main" id="{6A1B5819-3C8A-49C1-B178-408F0073DDBB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10" name="Group 4709">
                  <a:extLst>
                    <a:ext uri="{FF2B5EF4-FFF2-40B4-BE49-F238E27FC236}">
                      <a16:creationId xmlns:a16="http://schemas.microsoft.com/office/drawing/2014/main" id="{591AD6BC-E4B8-4B0B-BB6E-F8180ED1CDE6}"/>
                    </a:ext>
                  </a:extLst>
                </p:cNvPr>
                <p:cNvGrpSpPr/>
                <p:nvPr/>
              </p:nvGrpSpPr>
              <p:grpSpPr>
                <a:xfrm rot="16200000">
                  <a:off x="563034" y="2429570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768" name="Freeform: Shape 4767">
                    <a:extLst>
                      <a:ext uri="{FF2B5EF4-FFF2-40B4-BE49-F238E27FC236}">
                        <a16:creationId xmlns:a16="http://schemas.microsoft.com/office/drawing/2014/main" id="{1BA585F3-1929-4A27-ADA0-5E3A42E5A536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69" name="Rectangle: Rounded Corners 4768">
                    <a:extLst>
                      <a:ext uri="{FF2B5EF4-FFF2-40B4-BE49-F238E27FC236}">
                        <a16:creationId xmlns:a16="http://schemas.microsoft.com/office/drawing/2014/main" id="{CA745535-64F7-47CE-9A65-4E275B6BE7EB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11" name="Group 4710">
                  <a:extLst>
                    <a:ext uri="{FF2B5EF4-FFF2-40B4-BE49-F238E27FC236}">
                      <a16:creationId xmlns:a16="http://schemas.microsoft.com/office/drawing/2014/main" id="{8FD1071B-0831-40C2-9AEE-A5786E06785A}"/>
                    </a:ext>
                  </a:extLst>
                </p:cNvPr>
                <p:cNvGrpSpPr/>
                <p:nvPr/>
              </p:nvGrpSpPr>
              <p:grpSpPr>
                <a:xfrm rot="5037398" flipV="1">
                  <a:off x="1350328" y="4425270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766" name="Freeform: Shape 4765">
                    <a:extLst>
                      <a:ext uri="{FF2B5EF4-FFF2-40B4-BE49-F238E27FC236}">
                        <a16:creationId xmlns:a16="http://schemas.microsoft.com/office/drawing/2014/main" id="{9F0CD3B4-7F05-4A5F-B3DC-FAD1AF432807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67" name="Rectangle: Rounded Corners 4766">
                    <a:extLst>
                      <a:ext uri="{FF2B5EF4-FFF2-40B4-BE49-F238E27FC236}">
                        <a16:creationId xmlns:a16="http://schemas.microsoft.com/office/drawing/2014/main" id="{E3C04F19-B63B-4AB4-BA5C-486026652193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12" name="Group 4711">
                  <a:extLst>
                    <a:ext uri="{FF2B5EF4-FFF2-40B4-BE49-F238E27FC236}">
                      <a16:creationId xmlns:a16="http://schemas.microsoft.com/office/drawing/2014/main" id="{DB439B21-27E6-4E50-B5BE-4D119796EB9E}"/>
                    </a:ext>
                  </a:extLst>
                </p:cNvPr>
                <p:cNvGrpSpPr/>
                <p:nvPr/>
              </p:nvGrpSpPr>
              <p:grpSpPr>
                <a:xfrm rot="5880914">
                  <a:off x="789613" y="4380622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764" name="Freeform: Shape 4763">
                    <a:extLst>
                      <a:ext uri="{FF2B5EF4-FFF2-40B4-BE49-F238E27FC236}">
                        <a16:creationId xmlns:a16="http://schemas.microsoft.com/office/drawing/2014/main" id="{E5CBB5AA-6872-4E49-B4D0-890797C1C4D0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65" name="Rectangle: Rounded Corners 4764">
                    <a:extLst>
                      <a:ext uri="{FF2B5EF4-FFF2-40B4-BE49-F238E27FC236}">
                        <a16:creationId xmlns:a16="http://schemas.microsoft.com/office/drawing/2014/main" id="{F65E00A5-7B89-47B1-9E8B-293042A1EF46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13" name="Group 4712">
                  <a:extLst>
                    <a:ext uri="{FF2B5EF4-FFF2-40B4-BE49-F238E27FC236}">
                      <a16:creationId xmlns:a16="http://schemas.microsoft.com/office/drawing/2014/main" id="{B42D57D0-53BC-4C20-BF38-C85126AF9695}"/>
                    </a:ext>
                  </a:extLst>
                </p:cNvPr>
                <p:cNvGrpSpPr/>
                <p:nvPr/>
              </p:nvGrpSpPr>
              <p:grpSpPr>
                <a:xfrm rot="13587211">
                  <a:off x="651990" y="2929858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762" name="Freeform: Shape 4761">
                    <a:extLst>
                      <a:ext uri="{FF2B5EF4-FFF2-40B4-BE49-F238E27FC236}">
                        <a16:creationId xmlns:a16="http://schemas.microsoft.com/office/drawing/2014/main" id="{2B93BE84-EF81-484C-8612-C119FFAA291B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63" name="Rectangle: Rounded Corners 4762">
                    <a:extLst>
                      <a:ext uri="{FF2B5EF4-FFF2-40B4-BE49-F238E27FC236}">
                        <a16:creationId xmlns:a16="http://schemas.microsoft.com/office/drawing/2014/main" id="{48D2E677-19E7-484A-9AF7-6C5594F2A9EC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14" name="Group 4713">
                  <a:extLst>
                    <a:ext uri="{FF2B5EF4-FFF2-40B4-BE49-F238E27FC236}">
                      <a16:creationId xmlns:a16="http://schemas.microsoft.com/office/drawing/2014/main" id="{B7386A5A-23BC-466D-AC6F-5E8FE27F448A}"/>
                    </a:ext>
                  </a:extLst>
                </p:cNvPr>
                <p:cNvGrpSpPr/>
                <p:nvPr/>
              </p:nvGrpSpPr>
              <p:grpSpPr>
                <a:xfrm rot="11351284">
                  <a:off x="163719" y="3807693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760" name="Freeform: Shape 4759">
                    <a:extLst>
                      <a:ext uri="{FF2B5EF4-FFF2-40B4-BE49-F238E27FC236}">
                        <a16:creationId xmlns:a16="http://schemas.microsoft.com/office/drawing/2014/main" id="{C80C7EC4-188C-4B19-AB00-B18915ABE99E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61" name="Rectangle: Rounded Corners 4760">
                    <a:extLst>
                      <a:ext uri="{FF2B5EF4-FFF2-40B4-BE49-F238E27FC236}">
                        <a16:creationId xmlns:a16="http://schemas.microsoft.com/office/drawing/2014/main" id="{3454A395-6937-470E-917E-4832B76B3644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15" name="Group 4714">
                  <a:extLst>
                    <a:ext uri="{FF2B5EF4-FFF2-40B4-BE49-F238E27FC236}">
                      <a16:creationId xmlns:a16="http://schemas.microsoft.com/office/drawing/2014/main" id="{C9D83401-05F1-43BF-AC17-FD769289109F}"/>
                    </a:ext>
                  </a:extLst>
                </p:cNvPr>
                <p:cNvGrpSpPr/>
                <p:nvPr/>
              </p:nvGrpSpPr>
              <p:grpSpPr>
                <a:xfrm rot="4193783">
                  <a:off x="2062756" y="4148262"/>
                  <a:ext cx="706454" cy="171076"/>
                  <a:chOff x="2620172" y="2546175"/>
                  <a:chExt cx="834986" cy="143092"/>
                </a:xfrm>
              </p:grpSpPr>
              <p:sp>
                <p:nvSpPr>
                  <p:cNvPr id="4758" name="Freeform: Shape 4757">
                    <a:extLst>
                      <a:ext uri="{FF2B5EF4-FFF2-40B4-BE49-F238E27FC236}">
                        <a16:creationId xmlns:a16="http://schemas.microsoft.com/office/drawing/2014/main" id="{7A133113-3F13-48E1-A737-CDEBA0E32745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59" name="Rectangle: Rounded Corners 4758">
                    <a:extLst>
                      <a:ext uri="{FF2B5EF4-FFF2-40B4-BE49-F238E27FC236}">
                        <a16:creationId xmlns:a16="http://schemas.microsoft.com/office/drawing/2014/main" id="{E70D92D1-903A-4ADC-9C5E-D3CDB7CDA5B5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16" name="Group 4715">
                  <a:extLst>
                    <a:ext uri="{FF2B5EF4-FFF2-40B4-BE49-F238E27FC236}">
                      <a16:creationId xmlns:a16="http://schemas.microsoft.com/office/drawing/2014/main" id="{555A39EB-D9B2-46AF-8FD7-E7A17A25E133}"/>
                    </a:ext>
                  </a:extLst>
                </p:cNvPr>
                <p:cNvGrpSpPr/>
                <p:nvPr/>
              </p:nvGrpSpPr>
              <p:grpSpPr>
                <a:xfrm rot="1837203">
                  <a:off x="2331692" y="3874891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756" name="Freeform: Shape 4755">
                    <a:extLst>
                      <a:ext uri="{FF2B5EF4-FFF2-40B4-BE49-F238E27FC236}">
                        <a16:creationId xmlns:a16="http://schemas.microsoft.com/office/drawing/2014/main" id="{08FE38DB-FF0A-405C-A319-D8DAE2082EB6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57" name="Rectangle: Rounded Corners 4756">
                    <a:extLst>
                      <a:ext uri="{FF2B5EF4-FFF2-40B4-BE49-F238E27FC236}">
                        <a16:creationId xmlns:a16="http://schemas.microsoft.com/office/drawing/2014/main" id="{07678BFD-4648-44B2-9BD9-968C14C5F46E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17" name="Group 4716">
                  <a:extLst>
                    <a:ext uri="{FF2B5EF4-FFF2-40B4-BE49-F238E27FC236}">
                      <a16:creationId xmlns:a16="http://schemas.microsoft.com/office/drawing/2014/main" id="{8539CDB4-2526-4EB1-BBCA-F7C2198DC62A}"/>
                    </a:ext>
                  </a:extLst>
                </p:cNvPr>
                <p:cNvGrpSpPr/>
                <p:nvPr/>
              </p:nvGrpSpPr>
              <p:grpSpPr>
                <a:xfrm rot="932650">
                  <a:off x="2489621" y="3105014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754" name="Freeform: Shape 4753">
                    <a:extLst>
                      <a:ext uri="{FF2B5EF4-FFF2-40B4-BE49-F238E27FC236}">
                        <a16:creationId xmlns:a16="http://schemas.microsoft.com/office/drawing/2014/main" id="{BFAFED96-E7F4-42D0-9365-B8234AB3F40C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55" name="Rectangle: Rounded Corners 4754">
                    <a:extLst>
                      <a:ext uri="{FF2B5EF4-FFF2-40B4-BE49-F238E27FC236}">
                        <a16:creationId xmlns:a16="http://schemas.microsoft.com/office/drawing/2014/main" id="{8288526C-7CA0-41B7-9D8A-F4E78B8BD40A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18" name="Group 4717">
                  <a:extLst>
                    <a:ext uri="{FF2B5EF4-FFF2-40B4-BE49-F238E27FC236}">
                      <a16:creationId xmlns:a16="http://schemas.microsoft.com/office/drawing/2014/main" id="{B7DE3024-AE80-4B60-B1BA-50FD90513F8F}"/>
                    </a:ext>
                  </a:extLst>
                </p:cNvPr>
                <p:cNvGrpSpPr/>
                <p:nvPr/>
              </p:nvGrpSpPr>
              <p:grpSpPr>
                <a:xfrm rot="10458038">
                  <a:off x="686489" y="3490410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752" name="Freeform: Shape 4751">
                    <a:extLst>
                      <a:ext uri="{FF2B5EF4-FFF2-40B4-BE49-F238E27FC236}">
                        <a16:creationId xmlns:a16="http://schemas.microsoft.com/office/drawing/2014/main" id="{F06C54B5-9200-46D7-892B-9155262BF3AC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53" name="Rectangle: Rounded Corners 4752">
                    <a:extLst>
                      <a:ext uri="{FF2B5EF4-FFF2-40B4-BE49-F238E27FC236}">
                        <a16:creationId xmlns:a16="http://schemas.microsoft.com/office/drawing/2014/main" id="{11DDEA54-E2FC-4B59-868F-1D76107C8A1E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19" name="Group 4718">
                  <a:extLst>
                    <a:ext uri="{FF2B5EF4-FFF2-40B4-BE49-F238E27FC236}">
                      <a16:creationId xmlns:a16="http://schemas.microsoft.com/office/drawing/2014/main" id="{632064C2-A9CF-47DA-860F-83B41595104F}"/>
                    </a:ext>
                  </a:extLst>
                </p:cNvPr>
                <p:cNvGrpSpPr/>
                <p:nvPr/>
              </p:nvGrpSpPr>
              <p:grpSpPr>
                <a:xfrm rot="16924252">
                  <a:off x="1635001" y="2371073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750" name="Freeform: Shape 4749">
                    <a:extLst>
                      <a:ext uri="{FF2B5EF4-FFF2-40B4-BE49-F238E27FC236}">
                        <a16:creationId xmlns:a16="http://schemas.microsoft.com/office/drawing/2014/main" id="{12CE8620-6351-447E-892E-601502950622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51" name="Rectangle: Rounded Corners 4750">
                    <a:extLst>
                      <a:ext uri="{FF2B5EF4-FFF2-40B4-BE49-F238E27FC236}">
                        <a16:creationId xmlns:a16="http://schemas.microsoft.com/office/drawing/2014/main" id="{C80BD64E-B5B6-4D0E-BDFF-B274ED36EC50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20" name="Group 4719">
                  <a:extLst>
                    <a:ext uri="{FF2B5EF4-FFF2-40B4-BE49-F238E27FC236}">
                      <a16:creationId xmlns:a16="http://schemas.microsoft.com/office/drawing/2014/main" id="{5AAC0E55-D01D-4087-946C-3EE0BA2A2E2D}"/>
                    </a:ext>
                  </a:extLst>
                </p:cNvPr>
                <p:cNvGrpSpPr/>
                <p:nvPr/>
              </p:nvGrpSpPr>
              <p:grpSpPr>
                <a:xfrm rot="15677156">
                  <a:off x="985517" y="2521255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748" name="Freeform: Shape 4747">
                    <a:extLst>
                      <a:ext uri="{FF2B5EF4-FFF2-40B4-BE49-F238E27FC236}">
                        <a16:creationId xmlns:a16="http://schemas.microsoft.com/office/drawing/2014/main" id="{15E4DAAC-61F9-4067-8923-A540F838204F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49" name="Rectangle: Rounded Corners 4748">
                    <a:extLst>
                      <a:ext uri="{FF2B5EF4-FFF2-40B4-BE49-F238E27FC236}">
                        <a16:creationId xmlns:a16="http://schemas.microsoft.com/office/drawing/2014/main" id="{4586E73B-365D-4655-B5FE-933272A21A02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21" name="Group 4720">
                  <a:extLst>
                    <a:ext uri="{FF2B5EF4-FFF2-40B4-BE49-F238E27FC236}">
                      <a16:creationId xmlns:a16="http://schemas.microsoft.com/office/drawing/2014/main" id="{BCE8B002-8C73-4BE1-BCBA-DFBCA2DAB98C}"/>
                    </a:ext>
                  </a:extLst>
                </p:cNvPr>
                <p:cNvGrpSpPr/>
                <p:nvPr/>
              </p:nvGrpSpPr>
              <p:grpSpPr>
                <a:xfrm rot="14354853" flipV="1">
                  <a:off x="976412" y="2438473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746" name="Freeform: Shape 4745">
                    <a:extLst>
                      <a:ext uri="{FF2B5EF4-FFF2-40B4-BE49-F238E27FC236}">
                        <a16:creationId xmlns:a16="http://schemas.microsoft.com/office/drawing/2014/main" id="{6024D03A-F463-43CC-9CDE-F5E2B2FB8373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47" name="Rectangle: Rounded Corners 4746">
                    <a:extLst>
                      <a:ext uri="{FF2B5EF4-FFF2-40B4-BE49-F238E27FC236}">
                        <a16:creationId xmlns:a16="http://schemas.microsoft.com/office/drawing/2014/main" id="{4BFF0BD9-67F9-4F70-AF2D-8EDD46A11C5D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22" name="Group 4721">
                  <a:extLst>
                    <a:ext uri="{FF2B5EF4-FFF2-40B4-BE49-F238E27FC236}">
                      <a16:creationId xmlns:a16="http://schemas.microsoft.com/office/drawing/2014/main" id="{024FA31C-5C79-4B00-A7A4-514A724E8E24}"/>
                    </a:ext>
                  </a:extLst>
                </p:cNvPr>
                <p:cNvGrpSpPr/>
                <p:nvPr/>
              </p:nvGrpSpPr>
              <p:grpSpPr>
                <a:xfrm rot="9793356" flipV="1">
                  <a:off x="215985" y="3237903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744" name="Freeform: Shape 4743">
                    <a:extLst>
                      <a:ext uri="{FF2B5EF4-FFF2-40B4-BE49-F238E27FC236}">
                        <a16:creationId xmlns:a16="http://schemas.microsoft.com/office/drawing/2014/main" id="{3D039DD0-029F-4AA9-AB90-C26DF2E1D3A8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dirty="0"/>
                  </a:p>
                </p:txBody>
              </p:sp>
              <p:sp>
                <p:nvSpPr>
                  <p:cNvPr id="4745" name="Rectangle: Rounded Corners 4744">
                    <a:extLst>
                      <a:ext uri="{FF2B5EF4-FFF2-40B4-BE49-F238E27FC236}">
                        <a16:creationId xmlns:a16="http://schemas.microsoft.com/office/drawing/2014/main" id="{468E9AA0-9975-40F2-B8EB-5676D5FC3BE1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23" name="Group 4722">
                  <a:extLst>
                    <a:ext uri="{FF2B5EF4-FFF2-40B4-BE49-F238E27FC236}">
                      <a16:creationId xmlns:a16="http://schemas.microsoft.com/office/drawing/2014/main" id="{212CE91E-0E53-413E-9722-E030BC51A89B}"/>
                    </a:ext>
                  </a:extLst>
                </p:cNvPr>
                <p:cNvGrpSpPr/>
                <p:nvPr/>
              </p:nvGrpSpPr>
              <p:grpSpPr>
                <a:xfrm rot="6907686" flipV="1">
                  <a:off x="692019" y="3931960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742" name="Freeform: Shape 4741">
                    <a:extLst>
                      <a:ext uri="{FF2B5EF4-FFF2-40B4-BE49-F238E27FC236}">
                        <a16:creationId xmlns:a16="http://schemas.microsoft.com/office/drawing/2014/main" id="{91801255-47A6-4E32-A859-C19002DA9F70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43" name="Rectangle: Rounded Corners 4742">
                    <a:extLst>
                      <a:ext uri="{FF2B5EF4-FFF2-40B4-BE49-F238E27FC236}">
                        <a16:creationId xmlns:a16="http://schemas.microsoft.com/office/drawing/2014/main" id="{86866A60-F495-4323-9BC3-14AAA0B161C9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24" name="Group 4723">
                  <a:extLst>
                    <a:ext uri="{FF2B5EF4-FFF2-40B4-BE49-F238E27FC236}">
                      <a16:creationId xmlns:a16="http://schemas.microsoft.com/office/drawing/2014/main" id="{90D41B2D-811B-4625-AEE0-1AD1CBE472B2}"/>
                    </a:ext>
                  </a:extLst>
                </p:cNvPr>
                <p:cNvGrpSpPr/>
                <p:nvPr/>
              </p:nvGrpSpPr>
              <p:grpSpPr>
                <a:xfrm rot="1465711" flipV="1">
                  <a:off x="2002734" y="3404484"/>
                  <a:ext cx="731274" cy="157011"/>
                  <a:chOff x="2620172" y="2546175"/>
                  <a:chExt cx="834986" cy="143092"/>
                </a:xfrm>
              </p:grpSpPr>
              <p:sp>
                <p:nvSpPr>
                  <p:cNvPr id="4740" name="Freeform: Shape 4739">
                    <a:extLst>
                      <a:ext uri="{FF2B5EF4-FFF2-40B4-BE49-F238E27FC236}">
                        <a16:creationId xmlns:a16="http://schemas.microsoft.com/office/drawing/2014/main" id="{AC7FB6CC-5B21-4A78-AD72-BBB6B416E867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41" name="Rectangle: Rounded Corners 4740">
                    <a:extLst>
                      <a:ext uri="{FF2B5EF4-FFF2-40B4-BE49-F238E27FC236}">
                        <a16:creationId xmlns:a16="http://schemas.microsoft.com/office/drawing/2014/main" id="{27871EE4-35EC-43A2-8BC5-B4B7B63BEBD7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21623"/>
                    <a:ext cx="57862" cy="45719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25" name="Group 4724">
                  <a:extLst>
                    <a:ext uri="{FF2B5EF4-FFF2-40B4-BE49-F238E27FC236}">
                      <a16:creationId xmlns:a16="http://schemas.microsoft.com/office/drawing/2014/main" id="{B449051D-7B46-4261-A4AC-550203A4B028}"/>
                    </a:ext>
                  </a:extLst>
                </p:cNvPr>
                <p:cNvGrpSpPr/>
                <p:nvPr/>
              </p:nvGrpSpPr>
              <p:grpSpPr>
                <a:xfrm rot="19016516">
                  <a:off x="1733273" y="2834891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738" name="Freeform: Shape 4737">
                    <a:extLst>
                      <a:ext uri="{FF2B5EF4-FFF2-40B4-BE49-F238E27FC236}">
                        <a16:creationId xmlns:a16="http://schemas.microsoft.com/office/drawing/2014/main" id="{8329529B-331C-44C4-9D48-290575CD3E90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39" name="Rectangle: Rounded Corners 4738">
                    <a:extLst>
                      <a:ext uri="{FF2B5EF4-FFF2-40B4-BE49-F238E27FC236}">
                        <a16:creationId xmlns:a16="http://schemas.microsoft.com/office/drawing/2014/main" id="{929CDC9C-BE1B-4709-A4C4-7ABD828D1F1D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26" name="Group 4725">
                  <a:extLst>
                    <a:ext uri="{FF2B5EF4-FFF2-40B4-BE49-F238E27FC236}">
                      <a16:creationId xmlns:a16="http://schemas.microsoft.com/office/drawing/2014/main" id="{BACFA4FA-E7FB-4A74-9007-5D541C1FAB82}"/>
                    </a:ext>
                  </a:extLst>
                </p:cNvPr>
                <p:cNvGrpSpPr/>
                <p:nvPr/>
              </p:nvGrpSpPr>
              <p:grpSpPr>
                <a:xfrm rot="19245075">
                  <a:off x="1632068" y="2825415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736" name="Freeform: Shape 4735">
                    <a:extLst>
                      <a:ext uri="{FF2B5EF4-FFF2-40B4-BE49-F238E27FC236}">
                        <a16:creationId xmlns:a16="http://schemas.microsoft.com/office/drawing/2014/main" id="{B2AD2283-BA43-44F0-A309-2C4C96230858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37" name="Rectangle: Rounded Corners 4736">
                    <a:extLst>
                      <a:ext uri="{FF2B5EF4-FFF2-40B4-BE49-F238E27FC236}">
                        <a16:creationId xmlns:a16="http://schemas.microsoft.com/office/drawing/2014/main" id="{AE55696F-4DE1-44B5-9FCD-5EBC1D628E73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27" name="Group 4726">
                  <a:extLst>
                    <a:ext uri="{FF2B5EF4-FFF2-40B4-BE49-F238E27FC236}">
                      <a16:creationId xmlns:a16="http://schemas.microsoft.com/office/drawing/2014/main" id="{21F68A9F-5BCC-403C-816E-D300EABCCA6F}"/>
                    </a:ext>
                  </a:extLst>
                </p:cNvPr>
                <p:cNvGrpSpPr/>
                <p:nvPr/>
              </p:nvGrpSpPr>
              <p:grpSpPr>
                <a:xfrm rot="10458038">
                  <a:off x="838889" y="3642810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734" name="Freeform: Shape 4733">
                    <a:extLst>
                      <a:ext uri="{FF2B5EF4-FFF2-40B4-BE49-F238E27FC236}">
                        <a16:creationId xmlns:a16="http://schemas.microsoft.com/office/drawing/2014/main" id="{6F275A86-8402-441B-86A8-0A1CE5D2F428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35" name="Rectangle: Rounded Corners 4734">
                    <a:extLst>
                      <a:ext uri="{FF2B5EF4-FFF2-40B4-BE49-F238E27FC236}">
                        <a16:creationId xmlns:a16="http://schemas.microsoft.com/office/drawing/2014/main" id="{ADF58BB9-9B72-4436-9A52-48E0803772C8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28" name="Group 4727">
                  <a:extLst>
                    <a:ext uri="{FF2B5EF4-FFF2-40B4-BE49-F238E27FC236}">
                      <a16:creationId xmlns:a16="http://schemas.microsoft.com/office/drawing/2014/main" id="{91A546E2-8B17-4644-9E99-A0805916A26B}"/>
                    </a:ext>
                  </a:extLst>
                </p:cNvPr>
                <p:cNvGrpSpPr/>
                <p:nvPr/>
              </p:nvGrpSpPr>
              <p:grpSpPr>
                <a:xfrm rot="15824399">
                  <a:off x="1224680" y="2818934"/>
                  <a:ext cx="381035" cy="92791"/>
                  <a:chOff x="2620172" y="2546175"/>
                  <a:chExt cx="834986" cy="143092"/>
                </a:xfrm>
              </p:grpSpPr>
              <p:sp>
                <p:nvSpPr>
                  <p:cNvPr id="4732" name="Freeform: Shape 4731">
                    <a:extLst>
                      <a:ext uri="{FF2B5EF4-FFF2-40B4-BE49-F238E27FC236}">
                        <a16:creationId xmlns:a16="http://schemas.microsoft.com/office/drawing/2014/main" id="{2B7D588C-51A9-4679-B4F5-E49A9074A1B6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33" name="Rectangle: Rounded Corners 4732">
                    <a:extLst>
                      <a:ext uri="{FF2B5EF4-FFF2-40B4-BE49-F238E27FC236}">
                        <a16:creationId xmlns:a16="http://schemas.microsoft.com/office/drawing/2014/main" id="{438AD408-4194-4C1A-90D3-A2C86DD1A061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grpSp>
              <p:nvGrpSpPr>
                <p:cNvPr id="4729" name="Group 4728">
                  <a:extLst>
                    <a:ext uri="{FF2B5EF4-FFF2-40B4-BE49-F238E27FC236}">
                      <a16:creationId xmlns:a16="http://schemas.microsoft.com/office/drawing/2014/main" id="{527B56A6-4FEF-4073-9B13-DCA807A6D21E}"/>
                    </a:ext>
                  </a:extLst>
                </p:cNvPr>
                <p:cNvGrpSpPr/>
                <p:nvPr/>
              </p:nvGrpSpPr>
              <p:grpSpPr>
                <a:xfrm rot="16697394">
                  <a:off x="1080028" y="2168448"/>
                  <a:ext cx="834986" cy="143092"/>
                  <a:chOff x="2620172" y="2546175"/>
                  <a:chExt cx="834986" cy="143092"/>
                </a:xfrm>
              </p:grpSpPr>
              <p:sp>
                <p:nvSpPr>
                  <p:cNvPr id="4730" name="Freeform: Shape 4729">
                    <a:extLst>
                      <a:ext uri="{FF2B5EF4-FFF2-40B4-BE49-F238E27FC236}">
                        <a16:creationId xmlns:a16="http://schemas.microsoft.com/office/drawing/2014/main" id="{125CD445-C179-457D-BD18-1EAC2ADAEAF6}"/>
                      </a:ext>
                    </a:extLst>
                  </p:cNvPr>
                  <p:cNvSpPr/>
                  <p:nvPr/>
                </p:nvSpPr>
                <p:spPr>
                  <a:xfrm rot="20619450">
                    <a:off x="2682863" y="2546175"/>
                    <a:ext cx="772295" cy="143092"/>
                  </a:xfrm>
                  <a:custGeom>
                    <a:avLst/>
                    <a:gdLst>
                      <a:gd name="connsiteX0" fmla="*/ 0 w 6375163"/>
                      <a:gd name="connsiteY0" fmla="*/ 51274 h 1521167"/>
                      <a:gd name="connsiteX1" fmla="*/ 1128045 w 6375163"/>
                      <a:gd name="connsiteY1" fmla="*/ 1512605 h 1521167"/>
                      <a:gd name="connsiteX2" fmla="*/ 2273182 w 6375163"/>
                      <a:gd name="connsiteY2" fmla="*/ 34183 h 1521167"/>
                      <a:gd name="connsiteX3" fmla="*/ 3452501 w 6375163"/>
                      <a:gd name="connsiteY3" fmla="*/ 1461330 h 1521167"/>
                      <a:gd name="connsiteX4" fmla="*/ 4554909 w 6375163"/>
                      <a:gd name="connsiteY4" fmla="*/ 34183 h 1521167"/>
                      <a:gd name="connsiteX5" fmla="*/ 5776957 w 6375163"/>
                      <a:gd name="connsiteY5" fmla="*/ 1521151 h 1521167"/>
                      <a:gd name="connsiteX6" fmla="*/ 6375163 w 6375163"/>
                      <a:gd name="connsiteY6" fmla="*/ 0 h 1521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5163" h="1521167">
                        <a:moveTo>
                          <a:pt x="0" y="51274"/>
                        </a:moveTo>
                        <a:cubicBezTo>
                          <a:pt x="374590" y="783364"/>
                          <a:pt x="749181" y="1515454"/>
                          <a:pt x="1128045" y="1512605"/>
                        </a:cubicBezTo>
                        <a:cubicBezTo>
                          <a:pt x="1506909" y="1509757"/>
                          <a:pt x="1885773" y="42729"/>
                          <a:pt x="2273182" y="34183"/>
                        </a:cubicBezTo>
                        <a:cubicBezTo>
                          <a:pt x="2660591" y="25637"/>
                          <a:pt x="3072213" y="1461330"/>
                          <a:pt x="3452501" y="1461330"/>
                        </a:cubicBezTo>
                        <a:cubicBezTo>
                          <a:pt x="3832789" y="1461330"/>
                          <a:pt x="4167500" y="24213"/>
                          <a:pt x="4554909" y="34183"/>
                        </a:cubicBezTo>
                        <a:cubicBezTo>
                          <a:pt x="4942318" y="44153"/>
                          <a:pt x="5473581" y="1526848"/>
                          <a:pt x="5776957" y="1521151"/>
                        </a:cubicBezTo>
                        <a:cubicBezTo>
                          <a:pt x="6080333" y="1515454"/>
                          <a:pt x="6227748" y="757727"/>
                          <a:pt x="6375163" y="0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4731" name="Rectangle: Rounded Corners 4730">
                    <a:extLst>
                      <a:ext uri="{FF2B5EF4-FFF2-40B4-BE49-F238E27FC236}">
                        <a16:creationId xmlns:a16="http://schemas.microsoft.com/office/drawing/2014/main" id="{7EE3EF69-BB53-4138-9CE2-7A6B29240518}"/>
                      </a:ext>
                    </a:extLst>
                  </p:cNvPr>
                  <p:cNvSpPr/>
                  <p:nvPr/>
                </p:nvSpPr>
                <p:spPr>
                  <a:xfrm>
                    <a:off x="2620172" y="2617157"/>
                    <a:ext cx="59551" cy="50185"/>
                  </a:xfrm>
                  <a:prstGeom prst="roundRect">
                    <a:avLst/>
                  </a:prstGeom>
                  <a:solidFill>
                    <a:srgbClr val="00B050"/>
                  </a:solidFill>
                  <a:ln>
                    <a:solidFill>
                      <a:srgbClr val="00B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</p:grpSp>
          <p:sp>
            <p:nvSpPr>
              <p:cNvPr id="4700" name="Freeform: Shape 4699">
                <a:extLst>
                  <a:ext uri="{FF2B5EF4-FFF2-40B4-BE49-F238E27FC236}">
                    <a16:creationId xmlns:a16="http://schemas.microsoft.com/office/drawing/2014/main" id="{DEA7B37F-F404-4E48-8ACC-1F255286A26A}"/>
                  </a:ext>
                </a:extLst>
              </p:cNvPr>
              <p:cNvSpPr/>
              <p:nvPr/>
            </p:nvSpPr>
            <p:spPr>
              <a:xfrm rot="6017948" flipV="1">
                <a:off x="1305755" y="4290452"/>
                <a:ext cx="676370" cy="157011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4701" name="Freeform: Shape 4700">
                <a:extLst>
                  <a:ext uri="{FF2B5EF4-FFF2-40B4-BE49-F238E27FC236}">
                    <a16:creationId xmlns:a16="http://schemas.microsoft.com/office/drawing/2014/main" id="{6DF6CBC9-3C3A-4D0D-A58F-43FB80DCB9A5}"/>
                  </a:ext>
                </a:extLst>
              </p:cNvPr>
              <p:cNvSpPr/>
              <p:nvPr/>
            </p:nvSpPr>
            <p:spPr>
              <a:xfrm rot="21277659">
                <a:off x="2517403" y="2906549"/>
                <a:ext cx="690584" cy="235253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4702" name="Freeform: Shape 4701">
                <a:extLst>
                  <a:ext uri="{FF2B5EF4-FFF2-40B4-BE49-F238E27FC236}">
                    <a16:creationId xmlns:a16="http://schemas.microsoft.com/office/drawing/2014/main" id="{43269199-57B2-48C5-B727-04275E33E1AE}"/>
                  </a:ext>
                </a:extLst>
              </p:cNvPr>
              <p:cNvSpPr/>
              <p:nvPr/>
            </p:nvSpPr>
            <p:spPr>
              <a:xfrm rot="11528244" flipV="1">
                <a:off x="344853" y="2978311"/>
                <a:ext cx="676370" cy="157011"/>
              </a:xfrm>
              <a:custGeom>
                <a:avLst/>
                <a:gdLst>
                  <a:gd name="connsiteX0" fmla="*/ 0 w 6375163"/>
                  <a:gd name="connsiteY0" fmla="*/ 51274 h 1521167"/>
                  <a:gd name="connsiteX1" fmla="*/ 1128045 w 6375163"/>
                  <a:gd name="connsiteY1" fmla="*/ 1512605 h 1521167"/>
                  <a:gd name="connsiteX2" fmla="*/ 2273182 w 6375163"/>
                  <a:gd name="connsiteY2" fmla="*/ 34183 h 1521167"/>
                  <a:gd name="connsiteX3" fmla="*/ 3452501 w 6375163"/>
                  <a:gd name="connsiteY3" fmla="*/ 1461330 h 1521167"/>
                  <a:gd name="connsiteX4" fmla="*/ 4554909 w 6375163"/>
                  <a:gd name="connsiteY4" fmla="*/ 34183 h 1521167"/>
                  <a:gd name="connsiteX5" fmla="*/ 5776957 w 6375163"/>
                  <a:gd name="connsiteY5" fmla="*/ 1521151 h 1521167"/>
                  <a:gd name="connsiteX6" fmla="*/ 6375163 w 6375163"/>
                  <a:gd name="connsiteY6" fmla="*/ 0 h 152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75163" h="1521167">
                    <a:moveTo>
                      <a:pt x="0" y="51274"/>
                    </a:moveTo>
                    <a:cubicBezTo>
                      <a:pt x="374590" y="783364"/>
                      <a:pt x="749181" y="1515454"/>
                      <a:pt x="1128045" y="1512605"/>
                    </a:cubicBezTo>
                    <a:cubicBezTo>
                      <a:pt x="1506909" y="1509757"/>
                      <a:pt x="1885773" y="42729"/>
                      <a:pt x="2273182" y="34183"/>
                    </a:cubicBezTo>
                    <a:cubicBezTo>
                      <a:pt x="2660591" y="25637"/>
                      <a:pt x="3072213" y="1461330"/>
                      <a:pt x="3452501" y="1461330"/>
                    </a:cubicBezTo>
                    <a:cubicBezTo>
                      <a:pt x="3832789" y="1461330"/>
                      <a:pt x="4167500" y="24213"/>
                      <a:pt x="4554909" y="34183"/>
                    </a:cubicBezTo>
                    <a:cubicBezTo>
                      <a:pt x="4942318" y="44153"/>
                      <a:pt x="5473581" y="1526848"/>
                      <a:pt x="5776957" y="1521151"/>
                    </a:cubicBezTo>
                    <a:cubicBezTo>
                      <a:pt x="6080333" y="1515454"/>
                      <a:pt x="6227748" y="757727"/>
                      <a:pt x="6375163" y="0"/>
                    </a:cubicBezTo>
                  </a:path>
                </a:pathLst>
              </a:custGeom>
              <a:noFill/>
              <a:ln w="19050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5360" name="Group 5359">
              <a:extLst>
                <a:ext uri="{FF2B5EF4-FFF2-40B4-BE49-F238E27FC236}">
                  <a16:creationId xmlns:a16="http://schemas.microsoft.com/office/drawing/2014/main" id="{A0E6378D-6FDE-411E-95BB-C8F51DD6A64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008536" y="4896386"/>
              <a:ext cx="1344385" cy="1080000"/>
              <a:chOff x="558227" y="4289344"/>
              <a:chExt cx="2384501" cy="2135404"/>
            </a:xfrm>
          </p:grpSpPr>
          <p:grpSp>
            <p:nvGrpSpPr>
              <p:cNvPr id="5361" name="Group 5360">
                <a:extLst>
                  <a:ext uri="{FF2B5EF4-FFF2-40B4-BE49-F238E27FC236}">
                    <a16:creationId xmlns:a16="http://schemas.microsoft.com/office/drawing/2014/main" id="{DC9CE41A-205C-40D9-A7A7-D9DDC4DC8964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5365" name="Group 5364">
                  <a:extLst>
                    <a:ext uri="{FF2B5EF4-FFF2-40B4-BE49-F238E27FC236}">
                      <a16:creationId xmlns:a16="http://schemas.microsoft.com/office/drawing/2014/main" id="{71538740-1BA1-4CFB-B606-153CCB9B3641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5378" name="Group 5377">
                    <a:extLst>
                      <a:ext uri="{FF2B5EF4-FFF2-40B4-BE49-F238E27FC236}">
                        <a16:creationId xmlns:a16="http://schemas.microsoft.com/office/drawing/2014/main" id="{DE26BBE5-7B97-4869-82A1-A644152D1F74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5599" name="Group 5598">
                      <a:extLst>
                        <a:ext uri="{FF2B5EF4-FFF2-40B4-BE49-F238E27FC236}">
                          <a16:creationId xmlns:a16="http://schemas.microsoft.com/office/drawing/2014/main" id="{0BE41E6E-8D58-4D5A-95C4-2B697A318F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5656" name="Flowchart: Connector 5655">
                        <a:extLst>
                          <a:ext uri="{FF2B5EF4-FFF2-40B4-BE49-F238E27FC236}">
                            <a16:creationId xmlns:a16="http://schemas.microsoft.com/office/drawing/2014/main" id="{759313FE-B1E7-4568-98D6-36CE2F5B20A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57" name="Flowchart: Connector 5656">
                        <a:extLst>
                          <a:ext uri="{FF2B5EF4-FFF2-40B4-BE49-F238E27FC236}">
                            <a16:creationId xmlns:a16="http://schemas.microsoft.com/office/drawing/2014/main" id="{D97B6E1E-01A7-46BC-AE44-9EAB4A6C673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58" name="Flowchart: Connector 5657">
                        <a:extLst>
                          <a:ext uri="{FF2B5EF4-FFF2-40B4-BE49-F238E27FC236}">
                            <a16:creationId xmlns:a16="http://schemas.microsoft.com/office/drawing/2014/main" id="{72B2884D-59FA-4309-A8B3-85309E33A99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59" name="Flowchart: Connector 5658">
                        <a:extLst>
                          <a:ext uri="{FF2B5EF4-FFF2-40B4-BE49-F238E27FC236}">
                            <a16:creationId xmlns:a16="http://schemas.microsoft.com/office/drawing/2014/main" id="{263BB4AA-DCF8-48A7-8678-FD45A160056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5600" name="Group 5599">
                      <a:extLst>
                        <a:ext uri="{FF2B5EF4-FFF2-40B4-BE49-F238E27FC236}">
                          <a16:creationId xmlns:a16="http://schemas.microsoft.com/office/drawing/2014/main" id="{BC4F029F-77F8-4DAA-B57C-7211D3FEE4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5601" name="Group 5600">
                        <a:extLst>
                          <a:ext uri="{FF2B5EF4-FFF2-40B4-BE49-F238E27FC236}">
                            <a16:creationId xmlns:a16="http://schemas.microsoft.com/office/drawing/2014/main" id="{425E6534-A85A-42A6-A10D-CEF8E77295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49" name="3D Model 5648" descr="Sphere">
                              <a:extLst>
                                <a:ext uri="{FF2B5EF4-FFF2-40B4-BE49-F238E27FC236}">
                                  <a16:creationId xmlns:a16="http://schemas.microsoft.com/office/drawing/2014/main" id="{0999B69C-9594-4739-96EA-289B3D2569C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755331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650" name="Flowchart: Connector 5649">
                          <a:extLst>
                            <a:ext uri="{FF2B5EF4-FFF2-40B4-BE49-F238E27FC236}">
                              <a16:creationId xmlns:a16="http://schemas.microsoft.com/office/drawing/2014/main" id="{FB250E5A-CACF-4FEA-A285-EB471911743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51" name="3D Model 5650" descr="Sphere">
                              <a:extLst>
                                <a:ext uri="{FF2B5EF4-FFF2-40B4-BE49-F238E27FC236}">
                                  <a16:creationId xmlns:a16="http://schemas.microsoft.com/office/drawing/2014/main" id="{219A79FE-9CEA-49B9-B6CA-3E2BB424748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331313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652" name="Flowchart: Connector 5651">
                          <a:extLst>
                            <a:ext uri="{FF2B5EF4-FFF2-40B4-BE49-F238E27FC236}">
                              <a16:creationId xmlns:a16="http://schemas.microsoft.com/office/drawing/2014/main" id="{510F61AF-4EFC-416C-97C8-DC93F4F709F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53" name="3D Model 5652" descr="Sphere">
                              <a:extLst>
                                <a:ext uri="{FF2B5EF4-FFF2-40B4-BE49-F238E27FC236}">
                                  <a16:creationId xmlns:a16="http://schemas.microsoft.com/office/drawing/2014/main" id="{4B736FAA-AA7C-4514-ACCF-5B7A5CB4896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4066335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654" name="Flowchart: Connector 5653">
                          <a:extLst>
                            <a:ext uri="{FF2B5EF4-FFF2-40B4-BE49-F238E27FC236}">
                              <a16:creationId xmlns:a16="http://schemas.microsoft.com/office/drawing/2014/main" id="{C3A949F0-01DB-4410-A1B7-539D1009C9B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55" name="3D Model 5654" descr="Sphere">
                              <a:extLst>
                                <a:ext uri="{FF2B5EF4-FFF2-40B4-BE49-F238E27FC236}">
                                  <a16:creationId xmlns:a16="http://schemas.microsoft.com/office/drawing/2014/main" id="{2BDD3CFD-FF83-4068-AA9A-A3ED5942DD7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6155125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5679" cy="158211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3"/>
                                </am3d:raster>
                                <am3d:objViewport viewportSz="17176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602" name="Group 5601">
                        <a:extLst>
                          <a:ext uri="{FF2B5EF4-FFF2-40B4-BE49-F238E27FC236}">
                            <a16:creationId xmlns:a16="http://schemas.microsoft.com/office/drawing/2014/main" id="{B06A5824-0530-4DED-98F1-89608BF83AA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5634" name="Flowchart: Connector 5633">
                          <a:extLst>
                            <a:ext uri="{FF2B5EF4-FFF2-40B4-BE49-F238E27FC236}">
                              <a16:creationId xmlns:a16="http://schemas.microsoft.com/office/drawing/2014/main" id="{C9C79A17-8FF8-4498-B5CD-89E2611C9C1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35" name="Flowchart: Connector 5634">
                          <a:extLst>
                            <a:ext uri="{FF2B5EF4-FFF2-40B4-BE49-F238E27FC236}">
                              <a16:creationId xmlns:a16="http://schemas.microsoft.com/office/drawing/2014/main" id="{CB5E7DC4-5EBA-4BAD-B9E1-0C64BA876AB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36" name="Flowchart: Connector 5635">
                          <a:extLst>
                            <a:ext uri="{FF2B5EF4-FFF2-40B4-BE49-F238E27FC236}">
                              <a16:creationId xmlns:a16="http://schemas.microsoft.com/office/drawing/2014/main" id="{D174DB1E-80E5-49E1-9E5B-46273971418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37" name="Flowchart: Connector 5636">
                          <a:extLst>
                            <a:ext uri="{FF2B5EF4-FFF2-40B4-BE49-F238E27FC236}">
                              <a16:creationId xmlns:a16="http://schemas.microsoft.com/office/drawing/2014/main" id="{87AD71CE-ACD1-4D2E-9ACE-FC1E1B5A4AD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38" name="Flowchart: Connector 5637">
                          <a:extLst>
                            <a:ext uri="{FF2B5EF4-FFF2-40B4-BE49-F238E27FC236}">
                              <a16:creationId xmlns:a16="http://schemas.microsoft.com/office/drawing/2014/main" id="{E4ACCB8A-071A-41AA-9B74-F2954A571A8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39" name="Flowchart: Connector 5638">
                          <a:extLst>
                            <a:ext uri="{FF2B5EF4-FFF2-40B4-BE49-F238E27FC236}">
                              <a16:creationId xmlns:a16="http://schemas.microsoft.com/office/drawing/2014/main" id="{66C9F671-D6C1-4865-944A-A575ACB5F17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40" name="Flowchart: Connector 5639">
                          <a:extLst>
                            <a:ext uri="{FF2B5EF4-FFF2-40B4-BE49-F238E27FC236}">
                              <a16:creationId xmlns:a16="http://schemas.microsoft.com/office/drawing/2014/main" id="{4FF52D5D-D3C3-48DC-94F3-CA3088B4CB7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41" name="Flowchart: Connector 5640">
                          <a:extLst>
                            <a:ext uri="{FF2B5EF4-FFF2-40B4-BE49-F238E27FC236}">
                              <a16:creationId xmlns:a16="http://schemas.microsoft.com/office/drawing/2014/main" id="{250713FC-9791-4128-90B4-78CB54195CF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42" name="3D Model 5641" descr="Sphere">
                              <a:extLst>
                                <a:ext uri="{FF2B5EF4-FFF2-40B4-BE49-F238E27FC236}">
                                  <a16:creationId xmlns:a16="http://schemas.microsoft.com/office/drawing/2014/main" id="{F3BD1AA2-5DAB-41B2-BF6F-648F151BB6E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9288610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643" name="Flowchart: Connector 5642">
                          <a:extLst>
                            <a:ext uri="{FF2B5EF4-FFF2-40B4-BE49-F238E27FC236}">
                              <a16:creationId xmlns:a16="http://schemas.microsoft.com/office/drawing/2014/main" id="{EEBB8E15-A343-4531-BEAF-19C50E294A9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44" name="3D Model 5643" descr="Sphere">
                              <a:extLst>
                                <a:ext uri="{FF2B5EF4-FFF2-40B4-BE49-F238E27FC236}">
                                  <a16:creationId xmlns:a16="http://schemas.microsoft.com/office/drawing/2014/main" id="{0A2DFC74-D875-45F6-8749-9632C94B240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0744223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645" name="Flowchart: Connector 5644">
                          <a:extLst>
                            <a:ext uri="{FF2B5EF4-FFF2-40B4-BE49-F238E27FC236}">
                              <a16:creationId xmlns:a16="http://schemas.microsoft.com/office/drawing/2014/main" id="{954F1A1C-D646-4DB3-BDA3-7667F0F83B6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46" name="3D Model 5645" descr="Sphere">
                              <a:extLst>
                                <a:ext uri="{FF2B5EF4-FFF2-40B4-BE49-F238E27FC236}">
                                  <a16:creationId xmlns:a16="http://schemas.microsoft.com/office/drawing/2014/main" id="{B703ADCB-19C1-442C-9E5B-BDCC2D2E26B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0657635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647" name="Flowchart: Connector 5646">
                          <a:extLst>
                            <a:ext uri="{FF2B5EF4-FFF2-40B4-BE49-F238E27FC236}">
                              <a16:creationId xmlns:a16="http://schemas.microsoft.com/office/drawing/2014/main" id="{4A951255-F42C-40B3-AB5D-EC24BE0B0A9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48" name="3D Model 5647" descr="Sphere">
                              <a:extLst>
                                <a:ext uri="{FF2B5EF4-FFF2-40B4-BE49-F238E27FC236}">
                                  <a16:creationId xmlns:a16="http://schemas.microsoft.com/office/drawing/2014/main" id="{68C6B873-817E-4DFB-830B-07C72964EBC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159272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5679" cy="158211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3"/>
                                </am3d:raster>
                                <am3d:objViewport viewportSz="17176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603" name="Group 5602">
                        <a:extLst>
                          <a:ext uri="{FF2B5EF4-FFF2-40B4-BE49-F238E27FC236}">
                            <a16:creationId xmlns:a16="http://schemas.microsoft.com/office/drawing/2014/main" id="{C8B6D01E-253A-4DE0-8E37-5F49AB0B071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5619" name="Flowchart: Connector 5618">
                          <a:extLst>
                            <a:ext uri="{FF2B5EF4-FFF2-40B4-BE49-F238E27FC236}">
                              <a16:creationId xmlns:a16="http://schemas.microsoft.com/office/drawing/2014/main" id="{735C9B29-BC88-4C39-8CB7-229DB368C48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20" name="Flowchart: Connector 5619">
                          <a:extLst>
                            <a:ext uri="{FF2B5EF4-FFF2-40B4-BE49-F238E27FC236}">
                              <a16:creationId xmlns:a16="http://schemas.microsoft.com/office/drawing/2014/main" id="{10D31AAC-170B-4E1C-B4EC-BAE8B2B656C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21" name="Flowchart: Connector 5620">
                          <a:extLst>
                            <a:ext uri="{FF2B5EF4-FFF2-40B4-BE49-F238E27FC236}">
                              <a16:creationId xmlns:a16="http://schemas.microsoft.com/office/drawing/2014/main" id="{AFA467D5-873C-4C71-BA6C-1F6DC2DE498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22" name="Flowchart: Connector 5621">
                          <a:extLst>
                            <a:ext uri="{FF2B5EF4-FFF2-40B4-BE49-F238E27FC236}">
                              <a16:creationId xmlns:a16="http://schemas.microsoft.com/office/drawing/2014/main" id="{19FA031F-2230-41AC-8A97-C6C19BD67FD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23" name="Flowchart: Connector 5622">
                          <a:extLst>
                            <a:ext uri="{FF2B5EF4-FFF2-40B4-BE49-F238E27FC236}">
                              <a16:creationId xmlns:a16="http://schemas.microsoft.com/office/drawing/2014/main" id="{E65329B2-47D3-4361-9FF8-C2E3650BF7E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24" name="Flowchart: Connector 5623">
                          <a:extLst>
                            <a:ext uri="{FF2B5EF4-FFF2-40B4-BE49-F238E27FC236}">
                              <a16:creationId xmlns:a16="http://schemas.microsoft.com/office/drawing/2014/main" id="{8D6FCAC5-0E31-4EE5-BCE8-8672656BAFC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25" name="Flowchart: Connector 5624">
                          <a:extLst>
                            <a:ext uri="{FF2B5EF4-FFF2-40B4-BE49-F238E27FC236}">
                              <a16:creationId xmlns:a16="http://schemas.microsoft.com/office/drawing/2014/main" id="{1995DA32-3306-4D58-B7B2-E4585211E3E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626" name="Flowchart: Connector 5625">
                          <a:extLst>
                            <a:ext uri="{FF2B5EF4-FFF2-40B4-BE49-F238E27FC236}">
                              <a16:creationId xmlns:a16="http://schemas.microsoft.com/office/drawing/2014/main" id="{C86C3556-9371-49BE-9F4F-FC91513FE19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27" name="3D Model 5626" descr="Sphere">
                              <a:extLst>
                                <a:ext uri="{FF2B5EF4-FFF2-40B4-BE49-F238E27FC236}">
                                  <a16:creationId xmlns:a16="http://schemas.microsoft.com/office/drawing/2014/main" id="{DBB1DA8D-CE17-42EA-90B1-B71CF35827C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64543663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628" name="Flowchart: Connector 5627">
                          <a:extLst>
                            <a:ext uri="{FF2B5EF4-FFF2-40B4-BE49-F238E27FC236}">
                              <a16:creationId xmlns:a16="http://schemas.microsoft.com/office/drawing/2014/main" id="{C101C051-6E1D-4F62-8652-24CF09E224C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29" name="3D Model 5628" descr="Sphere">
                              <a:extLst>
                                <a:ext uri="{FF2B5EF4-FFF2-40B4-BE49-F238E27FC236}">
                                  <a16:creationId xmlns:a16="http://schemas.microsoft.com/office/drawing/2014/main" id="{48F3FB33-3626-4064-895F-C01415AF2F0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0806348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630" name="Flowchart: Connector 5629">
                          <a:extLst>
                            <a:ext uri="{FF2B5EF4-FFF2-40B4-BE49-F238E27FC236}">
                              <a16:creationId xmlns:a16="http://schemas.microsoft.com/office/drawing/2014/main" id="{F1E6D3ED-CFF4-4DB0-B287-D50A6DDB654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31" name="3D Model 5630" descr="Sphere">
                              <a:extLst>
                                <a:ext uri="{FF2B5EF4-FFF2-40B4-BE49-F238E27FC236}">
                                  <a16:creationId xmlns:a16="http://schemas.microsoft.com/office/drawing/2014/main" id="{07DBECF5-BCF0-4120-89A1-C70CBA0BC4E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6237249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632" name="Flowchart: Connector 5631">
                          <a:extLst>
                            <a:ext uri="{FF2B5EF4-FFF2-40B4-BE49-F238E27FC236}">
                              <a16:creationId xmlns:a16="http://schemas.microsoft.com/office/drawing/2014/main" id="{B424D8C7-1164-407B-BEE8-27C1135B949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633" name="3D Model 5632" descr="Sphere">
                              <a:extLst>
                                <a:ext uri="{FF2B5EF4-FFF2-40B4-BE49-F238E27FC236}">
                                  <a16:creationId xmlns:a16="http://schemas.microsoft.com/office/drawing/2014/main" id="{BB3330D9-E0FE-4562-B846-1E79787EFF4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9158874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5679" cy="158211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3"/>
                                </am3d:raster>
                                <am3d:objViewport viewportSz="17176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5604" name="Flowchart: Connector 5603">
                        <a:extLst>
                          <a:ext uri="{FF2B5EF4-FFF2-40B4-BE49-F238E27FC236}">
                            <a16:creationId xmlns:a16="http://schemas.microsoft.com/office/drawing/2014/main" id="{8E8CAE31-3600-40CC-B877-BAD55390C6E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05" name="Flowchart: Connector 5604">
                        <a:extLst>
                          <a:ext uri="{FF2B5EF4-FFF2-40B4-BE49-F238E27FC236}">
                            <a16:creationId xmlns:a16="http://schemas.microsoft.com/office/drawing/2014/main" id="{2B849154-1EB2-40E0-9663-DC16591C3C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06" name="Flowchart: Connector 5605">
                        <a:extLst>
                          <a:ext uri="{FF2B5EF4-FFF2-40B4-BE49-F238E27FC236}">
                            <a16:creationId xmlns:a16="http://schemas.microsoft.com/office/drawing/2014/main" id="{427520CA-CA2A-4D01-A727-DDF76D8F91B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07" name="Flowchart: Connector 5606">
                        <a:extLst>
                          <a:ext uri="{FF2B5EF4-FFF2-40B4-BE49-F238E27FC236}">
                            <a16:creationId xmlns:a16="http://schemas.microsoft.com/office/drawing/2014/main" id="{AD47DD83-AE2C-4A1D-98AB-67870D372E2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08" name="Flowchart: Connector 5607">
                        <a:extLst>
                          <a:ext uri="{FF2B5EF4-FFF2-40B4-BE49-F238E27FC236}">
                            <a16:creationId xmlns:a16="http://schemas.microsoft.com/office/drawing/2014/main" id="{285078D9-C25A-4FEC-9465-62C305AAC35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09" name="Flowchart: Connector 5608">
                        <a:extLst>
                          <a:ext uri="{FF2B5EF4-FFF2-40B4-BE49-F238E27FC236}">
                            <a16:creationId xmlns:a16="http://schemas.microsoft.com/office/drawing/2014/main" id="{10AB25CE-FE86-4C9B-986B-8DBC4EB5A0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10" name="Flowchart: Connector 5609">
                        <a:extLst>
                          <a:ext uri="{FF2B5EF4-FFF2-40B4-BE49-F238E27FC236}">
                            <a16:creationId xmlns:a16="http://schemas.microsoft.com/office/drawing/2014/main" id="{B9323312-EE53-4E51-A537-34943402CA0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611" name="Flowchart: Connector 5610">
                        <a:extLst>
                          <a:ext uri="{FF2B5EF4-FFF2-40B4-BE49-F238E27FC236}">
                            <a16:creationId xmlns:a16="http://schemas.microsoft.com/office/drawing/2014/main" id="{22C959E5-7AE4-4CDB-ADC3-2764AD8336D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612" name="3D Model 5611" descr="Sphere">
                            <a:extLst>
                              <a:ext uri="{FF2B5EF4-FFF2-40B4-BE49-F238E27FC236}">
                                <a16:creationId xmlns:a16="http://schemas.microsoft.com/office/drawing/2014/main" id="{E9C999E1-5D62-4A87-8504-5271AD64458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01610830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613" name="Flowchart: Connector 5612">
                        <a:extLst>
                          <a:ext uri="{FF2B5EF4-FFF2-40B4-BE49-F238E27FC236}">
                            <a16:creationId xmlns:a16="http://schemas.microsoft.com/office/drawing/2014/main" id="{9538A8E6-E1AB-47E2-90D5-DA8005D8617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614" name="3D Model 5613" descr="Sphere">
                            <a:extLst>
                              <a:ext uri="{FF2B5EF4-FFF2-40B4-BE49-F238E27FC236}">
                                <a16:creationId xmlns:a16="http://schemas.microsoft.com/office/drawing/2014/main" id="{59342EA7-A915-486F-A84C-4E46A71D60C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23712311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615" name="Flowchart: Connector 5614">
                        <a:extLst>
                          <a:ext uri="{FF2B5EF4-FFF2-40B4-BE49-F238E27FC236}">
                            <a16:creationId xmlns:a16="http://schemas.microsoft.com/office/drawing/2014/main" id="{52838909-B10B-4AC9-BD76-E4F94CD0281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616" name="3D Model 5615" descr="Sphere">
                            <a:extLst>
                              <a:ext uri="{FF2B5EF4-FFF2-40B4-BE49-F238E27FC236}">
                                <a16:creationId xmlns:a16="http://schemas.microsoft.com/office/drawing/2014/main" id="{AE3354D5-1A03-4832-8FAA-C7ACA03D9A1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53131692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617" name="Flowchart: Connector 5616">
                        <a:extLst>
                          <a:ext uri="{FF2B5EF4-FFF2-40B4-BE49-F238E27FC236}">
                            <a16:creationId xmlns:a16="http://schemas.microsoft.com/office/drawing/2014/main" id="{7C7DAC9E-2406-4B8E-9211-09028256B37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618" name="3D Model 5617" descr="Sphere">
                            <a:extLst>
                              <a:ext uri="{FF2B5EF4-FFF2-40B4-BE49-F238E27FC236}">
                                <a16:creationId xmlns:a16="http://schemas.microsoft.com/office/drawing/2014/main" id="{E2B78C82-3759-4861-A3FF-5EFC68157DD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63024593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5679" cy="158211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3"/>
                              </am3d:raster>
                              <am3d:objViewport viewportSz="17176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5379" name="Group 5378">
                    <a:extLst>
                      <a:ext uri="{FF2B5EF4-FFF2-40B4-BE49-F238E27FC236}">
                        <a16:creationId xmlns:a16="http://schemas.microsoft.com/office/drawing/2014/main" id="{4B15C2F3-9D0B-428E-AE08-2CB734A078D7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5596" name="Flowchart: Connector 5595">
                      <a:extLst>
                        <a:ext uri="{FF2B5EF4-FFF2-40B4-BE49-F238E27FC236}">
                          <a16:creationId xmlns:a16="http://schemas.microsoft.com/office/drawing/2014/main" id="{CB99C785-E3A2-48B8-969A-F00EAB240B4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597" name="Flowchart: Connector 5596">
                      <a:extLst>
                        <a:ext uri="{FF2B5EF4-FFF2-40B4-BE49-F238E27FC236}">
                          <a16:creationId xmlns:a16="http://schemas.microsoft.com/office/drawing/2014/main" id="{4D74BE51-3D48-4CAB-B8A7-A98281118A3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598" name="Flowchart: Connector 5597">
                      <a:extLst>
                        <a:ext uri="{FF2B5EF4-FFF2-40B4-BE49-F238E27FC236}">
                          <a16:creationId xmlns:a16="http://schemas.microsoft.com/office/drawing/2014/main" id="{8861E4FC-E184-4291-8152-07B310E696A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5380" name="Flowchart: Connector 5379">
                    <a:extLst>
                      <a:ext uri="{FF2B5EF4-FFF2-40B4-BE49-F238E27FC236}">
                        <a16:creationId xmlns:a16="http://schemas.microsoft.com/office/drawing/2014/main" id="{CB237E17-8405-4A41-8010-B7570B5947C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381" name="Flowchart: Connector 5380">
                    <a:extLst>
                      <a:ext uri="{FF2B5EF4-FFF2-40B4-BE49-F238E27FC236}">
                        <a16:creationId xmlns:a16="http://schemas.microsoft.com/office/drawing/2014/main" id="{7967D84C-1CC7-48AA-BB6D-59697DDE35D7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5382" name="Group 5381">
                    <a:extLst>
                      <a:ext uri="{FF2B5EF4-FFF2-40B4-BE49-F238E27FC236}">
                        <a16:creationId xmlns:a16="http://schemas.microsoft.com/office/drawing/2014/main" id="{1366EE53-81EA-45E8-8960-D7DB89CDC1C0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5593" name="Flowchart: Connector 5592">
                      <a:extLst>
                        <a:ext uri="{FF2B5EF4-FFF2-40B4-BE49-F238E27FC236}">
                          <a16:creationId xmlns:a16="http://schemas.microsoft.com/office/drawing/2014/main" id="{C96DDAD3-0F81-402C-93E8-C831B7649BF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594" name="Flowchart: Connector 5593">
                      <a:extLst>
                        <a:ext uri="{FF2B5EF4-FFF2-40B4-BE49-F238E27FC236}">
                          <a16:creationId xmlns:a16="http://schemas.microsoft.com/office/drawing/2014/main" id="{A92EC06C-E868-4C45-8F2D-CE8CFBFCAFB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595" name="Flowchart: Connector 5594">
                      <a:extLst>
                        <a:ext uri="{FF2B5EF4-FFF2-40B4-BE49-F238E27FC236}">
                          <a16:creationId xmlns:a16="http://schemas.microsoft.com/office/drawing/2014/main" id="{C3E772F2-B23A-4367-84A8-9A9F03251CF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5383" name="Group 5382">
                    <a:extLst>
                      <a:ext uri="{FF2B5EF4-FFF2-40B4-BE49-F238E27FC236}">
                        <a16:creationId xmlns:a16="http://schemas.microsoft.com/office/drawing/2014/main" id="{01738BDA-8816-4E26-9F0D-72015292CEB1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5528" name="Group 5527">
                      <a:extLst>
                        <a:ext uri="{FF2B5EF4-FFF2-40B4-BE49-F238E27FC236}">
                          <a16:creationId xmlns:a16="http://schemas.microsoft.com/office/drawing/2014/main" id="{43769EE5-FB93-497D-95E4-9B40A3D4EC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5589" name="Flowchart: Connector 5588">
                        <a:extLst>
                          <a:ext uri="{FF2B5EF4-FFF2-40B4-BE49-F238E27FC236}">
                            <a16:creationId xmlns:a16="http://schemas.microsoft.com/office/drawing/2014/main" id="{6148D785-C8C5-4591-BC17-5CE3A9F484E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90" name="Flowchart: Connector 5589">
                        <a:extLst>
                          <a:ext uri="{FF2B5EF4-FFF2-40B4-BE49-F238E27FC236}">
                            <a16:creationId xmlns:a16="http://schemas.microsoft.com/office/drawing/2014/main" id="{7C8BEFC7-EEA6-4FF2-9C33-D76A7162832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91" name="Flowchart: Connector 5590">
                        <a:extLst>
                          <a:ext uri="{FF2B5EF4-FFF2-40B4-BE49-F238E27FC236}">
                            <a16:creationId xmlns:a16="http://schemas.microsoft.com/office/drawing/2014/main" id="{F250256D-7A93-453D-BB1E-E1C05A3FF3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92" name="Flowchart: Connector 5591">
                        <a:extLst>
                          <a:ext uri="{FF2B5EF4-FFF2-40B4-BE49-F238E27FC236}">
                            <a16:creationId xmlns:a16="http://schemas.microsoft.com/office/drawing/2014/main" id="{5E27A323-583E-43F5-974B-E55E63920D5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5529" name="Group 5528">
                      <a:extLst>
                        <a:ext uri="{FF2B5EF4-FFF2-40B4-BE49-F238E27FC236}">
                          <a16:creationId xmlns:a16="http://schemas.microsoft.com/office/drawing/2014/main" id="{B172889E-5541-4BDB-B32F-D16FB8F499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5530" name="Group 5529">
                        <a:extLst>
                          <a:ext uri="{FF2B5EF4-FFF2-40B4-BE49-F238E27FC236}">
                            <a16:creationId xmlns:a16="http://schemas.microsoft.com/office/drawing/2014/main" id="{58F9DD99-69F9-4CEB-AC95-FC4C1CA900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5581" name="Flowchart: Connector 5580">
                          <a:extLst>
                            <a:ext uri="{FF2B5EF4-FFF2-40B4-BE49-F238E27FC236}">
                              <a16:creationId xmlns:a16="http://schemas.microsoft.com/office/drawing/2014/main" id="{84DAA382-327B-4CF0-A1BA-904255B9928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82" name="3D Model 5581" descr="Sphere">
                              <a:extLst>
                                <a:ext uri="{FF2B5EF4-FFF2-40B4-BE49-F238E27FC236}">
                                  <a16:creationId xmlns:a16="http://schemas.microsoft.com/office/drawing/2014/main" id="{8772290B-7001-4402-9897-3862D4B4314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96426823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83" name="Flowchart: Connector 5582">
                          <a:extLst>
                            <a:ext uri="{FF2B5EF4-FFF2-40B4-BE49-F238E27FC236}">
                              <a16:creationId xmlns:a16="http://schemas.microsoft.com/office/drawing/2014/main" id="{460F48BD-F915-4B8B-B6AF-D2D2986F45F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84" name="3D Model 5583" descr="Sphere">
                              <a:extLst>
                                <a:ext uri="{FF2B5EF4-FFF2-40B4-BE49-F238E27FC236}">
                                  <a16:creationId xmlns:a16="http://schemas.microsoft.com/office/drawing/2014/main" id="{E78BAAEE-CE97-462E-9077-3E926B55EA1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4578784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85" name="Flowchart: Connector 5584">
                          <a:extLst>
                            <a:ext uri="{FF2B5EF4-FFF2-40B4-BE49-F238E27FC236}">
                              <a16:creationId xmlns:a16="http://schemas.microsoft.com/office/drawing/2014/main" id="{9EE41970-ED4B-40CA-8F40-077DC7AEE8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86" name="3D Model 5585" descr="Sphere">
                              <a:extLst>
                                <a:ext uri="{FF2B5EF4-FFF2-40B4-BE49-F238E27FC236}">
                                  <a16:creationId xmlns:a16="http://schemas.microsoft.com/office/drawing/2014/main" id="{11A551F4-9AC9-4FD5-B1E6-4E9758111CE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68387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87" name="Flowchart: Connector 5586">
                          <a:extLst>
                            <a:ext uri="{FF2B5EF4-FFF2-40B4-BE49-F238E27FC236}">
                              <a16:creationId xmlns:a16="http://schemas.microsoft.com/office/drawing/2014/main" id="{B54B5D92-E470-49AC-81E5-D25E937AA1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88" name="3D Model 5587" descr="Sphere">
                              <a:extLst>
                                <a:ext uri="{FF2B5EF4-FFF2-40B4-BE49-F238E27FC236}">
                                  <a16:creationId xmlns:a16="http://schemas.microsoft.com/office/drawing/2014/main" id="{59BC8F26-D2A3-4BDA-BC19-03B4E0A2483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064690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5679" cy="158211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3"/>
                                </am3d:raster>
                                <am3d:objViewport viewportSz="17176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531" name="Group 5530">
                        <a:extLst>
                          <a:ext uri="{FF2B5EF4-FFF2-40B4-BE49-F238E27FC236}">
                            <a16:creationId xmlns:a16="http://schemas.microsoft.com/office/drawing/2014/main" id="{062FE0BC-9595-49F2-8417-0FA0A4890F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5565" name="Flowchart: Connector 5564">
                          <a:extLst>
                            <a:ext uri="{FF2B5EF4-FFF2-40B4-BE49-F238E27FC236}">
                              <a16:creationId xmlns:a16="http://schemas.microsoft.com/office/drawing/2014/main" id="{806AB1E4-DC1D-460A-8E16-0215D51DAE8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66" name="Flowchart: Connector 5565">
                          <a:extLst>
                            <a:ext uri="{FF2B5EF4-FFF2-40B4-BE49-F238E27FC236}">
                              <a16:creationId xmlns:a16="http://schemas.microsoft.com/office/drawing/2014/main" id="{01C707CC-30FA-4252-9FFA-F04D64252F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67" name="Flowchart: Connector 5566">
                          <a:extLst>
                            <a:ext uri="{FF2B5EF4-FFF2-40B4-BE49-F238E27FC236}">
                              <a16:creationId xmlns:a16="http://schemas.microsoft.com/office/drawing/2014/main" id="{7C1B23B2-CD8B-4590-91E9-28A8A6B0377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68" name="Flowchart: Connector 5567">
                          <a:extLst>
                            <a:ext uri="{FF2B5EF4-FFF2-40B4-BE49-F238E27FC236}">
                              <a16:creationId xmlns:a16="http://schemas.microsoft.com/office/drawing/2014/main" id="{5CCD5648-940E-4334-9528-9E1AE9DD849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69" name="Flowchart: Connector 5568">
                          <a:extLst>
                            <a:ext uri="{FF2B5EF4-FFF2-40B4-BE49-F238E27FC236}">
                              <a16:creationId xmlns:a16="http://schemas.microsoft.com/office/drawing/2014/main" id="{49323F7C-A24D-4037-BC68-06563B4D3DF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70" name="Flowchart: Connector 5569">
                          <a:extLst>
                            <a:ext uri="{FF2B5EF4-FFF2-40B4-BE49-F238E27FC236}">
                              <a16:creationId xmlns:a16="http://schemas.microsoft.com/office/drawing/2014/main" id="{28CD6A6F-8942-47A7-A14A-B484526DA0A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71" name="Flowchart: Connector 5570">
                          <a:extLst>
                            <a:ext uri="{FF2B5EF4-FFF2-40B4-BE49-F238E27FC236}">
                              <a16:creationId xmlns:a16="http://schemas.microsoft.com/office/drawing/2014/main" id="{0738BFB1-3FCF-4ACB-AE52-724F9758C10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72" name="Flowchart: Connector 5571">
                          <a:extLst>
                            <a:ext uri="{FF2B5EF4-FFF2-40B4-BE49-F238E27FC236}">
                              <a16:creationId xmlns:a16="http://schemas.microsoft.com/office/drawing/2014/main" id="{B6F8CB53-E94E-4771-95A1-E278F0AEF31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73" name="Flowchart: Connector 5572">
                          <a:extLst>
                            <a:ext uri="{FF2B5EF4-FFF2-40B4-BE49-F238E27FC236}">
                              <a16:creationId xmlns:a16="http://schemas.microsoft.com/office/drawing/2014/main" id="{C6788531-43CD-4BF2-910F-78823C3251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74" name="3D Model 5573" descr="Sphere">
                              <a:extLst>
                                <a:ext uri="{FF2B5EF4-FFF2-40B4-BE49-F238E27FC236}">
                                  <a16:creationId xmlns:a16="http://schemas.microsoft.com/office/drawing/2014/main" id="{F61D52D0-AB9A-4F5C-A7C3-96F4EB5CD43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1734667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75" name="Flowchart: Connector 5574">
                          <a:extLst>
                            <a:ext uri="{FF2B5EF4-FFF2-40B4-BE49-F238E27FC236}">
                              <a16:creationId xmlns:a16="http://schemas.microsoft.com/office/drawing/2014/main" id="{936C2792-7CBE-4483-BA07-8B3D25EA6A3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76" name="3D Model 5575" descr="Sphere">
                              <a:extLst>
                                <a:ext uri="{FF2B5EF4-FFF2-40B4-BE49-F238E27FC236}">
                                  <a16:creationId xmlns:a16="http://schemas.microsoft.com/office/drawing/2014/main" id="{661DCCF6-AE36-4216-B58A-3500659D504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4719262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77" name="Flowchart: Connector 5576">
                          <a:extLst>
                            <a:ext uri="{FF2B5EF4-FFF2-40B4-BE49-F238E27FC236}">
                              <a16:creationId xmlns:a16="http://schemas.microsoft.com/office/drawing/2014/main" id="{54246513-B176-49CE-A203-4CE36489BCE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78" name="3D Model 5577" descr="Sphere">
                              <a:extLst>
                                <a:ext uri="{FF2B5EF4-FFF2-40B4-BE49-F238E27FC236}">
                                  <a16:creationId xmlns:a16="http://schemas.microsoft.com/office/drawing/2014/main" id="{4AC718F9-D129-4C04-B72E-1475303A4F1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8637916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79" name="Flowchart: Connector 5578">
                          <a:extLst>
                            <a:ext uri="{FF2B5EF4-FFF2-40B4-BE49-F238E27FC236}">
                              <a16:creationId xmlns:a16="http://schemas.microsoft.com/office/drawing/2014/main" id="{752B57B3-A40A-4388-A71D-B488074C4FF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80" name="3D Model 5579" descr="Sphere">
                              <a:extLst>
                                <a:ext uri="{FF2B5EF4-FFF2-40B4-BE49-F238E27FC236}">
                                  <a16:creationId xmlns:a16="http://schemas.microsoft.com/office/drawing/2014/main" id="{FFF60884-4347-46D8-AA18-EE588ED7463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0229774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5679" cy="158211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3"/>
                                </am3d:raster>
                                <am3d:objViewport viewportSz="17176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532" name="Group 5531">
                        <a:extLst>
                          <a:ext uri="{FF2B5EF4-FFF2-40B4-BE49-F238E27FC236}">
                            <a16:creationId xmlns:a16="http://schemas.microsoft.com/office/drawing/2014/main" id="{0A895DC8-8A25-42C6-988C-AA4F118C05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5549" name="Flowchart: Connector 5548">
                          <a:extLst>
                            <a:ext uri="{FF2B5EF4-FFF2-40B4-BE49-F238E27FC236}">
                              <a16:creationId xmlns:a16="http://schemas.microsoft.com/office/drawing/2014/main" id="{E8593A98-3BC2-407A-8C4E-C004F7B4B73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50" name="Flowchart: Connector 5549">
                          <a:extLst>
                            <a:ext uri="{FF2B5EF4-FFF2-40B4-BE49-F238E27FC236}">
                              <a16:creationId xmlns:a16="http://schemas.microsoft.com/office/drawing/2014/main" id="{C56480AA-ED29-43F3-A11E-28CBC506A49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51" name="Flowchart: Connector 5550">
                          <a:extLst>
                            <a:ext uri="{FF2B5EF4-FFF2-40B4-BE49-F238E27FC236}">
                              <a16:creationId xmlns:a16="http://schemas.microsoft.com/office/drawing/2014/main" id="{06E49E95-8809-4706-8884-18F0E88393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52" name="Flowchart: Connector 5551">
                          <a:extLst>
                            <a:ext uri="{FF2B5EF4-FFF2-40B4-BE49-F238E27FC236}">
                              <a16:creationId xmlns:a16="http://schemas.microsoft.com/office/drawing/2014/main" id="{B17A6A0A-D414-4CC4-A7C3-1F06CA52FA4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53" name="Flowchart: Connector 5552">
                          <a:extLst>
                            <a:ext uri="{FF2B5EF4-FFF2-40B4-BE49-F238E27FC236}">
                              <a16:creationId xmlns:a16="http://schemas.microsoft.com/office/drawing/2014/main" id="{B06C8E0B-BFC9-415A-9A87-E7B97761541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54" name="Flowchart: Connector 5553">
                          <a:extLst>
                            <a:ext uri="{FF2B5EF4-FFF2-40B4-BE49-F238E27FC236}">
                              <a16:creationId xmlns:a16="http://schemas.microsoft.com/office/drawing/2014/main" id="{7BD64FD5-AAB9-472E-BAA8-8F703A44F2E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55" name="Flowchart: Connector 5554">
                          <a:extLst>
                            <a:ext uri="{FF2B5EF4-FFF2-40B4-BE49-F238E27FC236}">
                              <a16:creationId xmlns:a16="http://schemas.microsoft.com/office/drawing/2014/main" id="{5F56206F-EEBC-4651-9926-99A8CF6686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56" name="Flowchart: Connector 5555">
                          <a:extLst>
                            <a:ext uri="{FF2B5EF4-FFF2-40B4-BE49-F238E27FC236}">
                              <a16:creationId xmlns:a16="http://schemas.microsoft.com/office/drawing/2014/main" id="{DEC8EC09-AED3-4660-ADF8-F72BD95C161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57" name="Flowchart: Connector 5556">
                          <a:extLst>
                            <a:ext uri="{FF2B5EF4-FFF2-40B4-BE49-F238E27FC236}">
                              <a16:creationId xmlns:a16="http://schemas.microsoft.com/office/drawing/2014/main" id="{F082E2A6-0449-442C-8866-A3EFFECEEE7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58" name="3D Model 5557" descr="Sphere">
                              <a:extLst>
                                <a:ext uri="{FF2B5EF4-FFF2-40B4-BE49-F238E27FC236}">
                                  <a16:creationId xmlns:a16="http://schemas.microsoft.com/office/drawing/2014/main" id="{99F9C959-CAAD-4E19-A9DE-2885F5A99B2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4103598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59" name="Flowchart: Connector 5558">
                          <a:extLst>
                            <a:ext uri="{FF2B5EF4-FFF2-40B4-BE49-F238E27FC236}">
                              <a16:creationId xmlns:a16="http://schemas.microsoft.com/office/drawing/2014/main" id="{276948A8-4AAF-47DB-BE65-DDBB04B4266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60" name="3D Model 5559" descr="Sphere">
                              <a:extLst>
                                <a:ext uri="{FF2B5EF4-FFF2-40B4-BE49-F238E27FC236}">
                                  <a16:creationId xmlns:a16="http://schemas.microsoft.com/office/drawing/2014/main" id="{385BBB89-CD1A-4DF1-9C15-2FFADCAC7F9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4772642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61" name="Flowchart: Connector 5560">
                          <a:extLst>
                            <a:ext uri="{FF2B5EF4-FFF2-40B4-BE49-F238E27FC236}">
                              <a16:creationId xmlns:a16="http://schemas.microsoft.com/office/drawing/2014/main" id="{D77D9204-CD5F-40DA-B451-4AD1D78CC19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62" name="3D Model 5561" descr="Sphere">
                              <a:extLst>
                                <a:ext uri="{FF2B5EF4-FFF2-40B4-BE49-F238E27FC236}">
                                  <a16:creationId xmlns:a16="http://schemas.microsoft.com/office/drawing/2014/main" id="{201931CF-0687-4AC7-9F0F-0BA433604D2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6496036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63" name="Flowchart: Connector 5562">
                          <a:extLst>
                            <a:ext uri="{FF2B5EF4-FFF2-40B4-BE49-F238E27FC236}">
                              <a16:creationId xmlns:a16="http://schemas.microsoft.com/office/drawing/2014/main" id="{D67FB617-CF29-49D5-93C0-C6BA4464DA6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64" name="3D Model 5563" descr="Sphere">
                              <a:extLst>
                                <a:ext uri="{FF2B5EF4-FFF2-40B4-BE49-F238E27FC236}">
                                  <a16:creationId xmlns:a16="http://schemas.microsoft.com/office/drawing/2014/main" id="{DB21CC39-4524-45C1-A123-5D66CFF1E77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0137611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5679" cy="158211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3"/>
                                </am3d:raster>
                                <am3d:objViewport viewportSz="17176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5533" name="Flowchart: Connector 5532">
                        <a:extLst>
                          <a:ext uri="{FF2B5EF4-FFF2-40B4-BE49-F238E27FC236}">
                            <a16:creationId xmlns:a16="http://schemas.microsoft.com/office/drawing/2014/main" id="{29B896D6-8252-4F03-83AE-07F9CD4D8F4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34" name="Flowchart: Connector 5533">
                        <a:extLst>
                          <a:ext uri="{FF2B5EF4-FFF2-40B4-BE49-F238E27FC236}">
                            <a16:creationId xmlns:a16="http://schemas.microsoft.com/office/drawing/2014/main" id="{2C90C6B0-813E-42A6-8A9C-72DB75D00A7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35" name="Flowchart: Connector 5534">
                        <a:extLst>
                          <a:ext uri="{FF2B5EF4-FFF2-40B4-BE49-F238E27FC236}">
                            <a16:creationId xmlns:a16="http://schemas.microsoft.com/office/drawing/2014/main" id="{B40FDB21-F85A-4E1A-917C-7E3A7F7C743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36" name="Flowchart: Connector 5535">
                        <a:extLst>
                          <a:ext uri="{FF2B5EF4-FFF2-40B4-BE49-F238E27FC236}">
                            <a16:creationId xmlns:a16="http://schemas.microsoft.com/office/drawing/2014/main" id="{317B41F4-2514-4EF9-B69B-E4663730296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37" name="Flowchart: Connector 5536">
                        <a:extLst>
                          <a:ext uri="{FF2B5EF4-FFF2-40B4-BE49-F238E27FC236}">
                            <a16:creationId xmlns:a16="http://schemas.microsoft.com/office/drawing/2014/main" id="{7E3D66A8-693D-4392-960A-31AA54E696F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38" name="Flowchart: Connector 5537">
                        <a:extLst>
                          <a:ext uri="{FF2B5EF4-FFF2-40B4-BE49-F238E27FC236}">
                            <a16:creationId xmlns:a16="http://schemas.microsoft.com/office/drawing/2014/main" id="{0E21FE95-1384-41F9-8366-6737DE7C3BD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39" name="Flowchart: Connector 5538">
                        <a:extLst>
                          <a:ext uri="{FF2B5EF4-FFF2-40B4-BE49-F238E27FC236}">
                            <a16:creationId xmlns:a16="http://schemas.microsoft.com/office/drawing/2014/main" id="{00BFFA65-5118-4693-98F1-49DB0ECE0A6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40" name="Flowchart: Connector 5539">
                        <a:extLst>
                          <a:ext uri="{FF2B5EF4-FFF2-40B4-BE49-F238E27FC236}">
                            <a16:creationId xmlns:a16="http://schemas.microsoft.com/office/drawing/2014/main" id="{D8DB6D9F-36F4-40E9-8FC0-DF46418338F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41" name="Flowchart: Connector 5540">
                        <a:extLst>
                          <a:ext uri="{FF2B5EF4-FFF2-40B4-BE49-F238E27FC236}">
                            <a16:creationId xmlns:a16="http://schemas.microsoft.com/office/drawing/2014/main" id="{3FD4B6DF-A6DC-4DC8-BD8A-66E08EC3D3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542" name="3D Model 5541" descr="Sphere">
                            <a:extLst>
                              <a:ext uri="{FF2B5EF4-FFF2-40B4-BE49-F238E27FC236}">
                                <a16:creationId xmlns:a16="http://schemas.microsoft.com/office/drawing/2014/main" id="{6619BCFE-325F-4349-AA85-09D5B9D4575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53076762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543" name="Flowchart: Connector 5542">
                        <a:extLst>
                          <a:ext uri="{FF2B5EF4-FFF2-40B4-BE49-F238E27FC236}">
                            <a16:creationId xmlns:a16="http://schemas.microsoft.com/office/drawing/2014/main" id="{61E35EAB-0AB3-411D-81A3-0B70D58A3CE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544" name="3D Model 5543" descr="Sphere">
                            <a:extLst>
                              <a:ext uri="{FF2B5EF4-FFF2-40B4-BE49-F238E27FC236}">
                                <a16:creationId xmlns:a16="http://schemas.microsoft.com/office/drawing/2014/main" id="{486CFC61-6782-4EF5-902F-5E131F6B194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23889584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545" name="Flowchart: Connector 5544">
                        <a:extLst>
                          <a:ext uri="{FF2B5EF4-FFF2-40B4-BE49-F238E27FC236}">
                            <a16:creationId xmlns:a16="http://schemas.microsoft.com/office/drawing/2014/main" id="{FE63B4E8-5F97-4E64-A5CC-9F747930B83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546" name="3D Model 5545" descr="Sphere">
                            <a:extLst>
                              <a:ext uri="{FF2B5EF4-FFF2-40B4-BE49-F238E27FC236}">
                                <a16:creationId xmlns:a16="http://schemas.microsoft.com/office/drawing/2014/main" id="{23CC5ECF-293E-40C2-A0F5-B38D619ABD7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15780941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547" name="Flowchart: Connector 5546">
                        <a:extLst>
                          <a:ext uri="{FF2B5EF4-FFF2-40B4-BE49-F238E27FC236}">
                            <a16:creationId xmlns:a16="http://schemas.microsoft.com/office/drawing/2014/main" id="{06F47642-EA7A-4292-B406-F221BA655C9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548" name="3D Model 5547" descr="Sphere">
                            <a:extLst>
                              <a:ext uri="{FF2B5EF4-FFF2-40B4-BE49-F238E27FC236}">
                                <a16:creationId xmlns:a16="http://schemas.microsoft.com/office/drawing/2014/main" id="{291DEB2E-0EF9-4FD3-8A3C-D4BBB9D58D1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48659822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5679" cy="158211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3"/>
                              </am3d:raster>
                              <am3d:objViewport viewportSz="17176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5384" name="Group 5383">
                    <a:extLst>
                      <a:ext uri="{FF2B5EF4-FFF2-40B4-BE49-F238E27FC236}">
                        <a16:creationId xmlns:a16="http://schemas.microsoft.com/office/drawing/2014/main" id="{C8F3E322-FD72-4B3F-A716-0868D5039F47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5525" name="Flowchart: Connector 5524">
                      <a:extLst>
                        <a:ext uri="{FF2B5EF4-FFF2-40B4-BE49-F238E27FC236}">
                          <a16:creationId xmlns:a16="http://schemas.microsoft.com/office/drawing/2014/main" id="{74F778C2-739B-4AED-B6FF-88947989014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526" name="Flowchart: Connector 5525">
                      <a:extLst>
                        <a:ext uri="{FF2B5EF4-FFF2-40B4-BE49-F238E27FC236}">
                          <a16:creationId xmlns:a16="http://schemas.microsoft.com/office/drawing/2014/main" id="{C4DAD353-AC67-4946-A3CC-18CA393B70D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527" name="Flowchart: Connector 5526">
                      <a:extLst>
                        <a:ext uri="{FF2B5EF4-FFF2-40B4-BE49-F238E27FC236}">
                          <a16:creationId xmlns:a16="http://schemas.microsoft.com/office/drawing/2014/main" id="{9789DF85-0441-462E-B31F-63CD4F339C8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5385" name="Flowchart: Connector 5384">
                    <a:extLst>
                      <a:ext uri="{FF2B5EF4-FFF2-40B4-BE49-F238E27FC236}">
                        <a16:creationId xmlns:a16="http://schemas.microsoft.com/office/drawing/2014/main" id="{65E71B17-510E-4E11-93FE-914087149E6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386" name="Flowchart: Connector 5385">
                    <a:extLst>
                      <a:ext uri="{FF2B5EF4-FFF2-40B4-BE49-F238E27FC236}">
                        <a16:creationId xmlns:a16="http://schemas.microsoft.com/office/drawing/2014/main" id="{9EE68C94-5E15-484C-9652-C80A0B9B546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5387" name="Group 5386">
                    <a:extLst>
                      <a:ext uri="{FF2B5EF4-FFF2-40B4-BE49-F238E27FC236}">
                        <a16:creationId xmlns:a16="http://schemas.microsoft.com/office/drawing/2014/main" id="{F343DB4E-73D0-4426-A49E-073C9B571911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5522" name="Flowchart: Connector 5521">
                      <a:extLst>
                        <a:ext uri="{FF2B5EF4-FFF2-40B4-BE49-F238E27FC236}">
                          <a16:creationId xmlns:a16="http://schemas.microsoft.com/office/drawing/2014/main" id="{FBE382EA-C988-400F-B5CF-FC3EEAA759F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523" name="Flowchart: Connector 5522">
                      <a:extLst>
                        <a:ext uri="{FF2B5EF4-FFF2-40B4-BE49-F238E27FC236}">
                          <a16:creationId xmlns:a16="http://schemas.microsoft.com/office/drawing/2014/main" id="{79FC5334-AE5C-4D59-A7DA-C0663908ECE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524" name="Flowchart: Connector 5523">
                      <a:extLst>
                        <a:ext uri="{FF2B5EF4-FFF2-40B4-BE49-F238E27FC236}">
                          <a16:creationId xmlns:a16="http://schemas.microsoft.com/office/drawing/2014/main" id="{4661CD9D-EB6A-4CE9-912F-109C775306B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5388" name="Group 5387">
                    <a:extLst>
                      <a:ext uri="{FF2B5EF4-FFF2-40B4-BE49-F238E27FC236}">
                        <a16:creationId xmlns:a16="http://schemas.microsoft.com/office/drawing/2014/main" id="{7086B8D2-8F95-4DFF-B108-813A0CFE8845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5457" name="Group 5456">
                      <a:extLst>
                        <a:ext uri="{FF2B5EF4-FFF2-40B4-BE49-F238E27FC236}">
                          <a16:creationId xmlns:a16="http://schemas.microsoft.com/office/drawing/2014/main" id="{4568BE8B-72DA-4B4F-9DD7-9092179FE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5518" name="Flowchart: Connector 5517">
                        <a:extLst>
                          <a:ext uri="{FF2B5EF4-FFF2-40B4-BE49-F238E27FC236}">
                            <a16:creationId xmlns:a16="http://schemas.microsoft.com/office/drawing/2014/main" id="{48C83B10-4584-4FBE-BB35-772E507F965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19" name="Flowchart: Connector 5518">
                        <a:extLst>
                          <a:ext uri="{FF2B5EF4-FFF2-40B4-BE49-F238E27FC236}">
                            <a16:creationId xmlns:a16="http://schemas.microsoft.com/office/drawing/2014/main" id="{929FB524-EE13-4270-834A-B5B1AC5357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20" name="Flowchart: Connector 5519">
                        <a:extLst>
                          <a:ext uri="{FF2B5EF4-FFF2-40B4-BE49-F238E27FC236}">
                            <a16:creationId xmlns:a16="http://schemas.microsoft.com/office/drawing/2014/main" id="{4ECDD961-A81F-4A7C-A598-CA9E6D7444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521" name="Flowchart: Connector 5520">
                        <a:extLst>
                          <a:ext uri="{FF2B5EF4-FFF2-40B4-BE49-F238E27FC236}">
                            <a16:creationId xmlns:a16="http://schemas.microsoft.com/office/drawing/2014/main" id="{DDAE94B2-7CE4-4D70-AAEF-1F4A6A156D8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5458" name="Group 5457">
                      <a:extLst>
                        <a:ext uri="{FF2B5EF4-FFF2-40B4-BE49-F238E27FC236}">
                          <a16:creationId xmlns:a16="http://schemas.microsoft.com/office/drawing/2014/main" id="{13ABB76A-F7F6-474D-866D-6468CD5FFD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5459" name="Group 5458">
                        <a:extLst>
                          <a:ext uri="{FF2B5EF4-FFF2-40B4-BE49-F238E27FC236}">
                            <a16:creationId xmlns:a16="http://schemas.microsoft.com/office/drawing/2014/main" id="{9305D3F6-D003-480A-8CDE-28E2C2F1BB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5510" name="Flowchart: Connector 5509">
                          <a:extLst>
                            <a:ext uri="{FF2B5EF4-FFF2-40B4-BE49-F238E27FC236}">
                              <a16:creationId xmlns:a16="http://schemas.microsoft.com/office/drawing/2014/main" id="{421C83F1-F492-437B-8CB5-5FB932C563E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11" name="3D Model 5510" descr="Sphere">
                              <a:extLst>
                                <a:ext uri="{FF2B5EF4-FFF2-40B4-BE49-F238E27FC236}">
                                  <a16:creationId xmlns:a16="http://schemas.microsoft.com/office/drawing/2014/main" id="{6D35E42B-ACA9-4214-BFCA-F6AE2EF43F7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9886530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12" name="Flowchart: Connector 5511">
                          <a:extLst>
                            <a:ext uri="{FF2B5EF4-FFF2-40B4-BE49-F238E27FC236}">
                              <a16:creationId xmlns:a16="http://schemas.microsoft.com/office/drawing/2014/main" id="{2BC19596-F200-49C2-AABA-E10F62770B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13" name="3D Model 5512" descr="Sphere">
                              <a:extLst>
                                <a:ext uri="{FF2B5EF4-FFF2-40B4-BE49-F238E27FC236}">
                                  <a16:creationId xmlns:a16="http://schemas.microsoft.com/office/drawing/2014/main" id="{4319604F-8930-48F1-A096-2CE2FCC4D74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9265429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14" name="Flowchart: Connector 5513">
                          <a:extLst>
                            <a:ext uri="{FF2B5EF4-FFF2-40B4-BE49-F238E27FC236}">
                              <a16:creationId xmlns:a16="http://schemas.microsoft.com/office/drawing/2014/main" id="{55B9E6F5-3BB3-4901-AEA6-1710D71C6E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15" name="3D Model 5514" descr="Sphere">
                              <a:extLst>
                                <a:ext uri="{FF2B5EF4-FFF2-40B4-BE49-F238E27FC236}">
                                  <a16:creationId xmlns:a16="http://schemas.microsoft.com/office/drawing/2014/main" id="{28CBDD23-6DE2-4B0C-BC71-E311B23933E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3060006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16" name="Flowchart: Connector 5515">
                          <a:extLst>
                            <a:ext uri="{FF2B5EF4-FFF2-40B4-BE49-F238E27FC236}">
                              <a16:creationId xmlns:a16="http://schemas.microsoft.com/office/drawing/2014/main" id="{513EA542-20BB-4C98-A713-6BED22DEE79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17" name="3D Model 5516" descr="Sphere">
                              <a:extLst>
                                <a:ext uri="{FF2B5EF4-FFF2-40B4-BE49-F238E27FC236}">
                                  <a16:creationId xmlns:a16="http://schemas.microsoft.com/office/drawing/2014/main" id="{445D13F8-4163-4276-961E-AC56FB4E972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4147234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5679" cy="158211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3"/>
                                </am3d:raster>
                                <am3d:objViewport viewportSz="17176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460" name="Group 5459">
                        <a:extLst>
                          <a:ext uri="{FF2B5EF4-FFF2-40B4-BE49-F238E27FC236}">
                            <a16:creationId xmlns:a16="http://schemas.microsoft.com/office/drawing/2014/main" id="{895E5C15-DD95-4041-BE75-46D6C2318C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5494" name="Flowchart: Connector 5493">
                          <a:extLst>
                            <a:ext uri="{FF2B5EF4-FFF2-40B4-BE49-F238E27FC236}">
                              <a16:creationId xmlns:a16="http://schemas.microsoft.com/office/drawing/2014/main" id="{6F92010D-1D97-485E-8CE5-782D3F31313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95" name="Flowchart: Connector 5494">
                          <a:extLst>
                            <a:ext uri="{FF2B5EF4-FFF2-40B4-BE49-F238E27FC236}">
                              <a16:creationId xmlns:a16="http://schemas.microsoft.com/office/drawing/2014/main" id="{FD712B1D-DB88-4E77-BEB0-03BE3BE09DC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96" name="Flowchart: Connector 5495">
                          <a:extLst>
                            <a:ext uri="{FF2B5EF4-FFF2-40B4-BE49-F238E27FC236}">
                              <a16:creationId xmlns:a16="http://schemas.microsoft.com/office/drawing/2014/main" id="{B4A3C56D-8F9A-4605-BCF3-74570A24B09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97" name="Flowchart: Connector 5496">
                          <a:extLst>
                            <a:ext uri="{FF2B5EF4-FFF2-40B4-BE49-F238E27FC236}">
                              <a16:creationId xmlns:a16="http://schemas.microsoft.com/office/drawing/2014/main" id="{CD71D91E-F25F-45E1-8016-A5EA6765F98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98" name="Flowchart: Connector 5497">
                          <a:extLst>
                            <a:ext uri="{FF2B5EF4-FFF2-40B4-BE49-F238E27FC236}">
                              <a16:creationId xmlns:a16="http://schemas.microsoft.com/office/drawing/2014/main" id="{FAAD7EA4-2101-4DA7-8539-ECE017D7C76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99" name="Flowchart: Connector 5498">
                          <a:extLst>
                            <a:ext uri="{FF2B5EF4-FFF2-40B4-BE49-F238E27FC236}">
                              <a16:creationId xmlns:a16="http://schemas.microsoft.com/office/drawing/2014/main" id="{C8442B86-84C4-4185-95CD-7216FE75634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00" name="Flowchart: Connector 5499">
                          <a:extLst>
                            <a:ext uri="{FF2B5EF4-FFF2-40B4-BE49-F238E27FC236}">
                              <a16:creationId xmlns:a16="http://schemas.microsoft.com/office/drawing/2014/main" id="{F157F743-E2E0-4C92-B4C6-1498D890676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01" name="Flowchart: Connector 5500">
                          <a:extLst>
                            <a:ext uri="{FF2B5EF4-FFF2-40B4-BE49-F238E27FC236}">
                              <a16:creationId xmlns:a16="http://schemas.microsoft.com/office/drawing/2014/main" id="{422C2B61-1859-41EA-B1B2-C932001F883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502" name="Flowchart: Connector 5501">
                          <a:extLst>
                            <a:ext uri="{FF2B5EF4-FFF2-40B4-BE49-F238E27FC236}">
                              <a16:creationId xmlns:a16="http://schemas.microsoft.com/office/drawing/2014/main" id="{6FCAB666-4E88-4D38-AD10-C5AE2A6A38A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03" name="3D Model 5502" descr="Sphere">
                              <a:extLst>
                                <a:ext uri="{FF2B5EF4-FFF2-40B4-BE49-F238E27FC236}">
                                  <a16:creationId xmlns:a16="http://schemas.microsoft.com/office/drawing/2014/main" id="{49829B0C-2AB5-455B-9A80-043198FCE76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3212775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04" name="Flowchart: Connector 5503">
                          <a:extLst>
                            <a:ext uri="{FF2B5EF4-FFF2-40B4-BE49-F238E27FC236}">
                              <a16:creationId xmlns:a16="http://schemas.microsoft.com/office/drawing/2014/main" id="{8DF41477-E2E2-472B-9DB4-69EF0150162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05" name="3D Model 5504" descr="Sphere">
                              <a:extLst>
                                <a:ext uri="{FF2B5EF4-FFF2-40B4-BE49-F238E27FC236}">
                                  <a16:creationId xmlns:a16="http://schemas.microsoft.com/office/drawing/2014/main" id="{CDA4B33A-3465-48C7-8FD4-7AF5A334C3E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6996686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06" name="Flowchart: Connector 5505">
                          <a:extLst>
                            <a:ext uri="{FF2B5EF4-FFF2-40B4-BE49-F238E27FC236}">
                              <a16:creationId xmlns:a16="http://schemas.microsoft.com/office/drawing/2014/main" id="{B47DAACE-3AA8-4AE5-A6B8-48B1A638303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07" name="3D Model 5506" descr="Sphere">
                              <a:extLst>
                                <a:ext uri="{FF2B5EF4-FFF2-40B4-BE49-F238E27FC236}">
                                  <a16:creationId xmlns:a16="http://schemas.microsoft.com/office/drawing/2014/main" id="{085BE946-B179-4468-933C-B922D31BD80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554206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508" name="Flowchart: Connector 5507">
                          <a:extLst>
                            <a:ext uri="{FF2B5EF4-FFF2-40B4-BE49-F238E27FC236}">
                              <a16:creationId xmlns:a16="http://schemas.microsoft.com/office/drawing/2014/main" id="{F4F6197A-D801-47A0-BA67-61EB5C1EA08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509" name="3D Model 5508" descr="Sphere">
                              <a:extLst>
                                <a:ext uri="{FF2B5EF4-FFF2-40B4-BE49-F238E27FC236}">
                                  <a16:creationId xmlns:a16="http://schemas.microsoft.com/office/drawing/2014/main" id="{635EEEEC-7B81-46B5-B1CD-5C308050A3F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251661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5679" cy="158211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3"/>
                                </am3d:raster>
                                <am3d:objViewport viewportSz="17176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461" name="Group 5460">
                        <a:extLst>
                          <a:ext uri="{FF2B5EF4-FFF2-40B4-BE49-F238E27FC236}">
                            <a16:creationId xmlns:a16="http://schemas.microsoft.com/office/drawing/2014/main" id="{D19C63DE-1E81-43E5-94BF-B05773D519F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5478" name="Flowchart: Connector 5477">
                          <a:extLst>
                            <a:ext uri="{FF2B5EF4-FFF2-40B4-BE49-F238E27FC236}">
                              <a16:creationId xmlns:a16="http://schemas.microsoft.com/office/drawing/2014/main" id="{97A7E0A1-7AE7-4174-9A4C-3EDB68402ED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79" name="Flowchart: Connector 5478">
                          <a:extLst>
                            <a:ext uri="{FF2B5EF4-FFF2-40B4-BE49-F238E27FC236}">
                              <a16:creationId xmlns:a16="http://schemas.microsoft.com/office/drawing/2014/main" id="{B66C8501-7F5E-4301-9ABE-5F459218113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80" name="Flowchart: Connector 5479">
                          <a:extLst>
                            <a:ext uri="{FF2B5EF4-FFF2-40B4-BE49-F238E27FC236}">
                              <a16:creationId xmlns:a16="http://schemas.microsoft.com/office/drawing/2014/main" id="{8F05EE0A-40F6-42AD-BF1E-A3917B44C32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81" name="Flowchart: Connector 5480">
                          <a:extLst>
                            <a:ext uri="{FF2B5EF4-FFF2-40B4-BE49-F238E27FC236}">
                              <a16:creationId xmlns:a16="http://schemas.microsoft.com/office/drawing/2014/main" id="{7778EA1E-7DD6-4860-9361-1A320C4B1FC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82" name="Flowchart: Connector 5481">
                          <a:extLst>
                            <a:ext uri="{FF2B5EF4-FFF2-40B4-BE49-F238E27FC236}">
                              <a16:creationId xmlns:a16="http://schemas.microsoft.com/office/drawing/2014/main" id="{64C4E256-1A27-4804-9E3B-054439843A8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83" name="Flowchart: Connector 5482">
                          <a:extLst>
                            <a:ext uri="{FF2B5EF4-FFF2-40B4-BE49-F238E27FC236}">
                              <a16:creationId xmlns:a16="http://schemas.microsoft.com/office/drawing/2014/main" id="{066BC215-0154-4711-A48A-B69E91ED3A2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84" name="Flowchart: Connector 5483">
                          <a:extLst>
                            <a:ext uri="{FF2B5EF4-FFF2-40B4-BE49-F238E27FC236}">
                              <a16:creationId xmlns:a16="http://schemas.microsoft.com/office/drawing/2014/main" id="{2A3AD8BC-B057-43CF-8839-0F4BD0544E1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85" name="Flowchart: Connector 5484">
                          <a:extLst>
                            <a:ext uri="{FF2B5EF4-FFF2-40B4-BE49-F238E27FC236}">
                              <a16:creationId xmlns:a16="http://schemas.microsoft.com/office/drawing/2014/main" id="{B2B91111-9686-40C9-8C58-04AC8F08DA5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486" name="Flowchart: Connector 5485">
                          <a:extLst>
                            <a:ext uri="{FF2B5EF4-FFF2-40B4-BE49-F238E27FC236}">
                              <a16:creationId xmlns:a16="http://schemas.microsoft.com/office/drawing/2014/main" id="{59523EAF-FF26-41DE-B5F6-14543D23050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487" name="3D Model 5486" descr="Sphere">
                              <a:extLst>
                                <a:ext uri="{FF2B5EF4-FFF2-40B4-BE49-F238E27FC236}">
                                  <a16:creationId xmlns:a16="http://schemas.microsoft.com/office/drawing/2014/main" id="{7C8A7344-F0A2-40C0-9DD0-7EDF3C9BD04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5040273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488" name="Flowchart: Connector 5487">
                          <a:extLst>
                            <a:ext uri="{FF2B5EF4-FFF2-40B4-BE49-F238E27FC236}">
                              <a16:creationId xmlns:a16="http://schemas.microsoft.com/office/drawing/2014/main" id="{386AE360-1A71-48F4-899F-1E1FDEC097C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489" name="3D Model 5488" descr="Sphere">
                              <a:extLst>
                                <a:ext uri="{FF2B5EF4-FFF2-40B4-BE49-F238E27FC236}">
                                  <a16:creationId xmlns:a16="http://schemas.microsoft.com/office/drawing/2014/main" id="{2F105DF8-EBE0-4952-807D-376F601E23E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411070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490" name="Flowchart: Connector 5489">
                          <a:extLst>
                            <a:ext uri="{FF2B5EF4-FFF2-40B4-BE49-F238E27FC236}">
                              <a16:creationId xmlns:a16="http://schemas.microsoft.com/office/drawing/2014/main" id="{C7D63140-050B-41F6-85BF-8A963C8252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491" name="3D Model 5490" descr="Sphere">
                              <a:extLst>
                                <a:ext uri="{FF2B5EF4-FFF2-40B4-BE49-F238E27FC236}">
                                  <a16:creationId xmlns:a16="http://schemas.microsoft.com/office/drawing/2014/main" id="{99848178-40C5-4784-B3A8-C9F82F88115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2720175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72785" cy="165686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1"/>
                                </am3d:raster>
                                <am3d:objViewport viewportSz="186281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492" name="Flowchart: Connector 5491">
                          <a:extLst>
                            <a:ext uri="{FF2B5EF4-FFF2-40B4-BE49-F238E27FC236}">
                              <a16:creationId xmlns:a16="http://schemas.microsoft.com/office/drawing/2014/main" id="{DCB85B84-EA39-4518-8BE5-1EA3D6AC379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493" name="3D Model 5492" descr="Sphere">
                              <a:extLst>
                                <a:ext uri="{FF2B5EF4-FFF2-40B4-BE49-F238E27FC236}">
                                  <a16:creationId xmlns:a16="http://schemas.microsoft.com/office/drawing/2014/main" id="{3C499913-72D0-4F65-ADB7-1BBFB7B79BD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9631447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165679" cy="158211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23"/>
                                </am3d:raster>
                                <am3d:objViewport viewportSz="17176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5462" name="Flowchart: Connector 5461">
                        <a:extLst>
                          <a:ext uri="{FF2B5EF4-FFF2-40B4-BE49-F238E27FC236}">
                            <a16:creationId xmlns:a16="http://schemas.microsoft.com/office/drawing/2014/main" id="{DC1826B1-08C4-432E-9D86-47BFF36C07A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63" name="Flowchart: Connector 5462">
                        <a:extLst>
                          <a:ext uri="{FF2B5EF4-FFF2-40B4-BE49-F238E27FC236}">
                            <a16:creationId xmlns:a16="http://schemas.microsoft.com/office/drawing/2014/main" id="{BB3570E8-5084-4354-8F45-78C3951E7B3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64" name="Flowchart: Connector 5463">
                        <a:extLst>
                          <a:ext uri="{FF2B5EF4-FFF2-40B4-BE49-F238E27FC236}">
                            <a16:creationId xmlns:a16="http://schemas.microsoft.com/office/drawing/2014/main" id="{0865863A-025C-4472-86A0-D2B06486022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65" name="Flowchart: Connector 5464">
                        <a:extLst>
                          <a:ext uri="{FF2B5EF4-FFF2-40B4-BE49-F238E27FC236}">
                            <a16:creationId xmlns:a16="http://schemas.microsoft.com/office/drawing/2014/main" id="{0C2F363E-6B05-46AD-BC5C-D3C1DF2D977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66" name="Flowchart: Connector 5465">
                        <a:extLst>
                          <a:ext uri="{FF2B5EF4-FFF2-40B4-BE49-F238E27FC236}">
                            <a16:creationId xmlns:a16="http://schemas.microsoft.com/office/drawing/2014/main" id="{CAD74C33-6F66-412F-8BE7-4EB7DF71C9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67" name="Flowchart: Connector 5466">
                        <a:extLst>
                          <a:ext uri="{FF2B5EF4-FFF2-40B4-BE49-F238E27FC236}">
                            <a16:creationId xmlns:a16="http://schemas.microsoft.com/office/drawing/2014/main" id="{59AAAD4B-AE2B-4AAB-BE43-B8177E8A0B1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68" name="Flowchart: Connector 5467">
                        <a:extLst>
                          <a:ext uri="{FF2B5EF4-FFF2-40B4-BE49-F238E27FC236}">
                            <a16:creationId xmlns:a16="http://schemas.microsoft.com/office/drawing/2014/main" id="{23AF5FDA-2F0C-4184-8729-48BA62AF250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69" name="Flowchart: Connector 5468">
                        <a:extLst>
                          <a:ext uri="{FF2B5EF4-FFF2-40B4-BE49-F238E27FC236}">
                            <a16:creationId xmlns:a16="http://schemas.microsoft.com/office/drawing/2014/main" id="{6C97A400-4490-4E1C-ABE7-BF8A880E329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70" name="Flowchart: Connector 5469">
                        <a:extLst>
                          <a:ext uri="{FF2B5EF4-FFF2-40B4-BE49-F238E27FC236}">
                            <a16:creationId xmlns:a16="http://schemas.microsoft.com/office/drawing/2014/main" id="{AB5D8170-6BA4-46FC-8052-8AE02B31FDE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71" name="3D Model 5470" descr="Sphere">
                            <a:extLst>
                              <a:ext uri="{FF2B5EF4-FFF2-40B4-BE49-F238E27FC236}">
                                <a16:creationId xmlns:a16="http://schemas.microsoft.com/office/drawing/2014/main" id="{1196F5D7-2BE8-46D6-B4AD-47F99322ACC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16119041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8993" cy="15159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6"/>
                              </am3d:raster>
                              <am3d:objViewport viewportSz="170440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472" name="Flowchart: Connector 5471">
                        <a:extLst>
                          <a:ext uri="{FF2B5EF4-FFF2-40B4-BE49-F238E27FC236}">
                            <a16:creationId xmlns:a16="http://schemas.microsoft.com/office/drawing/2014/main" id="{D11FBE8A-0897-4664-871D-37ADD7562F7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73" name="3D Model 5472" descr="Sphere">
                            <a:extLst>
                              <a:ext uri="{FF2B5EF4-FFF2-40B4-BE49-F238E27FC236}">
                                <a16:creationId xmlns:a16="http://schemas.microsoft.com/office/drawing/2014/main" id="{C34ABBB5-3183-481A-A074-1A133E90B31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02170386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474" name="Flowchart: Connector 5473">
                        <a:extLst>
                          <a:ext uri="{FF2B5EF4-FFF2-40B4-BE49-F238E27FC236}">
                            <a16:creationId xmlns:a16="http://schemas.microsoft.com/office/drawing/2014/main" id="{25386BA3-5009-4BBD-9240-9EF74D7FFA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75" name="3D Model 5474" descr="Sphere">
                            <a:extLst>
                              <a:ext uri="{FF2B5EF4-FFF2-40B4-BE49-F238E27FC236}">
                                <a16:creationId xmlns:a16="http://schemas.microsoft.com/office/drawing/2014/main" id="{97CAAE0F-9808-4A82-91F2-7310DEEBD72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59830579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476" name="Flowchart: Connector 5475">
                        <a:extLst>
                          <a:ext uri="{FF2B5EF4-FFF2-40B4-BE49-F238E27FC236}">
                            <a16:creationId xmlns:a16="http://schemas.microsoft.com/office/drawing/2014/main" id="{273C387A-46C7-43C6-82A0-6A51F82B0D0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77" name="3D Model 5476" descr="Sphere">
                            <a:extLst>
                              <a:ext uri="{FF2B5EF4-FFF2-40B4-BE49-F238E27FC236}">
                                <a16:creationId xmlns:a16="http://schemas.microsoft.com/office/drawing/2014/main" id="{D3D046A7-5E34-4E38-A929-045CC006E4E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1853565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5679" cy="158211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3"/>
                              </am3d:raster>
                              <am3d:objViewport viewportSz="17176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5389" name="Flowchart: Connector 5388">
                    <a:extLst>
                      <a:ext uri="{FF2B5EF4-FFF2-40B4-BE49-F238E27FC236}">
                        <a16:creationId xmlns:a16="http://schemas.microsoft.com/office/drawing/2014/main" id="{059A96BB-2BF7-4EB4-BA0B-EA08D2CB8A1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390" name="Flowchart: Connector 5389">
                    <a:extLst>
                      <a:ext uri="{FF2B5EF4-FFF2-40B4-BE49-F238E27FC236}">
                        <a16:creationId xmlns:a16="http://schemas.microsoft.com/office/drawing/2014/main" id="{7525BEBE-C724-4547-8F4E-20701798407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391" name="Flowchart: Connector 5390">
                    <a:extLst>
                      <a:ext uri="{FF2B5EF4-FFF2-40B4-BE49-F238E27FC236}">
                        <a16:creationId xmlns:a16="http://schemas.microsoft.com/office/drawing/2014/main" id="{4A063F18-7751-46F7-97AE-F0AF135000D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392" name="Flowchart: Connector 5391">
                    <a:extLst>
                      <a:ext uri="{FF2B5EF4-FFF2-40B4-BE49-F238E27FC236}">
                        <a16:creationId xmlns:a16="http://schemas.microsoft.com/office/drawing/2014/main" id="{06E6E496-4B34-46AD-BD68-269212B6181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393" name="Flowchart: Connector 5392">
                    <a:extLst>
                      <a:ext uri="{FF2B5EF4-FFF2-40B4-BE49-F238E27FC236}">
                        <a16:creationId xmlns:a16="http://schemas.microsoft.com/office/drawing/2014/main" id="{6681ED25-3F8F-4316-B5CA-4487FE6915F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394" name="Flowchart: Connector 5393">
                    <a:extLst>
                      <a:ext uri="{FF2B5EF4-FFF2-40B4-BE49-F238E27FC236}">
                        <a16:creationId xmlns:a16="http://schemas.microsoft.com/office/drawing/2014/main" id="{CB2A9111-244E-446E-A283-8ECCC31B609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395" name="Flowchart: Connector 5394">
                    <a:extLst>
                      <a:ext uri="{FF2B5EF4-FFF2-40B4-BE49-F238E27FC236}">
                        <a16:creationId xmlns:a16="http://schemas.microsoft.com/office/drawing/2014/main" id="{B29C2F78-80B9-4D97-8776-D6478485782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396" name="Flowchart: Connector 5395">
                    <a:extLst>
                      <a:ext uri="{FF2B5EF4-FFF2-40B4-BE49-F238E27FC236}">
                        <a16:creationId xmlns:a16="http://schemas.microsoft.com/office/drawing/2014/main" id="{F79E3BCD-43ED-4F9E-A053-6DDF5C0039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5397" name="Group 5396">
                    <a:extLst>
                      <a:ext uri="{FF2B5EF4-FFF2-40B4-BE49-F238E27FC236}">
                        <a16:creationId xmlns:a16="http://schemas.microsoft.com/office/drawing/2014/main" id="{10C291B4-A73D-4AD6-9346-3DC851CB07F9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5398" name="Group 5397">
                      <a:extLst>
                        <a:ext uri="{FF2B5EF4-FFF2-40B4-BE49-F238E27FC236}">
                          <a16:creationId xmlns:a16="http://schemas.microsoft.com/office/drawing/2014/main" id="{4C11DBD1-9B4E-4368-9BF0-FF5040EC9E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5449" name="Flowchart: Connector 5448">
                        <a:extLst>
                          <a:ext uri="{FF2B5EF4-FFF2-40B4-BE49-F238E27FC236}">
                            <a16:creationId xmlns:a16="http://schemas.microsoft.com/office/drawing/2014/main" id="{F0239132-8A80-412A-9A40-F5407BBBEF7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50" name="3D Model 5449" descr="Sphere">
                            <a:extLst>
                              <a:ext uri="{FF2B5EF4-FFF2-40B4-BE49-F238E27FC236}">
                                <a16:creationId xmlns:a16="http://schemas.microsoft.com/office/drawing/2014/main" id="{C1A6639A-4FFD-42E8-A607-81C22C80A5E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98805449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8993" cy="151595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8"/>
                              </am3d:raster>
                              <am3d:objViewport viewportSz="17043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451" name="Flowchart: Connector 5450">
                        <a:extLst>
                          <a:ext uri="{FF2B5EF4-FFF2-40B4-BE49-F238E27FC236}">
                            <a16:creationId xmlns:a16="http://schemas.microsoft.com/office/drawing/2014/main" id="{639F29B0-89A9-47B3-8534-4F543D1ECF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52" name="3D Model 5451" descr="Sphere">
                            <a:extLst>
                              <a:ext uri="{FF2B5EF4-FFF2-40B4-BE49-F238E27FC236}">
                                <a16:creationId xmlns:a16="http://schemas.microsoft.com/office/drawing/2014/main" id="{4B16DD0F-6AA6-4F15-B0D5-53AD2F03817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7924405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453" name="Flowchart: Connector 5452">
                        <a:extLst>
                          <a:ext uri="{FF2B5EF4-FFF2-40B4-BE49-F238E27FC236}">
                            <a16:creationId xmlns:a16="http://schemas.microsoft.com/office/drawing/2014/main" id="{7D1B91A8-444C-46BC-8090-BC4A42D625D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54" name="3D Model 5453" descr="Sphere">
                            <a:extLst>
                              <a:ext uri="{FF2B5EF4-FFF2-40B4-BE49-F238E27FC236}">
                                <a16:creationId xmlns:a16="http://schemas.microsoft.com/office/drawing/2014/main" id="{73DECC3F-209D-4A8F-8A04-61BC6902C0E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15389004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455" name="Flowchart: Connector 5454">
                        <a:extLst>
                          <a:ext uri="{FF2B5EF4-FFF2-40B4-BE49-F238E27FC236}">
                            <a16:creationId xmlns:a16="http://schemas.microsoft.com/office/drawing/2014/main" id="{72C1A362-DACE-4733-98C9-AD4CCF4CC91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56" name="3D Model 5455" descr="Sphere">
                            <a:extLst>
                              <a:ext uri="{FF2B5EF4-FFF2-40B4-BE49-F238E27FC236}">
                                <a16:creationId xmlns:a16="http://schemas.microsoft.com/office/drawing/2014/main" id="{EE05CE58-FD95-403B-BBDD-8E1A14FB590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4314434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5678" cy="158211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3"/>
                              </am3d:raster>
                              <am3d:objViewport viewportSz="17176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5399" name="Group 5398">
                      <a:extLst>
                        <a:ext uri="{FF2B5EF4-FFF2-40B4-BE49-F238E27FC236}">
                          <a16:creationId xmlns:a16="http://schemas.microsoft.com/office/drawing/2014/main" id="{9715ADCA-FD59-43E3-A09A-DB4350FF277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5433" name="Flowchart: Connector 5432">
                        <a:extLst>
                          <a:ext uri="{FF2B5EF4-FFF2-40B4-BE49-F238E27FC236}">
                            <a16:creationId xmlns:a16="http://schemas.microsoft.com/office/drawing/2014/main" id="{0AD1DAEB-3E52-4EF8-B84A-DD5773812CA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34" name="Flowchart: Connector 5433">
                        <a:extLst>
                          <a:ext uri="{FF2B5EF4-FFF2-40B4-BE49-F238E27FC236}">
                            <a16:creationId xmlns:a16="http://schemas.microsoft.com/office/drawing/2014/main" id="{FA14357D-8743-4E1D-A25B-46D2083591D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35" name="Flowchart: Connector 5434">
                        <a:extLst>
                          <a:ext uri="{FF2B5EF4-FFF2-40B4-BE49-F238E27FC236}">
                            <a16:creationId xmlns:a16="http://schemas.microsoft.com/office/drawing/2014/main" id="{1A49BA80-8750-423E-BDE8-11D29580D51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36" name="Flowchart: Connector 5435">
                        <a:extLst>
                          <a:ext uri="{FF2B5EF4-FFF2-40B4-BE49-F238E27FC236}">
                            <a16:creationId xmlns:a16="http://schemas.microsoft.com/office/drawing/2014/main" id="{17303ED9-3A76-4471-8102-6B61FD38C51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37" name="Flowchart: Connector 5436">
                        <a:extLst>
                          <a:ext uri="{FF2B5EF4-FFF2-40B4-BE49-F238E27FC236}">
                            <a16:creationId xmlns:a16="http://schemas.microsoft.com/office/drawing/2014/main" id="{217E0412-5A28-47DC-8599-32B79D728C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38" name="Flowchart: Connector 5437">
                        <a:extLst>
                          <a:ext uri="{FF2B5EF4-FFF2-40B4-BE49-F238E27FC236}">
                            <a16:creationId xmlns:a16="http://schemas.microsoft.com/office/drawing/2014/main" id="{1356E4F5-455E-4E50-834F-BB33429AAF7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39" name="Flowchart: Connector 5438">
                        <a:extLst>
                          <a:ext uri="{FF2B5EF4-FFF2-40B4-BE49-F238E27FC236}">
                            <a16:creationId xmlns:a16="http://schemas.microsoft.com/office/drawing/2014/main" id="{15E6AD78-9B94-4381-8CFC-7C4859EE5A6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40" name="Flowchart: Connector 5439">
                        <a:extLst>
                          <a:ext uri="{FF2B5EF4-FFF2-40B4-BE49-F238E27FC236}">
                            <a16:creationId xmlns:a16="http://schemas.microsoft.com/office/drawing/2014/main" id="{0E82DF47-1E80-44B4-96BF-B6E0825DD57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41" name="Flowchart: Connector 5440">
                        <a:extLst>
                          <a:ext uri="{FF2B5EF4-FFF2-40B4-BE49-F238E27FC236}">
                            <a16:creationId xmlns:a16="http://schemas.microsoft.com/office/drawing/2014/main" id="{CAE701D5-76FF-4AC6-8D67-488183A3C6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42" name="3D Model 5441" descr="Sphere">
                            <a:extLst>
                              <a:ext uri="{FF2B5EF4-FFF2-40B4-BE49-F238E27FC236}">
                                <a16:creationId xmlns:a16="http://schemas.microsoft.com/office/drawing/2014/main" id="{BFF96E03-82BC-4CA4-BC2C-CF9CDC88E80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46072853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443" name="Flowchart: Connector 5442">
                        <a:extLst>
                          <a:ext uri="{FF2B5EF4-FFF2-40B4-BE49-F238E27FC236}">
                            <a16:creationId xmlns:a16="http://schemas.microsoft.com/office/drawing/2014/main" id="{6A4B16A7-FEC8-4CE3-972C-A014B056173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44" name="3D Model 5443" descr="Sphere">
                            <a:extLst>
                              <a:ext uri="{FF2B5EF4-FFF2-40B4-BE49-F238E27FC236}">
                                <a16:creationId xmlns:a16="http://schemas.microsoft.com/office/drawing/2014/main" id="{8B0258C1-5A73-49FA-A594-C087C8E70F8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65069277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445" name="Flowchart: Connector 5444">
                        <a:extLst>
                          <a:ext uri="{FF2B5EF4-FFF2-40B4-BE49-F238E27FC236}">
                            <a16:creationId xmlns:a16="http://schemas.microsoft.com/office/drawing/2014/main" id="{59761613-E157-44E5-8B61-82555415CF3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46" name="3D Model 5445" descr="Sphere">
                            <a:extLst>
                              <a:ext uri="{FF2B5EF4-FFF2-40B4-BE49-F238E27FC236}">
                                <a16:creationId xmlns:a16="http://schemas.microsoft.com/office/drawing/2014/main" id="{621CF6A5-0A1D-4928-BC12-ECA74174928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89581104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447" name="Flowchart: Connector 5446">
                        <a:extLst>
                          <a:ext uri="{FF2B5EF4-FFF2-40B4-BE49-F238E27FC236}">
                            <a16:creationId xmlns:a16="http://schemas.microsoft.com/office/drawing/2014/main" id="{0F6A8092-7604-4A0C-BCDF-1A90E253E4B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48" name="3D Model 5447" descr="Sphere">
                            <a:extLst>
                              <a:ext uri="{FF2B5EF4-FFF2-40B4-BE49-F238E27FC236}">
                                <a16:creationId xmlns:a16="http://schemas.microsoft.com/office/drawing/2014/main" id="{D6AF28A8-55F4-469F-B301-D8D3C10712E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61894402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5679" cy="158211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3"/>
                              </am3d:raster>
                              <am3d:objViewport viewportSz="17176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5400" name="Group 5399">
                      <a:extLst>
                        <a:ext uri="{FF2B5EF4-FFF2-40B4-BE49-F238E27FC236}">
                          <a16:creationId xmlns:a16="http://schemas.microsoft.com/office/drawing/2014/main" id="{604DAA95-92F2-4AD0-917B-AAAEBAA3C2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5417" name="Flowchart: Connector 5416">
                        <a:extLst>
                          <a:ext uri="{FF2B5EF4-FFF2-40B4-BE49-F238E27FC236}">
                            <a16:creationId xmlns:a16="http://schemas.microsoft.com/office/drawing/2014/main" id="{CE298820-136E-467A-BCFB-BE93E6401CE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18" name="Flowchart: Connector 5417">
                        <a:extLst>
                          <a:ext uri="{FF2B5EF4-FFF2-40B4-BE49-F238E27FC236}">
                            <a16:creationId xmlns:a16="http://schemas.microsoft.com/office/drawing/2014/main" id="{D5AB4C7D-6154-48C2-910B-93DE9C9B927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19" name="Flowchart: Connector 5418">
                        <a:extLst>
                          <a:ext uri="{FF2B5EF4-FFF2-40B4-BE49-F238E27FC236}">
                            <a16:creationId xmlns:a16="http://schemas.microsoft.com/office/drawing/2014/main" id="{CA30737F-035D-448A-A4C2-99A4E13D74F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20" name="Flowchart: Connector 5419">
                        <a:extLst>
                          <a:ext uri="{FF2B5EF4-FFF2-40B4-BE49-F238E27FC236}">
                            <a16:creationId xmlns:a16="http://schemas.microsoft.com/office/drawing/2014/main" id="{7DA9CE82-64A0-41F5-B987-B8C479E5489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21" name="Flowchart: Connector 5420">
                        <a:extLst>
                          <a:ext uri="{FF2B5EF4-FFF2-40B4-BE49-F238E27FC236}">
                            <a16:creationId xmlns:a16="http://schemas.microsoft.com/office/drawing/2014/main" id="{76629472-52DC-43D3-A794-79D986B7663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22" name="Flowchart: Connector 5421">
                        <a:extLst>
                          <a:ext uri="{FF2B5EF4-FFF2-40B4-BE49-F238E27FC236}">
                            <a16:creationId xmlns:a16="http://schemas.microsoft.com/office/drawing/2014/main" id="{2FDFC518-01E4-46B5-B82F-B3814C74505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23" name="Flowchart: Connector 5422">
                        <a:extLst>
                          <a:ext uri="{FF2B5EF4-FFF2-40B4-BE49-F238E27FC236}">
                            <a16:creationId xmlns:a16="http://schemas.microsoft.com/office/drawing/2014/main" id="{7E390BDB-FAEE-4E02-9FD6-63907E4864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24" name="Flowchart: Connector 5423">
                        <a:extLst>
                          <a:ext uri="{FF2B5EF4-FFF2-40B4-BE49-F238E27FC236}">
                            <a16:creationId xmlns:a16="http://schemas.microsoft.com/office/drawing/2014/main" id="{344FBDB9-1287-45CB-85AC-91A6C4D4E9E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425" name="Flowchart: Connector 5424">
                        <a:extLst>
                          <a:ext uri="{FF2B5EF4-FFF2-40B4-BE49-F238E27FC236}">
                            <a16:creationId xmlns:a16="http://schemas.microsoft.com/office/drawing/2014/main" id="{29B27550-132A-495C-B953-E4522E3C30D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26" name="3D Model 5425" descr="Sphere">
                            <a:extLst>
                              <a:ext uri="{FF2B5EF4-FFF2-40B4-BE49-F238E27FC236}">
                                <a16:creationId xmlns:a16="http://schemas.microsoft.com/office/drawing/2014/main" id="{576415C5-D539-40E0-AA2A-A4145197B11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18607637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427" name="Flowchart: Connector 5426">
                        <a:extLst>
                          <a:ext uri="{FF2B5EF4-FFF2-40B4-BE49-F238E27FC236}">
                            <a16:creationId xmlns:a16="http://schemas.microsoft.com/office/drawing/2014/main" id="{A349106D-6868-4A01-BE47-660184415C5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28" name="3D Model 5427" descr="Sphere">
                            <a:extLst>
                              <a:ext uri="{FF2B5EF4-FFF2-40B4-BE49-F238E27FC236}">
                                <a16:creationId xmlns:a16="http://schemas.microsoft.com/office/drawing/2014/main" id="{AC75F5D3-2840-489D-AAB9-2FDE4B0619D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3892314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429" name="Flowchart: Connector 5428">
                        <a:extLst>
                          <a:ext uri="{FF2B5EF4-FFF2-40B4-BE49-F238E27FC236}">
                            <a16:creationId xmlns:a16="http://schemas.microsoft.com/office/drawing/2014/main" id="{BD953949-6CC8-4C7E-91BD-F8428F74497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30" name="3D Model 5429" descr="Sphere">
                            <a:extLst>
                              <a:ext uri="{FF2B5EF4-FFF2-40B4-BE49-F238E27FC236}">
                                <a16:creationId xmlns:a16="http://schemas.microsoft.com/office/drawing/2014/main" id="{4B1895F0-1748-4666-B903-B4E604C183A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0266578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72785" cy="165686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1"/>
                              </am3d:raster>
                              <am3d:objViewport viewportSz="18628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431" name="Flowchart: Connector 5430">
                        <a:extLst>
                          <a:ext uri="{FF2B5EF4-FFF2-40B4-BE49-F238E27FC236}">
                            <a16:creationId xmlns:a16="http://schemas.microsoft.com/office/drawing/2014/main" id="{36E91C7F-AAA6-42F6-BA81-739EFD48CF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432" name="3D Model 5431" descr="Sphere">
                            <a:extLst>
                              <a:ext uri="{FF2B5EF4-FFF2-40B4-BE49-F238E27FC236}">
                                <a16:creationId xmlns:a16="http://schemas.microsoft.com/office/drawing/2014/main" id="{CE4EF03D-9DC2-47A1-9ABC-5487F47690D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2662177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5679" cy="158211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23"/>
                              </am3d:raster>
                              <am3d:objViewport viewportSz="17176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5401" name="Flowchart: Connector 5400">
                      <a:extLst>
                        <a:ext uri="{FF2B5EF4-FFF2-40B4-BE49-F238E27FC236}">
                          <a16:creationId xmlns:a16="http://schemas.microsoft.com/office/drawing/2014/main" id="{815C2AE6-49D4-4466-999F-FF9A7C39A20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02" name="Flowchart: Connector 5401">
                      <a:extLst>
                        <a:ext uri="{FF2B5EF4-FFF2-40B4-BE49-F238E27FC236}">
                          <a16:creationId xmlns:a16="http://schemas.microsoft.com/office/drawing/2014/main" id="{660321A6-6F70-4F43-A4EF-D865F9DC504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03" name="Flowchart: Connector 5402">
                      <a:extLst>
                        <a:ext uri="{FF2B5EF4-FFF2-40B4-BE49-F238E27FC236}">
                          <a16:creationId xmlns:a16="http://schemas.microsoft.com/office/drawing/2014/main" id="{58755FF5-7035-4F2A-8DC1-9E0C4D00804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04" name="Flowchart: Connector 5403">
                      <a:extLst>
                        <a:ext uri="{FF2B5EF4-FFF2-40B4-BE49-F238E27FC236}">
                          <a16:creationId xmlns:a16="http://schemas.microsoft.com/office/drawing/2014/main" id="{EDDFE9CA-F6E4-4BA6-8CF6-1B24BA0C426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05" name="Flowchart: Connector 5404">
                      <a:extLst>
                        <a:ext uri="{FF2B5EF4-FFF2-40B4-BE49-F238E27FC236}">
                          <a16:creationId xmlns:a16="http://schemas.microsoft.com/office/drawing/2014/main" id="{915C0DAD-B0D1-4844-9B86-9D990061411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06" name="Flowchart: Connector 5405">
                      <a:extLst>
                        <a:ext uri="{FF2B5EF4-FFF2-40B4-BE49-F238E27FC236}">
                          <a16:creationId xmlns:a16="http://schemas.microsoft.com/office/drawing/2014/main" id="{42F6ECEB-119D-4026-A3D2-352F91C2C23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07" name="Flowchart: Connector 5406">
                      <a:extLst>
                        <a:ext uri="{FF2B5EF4-FFF2-40B4-BE49-F238E27FC236}">
                          <a16:creationId xmlns:a16="http://schemas.microsoft.com/office/drawing/2014/main" id="{06ECE778-67B3-4447-9A21-CECB17B347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08" name="Flowchart: Connector 5407">
                      <a:extLst>
                        <a:ext uri="{FF2B5EF4-FFF2-40B4-BE49-F238E27FC236}">
                          <a16:creationId xmlns:a16="http://schemas.microsoft.com/office/drawing/2014/main" id="{5813C924-AEF2-4009-99D1-5EC8762AE51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409" name="Flowchart: Connector 5408">
                      <a:extLst>
                        <a:ext uri="{FF2B5EF4-FFF2-40B4-BE49-F238E27FC236}">
                          <a16:creationId xmlns:a16="http://schemas.microsoft.com/office/drawing/2014/main" id="{16C3FE78-7137-4691-B34E-806D7C61A8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410" name="3D Model 5409" descr="Sphere">
                          <a:extLst>
                            <a:ext uri="{FF2B5EF4-FFF2-40B4-BE49-F238E27FC236}">
                              <a16:creationId xmlns:a16="http://schemas.microsoft.com/office/drawing/2014/main" id="{1DBAB37A-7F0E-454E-BFC6-553336F9AE26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812693429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8993" cy="151596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29"/>
                            </am3d:raster>
                            <am3d:objViewport viewportSz="1561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411" name="Flowchart: Connector 5410">
                      <a:extLst>
                        <a:ext uri="{FF2B5EF4-FFF2-40B4-BE49-F238E27FC236}">
                          <a16:creationId xmlns:a16="http://schemas.microsoft.com/office/drawing/2014/main" id="{B15D76C1-68E8-47F6-A0A1-EEE52C3F579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412" name="3D Model 5411" descr="Sphere">
                          <a:extLst>
                            <a:ext uri="{FF2B5EF4-FFF2-40B4-BE49-F238E27FC236}">
                              <a16:creationId xmlns:a16="http://schemas.microsoft.com/office/drawing/2014/main" id="{323EE0AA-D818-4EA7-9619-53F46D96378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633121056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8993" cy="151596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26"/>
                            </am3d:raster>
                            <am3d:objViewport viewportSz="170440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413" name="Flowchart: Connector 5412">
                      <a:extLst>
                        <a:ext uri="{FF2B5EF4-FFF2-40B4-BE49-F238E27FC236}">
                          <a16:creationId xmlns:a16="http://schemas.microsoft.com/office/drawing/2014/main" id="{1A3C2EFD-836F-449F-9FD0-01F54AA1930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414" name="3D Model 5413" descr="Sphere">
                          <a:extLst>
                            <a:ext uri="{FF2B5EF4-FFF2-40B4-BE49-F238E27FC236}">
                              <a16:creationId xmlns:a16="http://schemas.microsoft.com/office/drawing/2014/main" id="{71BC3A3C-3ADC-4A2A-BC1A-EAE383A0B6FA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848362752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72785" cy="165686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21"/>
                            </am3d:raster>
                            <am3d:objViewport viewportSz="18628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415" name="Flowchart: Connector 5414">
                      <a:extLst>
                        <a:ext uri="{FF2B5EF4-FFF2-40B4-BE49-F238E27FC236}">
                          <a16:creationId xmlns:a16="http://schemas.microsoft.com/office/drawing/2014/main" id="{F3E62F4C-EFA8-46ED-90C8-A2E6B9B3EA9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416" name="3D Model 5415" descr="Sphere">
                          <a:extLst>
                            <a:ext uri="{FF2B5EF4-FFF2-40B4-BE49-F238E27FC236}">
                              <a16:creationId xmlns:a16="http://schemas.microsoft.com/office/drawing/2014/main" id="{49E045E5-5A35-4617-A310-8198E3A0EA3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166688277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5679" cy="158211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23"/>
                            </am3d:raster>
                            <am3d:objViewport viewportSz="17176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5366" name="Freeform: Shape 5365">
                  <a:extLst>
                    <a:ext uri="{FF2B5EF4-FFF2-40B4-BE49-F238E27FC236}">
                      <a16:creationId xmlns:a16="http://schemas.microsoft.com/office/drawing/2014/main" id="{287074FC-1B20-495D-BF4A-85B2531CE8B1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67" name="Freeform: Shape 5366">
                  <a:extLst>
                    <a:ext uri="{FF2B5EF4-FFF2-40B4-BE49-F238E27FC236}">
                      <a16:creationId xmlns:a16="http://schemas.microsoft.com/office/drawing/2014/main" id="{35C61E04-D0F4-4C46-AC97-12DCF8FECF3D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68" name="Freeform: Shape 5367">
                  <a:extLst>
                    <a:ext uri="{FF2B5EF4-FFF2-40B4-BE49-F238E27FC236}">
                      <a16:creationId xmlns:a16="http://schemas.microsoft.com/office/drawing/2014/main" id="{019C9A0D-264E-4A67-A45F-5985A5A7B4BF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69" name="Freeform: Shape 5368">
                  <a:extLst>
                    <a:ext uri="{FF2B5EF4-FFF2-40B4-BE49-F238E27FC236}">
                      <a16:creationId xmlns:a16="http://schemas.microsoft.com/office/drawing/2014/main" id="{C96CF41C-81D0-428A-A8A1-EB63CE6175D5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70" name="Freeform: Shape 5369">
                  <a:extLst>
                    <a:ext uri="{FF2B5EF4-FFF2-40B4-BE49-F238E27FC236}">
                      <a16:creationId xmlns:a16="http://schemas.microsoft.com/office/drawing/2014/main" id="{D2704EDB-7D80-4288-BAAD-62B8531ECDDD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71" name="Freeform: Shape 5370">
                  <a:extLst>
                    <a:ext uri="{FF2B5EF4-FFF2-40B4-BE49-F238E27FC236}">
                      <a16:creationId xmlns:a16="http://schemas.microsoft.com/office/drawing/2014/main" id="{F7DBF315-A0D3-4E92-AB13-133F051E8961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72" name="Freeform: Shape 5371">
                  <a:extLst>
                    <a:ext uri="{FF2B5EF4-FFF2-40B4-BE49-F238E27FC236}">
                      <a16:creationId xmlns:a16="http://schemas.microsoft.com/office/drawing/2014/main" id="{4B993D48-67E8-48A2-ADCE-AAE53FC3C17F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73" name="Freeform: Shape 5372">
                  <a:extLst>
                    <a:ext uri="{FF2B5EF4-FFF2-40B4-BE49-F238E27FC236}">
                      <a16:creationId xmlns:a16="http://schemas.microsoft.com/office/drawing/2014/main" id="{BC1ABD2B-4FF8-4592-B586-C02DC6F42FF9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74" name="Freeform: Shape 5373">
                  <a:extLst>
                    <a:ext uri="{FF2B5EF4-FFF2-40B4-BE49-F238E27FC236}">
                      <a16:creationId xmlns:a16="http://schemas.microsoft.com/office/drawing/2014/main" id="{F15759F1-3215-4369-A06C-962398D2DB9A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75" name="Freeform: Shape 5374">
                  <a:extLst>
                    <a:ext uri="{FF2B5EF4-FFF2-40B4-BE49-F238E27FC236}">
                      <a16:creationId xmlns:a16="http://schemas.microsoft.com/office/drawing/2014/main" id="{DA57C224-A4D2-46A5-9695-4D411AB56A70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76" name="Freeform: Shape 5375">
                  <a:extLst>
                    <a:ext uri="{FF2B5EF4-FFF2-40B4-BE49-F238E27FC236}">
                      <a16:creationId xmlns:a16="http://schemas.microsoft.com/office/drawing/2014/main" id="{471A8F70-3A1E-41DA-9379-D816C291159A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77" name="Freeform: Shape 5376">
                  <a:extLst>
                    <a:ext uri="{FF2B5EF4-FFF2-40B4-BE49-F238E27FC236}">
                      <a16:creationId xmlns:a16="http://schemas.microsoft.com/office/drawing/2014/main" id="{C8197E0E-A431-4E32-8809-D076F356DDD1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5362" name="Freeform: Shape 5361">
                <a:extLst>
                  <a:ext uri="{FF2B5EF4-FFF2-40B4-BE49-F238E27FC236}">
                    <a16:creationId xmlns:a16="http://schemas.microsoft.com/office/drawing/2014/main" id="{2BC89334-2698-4E9F-956A-515E7A6B9324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5363" name="Freeform: Shape 5362">
                <a:extLst>
                  <a:ext uri="{FF2B5EF4-FFF2-40B4-BE49-F238E27FC236}">
                    <a16:creationId xmlns:a16="http://schemas.microsoft.com/office/drawing/2014/main" id="{BE90069C-B1F4-4258-9C65-53934DC31C26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5364" name="Freeform: Shape 5363">
                <a:extLst>
                  <a:ext uri="{FF2B5EF4-FFF2-40B4-BE49-F238E27FC236}">
                    <a16:creationId xmlns:a16="http://schemas.microsoft.com/office/drawing/2014/main" id="{C20CD708-F6F3-452A-8C4E-4C82D3D0F37B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sp>
          <p:nvSpPr>
            <p:cNvPr id="5660" name="Curved Up Arrow 1">
              <a:extLst>
                <a:ext uri="{FF2B5EF4-FFF2-40B4-BE49-F238E27FC236}">
                  <a16:creationId xmlns:a16="http://schemas.microsoft.com/office/drawing/2014/main" id="{7EBCDE9F-7FEA-4EE4-A9D9-378E8BF32C41}"/>
                </a:ext>
              </a:extLst>
            </p:cNvPr>
            <p:cNvSpPr/>
            <p:nvPr/>
          </p:nvSpPr>
          <p:spPr>
            <a:xfrm rot="9442209" flipH="1">
              <a:off x="1825791" y="4660835"/>
              <a:ext cx="1383136" cy="640191"/>
            </a:xfrm>
            <a:custGeom>
              <a:avLst/>
              <a:gdLst>
                <a:gd name="connsiteX0" fmla="*/ 467810 w 635736"/>
                <a:gd name="connsiteY0" fmla="*/ 0 h 731523"/>
                <a:gd name="connsiteX1" fmla="*/ 635736 w 635736"/>
                <a:gd name="connsiteY1" fmla="*/ 182880 h 731523"/>
                <a:gd name="connsiteX2" fmla="*/ 544296 w 635736"/>
                <a:gd name="connsiteY2" fmla="*/ 182880 h 731523"/>
                <a:gd name="connsiteX3" fmla="*/ 87404 w 635736"/>
                <a:gd name="connsiteY3" fmla="*/ 731520 h 731523"/>
                <a:gd name="connsiteX4" fmla="*/ 0 w 635736"/>
                <a:gd name="connsiteY4" fmla="*/ 731520 h 731523"/>
                <a:gd name="connsiteX5" fmla="*/ 0 w 635736"/>
                <a:gd name="connsiteY5" fmla="*/ 718075 h 731523"/>
                <a:gd name="connsiteX6" fmla="*/ 0 w 635736"/>
                <a:gd name="connsiteY6" fmla="*/ 716278 h 731523"/>
                <a:gd name="connsiteX7" fmla="*/ 361416 w 635736"/>
                <a:gd name="connsiteY7" fmla="*/ 182880 h 731523"/>
                <a:gd name="connsiteX8" fmla="*/ 269976 w 635736"/>
                <a:gd name="connsiteY8" fmla="*/ 182880 h 731523"/>
                <a:gd name="connsiteX9" fmla="*/ 467810 w 635736"/>
                <a:gd name="connsiteY9" fmla="*/ 0 h 731523"/>
                <a:gd name="connsiteX0" fmla="*/ 467810 w 635736"/>
                <a:gd name="connsiteY0" fmla="*/ 0 h 731523"/>
                <a:gd name="connsiteX1" fmla="*/ 635736 w 635736"/>
                <a:gd name="connsiteY1" fmla="*/ 182880 h 731523"/>
                <a:gd name="connsiteX2" fmla="*/ 544296 w 635736"/>
                <a:gd name="connsiteY2" fmla="*/ 182880 h 731523"/>
                <a:gd name="connsiteX3" fmla="*/ 87404 w 635736"/>
                <a:gd name="connsiteY3" fmla="*/ 731520 h 731523"/>
                <a:gd name="connsiteX4" fmla="*/ 0 w 635736"/>
                <a:gd name="connsiteY4" fmla="*/ 731520 h 731523"/>
                <a:gd name="connsiteX5" fmla="*/ 0 w 635736"/>
                <a:gd name="connsiteY5" fmla="*/ 716278 h 731523"/>
                <a:gd name="connsiteX6" fmla="*/ 361416 w 635736"/>
                <a:gd name="connsiteY6" fmla="*/ 182880 h 731523"/>
                <a:gd name="connsiteX7" fmla="*/ 269976 w 635736"/>
                <a:gd name="connsiteY7" fmla="*/ 182880 h 731523"/>
                <a:gd name="connsiteX8" fmla="*/ 467810 w 635736"/>
                <a:gd name="connsiteY8" fmla="*/ 0 h 731523"/>
                <a:gd name="connsiteX0" fmla="*/ 582986 w 750912"/>
                <a:gd name="connsiteY0" fmla="*/ 0 h 736598"/>
                <a:gd name="connsiteX1" fmla="*/ 750912 w 750912"/>
                <a:gd name="connsiteY1" fmla="*/ 182880 h 736598"/>
                <a:gd name="connsiteX2" fmla="*/ 659472 w 750912"/>
                <a:gd name="connsiteY2" fmla="*/ 182880 h 736598"/>
                <a:gd name="connsiteX3" fmla="*/ 202580 w 750912"/>
                <a:gd name="connsiteY3" fmla="*/ 731520 h 736598"/>
                <a:gd name="connsiteX4" fmla="*/ 0 w 750912"/>
                <a:gd name="connsiteY4" fmla="*/ 736598 h 736598"/>
                <a:gd name="connsiteX5" fmla="*/ 115176 w 750912"/>
                <a:gd name="connsiteY5" fmla="*/ 716278 h 736598"/>
                <a:gd name="connsiteX6" fmla="*/ 476592 w 750912"/>
                <a:gd name="connsiteY6" fmla="*/ 182880 h 736598"/>
                <a:gd name="connsiteX7" fmla="*/ 385152 w 750912"/>
                <a:gd name="connsiteY7" fmla="*/ 182880 h 736598"/>
                <a:gd name="connsiteX8" fmla="*/ 582986 w 750912"/>
                <a:gd name="connsiteY8" fmla="*/ 0 h 736598"/>
                <a:gd name="connsiteX0" fmla="*/ 582986 w 750912"/>
                <a:gd name="connsiteY0" fmla="*/ 0 h 736598"/>
                <a:gd name="connsiteX1" fmla="*/ 750912 w 750912"/>
                <a:gd name="connsiteY1" fmla="*/ 182880 h 736598"/>
                <a:gd name="connsiteX2" fmla="*/ 659472 w 750912"/>
                <a:gd name="connsiteY2" fmla="*/ 182880 h 736598"/>
                <a:gd name="connsiteX3" fmla="*/ 202580 w 750912"/>
                <a:gd name="connsiteY3" fmla="*/ 731520 h 736598"/>
                <a:gd name="connsiteX4" fmla="*/ 0 w 750912"/>
                <a:gd name="connsiteY4" fmla="*/ 736598 h 736598"/>
                <a:gd name="connsiteX5" fmla="*/ 115176 w 750912"/>
                <a:gd name="connsiteY5" fmla="*/ 716278 h 736598"/>
                <a:gd name="connsiteX6" fmla="*/ 476592 w 750912"/>
                <a:gd name="connsiteY6" fmla="*/ 182880 h 736598"/>
                <a:gd name="connsiteX7" fmla="*/ 385152 w 750912"/>
                <a:gd name="connsiteY7" fmla="*/ 182880 h 736598"/>
                <a:gd name="connsiteX8" fmla="*/ 582986 w 750912"/>
                <a:gd name="connsiteY8" fmla="*/ 0 h 736598"/>
                <a:gd name="connsiteX0" fmla="*/ 582986 w 750912"/>
                <a:gd name="connsiteY0" fmla="*/ 0 h 736598"/>
                <a:gd name="connsiteX1" fmla="*/ 750912 w 750912"/>
                <a:gd name="connsiteY1" fmla="*/ 182880 h 736598"/>
                <a:gd name="connsiteX2" fmla="*/ 659472 w 750912"/>
                <a:gd name="connsiteY2" fmla="*/ 182880 h 736598"/>
                <a:gd name="connsiteX3" fmla="*/ 202580 w 750912"/>
                <a:gd name="connsiteY3" fmla="*/ 731520 h 736598"/>
                <a:gd name="connsiteX4" fmla="*/ 0 w 750912"/>
                <a:gd name="connsiteY4" fmla="*/ 736598 h 736598"/>
                <a:gd name="connsiteX5" fmla="*/ 115176 w 750912"/>
                <a:gd name="connsiteY5" fmla="*/ 716278 h 736598"/>
                <a:gd name="connsiteX6" fmla="*/ 476592 w 750912"/>
                <a:gd name="connsiteY6" fmla="*/ 182880 h 736598"/>
                <a:gd name="connsiteX7" fmla="*/ 385152 w 750912"/>
                <a:gd name="connsiteY7" fmla="*/ 182880 h 736598"/>
                <a:gd name="connsiteX8" fmla="*/ 582986 w 750912"/>
                <a:gd name="connsiteY8" fmla="*/ 0 h 736598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35657 w 883989"/>
                <a:gd name="connsiteY3" fmla="*/ 731520 h 946640"/>
                <a:gd name="connsiteX4" fmla="*/ 0 w 883989"/>
                <a:gd name="connsiteY4" fmla="*/ 946640 h 946640"/>
                <a:gd name="connsiteX5" fmla="*/ 248253 w 883989"/>
                <a:gd name="connsiteY5" fmla="*/ 716278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8253 w 883989"/>
                <a:gd name="connsiteY5" fmla="*/ 716278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8253 w 883989"/>
                <a:gd name="connsiteY5" fmla="*/ 716278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8253 w 883989"/>
                <a:gd name="connsiteY5" fmla="*/ 716278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8253 w 883989"/>
                <a:gd name="connsiteY5" fmla="*/ 716278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2470 w 883989"/>
                <a:gd name="connsiteY5" fmla="*/ 741896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2470 w 883989"/>
                <a:gd name="connsiteY5" fmla="*/ 741896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2470 w 883989"/>
                <a:gd name="connsiteY5" fmla="*/ 741896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55597 w 883989"/>
                <a:gd name="connsiteY5" fmla="*/ 758442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55597 w 883989"/>
                <a:gd name="connsiteY5" fmla="*/ 758442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55597 w 883989"/>
                <a:gd name="connsiteY5" fmla="*/ 758442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55597 w 883989"/>
                <a:gd name="connsiteY5" fmla="*/ 758442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55597 w 883989"/>
                <a:gd name="connsiteY5" fmla="*/ 758442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55597 w 883989"/>
                <a:gd name="connsiteY5" fmla="*/ 758442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3989" h="946640">
                  <a:moveTo>
                    <a:pt x="716063" y="0"/>
                  </a:moveTo>
                  <a:lnTo>
                    <a:pt x="883989" y="182880"/>
                  </a:lnTo>
                  <a:lnTo>
                    <a:pt x="792549" y="182880"/>
                  </a:lnTo>
                  <a:cubicBezTo>
                    <a:pt x="737882" y="511774"/>
                    <a:pt x="601892" y="655886"/>
                    <a:pt x="356126" y="790228"/>
                  </a:cubicBezTo>
                  <a:cubicBezTo>
                    <a:pt x="248733" y="843028"/>
                    <a:pt x="67527" y="944947"/>
                    <a:pt x="0" y="946640"/>
                  </a:cubicBezTo>
                  <a:cubicBezTo>
                    <a:pt x="38392" y="939867"/>
                    <a:pt x="169929" y="830850"/>
                    <a:pt x="255597" y="758442"/>
                  </a:cubicBezTo>
                  <a:cubicBezTo>
                    <a:pt x="451071" y="611157"/>
                    <a:pt x="564690" y="453492"/>
                    <a:pt x="609669" y="182880"/>
                  </a:cubicBezTo>
                  <a:lnTo>
                    <a:pt x="518229" y="182880"/>
                  </a:lnTo>
                  <a:lnTo>
                    <a:pt x="716063" y="0"/>
                  </a:lnTo>
                  <a:close/>
                </a:path>
              </a:pathLst>
            </a:custGeom>
            <a:solidFill>
              <a:srgbClr val="0070C0"/>
            </a:soli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>
              <a:bevelT w="114300" prst="artDeco"/>
            </a:sp3d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IN"/>
            </a:p>
          </p:txBody>
        </p:sp>
        <p:sp>
          <p:nvSpPr>
            <p:cNvPr id="5661" name="Rectangle 5660">
              <a:extLst>
                <a:ext uri="{FF2B5EF4-FFF2-40B4-BE49-F238E27FC236}">
                  <a16:creationId xmlns:a16="http://schemas.microsoft.com/office/drawing/2014/main" id="{5EDFFDCE-3623-4A1B-9650-15AAEB27BA72}"/>
                </a:ext>
              </a:extLst>
            </p:cNvPr>
            <p:cNvSpPr/>
            <p:nvPr/>
          </p:nvSpPr>
          <p:spPr>
            <a:xfrm>
              <a:off x="4971300" y="6311559"/>
              <a:ext cx="2635623" cy="86086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grpSp>
          <p:nvGrpSpPr>
            <p:cNvPr id="5662" name="Group 5661">
              <a:extLst>
                <a:ext uri="{FF2B5EF4-FFF2-40B4-BE49-F238E27FC236}">
                  <a16:creationId xmlns:a16="http://schemas.microsoft.com/office/drawing/2014/main" id="{9BF5CDA9-A5A2-4D70-A0A9-E5761B65E61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965954" y="5862986"/>
              <a:ext cx="521735" cy="419131"/>
              <a:chOff x="558227" y="4289344"/>
              <a:chExt cx="2384501" cy="2135404"/>
            </a:xfrm>
          </p:grpSpPr>
          <p:grpSp>
            <p:nvGrpSpPr>
              <p:cNvPr id="5663" name="Group 5662">
                <a:extLst>
                  <a:ext uri="{FF2B5EF4-FFF2-40B4-BE49-F238E27FC236}">
                    <a16:creationId xmlns:a16="http://schemas.microsoft.com/office/drawing/2014/main" id="{2B8B7703-83AB-4225-A59A-6C1AA44A7289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5667" name="Group 5666">
                  <a:extLst>
                    <a:ext uri="{FF2B5EF4-FFF2-40B4-BE49-F238E27FC236}">
                      <a16:creationId xmlns:a16="http://schemas.microsoft.com/office/drawing/2014/main" id="{B364DD56-B4E7-4366-8525-6A90CCB58C43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5680" name="Group 5679">
                    <a:extLst>
                      <a:ext uri="{FF2B5EF4-FFF2-40B4-BE49-F238E27FC236}">
                        <a16:creationId xmlns:a16="http://schemas.microsoft.com/office/drawing/2014/main" id="{7236741D-44F9-450C-9395-47433FD3D8D1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5901" name="Group 5900">
                      <a:extLst>
                        <a:ext uri="{FF2B5EF4-FFF2-40B4-BE49-F238E27FC236}">
                          <a16:creationId xmlns:a16="http://schemas.microsoft.com/office/drawing/2014/main" id="{CD746957-F583-427B-824D-AECF7AA458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5958" name="Flowchart: Connector 5957">
                        <a:extLst>
                          <a:ext uri="{FF2B5EF4-FFF2-40B4-BE49-F238E27FC236}">
                            <a16:creationId xmlns:a16="http://schemas.microsoft.com/office/drawing/2014/main" id="{61E20569-45BC-4CBB-BDB8-179B0747FB4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59" name="Flowchart: Connector 5958">
                        <a:extLst>
                          <a:ext uri="{FF2B5EF4-FFF2-40B4-BE49-F238E27FC236}">
                            <a16:creationId xmlns:a16="http://schemas.microsoft.com/office/drawing/2014/main" id="{17BCEBE1-2E63-4827-B738-D0AAC4573C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60" name="Flowchart: Connector 5959">
                        <a:extLst>
                          <a:ext uri="{FF2B5EF4-FFF2-40B4-BE49-F238E27FC236}">
                            <a16:creationId xmlns:a16="http://schemas.microsoft.com/office/drawing/2014/main" id="{AF92A2F1-D2E9-4715-BACA-FB1F6261668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61" name="Flowchart: Connector 5960">
                        <a:extLst>
                          <a:ext uri="{FF2B5EF4-FFF2-40B4-BE49-F238E27FC236}">
                            <a16:creationId xmlns:a16="http://schemas.microsoft.com/office/drawing/2014/main" id="{74790F12-C331-4012-8777-1F7C0D8FD8A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5902" name="Group 5901">
                      <a:extLst>
                        <a:ext uri="{FF2B5EF4-FFF2-40B4-BE49-F238E27FC236}">
                          <a16:creationId xmlns:a16="http://schemas.microsoft.com/office/drawing/2014/main" id="{9F9CE3A2-65B4-440F-8F62-4C19BAB96E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5903" name="Group 5902">
                        <a:extLst>
                          <a:ext uri="{FF2B5EF4-FFF2-40B4-BE49-F238E27FC236}">
                            <a16:creationId xmlns:a16="http://schemas.microsoft.com/office/drawing/2014/main" id="{5A363CE9-C3F0-4B60-B026-7D38D5EAA6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51" name="3D Model 5950" descr="Sphere">
                              <a:extLst>
                                <a:ext uri="{FF2B5EF4-FFF2-40B4-BE49-F238E27FC236}">
                                  <a16:creationId xmlns:a16="http://schemas.microsoft.com/office/drawing/2014/main" id="{9549F588-B317-4ACA-9B78-4129D0A29A3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0150766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952" name="Flowchart: Connector 5951">
                          <a:extLst>
                            <a:ext uri="{FF2B5EF4-FFF2-40B4-BE49-F238E27FC236}">
                              <a16:creationId xmlns:a16="http://schemas.microsoft.com/office/drawing/2014/main" id="{107CF948-4B5A-4BBA-9103-73036D30FFA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53" name="3D Model 5952" descr="Sphere">
                              <a:extLst>
                                <a:ext uri="{FF2B5EF4-FFF2-40B4-BE49-F238E27FC236}">
                                  <a16:creationId xmlns:a16="http://schemas.microsoft.com/office/drawing/2014/main" id="{E0076160-C6AB-4873-8AB0-80CB549BA71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8268868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954" name="Flowchart: Connector 5953">
                          <a:extLst>
                            <a:ext uri="{FF2B5EF4-FFF2-40B4-BE49-F238E27FC236}">
                              <a16:creationId xmlns:a16="http://schemas.microsoft.com/office/drawing/2014/main" id="{D218D384-072A-477C-89C5-33BC1BA0440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55" name="3D Model 5954" descr="Sphere">
                              <a:extLst>
                                <a:ext uri="{FF2B5EF4-FFF2-40B4-BE49-F238E27FC236}">
                                  <a16:creationId xmlns:a16="http://schemas.microsoft.com/office/drawing/2014/main" id="{6CC2F6FF-9B88-4C2C-866D-6A00292A717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756831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956" name="Flowchart: Connector 5955">
                          <a:extLst>
                            <a:ext uri="{FF2B5EF4-FFF2-40B4-BE49-F238E27FC236}">
                              <a16:creationId xmlns:a16="http://schemas.microsoft.com/office/drawing/2014/main" id="{25F35EB9-65DD-4F2C-9964-8ADF615A589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57" name="3D Model 5956" descr="Sphere">
                              <a:extLst>
                                <a:ext uri="{FF2B5EF4-FFF2-40B4-BE49-F238E27FC236}">
                                  <a16:creationId xmlns:a16="http://schemas.microsoft.com/office/drawing/2014/main" id="{3C591848-9FA4-41DF-818A-2D407ADAAFE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3280617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904" name="Group 5903">
                        <a:extLst>
                          <a:ext uri="{FF2B5EF4-FFF2-40B4-BE49-F238E27FC236}">
                            <a16:creationId xmlns:a16="http://schemas.microsoft.com/office/drawing/2014/main" id="{9521E0AF-B35C-48FA-823F-51642ABA309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5936" name="Flowchart: Connector 5935">
                          <a:extLst>
                            <a:ext uri="{FF2B5EF4-FFF2-40B4-BE49-F238E27FC236}">
                              <a16:creationId xmlns:a16="http://schemas.microsoft.com/office/drawing/2014/main" id="{572D4E4A-EFEB-4647-8A1C-A3B4B132B6E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37" name="Flowchart: Connector 5936">
                          <a:extLst>
                            <a:ext uri="{FF2B5EF4-FFF2-40B4-BE49-F238E27FC236}">
                              <a16:creationId xmlns:a16="http://schemas.microsoft.com/office/drawing/2014/main" id="{7888937E-E813-4EA3-8938-9043664CF6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38" name="Flowchart: Connector 5937">
                          <a:extLst>
                            <a:ext uri="{FF2B5EF4-FFF2-40B4-BE49-F238E27FC236}">
                              <a16:creationId xmlns:a16="http://schemas.microsoft.com/office/drawing/2014/main" id="{76723F92-2A4F-41AD-9060-8F7FA323BD5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39" name="Flowchart: Connector 5938">
                          <a:extLst>
                            <a:ext uri="{FF2B5EF4-FFF2-40B4-BE49-F238E27FC236}">
                              <a16:creationId xmlns:a16="http://schemas.microsoft.com/office/drawing/2014/main" id="{C5FDD34C-C9C9-476E-9CA7-E76EA4826E2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40" name="Flowchart: Connector 5939">
                          <a:extLst>
                            <a:ext uri="{FF2B5EF4-FFF2-40B4-BE49-F238E27FC236}">
                              <a16:creationId xmlns:a16="http://schemas.microsoft.com/office/drawing/2014/main" id="{37CAAB4D-DB64-406F-A3B9-BCEE2A6BBA1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41" name="Flowchart: Connector 5940">
                          <a:extLst>
                            <a:ext uri="{FF2B5EF4-FFF2-40B4-BE49-F238E27FC236}">
                              <a16:creationId xmlns:a16="http://schemas.microsoft.com/office/drawing/2014/main" id="{BBB6F276-1345-402C-B260-135C721DE79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42" name="Flowchart: Connector 5941">
                          <a:extLst>
                            <a:ext uri="{FF2B5EF4-FFF2-40B4-BE49-F238E27FC236}">
                              <a16:creationId xmlns:a16="http://schemas.microsoft.com/office/drawing/2014/main" id="{7F2E16F7-0AE5-448C-A971-F2A726B05A2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43" name="Flowchart: Connector 5942">
                          <a:extLst>
                            <a:ext uri="{FF2B5EF4-FFF2-40B4-BE49-F238E27FC236}">
                              <a16:creationId xmlns:a16="http://schemas.microsoft.com/office/drawing/2014/main" id="{728E106D-7A7E-4D37-B9BC-4CE18E76913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44" name="3D Model 5943" descr="Sphere">
                              <a:extLst>
                                <a:ext uri="{FF2B5EF4-FFF2-40B4-BE49-F238E27FC236}">
                                  <a16:creationId xmlns:a16="http://schemas.microsoft.com/office/drawing/2014/main" id="{BAC733D3-10C3-46E8-A4F6-CC043E496B5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7876366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945" name="Flowchart: Connector 5944">
                          <a:extLst>
                            <a:ext uri="{FF2B5EF4-FFF2-40B4-BE49-F238E27FC236}">
                              <a16:creationId xmlns:a16="http://schemas.microsoft.com/office/drawing/2014/main" id="{BE5320CD-090A-474E-B664-AC04B1B2BB8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46" name="3D Model 5945" descr="Sphere">
                              <a:extLst>
                                <a:ext uri="{FF2B5EF4-FFF2-40B4-BE49-F238E27FC236}">
                                  <a16:creationId xmlns:a16="http://schemas.microsoft.com/office/drawing/2014/main" id="{8AFE01B9-1883-4311-9F68-F1F0279D936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7824537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947" name="Flowchart: Connector 5946">
                          <a:extLst>
                            <a:ext uri="{FF2B5EF4-FFF2-40B4-BE49-F238E27FC236}">
                              <a16:creationId xmlns:a16="http://schemas.microsoft.com/office/drawing/2014/main" id="{A05612F6-510C-4D17-994C-66CE05BD1E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48" name="3D Model 5947" descr="Sphere">
                              <a:extLst>
                                <a:ext uri="{FF2B5EF4-FFF2-40B4-BE49-F238E27FC236}">
                                  <a16:creationId xmlns:a16="http://schemas.microsoft.com/office/drawing/2014/main" id="{5875A213-7927-410E-AC87-2B53A97EEA9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2502971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949" name="Flowchart: Connector 5948">
                          <a:extLst>
                            <a:ext uri="{FF2B5EF4-FFF2-40B4-BE49-F238E27FC236}">
                              <a16:creationId xmlns:a16="http://schemas.microsoft.com/office/drawing/2014/main" id="{0A68CCBB-2EEC-41E7-96A4-33F92BED524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50" name="3D Model 5949" descr="Sphere">
                              <a:extLst>
                                <a:ext uri="{FF2B5EF4-FFF2-40B4-BE49-F238E27FC236}">
                                  <a16:creationId xmlns:a16="http://schemas.microsoft.com/office/drawing/2014/main" id="{AEF96C23-D92F-4DDD-9ACF-9FA237B5F75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2761484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905" name="Group 5904">
                        <a:extLst>
                          <a:ext uri="{FF2B5EF4-FFF2-40B4-BE49-F238E27FC236}">
                            <a16:creationId xmlns:a16="http://schemas.microsoft.com/office/drawing/2014/main" id="{0F987AD3-BFFA-43F5-BEDA-CF906CEE6A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5921" name="Flowchart: Connector 5920">
                          <a:extLst>
                            <a:ext uri="{FF2B5EF4-FFF2-40B4-BE49-F238E27FC236}">
                              <a16:creationId xmlns:a16="http://schemas.microsoft.com/office/drawing/2014/main" id="{FF206912-DBBD-4D91-BCF1-EC1CE401C26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22" name="Flowchart: Connector 5921">
                          <a:extLst>
                            <a:ext uri="{FF2B5EF4-FFF2-40B4-BE49-F238E27FC236}">
                              <a16:creationId xmlns:a16="http://schemas.microsoft.com/office/drawing/2014/main" id="{9B072121-8437-4C48-A413-487D1E3D205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23" name="Flowchart: Connector 5922">
                          <a:extLst>
                            <a:ext uri="{FF2B5EF4-FFF2-40B4-BE49-F238E27FC236}">
                              <a16:creationId xmlns:a16="http://schemas.microsoft.com/office/drawing/2014/main" id="{F1B058AC-BAA7-4CAD-8993-BFE9780B793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24" name="Flowchart: Connector 5923">
                          <a:extLst>
                            <a:ext uri="{FF2B5EF4-FFF2-40B4-BE49-F238E27FC236}">
                              <a16:creationId xmlns:a16="http://schemas.microsoft.com/office/drawing/2014/main" id="{C399321A-8D8B-4AE6-9EDA-1B6DB5956B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25" name="Flowchart: Connector 5924">
                          <a:extLst>
                            <a:ext uri="{FF2B5EF4-FFF2-40B4-BE49-F238E27FC236}">
                              <a16:creationId xmlns:a16="http://schemas.microsoft.com/office/drawing/2014/main" id="{F4EE777B-A730-4A80-A620-9FA87AFED23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26" name="Flowchart: Connector 5925">
                          <a:extLst>
                            <a:ext uri="{FF2B5EF4-FFF2-40B4-BE49-F238E27FC236}">
                              <a16:creationId xmlns:a16="http://schemas.microsoft.com/office/drawing/2014/main" id="{2D5A21AA-999C-4DFA-8C19-D3F2BA431BE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27" name="Flowchart: Connector 5926">
                          <a:extLst>
                            <a:ext uri="{FF2B5EF4-FFF2-40B4-BE49-F238E27FC236}">
                              <a16:creationId xmlns:a16="http://schemas.microsoft.com/office/drawing/2014/main" id="{A9FB7FE7-2048-4CCD-AD12-D54707194B1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928" name="Flowchart: Connector 5927">
                          <a:extLst>
                            <a:ext uri="{FF2B5EF4-FFF2-40B4-BE49-F238E27FC236}">
                              <a16:creationId xmlns:a16="http://schemas.microsoft.com/office/drawing/2014/main" id="{9C41C410-7AF0-4950-AA03-DC9AD028E7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29" name="3D Model 5928" descr="Sphere">
                              <a:extLst>
                                <a:ext uri="{FF2B5EF4-FFF2-40B4-BE49-F238E27FC236}">
                                  <a16:creationId xmlns:a16="http://schemas.microsoft.com/office/drawing/2014/main" id="{F9B1F28E-CA62-4A93-B5EA-DBE4BE39EA5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2890703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930" name="Flowchart: Connector 5929">
                          <a:extLst>
                            <a:ext uri="{FF2B5EF4-FFF2-40B4-BE49-F238E27FC236}">
                              <a16:creationId xmlns:a16="http://schemas.microsoft.com/office/drawing/2014/main" id="{6A71F3CD-EC1B-4DB2-9559-D292783A198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31" name="3D Model 5930" descr="Sphere">
                              <a:extLst>
                                <a:ext uri="{FF2B5EF4-FFF2-40B4-BE49-F238E27FC236}">
                                  <a16:creationId xmlns:a16="http://schemas.microsoft.com/office/drawing/2014/main" id="{D63FD88E-E137-4360-8543-B05F83FE86A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237688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932" name="Flowchart: Connector 5931">
                          <a:extLst>
                            <a:ext uri="{FF2B5EF4-FFF2-40B4-BE49-F238E27FC236}">
                              <a16:creationId xmlns:a16="http://schemas.microsoft.com/office/drawing/2014/main" id="{E9312BDC-11EE-4532-AFF9-8E16D56E35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33" name="3D Model 5932" descr="Sphere">
                              <a:extLst>
                                <a:ext uri="{FF2B5EF4-FFF2-40B4-BE49-F238E27FC236}">
                                  <a16:creationId xmlns:a16="http://schemas.microsoft.com/office/drawing/2014/main" id="{661EC597-A00B-4798-AF2F-2477B84ACFA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5305369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934" name="Flowchart: Connector 5933">
                          <a:extLst>
                            <a:ext uri="{FF2B5EF4-FFF2-40B4-BE49-F238E27FC236}">
                              <a16:creationId xmlns:a16="http://schemas.microsoft.com/office/drawing/2014/main" id="{C69B9491-08ED-4144-AD40-B0649FEC8AB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935" name="3D Model 5934" descr="Sphere">
                              <a:extLst>
                                <a:ext uri="{FF2B5EF4-FFF2-40B4-BE49-F238E27FC236}">
                                  <a16:creationId xmlns:a16="http://schemas.microsoft.com/office/drawing/2014/main" id="{666DA895-27B7-4E20-A180-0788A03B647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6848181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5906" name="Flowchart: Connector 5905">
                        <a:extLst>
                          <a:ext uri="{FF2B5EF4-FFF2-40B4-BE49-F238E27FC236}">
                            <a16:creationId xmlns:a16="http://schemas.microsoft.com/office/drawing/2014/main" id="{D9A4D76C-A829-45CE-9ADD-D78FB14F915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07" name="Flowchart: Connector 5906">
                        <a:extLst>
                          <a:ext uri="{FF2B5EF4-FFF2-40B4-BE49-F238E27FC236}">
                            <a16:creationId xmlns:a16="http://schemas.microsoft.com/office/drawing/2014/main" id="{650BB3AA-3650-4DCB-ACD2-50E64E7F652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08" name="Flowchart: Connector 5907">
                        <a:extLst>
                          <a:ext uri="{FF2B5EF4-FFF2-40B4-BE49-F238E27FC236}">
                            <a16:creationId xmlns:a16="http://schemas.microsoft.com/office/drawing/2014/main" id="{184E05B3-1628-43E4-8DB6-713DADAE964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09" name="Flowchart: Connector 5908">
                        <a:extLst>
                          <a:ext uri="{FF2B5EF4-FFF2-40B4-BE49-F238E27FC236}">
                            <a16:creationId xmlns:a16="http://schemas.microsoft.com/office/drawing/2014/main" id="{E0AB3EF7-C231-43A2-99C1-0A76039D8C0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10" name="Flowchart: Connector 5909">
                        <a:extLst>
                          <a:ext uri="{FF2B5EF4-FFF2-40B4-BE49-F238E27FC236}">
                            <a16:creationId xmlns:a16="http://schemas.microsoft.com/office/drawing/2014/main" id="{6F0147E4-FB9F-4684-9249-2E21FF70BFA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11" name="Flowchart: Connector 5910">
                        <a:extLst>
                          <a:ext uri="{FF2B5EF4-FFF2-40B4-BE49-F238E27FC236}">
                            <a16:creationId xmlns:a16="http://schemas.microsoft.com/office/drawing/2014/main" id="{83EBE381-1A7E-4C21-94F0-2305F255DC6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12" name="Flowchart: Connector 5911">
                        <a:extLst>
                          <a:ext uri="{FF2B5EF4-FFF2-40B4-BE49-F238E27FC236}">
                            <a16:creationId xmlns:a16="http://schemas.microsoft.com/office/drawing/2014/main" id="{50F04CFD-9DE4-45E1-B793-928810B85D0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913" name="Flowchart: Connector 5912">
                        <a:extLst>
                          <a:ext uri="{FF2B5EF4-FFF2-40B4-BE49-F238E27FC236}">
                            <a16:creationId xmlns:a16="http://schemas.microsoft.com/office/drawing/2014/main" id="{3989BE68-4E97-48F0-B611-F0B21D17CBB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914" name="3D Model 5913" descr="Sphere">
                            <a:extLst>
                              <a:ext uri="{FF2B5EF4-FFF2-40B4-BE49-F238E27FC236}">
                                <a16:creationId xmlns:a16="http://schemas.microsoft.com/office/drawing/2014/main" id="{B3C33F8D-DE5E-457A-B28F-E9A6B46FA3C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07103141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915" name="Flowchart: Connector 5914">
                        <a:extLst>
                          <a:ext uri="{FF2B5EF4-FFF2-40B4-BE49-F238E27FC236}">
                            <a16:creationId xmlns:a16="http://schemas.microsoft.com/office/drawing/2014/main" id="{F2C2D3B4-F331-4D07-BF1E-9976DC9EF4A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916" name="3D Model 5915" descr="Sphere">
                            <a:extLst>
                              <a:ext uri="{FF2B5EF4-FFF2-40B4-BE49-F238E27FC236}">
                                <a16:creationId xmlns:a16="http://schemas.microsoft.com/office/drawing/2014/main" id="{8D4C1934-D3FA-4C8E-A410-14EC6AB9BA8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13264723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917" name="Flowchart: Connector 5916">
                        <a:extLst>
                          <a:ext uri="{FF2B5EF4-FFF2-40B4-BE49-F238E27FC236}">
                            <a16:creationId xmlns:a16="http://schemas.microsoft.com/office/drawing/2014/main" id="{F5F52BC4-BDA2-48D3-A5E3-81A9B9E73BC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918" name="3D Model 5917" descr="Sphere">
                            <a:extLst>
                              <a:ext uri="{FF2B5EF4-FFF2-40B4-BE49-F238E27FC236}">
                                <a16:creationId xmlns:a16="http://schemas.microsoft.com/office/drawing/2014/main" id="{635F1869-1127-44C8-82B4-F811CB034E3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22265766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919" name="Flowchart: Connector 5918">
                        <a:extLst>
                          <a:ext uri="{FF2B5EF4-FFF2-40B4-BE49-F238E27FC236}">
                            <a16:creationId xmlns:a16="http://schemas.microsoft.com/office/drawing/2014/main" id="{C9C0863C-09D0-4A93-9CC6-2A7BF0BEE3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920" name="3D Model 5919" descr="Sphere">
                            <a:extLst>
                              <a:ext uri="{FF2B5EF4-FFF2-40B4-BE49-F238E27FC236}">
                                <a16:creationId xmlns:a16="http://schemas.microsoft.com/office/drawing/2014/main" id="{92531662-079A-4012-8060-A6699D40CA9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22981366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5681" name="Group 5680">
                    <a:extLst>
                      <a:ext uri="{FF2B5EF4-FFF2-40B4-BE49-F238E27FC236}">
                        <a16:creationId xmlns:a16="http://schemas.microsoft.com/office/drawing/2014/main" id="{1DAF7EE7-6509-4A80-A8FB-30978D7B4396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5898" name="Flowchart: Connector 5897">
                      <a:extLst>
                        <a:ext uri="{FF2B5EF4-FFF2-40B4-BE49-F238E27FC236}">
                          <a16:creationId xmlns:a16="http://schemas.microsoft.com/office/drawing/2014/main" id="{D6D83E3C-46D2-45BE-9F52-05533090BFB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899" name="Flowchart: Connector 5898">
                      <a:extLst>
                        <a:ext uri="{FF2B5EF4-FFF2-40B4-BE49-F238E27FC236}">
                          <a16:creationId xmlns:a16="http://schemas.microsoft.com/office/drawing/2014/main" id="{A140CEC8-4A3A-4323-A16F-E7AFCA7B493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900" name="Flowchart: Connector 5899">
                      <a:extLst>
                        <a:ext uri="{FF2B5EF4-FFF2-40B4-BE49-F238E27FC236}">
                          <a16:creationId xmlns:a16="http://schemas.microsoft.com/office/drawing/2014/main" id="{877FD70E-590D-4423-BA24-0DCE89C4FC9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5682" name="Flowchart: Connector 5681">
                    <a:extLst>
                      <a:ext uri="{FF2B5EF4-FFF2-40B4-BE49-F238E27FC236}">
                        <a16:creationId xmlns:a16="http://schemas.microsoft.com/office/drawing/2014/main" id="{401D470E-AD25-4D17-8C7E-4EB24092EA4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683" name="Flowchart: Connector 5682">
                    <a:extLst>
                      <a:ext uri="{FF2B5EF4-FFF2-40B4-BE49-F238E27FC236}">
                        <a16:creationId xmlns:a16="http://schemas.microsoft.com/office/drawing/2014/main" id="{CC12DE42-C138-4F9A-B252-1744B421176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5684" name="Group 5683">
                    <a:extLst>
                      <a:ext uri="{FF2B5EF4-FFF2-40B4-BE49-F238E27FC236}">
                        <a16:creationId xmlns:a16="http://schemas.microsoft.com/office/drawing/2014/main" id="{7D0B50DD-F3EC-4283-A8F4-F6E21D77C6E6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5895" name="Flowchart: Connector 5894">
                      <a:extLst>
                        <a:ext uri="{FF2B5EF4-FFF2-40B4-BE49-F238E27FC236}">
                          <a16:creationId xmlns:a16="http://schemas.microsoft.com/office/drawing/2014/main" id="{C12D4C24-162A-4E9B-9B8A-B2A60E89E24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896" name="Flowchart: Connector 5895">
                      <a:extLst>
                        <a:ext uri="{FF2B5EF4-FFF2-40B4-BE49-F238E27FC236}">
                          <a16:creationId xmlns:a16="http://schemas.microsoft.com/office/drawing/2014/main" id="{30925BD7-2EB0-4300-974B-CCD348D7198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897" name="Flowchart: Connector 5896">
                      <a:extLst>
                        <a:ext uri="{FF2B5EF4-FFF2-40B4-BE49-F238E27FC236}">
                          <a16:creationId xmlns:a16="http://schemas.microsoft.com/office/drawing/2014/main" id="{EF718922-F13E-47F3-8D8F-42C135C9DD6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5685" name="Group 5684">
                    <a:extLst>
                      <a:ext uri="{FF2B5EF4-FFF2-40B4-BE49-F238E27FC236}">
                        <a16:creationId xmlns:a16="http://schemas.microsoft.com/office/drawing/2014/main" id="{0DC00A36-9C1B-4E6A-B69C-3BA7E8898DAD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5830" name="Group 5829">
                      <a:extLst>
                        <a:ext uri="{FF2B5EF4-FFF2-40B4-BE49-F238E27FC236}">
                          <a16:creationId xmlns:a16="http://schemas.microsoft.com/office/drawing/2014/main" id="{F96391C5-D7A1-49E5-BEE8-C9E6C34755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5891" name="Flowchart: Connector 5890">
                        <a:extLst>
                          <a:ext uri="{FF2B5EF4-FFF2-40B4-BE49-F238E27FC236}">
                            <a16:creationId xmlns:a16="http://schemas.microsoft.com/office/drawing/2014/main" id="{FC409A35-3FA8-41E3-B878-5A305726856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92" name="Flowchart: Connector 5891">
                        <a:extLst>
                          <a:ext uri="{FF2B5EF4-FFF2-40B4-BE49-F238E27FC236}">
                            <a16:creationId xmlns:a16="http://schemas.microsoft.com/office/drawing/2014/main" id="{9A2543FA-9C9F-414F-979F-95B98F7A440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93" name="Flowchart: Connector 5892">
                        <a:extLst>
                          <a:ext uri="{FF2B5EF4-FFF2-40B4-BE49-F238E27FC236}">
                            <a16:creationId xmlns:a16="http://schemas.microsoft.com/office/drawing/2014/main" id="{D38CB979-15AC-484C-9516-53055142EBE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94" name="Flowchart: Connector 5893">
                        <a:extLst>
                          <a:ext uri="{FF2B5EF4-FFF2-40B4-BE49-F238E27FC236}">
                            <a16:creationId xmlns:a16="http://schemas.microsoft.com/office/drawing/2014/main" id="{3BF7361D-06CA-48B9-99AE-EDF5C741EE8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5831" name="Group 5830">
                      <a:extLst>
                        <a:ext uri="{FF2B5EF4-FFF2-40B4-BE49-F238E27FC236}">
                          <a16:creationId xmlns:a16="http://schemas.microsoft.com/office/drawing/2014/main" id="{262A8987-F113-4C4B-BF0E-4B739FF9B3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5832" name="Group 5831">
                        <a:extLst>
                          <a:ext uri="{FF2B5EF4-FFF2-40B4-BE49-F238E27FC236}">
                            <a16:creationId xmlns:a16="http://schemas.microsoft.com/office/drawing/2014/main" id="{0099998E-EB06-4900-BE6A-9BD5A064549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5883" name="Flowchart: Connector 5882">
                          <a:extLst>
                            <a:ext uri="{FF2B5EF4-FFF2-40B4-BE49-F238E27FC236}">
                              <a16:creationId xmlns:a16="http://schemas.microsoft.com/office/drawing/2014/main" id="{6EB68545-A05E-437C-8AC5-08D8CD74708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84" name="3D Model 5883" descr="Sphere">
                              <a:extLst>
                                <a:ext uri="{FF2B5EF4-FFF2-40B4-BE49-F238E27FC236}">
                                  <a16:creationId xmlns:a16="http://schemas.microsoft.com/office/drawing/2014/main" id="{FE5840FE-6D4D-427B-9012-C7B603D6B15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3349687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85" name="Flowchart: Connector 5884">
                          <a:extLst>
                            <a:ext uri="{FF2B5EF4-FFF2-40B4-BE49-F238E27FC236}">
                              <a16:creationId xmlns:a16="http://schemas.microsoft.com/office/drawing/2014/main" id="{4C951664-676C-49BF-8B48-C8F349E56ED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86" name="3D Model 5885" descr="Sphere">
                              <a:extLst>
                                <a:ext uri="{FF2B5EF4-FFF2-40B4-BE49-F238E27FC236}">
                                  <a16:creationId xmlns:a16="http://schemas.microsoft.com/office/drawing/2014/main" id="{B79AD276-1E3E-4F16-A973-464FD1C1994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0207748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87" name="Flowchart: Connector 5886">
                          <a:extLst>
                            <a:ext uri="{FF2B5EF4-FFF2-40B4-BE49-F238E27FC236}">
                              <a16:creationId xmlns:a16="http://schemas.microsoft.com/office/drawing/2014/main" id="{9088CBE6-C16C-4FE8-A763-8E683BCC004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88" name="3D Model 5887" descr="Sphere">
                              <a:extLst>
                                <a:ext uri="{FF2B5EF4-FFF2-40B4-BE49-F238E27FC236}">
                                  <a16:creationId xmlns:a16="http://schemas.microsoft.com/office/drawing/2014/main" id="{70DD22E5-F9F1-4DEA-B630-4EA176235C1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7337424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89" name="Flowchart: Connector 5888">
                          <a:extLst>
                            <a:ext uri="{FF2B5EF4-FFF2-40B4-BE49-F238E27FC236}">
                              <a16:creationId xmlns:a16="http://schemas.microsoft.com/office/drawing/2014/main" id="{02F0E976-70F1-445B-BDE9-42400925CF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90" name="3D Model 5889" descr="Sphere">
                              <a:extLst>
                                <a:ext uri="{FF2B5EF4-FFF2-40B4-BE49-F238E27FC236}">
                                  <a16:creationId xmlns:a16="http://schemas.microsoft.com/office/drawing/2014/main" id="{2618174D-0A71-4BA8-885C-BC78B4E57E5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7859553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833" name="Group 5832">
                        <a:extLst>
                          <a:ext uri="{FF2B5EF4-FFF2-40B4-BE49-F238E27FC236}">
                            <a16:creationId xmlns:a16="http://schemas.microsoft.com/office/drawing/2014/main" id="{7E48B8AA-B646-4921-9D98-3D53C8D684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5867" name="Flowchart: Connector 5866">
                          <a:extLst>
                            <a:ext uri="{FF2B5EF4-FFF2-40B4-BE49-F238E27FC236}">
                              <a16:creationId xmlns:a16="http://schemas.microsoft.com/office/drawing/2014/main" id="{2B5A4DBC-C4FA-44C5-9ADC-0AE7B23D7CD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68" name="Flowchart: Connector 5867">
                          <a:extLst>
                            <a:ext uri="{FF2B5EF4-FFF2-40B4-BE49-F238E27FC236}">
                              <a16:creationId xmlns:a16="http://schemas.microsoft.com/office/drawing/2014/main" id="{DF48FBC4-F4AC-49B8-BA09-87053FFC77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69" name="Flowchart: Connector 5868">
                          <a:extLst>
                            <a:ext uri="{FF2B5EF4-FFF2-40B4-BE49-F238E27FC236}">
                              <a16:creationId xmlns:a16="http://schemas.microsoft.com/office/drawing/2014/main" id="{DC29EECA-A682-4702-91F2-677A1FF9D2F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70" name="Flowchart: Connector 5869">
                          <a:extLst>
                            <a:ext uri="{FF2B5EF4-FFF2-40B4-BE49-F238E27FC236}">
                              <a16:creationId xmlns:a16="http://schemas.microsoft.com/office/drawing/2014/main" id="{D6C79676-CEF3-441E-89D8-E971BE4B435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71" name="Flowchart: Connector 5870">
                          <a:extLst>
                            <a:ext uri="{FF2B5EF4-FFF2-40B4-BE49-F238E27FC236}">
                              <a16:creationId xmlns:a16="http://schemas.microsoft.com/office/drawing/2014/main" id="{2B83043E-8C06-4407-BDBA-CF420D04B5F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72" name="Flowchart: Connector 5871">
                          <a:extLst>
                            <a:ext uri="{FF2B5EF4-FFF2-40B4-BE49-F238E27FC236}">
                              <a16:creationId xmlns:a16="http://schemas.microsoft.com/office/drawing/2014/main" id="{E675752F-B12F-41BD-8983-14D545D526C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73" name="Flowchart: Connector 5872">
                          <a:extLst>
                            <a:ext uri="{FF2B5EF4-FFF2-40B4-BE49-F238E27FC236}">
                              <a16:creationId xmlns:a16="http://schemas.microsoft.com/office/drawing/2014/main" id="{A100803A-6EDC-46E5-9C47-D16BA5DCB74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74" name="Flowchart: Connector 5873">
                          <a:extLst>
                            <a:ext uri="{FF2B5EF4-FFF2-40B4-BE49-F238E27FC236}">
                              <a16:creationId xmlns:a16="http://schemas.microsoft.com/office/drawing/2014/main" id="{6F9B986D-CBB6-4D62-B806-CC2F3DEF983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75" name="Flowchart: Connector 5874">
                          <a:extLst>
                            <a:ext uri="{FF2B5EF4-FFF2-40B4-BE49-F238E27FC236}">
                              <a16:creationId xmlns:a16="http://schemas.microsoft.com/office/drawing/2014/main" id="{ACA29DBC-C81A-4DEA-964B-DF88760E620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76" name="3D Model 5875" descr="Sphere">
                              <a:extLst>
                                <a:ext uri="{FF2B5EF4-FFF2-40B4-BE49-F238E27FC236}">
                                  <a16:creationId xmlns:a16="http://schemas.microsoft.com/office/drawing/2014/main" id="{A8AD856D-E6D1-4705-9197-609893879E1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0529873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77" name="Flowchart: Connector 5876">
                          <a:extLst>
                            <a:ext uri="{FF2B5EF4-FFF2-40B4-BE49-F238E27FC236}">
                              <a16:creationId xmlns:a16="http://schemas.microsoft.com/office/drawing/2014/main" id="{2F87FFF6-900F-4D13-BDA5-D206797FAA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78" name="3D Model 5877" descr="Sphere">
                              <a:extLst>
                                <a:ext uri="{FF2B5EF4-FFF2-40B4-BE49-F238E27FC236}">
                                  <a16:creationId xmlns:a16="http://schemas.microsoft.com/office/drawing/2014/main" id="{5BC9B25B-A34A-4371-B001-11B8F8B41C7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3066332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79" name="Flowchart: Connector 5878">
                          <a:extLst>
                            <a:ext uri="{FF2B5EF4-FFF2-40B4-BE49-F238E27FC236}">
                              <a16:creationId xmlns:a16="http://schemas.microsoft.com/office/drawing/2014/main" id="{774B53B1-002E-4575-A681-3A17BC504D2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80" name="3D Model 5879" descr="Sphere">
                              <a:extLst>
                                <a:ext uri="{FF2B5EF4-FFF2-40B4-BE49-F238E27FC236}">
                                  <a16:creationId xmlns:a16="http://schemas.microsoft.com/office/drawing/2014/main" id="{2D34FBB4-CC7E-4936-ADF5-FD66FB85247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284389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81" name="Flowchart: Connector 5880">
                          <a:extLst>
                            <a:ext uri="{FF2B5EF4-FFF2-40B4-BE49-F238E27FC236}">
                              <a16:creationId xmlns:a16="http://schemas.microsoft.com/office/drawing/2014/main" id="{A9E13EFA-29B8-48F3-AB78-246E609309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82" name="3D Model 5881" descr="Sphere">
                              <a:extLst>
                                <a:ext uri="{FF2B5EF4-FFF2-40B4-BE49-F238E27FC236}">
                                  <a16:creationId xmlns:a16="http://schemas.microsoft.com/office/drawing/2014/main" id="{DF98422C-C6D1-41C5-94FC-3E3C14F9EEB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3381994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834" name="Group 5833">
                        <a:extLst>
                          <a:ext uri="{FF2B5EF4-FFF2-40B4-BE49-F238E27FC236}">
                            <a16:creationId xmlns:a16="http://schemas.microsoft.com/office/drawing/2014/main" id="{ED3354EA-F195-4178-AB29-CB2D0FEDE8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5851" name="Flowchart: Connector 5850">
                          <a:extLst>
                            <a:ext uri="{FF2B5EF4-FFF2-40B4-BE49-F238E27FC236}">
                              <a16:creationId xmlns:a16="http://schemas.microsoft.com/office/drawing/2014/main" id="{73150F59-F1A3-45D0-B907-231786DAD71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52" name="Flowchart: Connector 5851">
                          <a:extLst>
                            <a:ext uri="{FF2B5EF4-FFF2-40B4-BE49-F238E27FC236}">
                              <a16:creationId xmlns:a16="http://schemas.microsoft.com/office/drawing/2014/main" id="{E09BE553-F425-4888-AF40-567389B0108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53" name="Flowchart: Connector 5852">
                          <a:extLst>
                            <a:ext uri="{FF2B5EF4-FFF2-40B4-BE49-F238E27FC236}">
                              <a16:creationId xmlns:a16="http://schemas.microsoft.com/office/drawing/2014/main" id="{1719315F-BD30-4448-989B-DC083673224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54" name="Flowchart: Connector 5853">
                          <a:extLst>
                            <a:ext uri="{FF2B5EF4-FFF2-40B4-BE49-F238E27FC236}">
                              <a16:creationId xmlns:a16="http://schemas.microsoft.com/office/drawing/2014/main" id="{F977CDEA-38E9-4059-82E7-3F0B66B547F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55" name="Flowchart: Connector 5854">
                          <a:extLst>
                            <a:ext uri="{FF2B5EF4-FFF2-40B4-BE49-F238E27FC236}">
                              <a16:creationId xmlns:a16="http://schemas.microsoft.com/office/drawing/2014/main" id="{1911815E-A22D-4FFE-B6E0-FD22F1FB1E9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56" name="Flowchart: Connector 5855">
                          <a:extLst>
                            <a:ext uri="{FF2B5EF4-FFF2-40B4-BE49-F238E27FC236}">
                              <a16:creationId xmlns:a16="http://schemas.microsoft.com/office/drawing/2014/main" id="{1690198B-7AC3-4A47-A417-41B834C47EC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57" name="Flowchart: Connector 5856">
                          <a:extLst>
                            <a:ext uri="{FF2B5EF4-FFF2-40B4-BE49-F238E27FC236}">
                              <a16:creationId xmlns:a16="http://schemas.microsoft.com/office/drawing/2014/main" id="{CA332CC6-2205-423A-AF33-FDAFCD406A8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58" name="Flowchart: Connector 5857">
                          <a:extLst>
                            <a:ext uri="{FF2B5EF4-FFF2-40B4-BE49-F238E27FC236}">
                              <a16:creationId xmlns:a16="http://schemas.microsoft.com/office/drawing/2014/main" id="{75ED9C55-7A1F-4333-84E0-AC3477C9268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59" name="Flowchart: Connector 5858">
                          <a:extLst>
                            <a:ext uri="{FF2B5EF4-FFF2-40B4-BE49-F238E27FC236}">
                              <a16:creationId xmlns:a16="http://schemas.microsoft.com/office/drawing/2014/main" id="{72DBFF94-F5A7-493D-AD3D-6DF030D99FB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60" name="3D Model 5859" descr="Sphere">
                              <a:extLst>
                                <a:ext uri="{FF2B5EF4-FFF2-40B4-BE49-F238E27FC236}">
                                  <a16:creationId xmlns:a16="http://schemas.microsoft.com/office/drawing/2014/main" id="{542E51A9-1F76-41E0-9EB0-6470477250B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1880377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61" name="Flowchart: Connector 5860">
                          <a:extLst>
                            <a:ext uri="{FF2B5EF4-FFF2-40B4-BE49-F238E27FC236}">
                              <a16:creationId xmlns:a16="http://schemas.microsoft.com/office/drawing/2014/main" id="{33FD71B0-4911-4821-B545-C506D2CA4AF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62" name="3D Model 5861" descr="Sphere">
                              <a:extLst>
                                <a:ext uri="{FF2B5EF4-FFF2-40B4-BE49-F238E27FC236}">
                                  <a16:creationId xmlns:a16="http://schemas.microsoft.com/office/drawing/2014/main" id="{57DEDB61-C4B8-4EFA-ACB2-A57BBAFB662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3206781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63" name="Flowchart: Connector 5862">
                          <a:extLst>
                            <a:ext uri="{FF2B5EF4-FFF2-40B4-BE49-F238E27FC236}">
                              <a16:creationId xmlns:a16="http://schemas.microsoft.com/office/drawing/2014/main" id="{C2C67615-FA33-48A3-9A1C-0FF3006844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64" name="3D Model 5863" descr="Sphere">
                              <a:extLst>
                                <a:ext uri="{FF2B5EF4-FFF2-40B4-BE49-F238E27FC236}">
                                  <a16:creationId xmlns:a16="http://schemas.microsoft.com/office/drawing/2014/main" id="{F67D1FE4-D482-4793-A80D-0184D280C35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3271490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65" name="Flowchart: Connector 5864">
                          <a:extLst>
                            <a:ext uri="{FF2B5EF4-FFF2-40B4-BE49-F238E27FC236}">
                              <a16:creationId xmlns:a16="http://schemas.microsoft.com/office/drawing/2014/main" id="{C659CD05-B1D5-4039-900D-8491CC1304C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66" name="3D Model 5865" descr="Sphere">
                              <a:extLst>
                                <a:ext uri="{FF2B5EF4-FFF2-40B4-BE49-F238E27FC236}">
                                  <a16:creationId xmlns:a16="http://schemas.microsoft.com/office/drawing/2014/main" id="{7812394D-169F-4C8B-99EB-FD7697ACB3A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987188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5835" name="Flowchart: Connector 5834">
                        <a:extLst>
                          <a:ext uri="{FF2B5EF4-FFF2-40B4-BE49-F238E27FC236}">
                            <a16:creationId xmlns:a16="http://schemas.microsoft.com/office/drawing/2014/main" id="{8D22F574-D570-4D85-90D9-7A12EE93DBF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36" name="Flowchart: Connector 5835">
                        <a:extLst>
                          <a:ext uri="{FF2B5EF4-FFF2-40B4-BE49-F238E27FC236}">
                            <a16:creationId xmlns:a16="http://schemas.microsoft.com/office/drawing/2014/main" id="{A1FE4956-E33E-4A93-A213-2F0A7CFB99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37" name="Flowchart: Connector 5836">
                        <a:extLst>
                          <a:ext uri="{FF2B5EF4-FFF2-40B4-BE49-F238E27FC236}">
                            <a16:creationId xmlns:a16="http://schemas.microsoft.com/office/drawing/2014/main" id="{48467606-1DFA-4B7C-8FC9-CC4C4256058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38" name="Flowchart: Connector 5837">
                        <a:extLst>
                          <a:ext uri="{FF2B5EF4-FFF2-40B4-BE49-F238E27FC236}">
                            <a16:creationId xmlns:a16="http://schemas.microsoft.com/office/drawing/2014/main" id="{CAD5A4D6-DF03-48BA-8281-7A8D9F27CA4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39" name="Flowchart: Connector 5838">
                        <a:extLst>
                          <a:ext uri="{FF2B5EF4-FFF2-40B4-BE49-F238E27FC236}">
                            <a16:creationId xmlns:a16="http://schemas.microsoft.com/office/drawing/2014/main" id="{AC10A771-84EF-467A-8B4F-9ECF66F4868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40" name="Flowchart: Connector 5839">
                        <a:extLst>
                          <a:ext uri="{FF2B5EF4-FFF2-40B4-BE49-F238E27FC236}">
                            <a16:creationId xmlns:a16="http://schemas.microsoft.com/office/drawing/2014/main" id="{FDBC4FDB-5375-4737-8855-3E1185D111B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41" name="Flowchart: Connector 5840">
                        <a:extLst>
                          <a:ext uri="{FF2B5EF4-FFF2-40B4-BE49-F238E27FC236}">
                            <a16:creationId xmlns:a16="http://schemas.microsoft.com/office/drawing/2014/main" id="{635CE3D2-4A96-406F-A4A1-BDB8800067A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42" name="Flowchart: Connector 5841">
                        <a:extLst>
                          <a:ext uri="{FF2B5EF4-FFF2-40B4-BE49-F238E27FC236}">
                            <a16:creationId xmlns:a16="http://schemas.microsoft.com/office/drawing/2014/main" id="{505BBABB-7BC2-487C-966C-309A47A9E45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43" name="Flowchart: Connector 5842">
                        <a:extLst>
                          <a:ext uri="{FF2B5EF4-FFF2-40B4-BE49-F238E27FC236}">
                            <a16:creationId xmlns:a16="http://schemas.microsoft.com/office/drawing/2014/main" id="{B9327F08-4AA8-42E2-B5A9-5D80FFDFA7B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844" name="3D Model 5843" descr="Sphere">
                            <a:extLst>
                              <a:ext uri="{FF2B5EF4-FFF2-40B4-BE49-F238E27FC236}">
                                <a16:creationId xmlns:a16="http://schemas.microsoft.com/office/drawing/2014/main" id="{ECFE1A45-423E-4710-84A3-421AE8C43A8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23574786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845" name="Flowchart: Connector 5844">
                        <a:extLst>
                          <a:ext uri="{FF2B5EF4-FFF2-40B4-BE49-F238E27FC236}">
                            <a16:creationId xmlns:a16="http://schemas.microsoft.com/office/drawing/2014/main" id="{20575CD0-FC3A-4C31-9D9C-FDED0BF9430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846" name="3D Model 5845" descr="Sphere">
                            <a:extLst>
                              <a:ext uri="{FF2B5EF4-FFF2-40B4-BE49-F238E27FC236}">
                                <a16:creationId xmlns:a16="http://schemas.microsoft.com/office/drawing/2014/main" id="{792F0580-ADE1-42EB-976D-062389BC15C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07073556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847" name="Flowchart: Connector 5846">
                        <a:extLst>
                          <a:ext uri="{FF2B5EF4-FFF2-40B4-BE49-F238E27FC236}">
                            <a16:creationId xmlns:a16="http://schemas.microsoft.com/office/drawing/2014/main" id="{021B592F-5016-4FAF-B89A-08E07822127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848" name="3D Model 5847" descr="Sphere">
                            <a:extLst>
                              <a:ext uri="{FF2B5EF4-FFF2-40B4-BE49-F238E27FC236}">
                                <a16:creationId xmlns:a16="http://schemas.microsoft.com/office/drawing/2014/main" id="{A47ED5EA-F87E-4533-BF0F-5ACDDB5D6D6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37836265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849" name="Flowchart: Connector 5848">
                        <a:extLst>
                          <a:ext uri="{FF2B5EF4-FFF2-40B4-BE49-F238E27FC236}">
                            <a16:creationId xmlns:a16="http://schemas.microsoft.com/office/drawing/2014/main" id="{929F54B1-AA61-40C1-BB10-711D6DBF13C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850" name="3D Model 5849" descr="Sphere">
                            <a:extLst>
                              <a:ext uri="{FF2B5EF4-FFF2-40B4-BE49-F238E27FC236}">
                                <a16:creationId xmlns:a16="http://schemas.microsoft.com/office/drawing/2014/main" id="{DBB90433-6925-4282-93BD-D2C294D0FE0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40924864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5686" name="Group 5685">
                    <a:extLst>
                      <a:ext uri="{FF2B5EF4-FFF2-40B4-BE49-F238E27FC236}">
                        <a16:creationId xmlns:a16="http://schemas.microsoft.com/office/drawing/2014/main" id="{DC9F3C61-4DB5-4329-9B87-A59C095806F5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5827" name="Flowchart: Connector 5826">
                      <a:extLst>
                        <a:ext uri="{FF2B5EF4-FFF2-40B4-BE49-F238E27FC236}">
                          <a16:creationId xmlns:a16="http://schemas.microsoft.com/office/drawing/2014/main" id="{134B85C8-D2D6-4CE7-9D99-F7FD6664A7C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828" name="Flowchart: Connector 5827">
                      <a:extLst>
                        <a:ext uri="{FF2B5EF4-FFF2-40B4-BE49-F238E27FC236}">
                          <a16:creationId xmlns:a16="http://schemas.microsoft.com/office/drawing/2014/main" id="{12F9BB84-D006-438C-926C-78C896FB194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829" name="Flowchart: Connector 5828">
                      <a:extLst>
                        <a:ext uri="{FF2B5EF4-FFF2-40B4-BE49-F238E27FC236}">
                          <a16:creationId xmlns:a16="http://schemas.microsoft.com/office/drawing/2014/main" id="{5913A763-49D0-43CA-A059-F85659B71A3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5687" name="Flowchart: Connector 5686">
                    <a:extLst>
                      <a:ext uri="{FF2B5EF4-FFF2-40B4-BE49-F238E27FC236}">
                        <a16:creationId xmlns:a16="http://schemas.microsoft.com/office/drawing/2014/main" id="{57B7E32A-F5C8-4B95-9BF0-22929B88827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688" name="Flowchart: Connector 5687">
                    <a:extLst>
                      <a:ext uri="{FF2B5EF4-FFF2-40B4-BE49-F238E27FC236}">
                        <a16:creationId xmlns:a16="http://schemas.microsoft.com/office/drawing/2014/main" id="{A32A3D05-4992-4E60-B24C-A2B0F6869D2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5689" name="Group 5688">
                    <a:extLst>
                      <a:ext uri="{FF2B5EF4-FFF2-40B4-BE49-F238E27FC236}">
                        <a16:creationId xmlns:a16="http://schemas.microsoft.com/office/drawing/2014/main" id="{528EA56E-DB3E-4CA6-88B5-A32C40E761A7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5824" name="Flowchart: Connector 5823">
                      <a:extLst>
                        <a:ext uri="{FF2B5EF4-FFF2-40B4-BE49-F238E27FC236}">
                          <a16:creationId xmlns:a16="http://schemas.microsoft.com/office/drawing/2014/main" id="{CFA85CB9-D937-4D5D-A888-D03D4779D42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825" name="Flowchart: Connector 5824">
                      <a:extLst>
                        <a:ext uri="{FF2B5EF4-FFF2-40B4-BE49-F238E27FC236}">
                          <a16:creationId xmlns:a16="http://schemas.microsoft.com/office/drawing/2014/main" id="{23AEDEFA-8B28-4492-9C74-DB3D4A5B50D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826" name="Flowchart: Connector 5825">
                      <a:extLst>
                        <a:ext uri="{FF2B5EF4-FFF2-40B4-BE49-F238E27FC236}">
                          <a16:creationId xmlns:a16="http://schemas.microsoft.com/office/drawing/2014/main" id="{A698723D-ECCE-4A49-8FB6-AF09DDC0354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5690" name="Group 5689">
                    <a:extLst>
                      <a:ext uri="{FF2B5EF4-FFF2-40B4-BE49-F238E27FC236}">
                        <a16:creationId xmlns:a16="http://schemas.microsoft.com/office/drawing/2014/main" id="{FB6D4C12-44B1-4922-A9BC-7D39CAEF7855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5759" name="Group 5758">
                      <a:extLst>
                        <a:ext uri="{FF2B5EF4-FFF2-40B4-BE49-F238E27FC236}">
                          <a16:creationId xmlns:a16="http://schemas.microsoft.com/office/drawing/2014/main" id="{EC3D68F2-E3EE-493B-BEDA-FE3A74BA89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5820" name="Flowchart: Connector 5819">
                        <a:extLst>
                          <a:ext uri="{FF2B5EF4-FFF2-40B4-BE49-F238E27FC236}">
                            <a16:creationId xmlns:a16="http://schemas.microsoft.com/office/drawing/2014/main" id="{EF9E75B0-C9C3-4CEC-8B8A-0DDAF5E183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21" name="Flowchart: Connector 5820">
                        <a:extLst>
                          <a:ext uri="{FF2B5EF4-FFF2-40B4-BE49-F238E27FC236}">
                            <a16:creationId xmlns:a16="http://schemas.microsoft.com/office/drawing/2014/main" id="{D32F86D2-7771-4174-98EE-64881527360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22" name="Flowchart: Connector 5821">
                        <a:extLst>
                          <a:ext uri="{FF2B5EF4-FFF2-40B4-BE49-F238E27FC236}">
                            <a16:creationId xmlns:a16="http://schemas.microsoft.com/office/drawing/2014/main" id="{BD8A104B-283A-46A3-9652-1D56C7D1369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823" name="Flowchart: Connector 5822">
                        <a:extLst>
                          <a:ext uri="{FF2B5EF4-FFF2-40B4-BE49-F238E27FC236}">
                            <a16:creationId xmlns:a16="http://schemas.microsoft.com/office/drawing/2014/main" id="{4A0A3CF8-E0C0-4A0D-B0D7-7725AF2AB3E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5760" name="Group 5759">
                      <a:extLst>
                        <a:ext uri="{FF2B5EF4-FFF2-40B4-BE49-F238E27FC236}">
                          <a16:creationId xmlns:a16="http://schemas.microsoft.com/office/drawing/2014/main" id="{DDBC6DE5-853B-49EA-85D2-9A1F832C60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5761" name="Group 5760">
                        <a:extLst>
                          <a:ext uri="{FF2B5EF4-FFF2-40B4-BE49-F238E27FC236}">
                            <a16:creationId xmlns:a16="http://schemas.microsoft.com/office/drawing/2014/main" id="{F7E2E8C5-E686-420C-A521-E8741D6BA8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5812" name="Flowchart: Connector 5811">
                          <a:extLst>
                            <a:ext uri="{FF2B5EF4-FFF2-40B4-BE49-F238E27FC236}">
                              <a16:creationId xmlns:a16="http://schemas.microsoft.com/office/drawing/2014/main" id="{5C4717AA-90A0-40EB-89C4-F8572530252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13" name="3D Model 5812" descr="Sphere">
                              <a:extLst>
                                <a:ext uri="{FF2B5EF4-FFF2-40B4-BE49-F238E27FC236}">
                                  <a16:creationId xmlns:a16="http://schemas.microsoft.com/office/drawing/2014/main" id="{F91C2455-1924-4344-872A-DD6CE6AB9F9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585372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14" name="Flowchart: Connector 5813">
                          <a:extLst>
                            <a:ext uri="{FF2B5EF4-FFF2-40B4-BE49-F238E27FC236}">
                              <a16:creationId xmlns:a16="http://schemas.microsoft.com/office/drawing/2014/main" id="{399E4F9A-ABAB-4F01-BB4D-34D918E71C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15" name="3D Model 5814" descr="Sphere">
                              <a:extLst>
                                <a:ext uri="{FF2B5EF4-FFF2-40B4-BE49-F238E27FC236}">
                                  <a16:creationId xmlns:a16="http://schemas.microsoft.com/office/drawing/2014/main" id="{5CE4BA3C-CEB2-4F7D-9A50-FDAD28C240F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4103116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16" name="Flowchart: Connector 5815">
                          <a:extLst>
                            <a:ext uri="{FF2B5EF4-FFF2-40B4-BE49-F238E27FC236}">
                              <a16:creationId xmlns:a16="http://schemas.microsoft.com/office/drawing/2014/main" id="{5A5EAE10-7AEE-4DF1-BC32-14B019E1C13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17" name="3D Model 5816" descr="Sphere">
                              <a:extLst>
                                <a:ext uri="{FF2B5EF4-FFF2-40B4-BE49-F238E27FC236}">
                                  <a16:creationId xmlns:a16="http://schemas.microsoft.com/office/drawing/2014/main" id="{1055C437-3F1E-414C-B69C-532C5FFCE6F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8229120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18" name="Flowchart: Connector 5817">
                          <a:extLst>
                            <a:ext uri="{FF2B5EF4-FFF2-40B4-BE49-F238E27FC236}">
                              <a16:creationId xmlns:a16="http://schemas.microsoft.com/office/drawing/2014/main" id="{951A1CA8-08C6-4CBE-A255-FCD7383F582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19" name="3D Model 5818" descr="Sphere">
                              <a:extLst>
                                <a:ext uri="{FF2B5EF4-FFF2-40B4-BE49-F238E27FC236}">
                                  <a16:creationId xmlns:a16="http://schemas.microsoft.com/office/drawing/2014/main" id="{7E9C4BCB-FD8D-4684-B68A-CAD9A1C1781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0415035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762" name="Group 5761">
                        <a:extLst>
                          <a:ext uri="{FF2B5EF4-FFF2-40B4-BE49-F238E27FC236}">
                            <a16:creationId xmlns:a16="http://schemas.microsoft.com/office/drawing/2014/main" id="{80B897F4-1C6B-48C6-95CF-EB24176DE1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5796" name="Flowchart: Connector 5795">
                          <a:extLst>
                            <a:ext uri="{FF2B5EF4-FFF2-40B4-BE49-F238E27FC236}">
                              <a16:creationId xmlns:a16="http://schemas.microsoft.com/office/drawing/2014/main" id="{760952EA-C092-4D72-984F-D1DADF194BE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97" name="Flowchart: Connector 5796">
                          <a:extLst>
                            <a:ext uri="{FF2B5EF4-FFF2-40B4-BE49-F238E27FC236}">
                              <a16:creationId xmlns:a16="http://schemas.microsoft.com/office/drawing/2014/main" id="{723B513E-AAB9-4AD8-9906-C2511B731B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98" name="Flowchart: Connector 5797">
                          <a:extLst>
                            <a:ext uri="{FF2B5EF4-FFF2-40B4-BE49-F238E27FC236}">
                              <a16:creationId xmlns:a16="http://schemas.microsoft.com/office/drawing/2014/main" id="{EEABA9D1-DB6D-425B-8689-8E485AD20F7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99" name="Flowchart: Connector 5798">
                          <a:extLst>
                            <a:ext uri="{FF2B5EF4-FFF2-40B4-BE49-F238E27FC236}">
                              <a16:creationId xmlns:a16="http://schemas.microsoft.com/office/drawing/2014/main" id="{A5DAC116-950A-457C-84DB-B0DDCC02DA8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00" name="Flowchart: Connector 5799">
                          <a:extLst>
                            <a:ext uri="{FF2B5EF4-FFF2-40B4-BE49-F238E27FC236}">
                              <a16:creationId xmlns:a16="http://schemas.microsoft.com/office/drawing/2014/main" id="{518296F0-A396-4F7A-A735-D63D698766D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01" name="Flowchart: Connector 5800">
                          <a:extLst>
                            <a:ext uri="{FF2B5EF4-FFF2-40B4-BE49-F238E27FC236}">
                              <a16:creationId xmlns:a16="http://schemas.microsoft.com/office/drawing/2014/main" id="{7022DBD9-C31E-42C5-8AFA-A2E0213EC5B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02" name="Flowchart: Connector 5801">
                          <a:extLst>
                            <a:ext uri="{FF2B5EF4-FFF2-40B4-BE49-F238E27FC236}">
                              <a16:creationId xmlns:a16="http://schemas.microsoft.com/office/drawing/2014/main" id="{CBACA176-B653-488C-99F3-31D871F4754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03" name="Flowchart: Connector 5802">
                          <a:extLst>
                            <a:ext uri="{FF2B5EF4-FFF2-40B4-BE49-F238E27FC236}">
                              <a16:creationId xmlns:a16="http://schemas.microsoft.com/office/drawing/2014/main" id="{246CAFBC-49E2-430A-968D-5C2E0864E10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804" name="Flowchart: Connector 5803">
                          <a:extLst>
                            <a:ext uri="{FF2B5EF4-FFF2-40B4-BE49-F238E27FC236}">
                              <a16:creationId xmlns:a16="http://schemas.microsoft.com/office/drawing/2014/main" id="{1A075BA8-A624-4319-9FCB-8F77C33AE3B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05" name="3D Model 5804" descr="Sphere">
                              <a:extLst>
                                <a:ext uri="{FF2B5EF4-FFF2-40B4-BE49-F238E27FC236}">
                                  <a16:creationId xmlns:a16="http://schemas.microsoft.com/office/drawing/2014/main" id="{D7CBBE12-AC6E-4F81-AF9B-069B3876CD5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4505791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06" name="Flowchart: Connector 5805">
                          <a:extLst>
                            <a:ext uri="{FF2B5EF4-FFF2-40B4-BE49-F238E27FC236}">
                              <a16:creationId xmlns:a16="http://schemas.microsoft.com/office/drawing/2014/main" id="{719DAC6D-D414-4DAD-8EC3-826275093B0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07" name="3D Model 5806" descr="Sphere">
                              <a:extLst>
                                <a:ext uri="{FF2B5EF4-FFF2-40B4-BE49-F238E27FC236}">
                                  <a16:creationId xmlns:a16="http://schemas.microsoft.com/office/drawing/2014/main" id="{8B2D17AF-12C3-4B20-BF87-B80EF55DDEC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3149987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08" name="Flowchart: Connector 5807">
                          <a:extLst>
                            <a:ext uri="{FF2B5EF4-FFF2-40B4-BE49-F238E27FC236}">
                              <a16:creationId xmlns:a16="http://schemas.microsoft.com/office/drawing/2014/main" id="{9973E521-4366-4460-B53E-C1A0D63DADB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09" name="3D Model 5808" descr="Sphere">
                              <a:extLst>
                                <a:ext uri="{FF2B5EF4-FFF2-40B4-BE49-F238E27FC236}">
                                  <a16:creationId xmlns:a16="http://schemas.microsoft.com/office/drawing/2014/main" id="{A9A64FE3-734F-411A-BAD7-8562B13CEF5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4543205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810" name="Flowchart: Connector 5809">
                          <a:extLst>
                            <a:ext uri="{FF2B5EF4-FFF2-40B4-BE49-F238E27FC236}">
                              <a16:creationId xmlns:a16="http://schemas.microsoft.com/office/drawing/2014/main" id="{953368BF-5A4B-4107-8EDD-4C24D617A0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811" name="3D Model 5810" descr="Sphere">
                              <a:extLst>
                                <a:ext uri="{FF2B5EF4-FFF2-40B4-BE49-F238E27FC236}">
                                  <a16:creationId xmlns:a16="http://schemas.microsoft.com/office/drawing/2014/main" id="{78C0A136-F35B-4D7E-B57A-B87E2CB103B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6873425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5763" name="Group 5762">
                        <a:extLst>
                          <a:ext uri="{FF2B5EF4-FFF2-40B4-BE49-F238E27FC236}">
                            <a16:creationId xmlns:a16="http://schemas.microsoft.com/office/drawing/2014/main" id="{39D4F0F0-D607-4876-B368-7EC4537520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5780" name="Flowchart: Connector 5779">
                          <a:extLst>
                            <a:ext uri="{FF2B5EF4-FFF2-40B4-BE49-F238E27FC236}">
                              <a16:creationId xmlns:a16="http://schemas.microsoft.com/office/drawing/2014/main" id="{BD5C088E-D2B8-4DB9-A4D2-C6412CD29B8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81" name="Flowchart: Connector 5780">
                          <a:extLst>
                            <a:ext uri="{FF2B5EF4-FFF2-40B4-BE49-F238E27FC236}">
                              <a16:creationId xmlns:a16="http://schemas.microsoft.com/office/drawing/2014/main" id="{83025EE6-16BF-4050-8B37-F2E651FCC52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82" name="Flowchart: Connector 5781">
                          <a:extLst>
                            <a:ext uri="{FF2B5EF4-FFF2-40B4-BE49-F238E27FC236}">
                              <a16:creationId xmlns:a16="http://schemas.microsoft.com/office/drawing/2014/main" id="{39497A36-004F-44FD-B28B-B0F9498AF21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83" name="Flowchart: Connector 5782">
                          <a:extLst>
                            <a:ext uri="{FF2B5EF4-FFF2-40B4-BE49-F238E27FC236}">
                              <a16:creationId xmlns:a16="http://schemas.microsoft.com/office/drawing/2014/main" id="{8F2153F8-E027-4663-9823-13B736D10FB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84" name="Flowchart: Connector 5783">
                          <a:extLst>
                            <a:ext uri="{FF2B5EF4-FFF2-40B4-BE49-F238E27FC236}">
                              <a16:creationId xmlns:a16="http://schemas.microsoft.com/office/drawing/2014/main" id="{99F7845F-7A3D-41AE-86B0-A7E72F99747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85" name="Flowchart: Connector 5784">
                          <a:extLst>
                            <a:ext uri="{FF2B5EF4-FFF2-40B4-BE49-F238E27FC236}">
                              <a16:creationId xmlns:a16="http://schemas.microsoft.com/office/drawing/2014/main" id="{DBFA52CF-600B-4AEA-9037-74322EFA256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86" name="Flowchart: Connector 5785">
                          <a:extLst>
                            <a:ext uri="{FF2B5EF4-FFF2-40B4-BE49-F238E27FC236}">
                              <a16:creationId xmlns:a16="http://schemas.microsoft.com/office/drawing/2014/main" id="{095B1B89-4506-47B2-A874-836DD1C5CCF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87" name="Flowchart: Connector 5786">
                          <a:extLst>
                            <a:ext uri="{FF2B5EF4-FFF2-40B4-BE49-F238E27FC236}">
                              <a16:creationId xmlns:a16="http://schemas.microsoft.com/office/drawing/2014/main" id="{52965A73-8078-4EA8-999E-0E564E878DE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5788" name="Flowchart: Connector 5787">
                          <a:extLst>
                            <a:ext uri="{FF2B5EF4-FFF2-40B4-BE49-F238E27FC236}">
                              <a16:creationId xmlns:a16="http://schemas.microsoft.com/office/drawing/2014/main" id="{F38FBF76-EBA7-437F-B9AB-873E06EC210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789" name="3D Model 5788" descr="Sphere">
                              <a:extLst>
                                <a:ext uri="{FF2B5EF4-FFF2-40B4-BE49-F238E27FC236}">
                                  <a16:creationId xmlns:a16="http://schemas.microsoft.com/office/drawing/2014/main" id="{E70A1E31-DE78-4E7E-8722-5360E58F13E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2391354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790" name="Flowchart: Connector 5789">
                          <a:extLst>
                            <a:ext uri="{FF2B5EF4-FFF2-40B4-BE49-F238E27FC236}">
                              <a16:creationId xmlns:a16="http://schemas.microsoft.com/office/drawing/2014/main" id="{8BCFF22F-F614-4B6D-9490-E47A26E486B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791" name="3D Model 5790" descr="Sphere">
                              <a:extLst>
                                <a:ext uri="{FF2B5EF4-FFF2-40B4-BE49-F238E27FC236}">
                                  <a16:creationId xmlns:a16="http://schemas.microsoft.com/office/drawing/2014/main" id="{059086A7-A8B8-4A08-B18D-9364DC11A04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2918764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792" name="Flowchart: Connector 5791">
                          <a:extLst>
                            <a:ext uri="{FF2B5EF4-FFF2-40B4-BE49-F238E27FC236}">
                              <a16:creationId xmlns:a16="http://schemas.microsoft.com/office/drawing/2014/main" id="{2AAB63BE-F25D-4D31-B903-2A1D40ABF8F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793" name="3D Model 5792" descr="Sphere">
                              <a:extLst>
                                <a:ext uri="{FF2B5EF4-FFF2-40B4-BE49-F238E27FC236}">
                                  <a16:creationId xmlns:a16="http://schemas.microsoft.com/office/drawing/2014/main" id="{2BCC51A6-8962-4ADD-9488-531EA061A86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8016606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5794" name="Flowchart: Connector 5793">
                          <a:extLst>
                            <a:ext uri="{FF2B5EF4-FFF2-40B4-BE49-F238E27FC236}">
                              <a16:creationId xmlns:a16="http://schemas.microsoft.com/office/drawing/2014/main" id="{ACE7385C-9476-4FC2-AF1B-9587E512CD0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5795" name="3D Model 5794" descr="Sphere">
                              <a:extLst>
                                <a:ext uri="{FF2B5EF4-FFF2-40B4-BE49-F238E27FC236}">
                                  <a16:creationId xmlns:a16="http://schemas.microsoft.com/office/drawing/2014/main" id="{7B36663F-C5BB-442F-BE9D-B6E6A0F8681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014543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5764" name="Flowchart: Connector 5763">
                        <a:extLst>
                          <a:ext uri="{FF2B5EF4-FFF2-40B4-BE49-F238E27FC236}">
                            <a16:creationId xmlns:a16="http://schemas.microsoft.com/office/drawing/2014/main" id="{F44223DB-326D-42AD-8DFB-75983130C70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65" name="Flowchart: Connector 5764">
                        <a:extLst>
                          <a:ext uri="{FF2B5EF4-FFF2-40B4-BE49-F238E27FC236}">
                            <a16:creationId xmlns:a16="http://schemas.microsoft.com/office/drawing/2014/main" id="{61A0FE0B-FBB9-48F1-9875-7245D40AD32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66" name="Flowchart: Connector 5765">
                        <a:extLst>
                          <a:ext uri="{FF2B5EF4-FFF2-40B4-BE49-F238E27FC236}">
                            <a16:creationId xmlns:a16="http://schemas.microsoft.com/office/drawing/2014/main" id="{E70EA662-DDF1-4815-8732-759724A511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67" name="Flowchart: Connector 5766">
                        <a:extLst>
                          <a:ext uri="{FF2B5EF4-FFF2-40B4-BE49-F238E27FC236}">
                            <a16:creationId xmlns:a16="http://schemas.microsoft.com/office/drawing/2014/main" id="{38C71D7E-A1C7-4DDF-B0A3-C83806ED7C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68" name="Flowchart: Connector 5767">
                        <a:extLst>
                          <a:ext uri="{FF2B5EF4-FFF2-40B4-BE49-F238E27FC236}">
                            <a16:creationId xmlns:a16="http://schemas.microsoft.com/office/drawing/2014/main" id="{D050696D-D81F-4C6A-8748-2B2270A657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69" name="Flowchart: Connector 5768">
                        <a:extLst>
                          <a:ext uri="{FF2B5EF4-FFF2-40B4-BE49-F238E27FC236}">
                            <a16:creationId xmlns:a16="http://schemas.microsoft.com/office/drawing/2014/main" id="{496EB2D5-A7A3-45A2-A231-6CC136E34B8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70" name="Flowchart: Connector 5769">
                        <a:extLst>
                          <a:ext uri="{FF2B5EF4-FFF2-40B4-BE49-F238E27FC236}">
                            <a16:creationId xmlns:a16="http://schemas.microsoft.com/office/drawing/2014/main" id="{A6C1C2D8-D980-4715-8C0F-AEA7765D9CB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71" name="Flowchart: Connector 5770">
                        <a:extLst>
                          <a:ext uri="{FF2B5EF4-FFF2-40B4-BE49-F238E27FC236}">
                            <a16:creationId xmlns:a16="http://schemas.microsoft.com/office/drawing/2014/main" id="{EFBAAA60-5135-4603-9413-9A903785CA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72" name="Flowchart: Connector 5771">
                        <a:extLst>
                          <a:ext uri="{FF2B5EF4-FFF2-40B4-BE49-F238E27FC236}">
                            <a16:creationId xmlns:a16="http://schemas.microsoft.com/office/drawing/2014/main" id="{E25BF81C-25A5-491F-8370-7479C0456C6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73" name="3D Model 5772" descr="Sphere">
                            <a:extLst>
                              <a:ext uri="{FF2B5EF4-FFF2-40B4-BE49-F238E27FC236}">
                                <a16:creationId xmlns:a16="http://schemas.microsoft.com/office/drawing/2014/main" id="{760951E6-5923-4185-9C35-D6B5E1AFF0C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03195559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774" name="Flowchart: Connector 5773">
                        <a:extLst>
                          <a:ext uri="{FF2B5EF4-FFF2-40B4-BE49-F238E27FC236}">
                            <a16:creationId xmlns:a16="http://schemas.microsoft.com/office/drawing/2014/main" id="{5CD8D432-B884-4A81-A6A4-F14DE743130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75" name="3D Model 5774" descr="Sphere">
                            <a:extLst>
                              <a:ext uri="{FF2B5EF4-FFF2-40B4-BE49-F238E27FC236}">
                                <a16:creationId xmlns:a16="http://schemas.microsoft.com/office/drawing/2014/main" id="{BA8D769B-9929-49A0-BCEB-373370D897B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97337385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776" name="Flowchart: Connector 5775">
                        <a:extLst>
                          <a:ext uri="{FF2B5EF4-FFF2-40B4-BE49-F238E27FC236}">
                            <a16:creationId xmlns:a16="http://schemas.microsoft.com/office/drawing/2014/main" id="{78226601-27F6-494F-B128-E4FC122215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77" name="3D Model 5776" descr="Sphere">
                            <a:extLst>
                              <a:ext uri="{FF2B5EF4-FFF2-40B4-BE49-F238E27FC236}">
                                <a16:creationId xmlns:a16="http://schemas.microsoft.com/office/drawing/2014/main" id="{AFF39CB0-8C29-45CF-BBE9-72EED742DE0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88637488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778" name="Flowchart: Connector 5777">
                        <a:extLst>
                          <a:ext uri="{FF2B5EF4-FFF2-40B4-BE49-F238E27FC236}">
                            <a16:creationId xmlns:a16="http://schemas.microsoft.com/office/drawing/2014/main" id="{0E76BB29-F73A-4779-B546-DC6B0D73D3E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79" name="3D Model 5778" descr="Sphere">
                            <a:extLst>
                              <a:ext uri="{FF2B5EF4-FFF2-40B4-BE49-F238E27FC236}">
                                <a16:creationId xmlns:a16="http://schemas.microsoft.com/office/drawing/2014/main" id="{73A349B4-D933-432C-9EB0-F47105BC3C0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94901503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5691" name="Flowchart: Connector 5690">
                    <a:extLst>
                      <a:ext uri="{FF2B5EF4-FFF2-40B4-BE49-F238E27FC236}">
                        <a16:creationId xmlns:a16="http://schemas.microsoft.com/office/drawing/2014/main" id="{7EF066AB-ED58-4DF7-9319-E4133DE4BA7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692" name="Flowchart: Connector 5691">
                    <a:extLst>
                      <a:ext uri="{FF2B5EF4-FFF2-40B4-BE49-F238E27FC236}">
                        <a16:creationId xmlns:a16="http://schemas.microsoft.com/office/drawing/2014/main" id="{08C2F916-CA50-4FE1-AE91-486B845E976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693" name="Flowchart: Connector 5692">
                    <a:extLst>
                      <a:ext uri="{FF2B5EF4-FFF2-40B4-BE49-F238E27FC236}">
                        <a16:creationId xmlns:a16="http://schemas.microsoft.com/office/drawing/2014/main" id="{75A9D3E2-ADC8-4CC4-8FF4-C03C4F3746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694" name="Flowchart: Connector 5693">
                    <a:extLst>
                      <a:ext uri="{FF2B5EF4-FFF2-40B4-BE49-F238E27FC236}">
                        <a16:creationId xmlns:a16="http://schemas.microsoft.com/office/drawing/2014/main" id="{F8B4FE7D-E1F2-4764-A34D-7DF42A86ECC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695" name="Flowchart: Connector 5694">
                    <a:extLst>
                      <a:ext uri="{FF2B5EF4-FFF2-40B4-BE49-F238E27FC236}">
                        <a16:creationId xmlns:a16="http://schemas.microsoft.com/office/drawing/2014/main" id="{861C59C8-7539-44F8-8701-6A8C8B184F0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696" name="Flowchart: Connector 5695">
                    <a:extLst>
                      <a:ext uri="{FF2B5EF4-FFF2-40B4-BE49-F238E27FC236}">
                        <a16:creationId xmlns:a16="http://schemas.microsoft.com/office/drawing/2014/main" id="{0CE5C61F-201A-4B41-8A25-F9B2A416BC4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697" name="Flowchart: Connector 5696">
                    <a:extLst>
                      <a:ext uri="{FF2B5EF4-FFF2-40B4-BE49-F238E27FC236}">
                        <a16:creationId xmlns:a16="http://schemas.microsoft.com/office/drawing/2014/main" id="{B43506AC-F3C8-4A9B-A93C-C8B37D4E8C7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698" name="Flowchart: Connector 5697">
                    <a:extLst>
                      <a:ext uri="{FF2B5EF4-FFF2-40B4-BE49-F238E27FC236}">
                        <a16:creationId xmlns:a16="http://schemas.microsoft.com/office/drawing/2014/main" id="{6DC3C9F0-5629-47FF-A526-EB663591DD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5699" name="Group 5698">
                    <a:extLst>
                      <a:ext uri="{FF2B5EF4-FFF2-40B4-BE49-F238E27FC236}">
                        <a16:creationId xmlns:a16="http://schemas.microsoft.com/office/drawing/2014/main" id="{15B8E36F-652B-46D0-8AD1-653B38F0E717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5700" name="Group 5699">
                      <a:extLst>
                        <a:ext uri="{FF2B5EF4-FFF2-40B4-BE49-F238E27FC236}">
                          <a16:creationId xmlns:a16="http://schemas.microsoft.com/office/drawing/2014/main" id="{703211BD-B040-4BF3-9D54-CD407A2E67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5751" name="Flowchart: Connector 5750">
                        <a:extLst>
                          <a:ext uri="{FF2B5EF4-FFF2-40B4-BE49-F238E27FC236}">
                            <a16:creationId xmlns:a16="http://schemas.microsoft.com/office/drawing/2014/main" id="{C53FB160-6979-4CCC-9549-5B7B99239F5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52" name="3D Model 5751" descr="Sphere">
                            <a:extLst>
                              <a:ext uri="{FF2B5EF4-FFF2-40B4-BE49-F238E27FC236}">
                                <a16:creationId xmlns:a16="http://schemas.microsoft.com/office/drawing/2014/main" id="{E98F0189-B843-4611-8E34-13A8A4C38F9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38740095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753" name="Flowchart: Connector 5752">
                        <a:extLst>
                          <a:ext uri="{FF2B5EF4-FFF2-40B4-BE49-F238E27FC236}">
                            <a16:creationId xmlns:a16="http://schemas.microsoft.com/office/drawing/2014/main" id="{AAB7C7EE-60DB-41AF-8191-1A2FD82597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54" name="3D Model 5753" descr="Sphere">
                            <a:extLst>
                              <a:ext uri="{FF2B5EF4-FFF2-40B4-BE49-F238E27FC236}">
                                <a16:creationId xmlns:a16="http://schemas.microsoft.com/office/drawing/2014/main" id="{FBBCE60A-1BB5-4FFC-A38E-3A22AC9A1BC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4979273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755" name="Flowchart: Connector 5754">
                        <a:extLst>
                          <a:ext uri="{FF2B5EF4-FFF2-40B4-BE49-F238E27FC236}">
                            <a16:creationId xmlns:a16="http://schemas.microsoft.com/office/drawing/2014/main" id="{8817ECB3-0FCE-441B-960A-63666471B4D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56" name="3D Model 5755" descr="Sphere">
                            <a:extLst>
                              <a:ext uri="{FF2B5EF4-FFF2-40B4-BE49-F238E27FC236}">
                                <a16:creationId xmlns:a16="http://schemas.microsoft.com/office/drawing/2014/main" id="{9FDFEF98-33B5-40FA-B6B9-7DB5BE9E955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802284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757" name="Flowchart: Connector 5756">
                        <a:extLst>
                          <a:ext uri="{FF2B5EF4-FFF2-40B4-BE49-F238E27FC236}">
                            <a16:creationId xmlns:a16="http://schemas.microsoft.com/office/drawing/2014/main" id="{350AFA96-5124-4D8C-8135-F2BCB2E55AB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58" name="3D Model 5757" descr="Sphere">
                            <a:extLst>
                              <a:ext uri="{FF2B5EF4-FFF2-40B4-BE49-F238E27FC236}">
                                <a16:creationId xmlns:a16="http://schemas.microsoft.com/office/drawing/2014/main" id="{511CB297-2DE9-4DFE-8D1B-9C35D33C178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0645636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5701" name="Group 5700">
                      <a:extLst>
                        <a:ext uri="{FF2B5EF4-FFF2-40B4-BE49-F238E27FC236}">
                          <a16:creationId xmlns:a16="http://schemas.microsoft.com/office/drawing/2014/main" id="{DCBB7B7E-9913-4B15-81CE-49F18E50D4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5735" name="Flowchart: Connector 5734">
                        <a:extLst>
                          <a:ext uri="{FF2B5EF4-FFF2-40B4-BE49-F238E27FC236}">
                            <a16:creationId xmlns:a16="http://schemas.microsoft.com/office/drawing/2014/main" id="{6A85FF2D-37C9-4721-90F5-671C88ECB5E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36" name="Flowchart: Connector 5735">
                        <a:extLst>
                          <a:ext uri="{FF2B5EF4-FFF2-40B4-BE49-F238E27FC236}">
                            <a16:creationId xmlns:a16="http://schemas.microsoft.com/office/drawing/2014/main" id="{13DB78A8-C3C3-415A-95DA-1226578DCC8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37" name="Flowchart: Connector 5736">
                        <a:extLst>
                          <a:ext uri="{FF2B5EF4-FFF2-40B4-BE49-F238E27FC236}">
                            <a16:creationId xmlns:a16="http://schemas.microsoft.com/office/drawing/2014/main" id="{3F119C2F-1E32-4A0F-9B00-E96F92BDC3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38" name="Flowchart: Connector 5737">
                        <a:extLst>
                          <a:ext uri="{FF2B5EF4-FFF2-40B4-BE49-F238E27FC236}">
                            <a16:creationId xmlns:a16="http://schemas.microsoft.com/office/drawing/2014/main" id="{8EE0A4C1-C569-4B66-8CA6-B7D18DD75B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39" name="Flowchart: Connector 5738">
                        <a:extLst>
                          <a:ext uri="{FF2B5EF4-FFF2-40B4-BE49-F238E27FC236}">
                            <a16:creationId xmlns:a16="http://schemas.microsoft.com/office/drawing/2014/main" id="{1E6F12B9-E636-4056-BDEF-5EFB97810DA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40" name="Flowchart: Connector 5739">
                        <a:extLst>
                          <a:ext uri="{FF2B5EF4-FFF2-40B4-BE49-F238E27FC236}">
                            <a16:creationId xmlns:a16="http://schemas.microsoft.com/office/drawing/2014/main" id="{76BB7E0B-A95E-4A2E-9DD6-71BB114EBB5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41" name="Flowchart: Connector 5740">
                        <a:extLst>
                          <a:ext uri="{FF2B5EF4-FFF2-40B4-BE49-F238E27FC236}">
                            <a16:creationId xmlns:a16="http://schemas.microsoft.com/office/drawing/2014/main" id="{1ABBE1A4-F523-4366-926A-AC04687FBD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42" name="Flowchart: Connector 5741">
                        <a:extLst>
                          <a:ext uri="{FF2B5EF4-FFF2-40B4-BE49-F238E27FC236}">
                            <a16:creationId xmlns:a16="http://schemas.microsoft.com/office/drawing/2014/main" id="{C143E0A7-E05D-44D5-8C34-58308CF5BA8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43" name="Flowchart: Connector 5742">
                        <a:extLst>
                          <a:ext uri="{FF2B5EF4-FFF2-40B4-BE49-F238E27FC236}">
                            <a16:creationId xmlns:a16="http://schemas.microsoft.com/office/drawing/2014/main" id="{6E2D18C7-5B7A-42AC-8858-7B9ECC05C7E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44" name="3D Model 5743" descr="Sphere">
                            <a:extLst>
                              <a:ext uri="{FF2B5EF4-FFF2-40B4-BE49-F238E27FC236}">
                                <a16:creationId xmlns:a16="http://schemas.microsoft.com/office/drawing/2014/main" id="{3779D5E5-EAAB-4A1B-8D26-1544531E3F1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03066544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745" name="Flowchart: Connector 5744">
                        <a:extLst>
                          <a:ext uri="{FF2B5EF4-FFF2-40B4-BE49-F238E27FC236}">
                            <a16:creationId xmlns:a16="http://schemas.microsoft.com/office/drawing/2014/main" id="{3FB63380-ECB5-4428-8217-FDE9731982D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46" name="3D Model 5745" descr="Sphere">
                            <a:extLst>
                              <a:ext uri="{FF2B5EF4-FFF2-40B4-BE49-F238E27FC236}">
                                <a16:creationId xmlns:a16="http://schemas.microsoft.com/office/drawing/2014/main" id="{64D481C5-955F-482D-99A3-EC24917CB6D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3551898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747" name="Flowchart: Connector 5746">
                        <a:extLst>
                          <a:ext uri="{FF2B5EF4-FFF2-40B4-BE49-F238E27FC236}">
                            <a16:creationId xmlns:a16="http://schemas.microsoft.com/office/drawing/2014/main" id="{99E54D41-2F8B-41D3-B641-5B253AE306D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48" name="3D Model 5747" descr="Sphere">
                            <a:extLst>
                              <a:ext uri="{FF2B5EF4-FFF2-40B4-BE49-F238E27FC236}">
                                <a16:creationId xmlns:a16="http://schemas.microsoft.com/office/drawing/2014/main" id="{0EAF718D-07F7-4D45-8533-E09A07AF961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4485817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749" name="Flowchart: Connector 5748">
                        <a:extLst>
                          <a:ext uri="{FF2B5EF4-FFF2-40B4-BE49-F238E27FC236}">
                            <a16:creationId xmlns:a16="http://schemas.microsoft.com/office/drawing/2014/main" id="{051C2557-AB6B-478A-904A-4F7ECB779A5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50" name="3D Model 5749" descr="Sphere">
                            <a:extLst>
                              <a:ext uri="{FF2B5EF4-FFF2-40B4-BE49-F238E27FC236}">
                                <a16:creationId xmlns:a16="http://schemas.microsoft.com/office/drawing/2014/main" id="{5FD22744-3C0C-4587-B2DD-679668372DE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5186344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5702" name="Group 5701">
                      <a:extLst>
                        <a:ext uri="{FF2B5EF4-FFF2-40B4-BE49-F238E27FC236}">
                          <a16:creationId xmlns:a16="http://schemas.microsoft.com/office/drawing/2014/main" id="{7B8E3932-1D59-415D-A1CE-FFE358D362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5719" name="Flowchart: Connector 5718">
                        <a:extLst>
                          <a:ext uri="{FF2B5EF4-FFF2-40B4-BE49-F238E27FC236}">
                            <a16:creationId xmlns:a16="http://schemas.microsoft.com/office/drawing/2014/main" id="{685527FB-BEC0-4D0C-AB06-38C52424E44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20" name="Flowchart: Connector 5719">
                        <a:extLst>
                          <a:ext uri="{FF2B5EF4-FFF2-40B4-BE49-F238E27FC236}">
                            <a16:creationId xmlns:a16="http://schemas.microsoft.com/office/drawing/2014/main" id="{42DCAE1F-9F87-46C1-A962-12FED4C09C7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21" name="Flowchart: Connector 5720">
                        <a:extLst>
                          <a:ext uri="{FF2B5EF4-FFF2-40B4-BE49-F238E27FC236}">
                            <a16:creationId xmlns:a16="http://schemas.microsoft.com/office/drawing/2014/main" id="{83B896FC-2B0C-468A-989E-40680739283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22" name="Flowchart: Connector 5721">
                        <a:extLst>
                          <a:ext uri="{FF2B5EF4-FFF2-40B4-BE49-F238E27FC236}">
                            <a16:creationId xmlns:a16="http://schemas.microsoft.com/office/drawing/2014/main" id="{DA2FBE7B-67FB-4745-B9B6-A84FFE494B1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23" name="Flowchart: Connector 5722">
                        <a:extLst>
                          <a:ext uri="{FF2B5EF4-FFF2-40B4-BE49-F238E27FC236}">
                            <a16:creationId xmlns:a16="http://schemas.microsoft.com/office/drawing/2014/main" id="{CCE93FD4-B58F-467E-A5D9-AD6914273C4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24" name="Flowchart: Connector 5723">
                        <a:extLst>
                          <a:ext uri="{FF2B5EF4-FFF2-40B4-BE49-F238E27FC236}">
                            <a16:creationId xmlns:a16="http://schemas.microsoft.com/office/drawing/2014/main" id="{289BA943-3D09-4BEE-9E66-59A7C8B6346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25" name="Flowchart: Connector 5724">
                        <a:extLst>
                          <a:ext uri="{FF2B5EF4-FFF2-40B4-BE49-F238E27FC236}">
                            <a16:creationId xmlns:a16="http://schemas.microsoft.com/office/drawing/2014/main" id="{03348EF8-235B-44F4-BF18-0B7A6DF13A5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26" name="Flowchart: Connector 5725">
                        <a:extLst>
                          <a:ext uri="{FF2B5EF4-FFF2-40B4-BE49-F238E27FC236}">
                            <a16:creationId xmlns:a16="http://schemas.microsoft.com/office/drawing/2014/main" id="{DB5C6031-5F2B-44A3-8B28-C1EED80FB5F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5727" name="Flowchart: Connector 5726">
                        <a:extLst>
                          <a:ext uri="{FF2B5EF4-FFF2-40B4-BE49-F238E27FC236}">
                            <a16:creationId xmlns:a16="http://schemas.microsoft.com/office/drawing/2014/main" id="{90FDF2E4-E3C1-4B98-BA00-061E9E3015C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28" name="3D Model 5727" descr="Sphere">
                            <a:extLst>
                              <a:ext uri="{FF2B5EF4-FFF2-40B4-BE49-F238E27FC236}">
                                <a16:creationId xmlns:a16="http://schemas.microsoft.com/office/drawing/2014/main" id="{D8D292B9-53DC-4ACE-95E5-1D6B0FB79C0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39922746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729" name="Flowchart: Connector 5728">
                        <a:extLst>
                          <a:ext uri="{FF2B5EF4-FFF2-40B4-BE49-F238E27FC236}">
                            <a16:creationId xmlns:a16="http://schemas.microsoft.com/office/drawing/2014/main" id="{AC80F88E-4F4A-444E-BF35-620005147D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30" name="3D Model 5729" descr="Sphere">
                            <a:extLst>
                              <a:ext uri="{FF2B5EF4-FFF2-40B4-BE49-F238E27FC236}">
                                <a16:creationId xmlns:a16="http://schemas.microsoft.com/office/drawing/2014/main" id="{0504D8E9-2C72-4DEC-9F36-9F2391FD342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1330798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731" name="Flowchart: Connector 5730">
                        <a:extLst>
                          <a:ext uri="{FF2B5EF4-FFF2-40B4-BE49-F238E27FC236}">
                            <a16:creationId xmlns:a16="http://schemas.microsoft.com/office/drawing/2014/main" id="{C5AF9CC7-025B-4B0D-A8DD-0C8B4D1B2CF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32" name="3D Model 5731" descr="Sphere">
                            <a:extLst>
                              <a:ext uri="{FF2B5EF4-FFF2-40B4-BE49-F238E27FC236}">
                                <a16:creationId xmlns:a16="http://schemas.microsoft.com/office/drawing/2014/main" id="{09252704-3ACD-4288-82AD-6C040477935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15486388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5733" name="Flowchart: Connector 5732">
                        <a:extLst>
                          <a:ext uri="{FF2B5EF4-FFF2-40B4-BE49-F238E27FC236}">
                            <a16:creationId xmlns:a16="http://schemas.microsoft.com/office/drawing/2014/main" id="{88AA7B1A-01EF-416D-B486-78A2BBDBC1D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5734" name="3D Model 5733" descr="Sphere">
                            <a:extLst>
                              <a:ext uri="{FF2B5EF4-FFF2-40B4-BE49-F238E27FC236}">
                                <a16:creationId xmlns:a16="http://schemas.microsoft.com/office/drawing/2014/main" id="{FABD3867-CE8B-4B62-B69D-E71FD2AC8E0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6712977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5703" name="Flowchart: Connector 5702">
                      <a:extLst>
                        <a:ext uri="{FF2B5EF4-FFF2-40B4-BE49-F238E27FC236}">
                          <a16:creationId xmlns:a16="http://schemas.microsoft.com/office/drawing/2014/main" id="{8AE0A28D-5DF2-40F2-B969-807BD8DDDB6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704" name="Flowchart: Connector 5703">
                      <a:extLst>
                        <a:ext uri="{FF2B5EF4-FFF2-40B4-BE49-F238E27FC236}">
                          <a16:creationId xmlns:a16="http://schemas.microsoft.com/office/drawing/2014/main" id="{FA4F400E-B7B5-462A-B2CF-C70A568995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705" name="Flowchart: Connector 5704">
                      <a:extLst>
                        <a:ext uri="{FF2B5EF4-FFF2-40B4-BE49-F238E27FC236}">
                          <a16:creationId xmlns:a16="http://schemas.microsoft.com/office/drawing/2014/main" id="{0DBEAED9-955E-4850-88D5-BAD521D03D7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706" name="Flowchart: Connector 5705">
                      <a:extLst>
                        <a:ext uri="{FF2B5EF4-FFF2-40B4-BE49-F238E27FC236}">
                          <a16:creationId xmlns:a16="http://schemas.microsoft.com/office/drawing/2014/main" id="{86A15EEE-FD5F-4DBC-9C7D-5D14109D3B8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707" name="Flowchart: Connector 5706">
                      <a:extLst>
                        <a:ext uri="{FF2B5EF4-FFF2-40B4-BE49-F238E27FC236}">
                          <a16:creationId xmlns:a16="http://schemas.microsoft.com/office/drawing/2014/main" id="{01573CE0-A07C-4AAB-904E-60D274415C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708" name="Flowchart: Connector 5707">
                      <a:extLst>
                        <a:ext uri="{FF2B5EF4-FFF2-40B4-BE49-F238E27FC236}">
                          <a16:creationId xmlns:a16="http://schemas.microsoft.com/office/drawing/2014/main" id="{E97440A4-94ED-4159-88A7-B24762BF247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709" name="Flowchart: Connector 5708">
                      <a:extLst>
                        <a:ext uri="{FF2B5EF4-FFF2-40B4-BE49-F238E27FC236}">
                          <a16:creationId xmlns:a16="http://schemas.microsoft.com/office/drawing/2014/main" id="{B059A8B4-8452-488E-9D03-75029EF4AF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710" name="Flowchart: Connector 5709">
                      <a:extLst>
                        <a:ext uri="{FF2B5EF4-FFF2-40B4-BE49-F238E27FC236}">
                          <a16:creationId xmlns:a16="http://schemas.microsoft.com/office/drawing/2014/main" id="{6AB50105-E3C7-47F7-9336-4FAA73AADE9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5711" name="Flowchart: Connector 5710">
                      <a:extLst>
                        <a:ext uri="{FF2B5EF4-FFF2-40B4-BE49-F238E27FC236}">
                          <a16:creationId xmlns:a16="http://schemas.microsoft.com/office/drawing/2014/main" id="{088B662C-5D24-4630-8B88-4F36C985600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712" name="3D Model 5711" descr="Sphere">
                          <a:extLst>
                            <a:ext uri="{FF2B5EF4-FFF2-40B4-BE49-F238E27FC236}">
                              <a16:creationId xmlns:a16="http://schemas.microsoft.com/office/drawing/2014/main" id="{21E79273-8C32-4192-9688-A748622ED92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713210956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713" name="Flowchart: Connector 5712">
                      <a:extLst>
                        <a:ext uri="{FF2B5EF4-FFF2-40B4-BE49-F238E27FC236}">
                          <a16:creationId xmlns:a16="http://schemas.microsoft.com/office/drawing/2014/main" id="{831D1ED8-4140-4641-899B-4BBB468AD2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714" name="3D Model 5713" descr="Sphere">
                          <a:extLst>
                            <a:ext uri="{FF2B5EF4-FFF2-40B4-BE49-F238E27FC236}">
                              <a16:creationId xmlns:a16="http://schemas.microsoft.com/office/drawing/2014/main" id="{3FCE20C4-0C27-4CB9-8B62-4BC00FA39E8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163946979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715" name="Flowchart: Connector 5714">
                      <a:extLst>
                        <a:ext uri="{FF2B5EF4-FFF2-40B4-BE49-F238E27FC236}">
                          <a16:creationId xmlns:a16="http://schemas.microsoft.com/office/drawing/2014/main" id="{0CAC8070-1F9D-4CFC-9EA2-DF849EA5B9D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716" name="3D Model 5715" descr="Sphere">
                          <a:extLst>
                            <a:ext uri="{FF2B5EF4-FFF2-40B4-BE49-F238E27FC236}">
                              <a16:creationId xmlns:a16="http://schemas.microsoft.com/office/drawing/2014/main" id="{A3A21CD9-0A60-4C6B-8040-EB0A5E254C8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146475909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5717" name="Flowchart: Connector 5716">
                      <a:extLst>
                        <a:ext uri="{FF2B5EF4-FFF2-40B4-BE49-F238E27FC236}">
                          <a16:creationId xmlns:a16="http://schemas.microsoft.com/office/drawing/2014/main" id="{93331E82-E965-4E33-8BAD-20F779936C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5718" name="3D Model 5717" descr="Sphere">
                          <a:extLst>
                            <a:ext uri="{FF2B5EF4-FFF2-40B4-BE49-F238E27FC236}">
                              <a16:creationId xmlns:a16="http://schemas.microsoft.com/office/drawing/2014/main" id="{3033B98A-A601-4884-908F-0D1EB9EE597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861627125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5668" name="Freeform: Shape 5667">
                  <a:extLst>
                    <a:ext uri="{FF2B5EF4-FFF2-40B4-BE49-F238E27FC236}">
                      <a16:creationId xmlns:a16="http://schemas.microsoft.com/office/drawing/2014/main" id="{43C2D2AE-7ACD-4E8F-8CD0-A70649E1D4DD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669" name="Freeform: Shape 5668">
                  <a:extLst>
                    <a:ext uri="{FF2B5EF4-FFF2-40B4-BE49-F238E27FC236}">
                      <a16:creationId xmlns:a16="http://schemas.microsoft.com/office/drawing/2014/main" id="{94718788-A5CC-443F-A68A-23F368D72AB9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670" name="Freeform: Shape 5669">
                  <a:extLst>
                    <a:ext uri="{FF2B5EF4-FFF2-40B4-BE49-F238E27FC236}">
                      <a16:creationId xmlns:a16="http://schemas.microsoft.com/office/drawing/2014/main" id="{3BB84063-7A27-4A7D-8640-081D248257A9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671" name="Freeform: Shape 5670">
                  <a:extLst>
                    <a:ext uri="{FF2B5EF4-FFF2-40B4-BE49-F238E27FC236}">
                      <a16:creationId xmlns:a16="http://schemas.microsoft.com/office/drawing/2014/main" id="{CB4E52F5-1A50-4D41-9E9C-1014782C6E4A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672" name="Freeform: Shape 5671">
                  <a:extLst>
                    <a:ext uri="{FF2B5EF4-FFF2-40B4-BE49-F238E27FC236}">
                      <a16:creationId xmlns:a16="http://schemas.microsoft.com/office/drawing/2014/main" id="{27E8FB07-3FDD-4E19-9DDF-3E6C8A4D6290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673" name="Freeform: Shape 5672">
                  <a:extLst>
                    <a:ext uri="{FF2B5EF4-FFF2-40B4-BE49-F238E27FC236}">
                      <a16:creationId xmlns:a16="http://schemas.microsoft.com/office/drawing/2014/main" id="{5E2152F9-829C-481F-86A9-7D651CE88136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674" name="Freeform: Shape 5673">
                  <a:extLst>
                    <a:ext uri="{FF2B5EF4-FFF2-40B4-BE49-F238E27FC236}">
                      <a16:creationId xmlns:a16="http://schemas.microsoft.com/office/drawing/2014/main" id="{E6F6D6F4-7442-4EDA-91DD-1EA7368A284C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675" name="Freeform: Shape 5674">
                  <a:extLst>
                    <a:ext uri="{FF2B5EF4-FFF2-40B4-BE49-F238E27FC236}">
                      <a16:creationId xmlns:a16="http://schemas.microsoft.com/office/drawing/2014/main" id="{18E340D7-1230-4C7C-8D02-97277AF87C7B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676" name="Freeform: Shape 5675">
                  <a:extLst>
                    <a:ext uri="{FF2B5EF4-FFF2-40B4-BE49-F238E27FC236}">
                      <a16:creationId xmlns:a16="http://schemas.microsoft.com/office/drawing/2014/main" id="{1CE0A942-A073-4768-8D57-8A0C81BF8635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677" name="Freeform: Shape 5676">
                  <a:extLst>
                    <a:ext uri="{FF2B5EF4-FFF2-40B4-BE49-F238E27FC236}">
                      <a16:creationId xmlns:a16="http://schemas.microsoft.com/office/drawing/2014/main" id="{CA353A6C-4946-46DC-A16F-B3B47B57B4D7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678" name="Freeform: Shape 5677">
                  <a:extLst>
                    <a:ext uri="{FF2B5EF4-FFF2-40B4-BE49-F238E27FC236}">
                      <a16:creationId xmlns:a16="http://schemas.microsoft.com/office/drawing/2014/main" id="{68C6D686-CD61-4BF9-AE1F-68F4B19AED2C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679" name="Freeform: Shape 5678">
                  <a:extLst>
                    <a:ext uri="{FF2B5EF4-FFF2-40B4-BE49-F238E27FC236}">
                      <a16:creationId xmlns:a16="http://schemas.microsoft.com/office/drawing/2014/main" id="{00D7EA3B-17DF-4EFB-BCBB-53713918F402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5664" name="Freeform: Shape 5663">
                <a:extLst>
                  <a:ext uri="{FF2B5EF4-FFF2-40B4-BE49-F238E27FC236}">
                    <a16:creationId xmlns:a16="http://schemas.microsoft.com/office/drawing/2014/main" id="{0E1B44BE-1C95-421B-8673-52AED19CD1C4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5665" name="Freeform: Shape 5664">
                <a:extLst>
                  <a:ext uri="{FF2B5EF4-FFF2-40B4-BE49-F238E27FC236}">
                    <a16:creationId xmlns:a16="http://schemas.microsoft.com/office/drawing/2014/main" id="{70329429-976F-4CBB-A789-3B856B73B7D6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5666" name="Freeform: Shape 5665">
                <a:extLst>
                  <a:ext uri="{FF2B5EF4-FFF2-40B4-BE49-F238E27FC236}">
                    <a16:creationId xmlns:a16="http://schemas.microsoft.com/office/drawing/2014/main" id="{2A0FDA67-252A-45CA-B8EE-7C1D09412896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5962" name="Group 5961">
              <a:extLst>
                <a:ext uri="{FF2B5EF4-FFF2-40B4-BE49-F238E27FC236}">
                  <a16:creationId xmlns:a16="http://schemas.microsoft.com/office/drawing/2014/main" id="{C1D3B133-6AA7-429F-A3A0-F3CE8FC4860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413893" y="5887772"/>
              <a:ext cx="521735" cy="419131"/>
              <a:chOff x="558227" y="4289344"/>
              <a:chExt cx="2384501" cy="2135404"/>
            </a:xfrm>
          </p:grpSpPr>
          <p:grpSp>
            <p:nvGrpSpPr>
              <p:cNvPr id="5963" name="Group 5962">
                <a:extLst>
                  <a:ext uri="{FF2B5EF4-FFF2-40B4-BE49-F238E27FC236}">
                    <a16:creationId xmlns:a16="http://schemas.microsoft.com/office/drawing/2014/main" id="{FB268E49-F3A0-4779-AD1C-4A2568371E02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5967" name="Group 5966">
                  <a:extLst>
                    <a:ext uri="{FF2B5EF4-FFF2-40B4-BE49-F238E27FC236}">
                      <a16:creationId xmlns:a16="http://schemas.microsoft.com/office/drawing/2014/main" id="{0F908AA7-9292-46E3-81D1-7169AEFC8093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5980" name="Group 5979">
                    <a:extLst>
                      <a:ext uri="{FF2B5EF4-FFF2-40B4-BE49-F238E27FC236}">
                        <a16:creationId xmlns:a16="http://schemas.microsoft.com/office/drawing/2014/main" id="{D1F3D279-1745-4934-BD06-F211BE1AFFB7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6201" name="Group 6200">
                      <a:extLst>
                        <a:ext uri="{FF2B5EF4-FFF2-40B4-BE49-F238E27FC236}">
                          <a16:creationId xmlns:a16="http://schemas.microsoft.com/office/drawing/2014/main" id="{E5FC2876-D761-4CCD-BC6A-4466CAD67E8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6258" name="Flowchart: Connector 6257">
                        <a:extLst>
                          <a:ext uri="{FF2B5EF4-FFF2-40B4-BE49-F238E27FC236}">
                            <a16:creationId xmlns:a16="http://schemas.microsoft.com/office/drawing/2014/main" id="{656795ED-2563-446B-A8C0-A86C0C41441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59" name="Flowchart: Connector 6258">
                        <a:extLst>
                          <a:ext uri="{FF2B5EF4-FFF2-40B4-BE49-F238E27FC236}">
                            <a16:creationId xmlns:a16="http://schemas.microsoft.com/office/drawing/2014/main" id="{E1DF0065-3F8B-416A-A265-3B6E631E14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60" name="Flowchart: Connector 6259">
                        <a:extLst>
                          <a:ext uri="{FF2B5EF4-FFF2-40B4-BE49-F238E27FC236}">
                            <a16:creationId xmlns:a16="http://schemas.microsoft.com/office/drawing/2014/main" id="{CA92B226-BD22-4CF6-A5E6-BDB6694140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61" name="Flowchart: Connector 6260">
                        <a:extLst>
                          <a:ext uri="{FF2B5EF4-FFF2-40B4-BE49-F238E27FC236}">
                            <a16:creationId xmlns:a16="http://schemas.microsoft.com/office/drawing/2014/main" id="{64284B2C-587F-4F72-BDDE-C4860C35B4B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6202" name="Group 6201">
                      <a:extLst>
                        <a:ext uri="{FF2B5EF4-FFF2-40B4-BE49-F238E27FC236}">
                          <a16:creationId xmlns:a16="http://schemas.microsoft.com/office/drawing/2014/main" id="{D57F44CB-32C2-4AAC-8280-66AA594CCE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6203" name="Group 6202">
                        <a:extLst>
                          <a:ext uri="{FF2B5EF4-FFF2-40B4-BE49-F238E27FC236}">
                            <a16:creationId xmlns:a16="http://schemas.microsoft.com/office/drawing/2014/main" id="{06EE6CCE-7C2B-4E96-A857-193FFCBBA8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251" name="3D Model 6250" descr="Sphere">
                              <a:extLst>
                                <a:ext uri="{FF2B5EF4-FFF2-40B4-BE49-F238E27FC236}">
                                  <a16:creationId xmlns:a16="http://schemas.microsoft.com/office/drawing/2014/main" id="{9759F994-54E8-49D2-882B-6216F1ED33B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0486344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252" name="Flowchart: Connector 6251">
                          <a:extLst>
                            <a:ext uri="{FF2B5EF4-FFF2-40B4-BE49-F238E27FC236}">
                              <a16:creationId xmlns:a16="http://schemas.microsoft.com/office/drawing/2014/main" id="{60A8B246-484F-4F18-BEC3-3D9D6A2382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253" name="3D Model 6252" descr="Sphere">
                              <a:extLst>
                                <a:ext uri="{FF2B5EF4-FFF2-40B4-BE49-F238E27FC236}">
                                  <a16:creationId xmlns:a16="http://schemas.microsoft.com/office/drawing/2014/main" id="{DCABCD47-1AC6-4A60-97A9-87890E2CC03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9300560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254" name="Flowchart: Connector 6253">
                          <a:extLst>
                            <a:ext uri="{FF2B5EF4-FFF2-40B4-BE49-F238E27FC236}">
                              <a16:creationId xmlns:a16="http://schemas.microsoft.com/office/drawing/2014/main" id="{AE279219-5AE0-4EE3-AAE0-2F3B2255ACF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255" name="3D Model 6254" descr="Sphere">
                              <a:extLst>
                                <a:ext uri="{FF2B5EF4-FFF2-40B4-BE49-F238E27FC236}">
                                  <a16:creationId xmlns:a16="http://schemas.microsoft.com/office/drawing/2014/main" id="{AE6A0FF0-69FF-4423-8313-FAA1A77418A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5699230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256" name="Flowchart: Connector 6255">
                          <a:extLst>
                            <a:ext uri="{FF2B5EF4-FFF2-40B4-BE49-F238E27FC236}">
                              <a16:creationId xmlns:a16="http://schemas.microsoft.com/office/drawing/2014/main" id="{6893C103-DE62-474A-9B28-A21673E5A33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257" name="3D Model 6256" descr="Sphere">
                              <a:extLst>
                                <a:ext uri="{FF2B5EF4-FFF2-40B4-BE49-F238E27FC236}">
                                  <a16:creationId xmlns:a16="http://schemas.microsoft.com/office/drawing/2014/main" id="{F89A6199-FC2C-4D1B-A3F8-ED0C9937641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5374461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204" name="Group 6203">
                        <a:extLst>
                          <a:ext uri="{FF2B5EF4-FFF2-40B4-BE49-F238E27FC236}">
                            <a16:creationId xmlns:a16="http://schemas.microsoft.com/office/drawing/2014/main" id="{8DBF430C-18E0-48B4-8ECE-1B47A8E1C4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6236" name="Flowchart: Connector 6235">
                          <a:extLst>
                            <a:ext uri="{FF2B5EF4-FFF2-40B4-BE49-F238E27FC236}">
                              <a16:creationId xmlns:a16="http://schemas.microsoft.com/office/drawing/2014/main" id="{E0AB6A11-F119-49A9-862C-6EEBB34FE59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37" name="Flowchart: Connector 6236">
                          <a:extLst>
                            <a:ext uri="{FF2B5EF4-FFF2-40B4-BE49-F238E27FC236}">
                              <a16:creationId xmlns:a16="http://schemas.microsoft.com/office/drawing/2014/main" id="{70A72BC7-D1CA-4E24-8EB5-4A34024602F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38" name="Flowchart: Connector 6237">
                          <a:extLst>
                            <a:ext uri="{FF2B5EF4-FFF2-40B4-BE49-F238E27FC236}">
                              <a16:creationId xmlns:a16="http://schemas.microsoft.com/office/drawing/2014/main" id="{B73DDB83-CA57-483A-B3EF-CB4F25C2A89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39" name="Flowchart: Connector 6238">
                          <a:extLst>
                            <a:ext uri="{FF2B5EF4-FFF2-40B4-BE49-F238E27FC236}">
                              <a16:creationId xmlns:a16="http://schemas.microsoft.com/office/drawing/2014/main" id="{C27C0EF9-C45D-43AB-8A03-56AF50998C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40" name="Flowchart: Connector 6239">
                          <a:extLst>
                            <a:ext uri="{FF2B5EF4-FFF2-40B4-BE49-F238E27FC236}">
                              <a16:creationId xmlns:a16="http://schemas.microsoft.com/office/drawing/2014/main" id="{E97B7DBF-3ECA-42F8-93C0-738ECB0715B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41" name="Flowchart: Connector 6240">
                          <a:extLst>
                            <a:ext uri="{FF2B5EF4-FFF2-40B4-BE49-F238E27FC236}">
                              <a16:creationId xmlns:a16="http://schemas.microsoft.com/office/drawing/2014/main" id="{B3720C33-C97C-43BF-9DCB-260E6ED04E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42" name="Flowchart: Connector 6241">
                          <a:extLst>
                            <a:ext uri="{FF2B5EF4-FFF2-40B4-BE49-F238E27FC236}">
                              <a16:creationId xmlns:a16="http://schemas.microsoft.com/office/drawing/2014/main" id="{B97640E2-2853-43B4-8AF1-A4AA63AAFA2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43" name="Flowchart: Connector 6242">
                          <a:extLst>
                            <a:ext uri="{FF2B5EF4-FFF2-40B4-BE49-F238E27FC236}">
                              <a16:creationId xmlns:a16="http://schemas.microsoft.com/office/drawing/2014/main" id="{857D4A68-3101-4002-9A7F-5F70D676E9D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244" name="3D Model 6243" descr="Sphere">
                              <a:extLst>
                                <a:ext uri="{FF2B5EF4-FFF2-40B4-BE49-F238E27FC236}">
                                  <a16:creationId xmlns:a16="http://schemas.microsoft.com/office/drawing/2014/main" id="{E812B6D6-C942-44CC-86F0-7FF38B74A46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7063324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245" name="Flowchart: Connector 6244">
                          <a:extLst>
                            <a:ext uri="{FF2B5EF4-FFF2-40B4-BE49-F238E27FC236}">
                              <a16:creationId xmlns:a16="http://schemas.microsoft.com/office/drawing/2014/main" id="{02358B60-CEC3-4651-9DD7-B1777BCDF4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246" name="3D Model 6245" descr="Sphere">
                              <a:extLst>
                                <a:ext uri="{FF2B5EF4-FFF2-40B4-BE49-F238E27FC236}">
                                  <a16:creationId xmlns:a16="http://schemas.microsoft.com/office/drawing/2014/main" id="{75C6383C-AC47-4A31-8D9F-FAF8750D3B2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6776355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247" name="Flowchart: Connector 6246">
                          <a:extLst>
                            <a:ext uri="{FF2B5EF4-FFF2-40B4-BE49-F238E27FC236}">
                              <a16:creationId xmlns:a16="http://schemas.microsoft.com/office/drawing/2014/main" id="{FD52AF36-70C0-4606-893A-AB67F20F0F8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248" name="3D Model 6247" descr="Sphere">
                              <a:extLst>
                                <a:ext uri="{FF2B5EF4-FFF2-40B4-BE49-F238E27FC236}">
                                  <a16:creationId xmlns:a16="http://schemas.microsoft.com/office/drawing/2014/main" id="{98F2E193-EEB5-421F-8CA6-F4769764EAC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9740517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249" name="Flowchart: Connector 6248">
                          <a:extLst>
                            <a:ext uri="{FF2B5EF4-FFF2-40B4-BE49-F238E27FC236}">
                              <a16:creationId xmlns:a16="http://schemas.microsoft.com/office/drawing/2014/main" id="{FD7941FC-CB0B-4014-AAE7-A7A6320F5B8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250" name="3D Model 6249" descr="Sphere">
                              <a:extLst>
                                <a:ext uri="{FF2B5EF4-FFF2-40B4-BE49-F238E27FC236}">
                                  <a16:creationId xmlns:a16="http://schemas.microsoft.com/office/drawing/2014/main" id="{D1CCFD3D-7544-49A5-9B6C-BECD0C41804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1537482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205" name="Group 6204">
                        <a:extLst>
                          <a:ext uri="{FF2B5EF4-FFF2-40B4-BE49-F238E27FC236}">
                            <a16:creationId xmlns:a16="http://schemas.microsoft.com/office/drawing/2014/main" id="{B36A3FB7-D696-4C74-9049-B8E60C8E9C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6221" name="Flowchart: Connector 6220">
                          <a:extLst>
                            <a:ext uri="{FF2B5EF4-FFF2-40B4-BE49-F238E27FC236}">
                              <a16:creationId xmlns:a16="http://schemas.microsoft.com/office/drawing/2014/main" id="{A819D44B-1F9F-4D3F-B689-AE1719BAE84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22" name="Flowchart: Connector 6221">
                          <a:extLst>
                            <a:ext uri="{FF2B5EF4-FFF2-40B4-BE49-F238E27FC236}">
                              <a16:creationId xmlns:a16="http://schemas.microsoft.com/office/drawing/2014/main" id="{798893AD-F22F-48C3-BADD-E1C4FE9F104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23" name="Flowchart: Connector 6222">
                          <a:extLst>
                            <a:ext uri="{FF2B5EF4-FFF2-40B4-BE49-F238E27FC236}">
                              <a16:creationId xmlns:a16="http://schemas.microsoft.com/office/drawing/2014/main" id="{B58F4679-95E4-4058-A1C0-E950B8AEC9D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24" name="Flowchart: Connector 6223">
                          <a:extLst>
                            <a:ext uri="{FF2B5EF4-FFF2-40B4-BE49-F238E27FC236}">
                              <a16:creationId xmlns:a16="http://schemas.microsoft.com/office/drawing/2014/main" id="{172D37D5-CE91-4073-953F-C4C24E7783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25" name="Flowchart: Connector 6224">
                          <a:extLst>
                            <a:ext uri="{FF2B5EF4-FFF2-40B4-BE49-F238E27FC236}">
                              <a16:creationId xmlns:a16="http://schemas.microsoft.com/office/drawing/2014/main" id="{73CBC908-5251-4160-B0E7-971686F67B5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26" name="Flowchart: Connector 6225">
                          <a:extLst>
                            <a:ext uri="{FF2B5EF4-FFF2-40B4-BE49-F238E27FC236}">
                              <a16:creationId xmlns:a16="http://schemas.microsoft.com/office/drawing/2014/main" id="{19C03F6E-EE01-450A-980E-2C1E15F1FFA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27" name="Flowchart: Connector 6226">
                          <a:extLst>
                            <a:ext uri="{FF2B5EF4-FFF2-40B4-BE49-F238E27FC236}">
                              <a16:creationId xmlns:a16="http://schemas.microsoft.com/office/drawing/2014/main" id="{CA44548E-38DB-4EF7-8D82-C908A43C242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228" name="Flowchart: Connector 6227">
                          <a:extLst>
                            <a:ext uri="{FF2B5EF4-FFF2-40B4-BE49-F238E27FC236}">
                              <a16:creationId xmlns:a16="http://schemas.microsoft.com/office/drawing/2014/main" id="{FE3428B7-98B4-40D1-BF84-C6F995562B8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229" name="3D Model 6228" descr="Sphere">
                              <a:extLst>
                                <a:ext uri="{FF2B5EF4-FFF2-40B4-BE49-F238E27FC236}">
                                  <a16:creationId xmlns:a16="http://schemas.microsoft.com/office/drawing/2014/main" id="{9B58529B-D3D7-4E2E-A8ED-50210AE612C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5701775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230" name="Flowchart: Connector 6229">
                          <a:extLst>
                            <a:ext uri="{FF2B5EF4-FFF2-40B4-BE49-F238E27FC236}">
                              <a16:creationId xmlns:a16="http://schemas.microsoft.com/office/drawing/2014/main" id="{F28C58DC-59F9-46E5-9F56-A58542F920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231" name="3D Model 6230" descr="Sphere">
                              <a:extLst>
                                <a:ext uri="{FF2B5EF4-FFF2-40B4-BE49-F238E27FC236}">
                                  <a16:creationId xmlns:a16="http://schemas.microsoft.com/office/drawing/2014/main" id="{0A1A2BA4-71CB-4706-80BF-44E1C4FCC5F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9958168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232" name="Flowchart: Connector 6231">
                          <a:extLst>
                            <a:ext uri="{FF2B5EF4-FFF2-40B4-BE49-F238E27FC236}">
                              <a16:creationId xmlns:a16="http://schemas.microsoft.com/office/drawing/2014/main" id="{30919E87-BF71-4001-8DF5-109AF5D1441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233" name="3D Model 6232" descr="Sphere">
                              <a:extLst>
                                <a:ext uri="{FF2B5EF4-FFF2-40B4-BE49-F238E27FC236}">
                                  <a16:creationId xmlns:a16="http://schemas.microsoft.com/office/drawing/2014/main" id="{D9E6BFC2-66C4-42A3-8135-77A67802CF7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1614729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234" name="Flowchart: Connector 6233">
                          <a:extLst>
                            <a:ext uri="{FF2B5EF4-FFF2-40B4-BE49-F238E27FC236}">
                              <a16:creationId xmlns:a16="http://schemas.microsoft.com/office/drawing/2014/main" id="{0A604FEC-1735-47F0-82DB-4F1477439D7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235" name="3D Model 6234" descr="Sphere">
                              <a:extLst>
                                <a:ext uri="{FF2B5EF4-FFF2-40B4-BE49-F238E27FC236}">
                                  <a16:creationId xmlns:a16="http://schemas.microsoft.com/office/drawing/2014/main" id="{CC6479BA-95C6-46A0-A83F-4654262C177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5271891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6206" name="Flowchart: Connector 6205">
                        <a:extLst>
                          <a:ext uri="{FF2B5EF4-FFF2-40B4-BE49-F238E27FC236}">
                            <a16:creationId xmlns:a16="http://schemas.microsoft.com/office/drawing/2014/main" id="{76BCFCA7-B9A3-44D7-8C58-4D5311BA372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07" name="Flowchart: Connector 6206">
                        <a:extLst>
                          <a:ext uri="{FF2B5EF4-FFF2-40B4-BE49-F238E27FC236}">
                            <a16:creationId xmlns:a16="http://schemas.microsoft.com/office/drawing/2014/main" id="{2A79D78F-4478-4798-8A7B-8AC254015B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08" name="Flowchart: Connector 6207">
                        <a:extLst>
                          <a:ext uri="{FF2B5EF4-FFF2-40B4-BE49-F238E27FC236}">
                            <a16:creationId xmlns:a16="http://schemas.microsoft.com/office/drawing/2014/main" id="{02317324-B25C-4918-BE36-A5098FF26D8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09" name="Flowchart: Connector 6208">
                        <a:extLst>
                          <a:ext uri="{FF2B5EF4-FFF2-40B4-BE49-F238E27FC236}">
                            <a16:creationId xmlns:a16="http://schemas.microsoft.com/office/drawing/2014/main" id="{1E80684A-B1A2-4162-AAC4-C8625C42F18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10" name="Flowchart: Connector 6209">
                        <a:extLst>
                          <a:ext uri="{FF2B5EF4-FFF2-40B4-BE49-F238E27FC236}">
                            <a16:creationId xmlns:a16="http://schemas.microsoft.com/office/drawing/2014/main" id="{D937DEFA-637C-496F-9BC3-B9B0C81D7F1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11" name="Flowchart: Connector 6210">
                        <a:extLst>
                          <a:ext uri="{FF2B5EF4-FFF2-40B4-BE49-F238E27FC236}">
                            <a16:creationId xmlns:a16="http://schemas.microsoft.com/office/drawing/2014/main" id="{344DB71C-4DDB-402C-B224-25D4330DD08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12" name="Flowchart: Connector 6211">
                        <a:extLst>
                          <a:ext uri="{FF2B5EF4-FFF2-40B4-BE49-F238E27FC236}">
                            <a16:creationId xmlns:a16="http://schemas.microsoft.com/office/drawing/2014/main" id="{A2A3E309-756D-4095-A63C-46E60E70A08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213" name="Flowchart: Connector 6212">
                        <a:extLst>
                          <a:ext uri="{FF2B5EF4-FFF2-40B4-BE49-F238E27FC236}">
                            <a16:creationId xmlns:a16="http://schemas.microsoft.com/office/drawing/2014/main" id="{A78F048E-2D3A-4247-A22B-51AF0B2EA6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214" name="3D Model 6213" descr="Sphere">
                            <a:extLst>
                              <a:ext uri="{FF2B5EF4-FFF2-40B4-BE49-F238E27FC236}">
                                <a16:creationId xmlns:a16="http://schemas.microsoft.com/office/drawing/2014/main" id="{1A8B32C9-94D8-490F-8DA9-CB0B0F4304D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86687575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215" name="Flowchart: Connector 6214">
                        <a:extLst>
                          <a:ext uri="{FF2B5EF4-FFF2-40B4-BE49-F238E27FC236}">
                            <a16:creationId xmlns:a16="http://schemas.microsoft.com/office/drawing/2014/main" id="{98DEC63A-8803-4204-A0C5-D23CB88E76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216" name="3D Model 6215" descr="Sphere">
                            <a:extLst>
                              <a:ext uri="{FF2B5EF4-FFF2-40B4-BE49-F238E27FC236}">
                                <a16:creationId xmlns:a16="http://schemas.microsoft.com/office/drawing/2014/main" id="{A8C50FEB-FAE2-4C55-8E09-4DD57A944E7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65687131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217" name="Flowchart: Connector 6216">
                        <a:extLst>
                          <a:ext uri="{FF2B5EF4-FFF2-40B4-BE49-F238E27FC236}">
                            <a16:creationId xmlns:a16="http://schemas.microsoft.com/office/drawing/2014/main" id="{45BC06FE-5CBA-4B07-B687-7A4882B13A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218" name="3D Model 6217" descr="Sphere">
                            <a:extLst>
                              <a:ext uri="{FF2B5EF4-FFF2-40B4-BE49-F238E27FC236}">
                                <a16:creationId xmlns:a16="http://schemas.microsoft.com/office/drawing/2014/main" id="{ABB3C32C-9253-4E3A-BE5C-E25BA31FDF2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16985338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219" name="Flowchart: Connector 6218">
                        <a:extLst>
                          <a:ext uri="{FF2B5EF4-FFF2-40B4-BE49-F238E27FC236}">
                            <a16:creationId xmlns:a16="http://schemas.microsoft.com/office/drawing/2014/main" id="{C2720D23-4342-4722-AB60-518984381CD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220" name="3D Model 6219" descr="Sphere">
                            <a:extLst>
                              <a:ext uri="{FF2B5EF4-FFF2-40B4-BE49-F238E27FC236}">
                                <a16:creationId xmlns:a16="http://schemas.microsoft.com/office/drawing/2014/main" id="{AECD83D7-963D-4494-A497-60E1FFB6E2A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79792138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5981" name="Group 5980">
                    <a:extLst>
                      <a:ext uri="{FF2B5EF4-FFF2-40B4-BE49-F238E27FC236}">
                        <a16:creationId xmlns:a16="http://schemas.microsoft.com/office/drawing/2014/main" id="{BA5FBEA5-9730-40E8-9C43-A342A7A9A335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6198" name="Flowchart: Connector 6197">
                      <a:extLst>
                        <a:ext uri="{FF2B5EF4-FFF2-40B4-BE49-F238E27FC236}">
                          <a16:creationId xmlns:a16="http://schemas.microsoft.com/office/drawing/2014/main" id="{C122A99D-6BAC-42A9-88DF-12478814DF1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99" name="Flowchart: Connector 6198">
                      <a:extLst>
                        <a:ext uri="{FF2B5EF4-FFF2-40B4-BE49-F238E27FC236}">
                          <a16:creationId xmlns:a16="http://schemas.microsoft.com/office/drawing/2014/main" id="{D0139951-5851-446B-B4DC-C62169909F9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200" name="Flowchart: Connector 6199">
                      <a:extLst>
                        <a:ext uri="{FF2B5EF4-FFF2-40B4-BE49-F238E27FC236}">
                          <a16:creationId xmlns:a16="http://schemas.microsoft.com/office/drawing/2014/main" id="{0BBDF1CA-CEB5-43FB-88AE-3EC723F54CB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5982" name="Flowchart: Connector 5981">
                    <a:extLst>
                      <a:ext uri="{FF2B5EF4-FFF2-40B4-BE49-F238E27FC236}">
                        <a16:creationId xmlns:a16="http://schemas.microsoft.com/office/drawing/2014/main" id="{F4326CC8-E3A3-47D9-85C0-47ECF765752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983" name="Flowchart: Connector 5982">
                    <a:extLst>
                      <a:ext uri="{FF2B5EF4-FFF2-40B4-BE49-F238E27FC236}">
                        <a16:creationId xmlns:a16="http://schemas.microsoft.com/office/drawing/2014/main" id="{A2A26DA4-348D-4A9E-8C0D-6395A296BEC9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5984" name="Group 5983">
                    <a:extLst>
                      <a:ext uri="{FF2B5EF4-FFF2-40B4-BE49-F238E27FC236}">
                        <a16:creationId xmlns:a16="http://schemas.microsoft.com/office/drawing/2014/main" id="{9C555CC7-5B07-43A9-A135-B655B941FD2C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6195" name="Flowchart: Connector 6194">
                      <a:extLst>
                        <a:ext uri="{FF2B5EF4-FFF2-40B4-BE49-F238E27FC236}">
                          <a16:creationId xmlns:a16="http://schemas.microsoft.com/office/drawing/2014/main" id="{E671BCA5-E10F-44A9-BDA5-63D9078A8A8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96" name="Flowchart: Connector 6195">
                      <a:extLst>
                        <a:ext uri="{FF2B5EF4-FFF2-40B4-BE49-F238E27FC236}">
                          <a16:creationId xmlns:a16="http://schemas.microsoft.com/office/drawing/2014/main" id="{885E2AB1-6248-4A3A-9393-B2CDEB7027E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97" name="Flowchart: Connector 6196">
                      <a:extLst>
                        <a:ext uri="{FF2B5EF4-FFF2-40B4-BE49-F238E27FC236}">
                          <a16:creationId xmlns:a16="http://schemas.microsoft.com/office/drawing/2014/main" id="{48817CBA-6DCD-462A-9C76-0158535B6F0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5985" name="Group 5984">
                    <a:extLst>
                      <a:ext uri="{FF2B5EF4-FFF2-40B4-BE49-F238E27FC236}">
                        <a16:creationId xmlns:a16="http://schemas.microsoft.com/office/drawing/2014/main" id="{135E711F-ADC8-4760-A941-69ACE05461D9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6130" name="Group 6129">
                      <a:extLst>
                        <a:ext uri="{FF2B5EF4-FFF2-40B4-BE49-F238E27FC236}">
                          <a16:creationId xmlns:a16="http://schemas.microsoft.com/office/drawing/2014/main" id="{512F58B0-036E-4432-AB5B-8C0D8963EC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6191" name="Flowchart: Connector 6190">
                        <a:extLst>
                          <a:ext uri="{FF2B5EF4-FFF2-40B4-BE49-F238E27FC236}">
                            <a16:creationId xmlns:a16="http://schemas.microsoft.com/office/drawing/2014/main" id="{0C5643B4-E6C3-4CE6-986D-6E9507DE6DB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92" name="Flowchart: Connector 6191">
                        <a:extLst>
                          <a:ext uri="{FF2B5EF4-FFF2-40B4-BE49-F238E27FC236}">
                            <a16:creationId xmlns:a16="http://schemas.microsoft.com/office/drawing/2014/main" id="{3AC1D0F8-0AA7-4CD5-85D5-4511F341C3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93" name="Flowchart: Connector 6192">
                        <a:extLst>
                          <a:ext uri="{FF2B5EF4-FFF2-40B4-BE49-F238E27FC236}">
                            <a16:creationId xmlns:a16="http://schemas.microsoft.com/office/drawing/2014/main" id="{C4C32AE9-ECD5-42A7-A51F-56B3F5BAE6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94" name="Flowchart: Connector 6193">
                        <a:extLst>
                          <a:ext uri="{FF2B5EF4-FFF2-40B4-BE49-F238E27FC236}">
                            <a16:creationId xmlns:a16="http://schemas.microsoft.com/office/drawing/2014/main" id="{F868F8AC-8477-4B74-AC48-66D7A35CEDE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6131" name="Group 6130">
                      <a:extLst>
                        <a:ext uri="{FF2B5EF4-FFF2-40B4-BE49-F238E27FC236}">
                          <a16:creationId xmlns:a16="http://schemas.microsoft.com/office/drawing/2014/main" id="{525E65F8-E4F4-4571-B6FB-D413C32B51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6132" name="Group 6131">
                        <a:extLst>
                          <a:ext uri="{FF2B5EF4-FFF2-40B4-BE49-F238E27FC236}">
                            <a16:creationId xmlns:a16="http://schemas.microsoft.com/office/drawing/2014/main" id="{7C8FB259-7FC0-4DB2-8564-A2C045F3FE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6183" name="Flowchart: Connector 6182">
                          <a:extLst>
                            <a:ext uri="{FF2B5EF4-FFF2-40B4-BE49-F238E27FC236}">
                              <a16:creationId xmlns:a16="http://schemas.microsoft.com/office/drawing/2014/main" id="{7F171F3E-309E-41C2-BA69-30E0CBBA64A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84" name="3D Model 6183" descr="Sphere">
                              <a:extLst>
                                <a:ext uri="{FF2B5EF4-FFF2-40B4-BE49-F238E27FC236}">
                                  <a16:creationId xmlns:a16="http://schemas.microsoft.com/office/drawing/2014/main" id="{B35B11A8-C888-44EC-A627-9A46F4B404D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5205349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85" name="Flowchart: Connector 6184">
                          <a:extLst>
                            <a:ext uri="{FF2B5EF4-FFF2-40B4-BE49-F238E27FC236}">
                              <a16:creationId xmlns:a16="http://schemas.microsoft.com/office/drawing/2014/main" id="{1864C015-EDA5-42F8-A006-78E1138D06B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86" name="3D Model 6185" descr="Sphere">
                              <a:extLst>
                                <a:ext uri="{FF2B5EF4-FFF2-40B4-BE49-F238E27FC236}">
                                  <a16:creationId xmlns:a16="http://schemas.microsoft.com/office/drawing/2014/main" id="{B80126EE-6602-4594-B367-3FBC4D03CB5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1189470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87" name="Flowchart: Connector 6186">
                          <a:extLst>
                            <a:ext uri="{FF2B5EF4-FFF2-40B4-BE49-F238E27FC236}">
                              <a16:creationId xmlns:a16="http://schemas.microsoft.com/office/drawing/2014/main" id="{80B5CE0C-36B4-427D-BF33-E86D908E1E9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88" name="3D Model 6187" descr="Sphere">
                              <a:extLst>
                                <a:ext uri="{FF2B5EF4-FFF2-40B4-BE49-F238E27FC236}">
                                  <a16:creationId xmlns:a16="http://schemas.microsoft.com/office/drawing/2014/main" id="{B0E19A11-BA58-45B6-B835-7BD6F772AE4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2151461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89" name="Flowchart: Connector 6188">
                          <a:extLst>
                            <a:ext uri="{FF2B5EF4-FFF2-40B4-BE49-F238E27FC236}">
                              <a16:creationId xmlns:a16="http://schemas.microsoft.com/office/drawing/2014/main" id="{55442166-6A1A-4AA6-B98B-EBB046D763E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90" name="3D Model 6189" descr="Sphere">
                              <a:extLst>
                                <a:ext uri="{FF2B5EF4-FFF2-40B4-BE49-F238E27FC236}">
                                  <a16:creationId xmlns:a16="http://schemas.microsoft.com/office/drawing/2014/main" id="{92C1CCE4-63BF-47DC-BF7A-DA962DE7C67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7886168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133" name="Group 6132">
                        <a:extLst>
                          <a:ext uri="{FF2B5EF4-FFF2-40B4-BE49-F238E27FC236}">
                            <a16:creationId xmlns:a16="http://schemas.microsoft.com/office/drawing/2014/main" id="{DECBC75C-3F97-4F33-AFB5-C06B54EC21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167" name="Flowchart: Connector 6166">
                          <a:extLst>
                            <a:ext uri="{FF2B5EF4-FFF2-40B4-BE49-F238E27FC236}">
                              <a16:creationId xmlns:a16="http://schemas.microsoft.com/office/drawing/2014/main" id="{3A12E747-2319-48A5-82E3-BB7DA0F214D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68" name="Flowchart: Connector 6167">
                          <a:extLst>
                            <a:ext uri="{FF2B5EF4-FFF2-40B4-BE49-F238E27FC236}">
                              <a16:creationId xmlns:a16="http://schemas.microsoft.com/office/drawing/2014/main" id="{EADC1572-DBF1-47AB-A3CF-0B58AE3993B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69" name="Flowchart: Connector 6168">
                          <a:extLst>
                            <a:ext uri="{FF2B5EF4-FFF2-40B4-BE49-F238E27FC236}">
                              <a16:creationId xmlns:a16="http://schemas.microsoft.com/office/drawing/2014/main" id="{9CF2A772-5167-467A-AD27-D5060E2566D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70" name="Flowchart: Connector 6169">
                          <a:extLst>
                            <a:ext uri="{FF2B5EF4-FFF2-40B4-BE49-F238E27FC236}">
                              <a16:creationId xmlns:a16="http://schemas.microsoft.com/office/drawing/2014/main" id="{F9BB9F47-F05E-4B7F-B54C-06E3AF4D74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71" name="Flowchart: Connector 6170">
                          <a:extLst>
                            <a:ext uri="{FF2B5EF4-FFF2-40B4-BE49-F238E27FC236}">
                              <a16:creationId xmlns:a16="http://schemas.microsoft.com/office/drawing/2014/main" id="{29F7B07A-46C6-4C88-82B1-2E32BEE479E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72" name="Flowchart: Connector 6171">
                          <a:extLst>
                            <a:ext uri="{FF2B5EF4-FFF2-40B4-BE49-F238E27FC236}">
                              <a16:creationId xmlns:a16="http://schemas.microsoft.com/office/drawing/2014/main" id="{1DB119BC-D80F-4DEB-9FFF-14FB96FFB0C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73" name="Flowchart: Connector 6172">
                          <a:extLst>
                            <a:ext uri="{FF2B5EF4-FFF2-40B4-BE49-F238E27FC236}">
                              <a16:creationId xmlns:a16="http://schemas.microsoft.com/office/drawing/2014/main" id="{6FDD0341-56B0-4368-B96F-377D2B8AD51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74" name="Flowchart: Connector 6173">
                          <a:extLst>
                            <a:ext uri="{FF2B5EF4-FFF2-40B4-BE49-F238E27FC236}">
                              <a16:creationId xmlns:a16="http://schemas.microsoft.com/office/drawing/2014/main" id="{8C0EBB9A-4BD7-42A3-941D-2BB0A0CE60F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75" name="Flowchart: Connector 6174">
                          <a:extLst>
                            <a:ext uri="{FF2B5EF4-FFF2-40B4-BE49-F238E27FC236}">
                              <a16:creationId xmlns:a16="http://schemas.microsoft.com/office/drawing/2014/main" id="{584EC398-85BD-4DF5-971B-4994B3E09F2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76" name="3D Model 6175" descr="Sphere">
                              <a:extLst>
                                <a:ext uri="{FF2B5EF4-FFF2-40B4-BE49-F238E27FC236}">
                                  <a16:creationId xmlns:a16="http://schemas.microsoft.com/office/drawing/2014/main" id="{E6BE42FA-98B6-47BB-A678-1DD73516A0C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9151817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77" name="Flowchart: Connector 6176">
                          <a:extLst>
                            <a:ext uri="{FF2B5EF4-FFF2-40B4-BE49-F238E27FC236}">
                              <a16:creationId xmlns:a16="http://schemas.microsoft.com/office/drawing/2014/main" id="{D17328F5-09DD-45D0-B191-D47ED02D7D8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78" name="3D Model 6177" descr="Sphere">
                              <a:extLst>
                                <a:ext uri="{FF2B5EF4-FFF2-40B4-BE49-F238E27FC236}">
                                  <a16:creationId xmlns:a16="http://schemas.microsoft.com/office/drawing/2014/main" id="{9FF9D713-6083-4491-8469-7084BFA0C84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2985120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79" name="Flowchart: Connector 6178">
                          <a:extLst>
                            <a:ext uri="{FF2B5EF4-FFF2-40B4-BE49-F238E27FC236}">
                              <a16:creationId xmlns:a16="http://schemas.microsoft.com/office/drawing/2014/main" id="{A9CC9D8F-F092-4BA2-9B84-E84C14F49AD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80" name="3D Model 6179" descr="Sphere">
                              <a:extLst>
                                <a:ext uri="{FF2B5EF4-FFF2-40B4-BE49-F238E27FC236}">
                                  <a16:creationId xmlns:a16="http://schemas.microsoft.com/office/drawing/2014/main" id="{03D84ACA-7F77-4FD3-BFA3-D881662BCA0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4838870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81" name="Flowchart: Connector 6180">
                          <a:extLst>
                            <a:ext uri="{FF2B5EF4-FFF2-40B4-BE49-F238E27FC236}">
                              <a16:creationId xmlns:a16="http://schemas.microsoft.com/office/drawing/2014/main" id="{8031EA91-BEB5-4C77-B866-A18D342034D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82" name="3D Model 6181" descr="Sphere">
                              <a:extLst>
                                <a:ext uri="{FF2B5EF4-FFF2-40B4-BE49-F238E27FC236}">
                                  <a16:creationId xmlns:a16="http://schemas.microsoft.com/office/drawing/2014/main" id="{BDBF6453-00A5-49A1-B882-2D5130F25DA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1325247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134" name="Group 6133">
                        <a:extLst>
                          <a:ext uri="{FF2B5EF4-FFF2-40B4-BE49-F238E27FC236}">
                            <a16:creationId xmlns:a16="http://schemas.microsoft.com/office/drawing/2014/main" id="{A3DCC783-00E0-471D-84A2-8C3A2741A68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151" name="Flowchart: Connector 6150">
                          <a:extLst>
                            <a:ext uri="{FF2B5EF4-FFF2-40B4-BE49-F238E27FC236}">
                              <a16:creationId xmlns:a16="http://schemas.microsoft.com/office/drawing/2014/main" id="{58EDDCEA-243B-48F1-887F-71C140AA47C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52" name="Flowchart: Connector 6151">
                          <a:extLst>
                            <a:ext uri="{FF2B5EF4-FFF2-40B4-BE49-F238E27FC236}">
                              <a16:creationId xmlns:a16="http://schemas.microsoft.com/office/drawing/2014/main" id="{1A7022CA-D198-4064-8887-FF009B40F64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53" name="Flowchart: Connector 6152">
                          <a:extLst>
                            <a:ext uri="{FF2B5EF4-FFF2-40B4-BE49-F238E27FC236}">
                              <a16:creationId xmlns:a16="http://schemas.microsoft.com/office/drawing/2014/main" id="{43A9FEEA-BEE8-46BC-B130-7E4BA6AA796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54" name="Flowchart: Connector 6153">
                          <a:extLst>
                            <a:ext uri="{FF2B5EF4-FFF2-40B4-BE49-F238E27FC236}">
                              <a16:creationId xmlns:a16="http://schemas.microsoft.com/office/drawing/2014/main" id="{B03C1646-9589-4608-9748-5800C02069A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55" name="Flowchart: Connector 6154">
                          <a:extLst>
                            <a:ext uri="{FF2B5EF4-FFF2-40B4-BE49-F238E27FC236}">
                              <a16:creationId xmlns:a16="http://schemas.microsoft.com/office/drawing/2014/main" id="{8D94A4F0-CDB3-4603-994A-D7AD2703EB5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56" name="Flowchart: Connector 6155">
                          <a:extLst>
                            <a:ext uri="{FF2B5EF4-FFF2-40B4-BE49-F238E27FC236}">
                              <a16:creationId xmlns:a16="http://schemas.microsoft.com/office/drawing/2014/main" id="{17176E0F-B363-4358-B5DF-F3C573000EE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57" name="Flowchart: Connector 6156">
                          <a:extLst>
                            <a:ext uri="{FF2B5EF4-FFF2-40B4-BE49-F238E27FC236}">
                              <a16:creationId xmlns:a16="http://schemas.microsoft.com/office/drawing/2014/main" id="{BC1DE51C-BAAE-4E97-A6AE-0BC24EC8B39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58" name="Flowchart: Connector 6157">
                          <a:extLst>
                            <a:ext uri="{FF2B5EF4-FFF2-40B4-BE49-F238E27FC236}">
                              <a16:creationId xmlns:a16="http://schemas.microsoft.com/office/drawing/2014/main" id="{4DD8B239-F671-479E-84A1-8AC82132D43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59" name="Flowchart: Connector 6158">
                          <a:extLst>
                            <a:ext uri="{FF2B5EF4-FFF2-40B4-BE49-F238E27FC236}">
                              <a16:creationId xmlns:a16="http://schemas.microsoft.com/office/drawing/2014/main" id="{1D09EFAB-2197-4B3B-9EE8-6A4F4FB7147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60" name="3D Model 6159" descr="Sphere">
                              <a:extLst>
                                <a:ext uri="{FF2B5EF4-FFF2-40B4-BE49-F238E27FC236}">
                                  <a16:creationId xmlns:a16="http://schemas.microsoft.com/office/drawing/2014/main" id="{69DFCD58-879D-4A10-A676-6D3D190A16E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8735656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61" name="Flowchart: Connector 6160">
                          <a:extLst>
                            <a:ext uri="{FF2B5EF4-FFF2-40B4-BE49-F238E27FC236}">
                              <a16:creationId xmlns:a16="http://schemas.microsoft.com/office/drawing/2014/main" id="{D9BDC5B1-6D67-4FF1-ADEE-61B7C1D005E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62" name="3D Model 6161" descr="Sphere">
                              <a:extLst>
                                <a:ext uri="{FF2B5EF4-FFF2-40B4-BE49-F238E27FC236}">
                                  <a16:creationId xmlns:a16="http://schemas.microsoft.com/office/drawing/2014/main" id="{4036F286-A228-4326-86B9-0BCF0820283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4538591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63" name="Flowchart: Connector 6162">
                          <a:extLst>
                            <a:ext uri="{FF2B5EF4-FFF2-40B4-BE49-F238E27FC236}">
                              <a16:creationId xmlns:a16="http://schemas.microsoft.com/office/drawing/2014/main" id="{235C7EBA-0A62-4E08-AC44-E59E782C92E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64" name="3D Model 6163" descr="Sphere">
                              <a:extLst>
                                <a:ext uri="{FF2B5EF4-FFF2-40B4-BE49-F238E27FC236}">
                                  <a16:creationId xmlns:a16="http://schemas.microsoft.com/office/drawing/2014/main" id="{9B8D83B8-B183-41B0-98C5-EA5A0D90410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5166854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65" name="Flowchart: Connector 6164">
                          <a:extLst>
                            <a:ext uri="{FF2B5EF4-FFF2-40B4-BE49-F238E27FC236}">
                              <a16:creationId xmlns:a16="http://schemas.microsoft.com/office/drawing/2014/main" id="{9867FF7B-183F-4D51-A6AF-8CF9EFCE07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66" name="3D Model 6165" descr="Sphere">
                              <a:extLst>
                                <a:ext uri="{FF2B5EF4-FFF2-40B4-BE49-F238E27FC236}">
                                  <a16:creationId xmlns:a16="http://schemas.microsoft.com/office/drawing/2014/main" id="{70AE33FE-B229-4D16-BE36-BDD24480E15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7483154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6135" name="Flowchart: Connector 6134">
                        <a:extLst>
                          <a:ext uri="{FF2B5EF4-FFF2-40B4-BE49-F238E27FC236}">
                            <a16:creationId xmlns:a16="http://schemas.microsoft.com/office/drawing/2014/main" id="{B8FEE005-3DF0-4134-9D6F-C47C1BEC280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36" name="Flowchart: Connector 6135">
                        <a:extLst>
                          <a:ext uri="{FF2B5EF4-FFF2-40B4-BE49-F238E27FC236}">
                            <a16:creationId xmlns:a16="http://schemas.microsoft.com/office/drawing/2014/main" id="{1DD778D9-1534-4BD5-90B7-BBA5C3317CD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37" name="Flowchart: Connector 6136">
                        <a:extLst>
                          <a:ext uri="{FF2B5EF4-FFF2-40B4-BE49-F238E27FC236}">
                            <a16:creationId xmlns:a16="http://schemas.microsoft.com/office/drawing/2014/main" id="{1F405B72-BE49-4DF9-92C2-4A56C44C79A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38" name="Flowchart: Connector 6137">
                        <a:extLst>
                          <a:ext uri="{FF2B5EF4-FFF2-40B4-BE49-F238E27FC236}">
                            <a16:creationId xmlns:a16="http://schemas.microsoft.com/office/drawing/2014/main" id="{8878B2AF-31E9-42FB-9D88-62ABC28C30A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39" name="Flowchart: Connector 6138">
                        <a:extLst>
                          <a:ext uri="{FF2B5EF4-FFF2-40B4-BE49-F238E27FC236}">
                            <a16:creationId xmlns:a16="http://schemas.microsoft.com/office/drawing/2014/main" id="{38EE4A37-C720-44B7-BB13-3A3200E2F1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40" name="Flowchart: Connector 6139">
                        <a:extLst>
                          <a:ext uri="{FF2B5EF4-FFF2-40B4-BE49-F238E27FC236}">
                            <a16:creationId xmlns:a16="http://schemas.microsoft.com/office/drawing/2014/main" id="{CC9AE8CB-1C4C-4FAA-BC15-78861EE801F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41" name="Flowchart: Connector 6140">
                        <a:extLst>
                          <a:ext uri="{FF2B5EF4-FFF2-40B4-BE49-F238E27FC236}">
                            <a16:creationId xmlns:a16="http://schemas.microsoft.com/office/drawing/2014/main" id="{31C27A88-EE15-4AEA-A188-1620112EAFB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42" name="Flowchart: Connector 6141">
                        <a:extLst>
                          <a:ext uri="{FF2B5EF4-FFF2-40B4-BE49-F238E27FC236}">
                            <a16:creationId xmlns:a16="http://schemas.microsoft.com/office/drawing/2014/main" id="{4ECBA9DF-DF4A-4859-BB44-3839934F413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43" name="Flowchart: Connector 6142">
                        <a:extLst>
                          <a:ext uri="{FF2B5EF4-FFF2-40B4-BE49-F238E27FC236}">
                            <a16:creationId xmlns:a16="http://schemas.microsoft.com/office/drawing/2014/main" id="{056EFBBF-E8AD-4195-815D-A158EB8FC26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144" name="3D Model 6143" descr="Sphere">
                            <a:extLst>
                              <a:ext uri="{FF2B5EF4-FFF2-40B4-BE49-F238E27FC236}">
                                <a16:creationId xmlns:a16="http://schemas.microsoft.com/office/drawing/2014/main" id="{415C8AFA-B670-4E41-941F-19DB0E2EEB3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65485649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145" name="Flowchart: Connector 6144">
                        <a:extLst>
                          <a:ext uri="{FF2B5EF4-FFF2-40B4-BE49-F238E27FC236}">
                            <a16:creationId xmlns:a16="http://schemas.microsoft.com/office/drawing/2014/main" id="{B5C72CDC-D8B9-4D80-8ADF-FAB9CBA524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146" name="3D Model 6145" descr="Sphere">
                            <a:extLst>
                              <a:ext uri="{FF2B5EF4-FFF2-40B4-BE49-F238E27FC236}">
                                <a16:creationId xmlns:a16="http://schemas.microsoft.com/office/drawing/2014/main" id="{B0E66275-BED8-4F8B-93C3-98F1D5E210C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57450126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147" name="Flowchart: Connector 6146">
                        <a:extLst>
                          <a:ext uri="{FF2B5EF4-FFF2-40B4-BE49-F238E27FC236}">
                            <a16:creationId xmlns:a16="http://schemas.microsoft.com/office/drawing/2014/main" id="{36233E9C-7BFC-445C-983C-7EA1B8A2657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148" name="3D Model 6147" descr="Sphere">
                            <a:extLst>
                              <a:ext uri="{FF2B5EF4-FFF2-40B4-BE49-F238E27FC236}">
                                <a16:creationId xmlns:a16="http://schemas.microsoft.com/office/drawing/2014/main" id="{4C98B523-5079-4AD1-8FC7-796B06BDF2D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8112633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149" name="Flowchart: Connector 6148">
                        <a:extLst>
                          <a:ext uri="{FF2B5EF4-FFF2-40B4-BE49-F238E27FC236}">
                            <a16:creationId xmlns:a16="http://schemas.microsoft.com/office/drawing/2014/main" id="{8DF5034D-D308-4E22-A779-5B52048790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150" name="3D Model 6149" descr="Sphere">
                            <a:extLst>
                              <a:ext uri="{FF2B5EF4-FFF2-40B4-BE49-F238E27FC236}">
                                <a16:creationId xmlns:a16="http://schemas.microsoft.com/office/drawing/2014/main" id="{F67B322A-8FBE-481A-BC82-064710190DB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58954465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5986" name="Group 5985">
                    <a:extLst>
                      <a:ext uri="{FF2B5EF4-FFF2-40B4-BE49-F238E27FC236}">
                        <a16:creationId xmlns:a16="http://schemas.microsoft.com/office/drawing/2014/main" id="{D9227D20-C97B-4CFF-AE35-A729BAE038B7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6127" name="Flowchart: Connector 6126">
                      <a:extLst>
                        <a:ext uri="{FF2B5EF4-FFF2-40B4-BE49-F238E27FC236}">
                          <a16:creationId xmlns:a16="http://schemas.microsoft.com/office/drawing/2014/main" id="{3555EBFC-5028-4AEF-B6A7-44B61206492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28" name="Flowchart: Connector 6127">
                      <a:extLst>
                        <a:ext uri="{FF2B5EF4-FFF2-40B4-BE49-F238E27FC236}">
                          <a16:creationId xmlns:a16="http://schemas.microsoft.com/office/drawing/2014/main" id="{4467E14E-16F1-4770-8101-F46BD6956BE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29" name="Flowchart: Connector 6128">
                      <a:extLst>
                        <a:ext uri="{FF2B5EF4-FFF2-40B4-BE49-F238E27FC236}">
                          <a16:creationId xmlns:a16="http://schemas.microsoft.com/office/drawing/2014/main" id="{AC4DCEEE-51D0-4B6E-9AF0-A13AB14D17F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5987" name="Flowchart: Connector 5986">
                    <a:extLst>
                      <a:ext uri="{FF2B5EF4-FFF2-40B4-BE49-F238E27FC236}">
                        <a16:creationId xmlns:a16="http://schemas.microsoft.com/office/drawing/2014/main" id="{B5F63B2F-140A-4FB2-8C66-7939453C841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988" name="Flowchart: Connector 5987">
                    <a:extLst>
                      <a:ext uri="{FF2B5EF4-FFF2-40B4-BE49-F238E27FC236}">
                        <a16:creationId xmlns:a16="http://schemas.microsoft.com/office/drawing/2014/main" id="{22FEEBFB-72BE-4661-8236-91C5B37AB68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5989" name="Group 5988">
                    <a:extLst>
                      <a:ext uri="{FF2B5EF4-FFF2-40B4-BE49-F238E27FC236}">
                        <a16:creationId xmlns:a16="http://schemas.microsoft.com/office/drawing/2014/main" id="{7BDAF1BD-2690-4698-ADE7-7AE0C5C1C60E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6124" name="Flowchart: Connector 6123">
                      <a:extLst>
                        <a:ext uri="{FF2B5EF4-FFF2-40B4-BE49-F238E27FC236}">
                          <a16:creationId xmlns:a16="http://schemas.microsoft.com/office/drawing/2014/main" id="{F419CEF9-3B62-4943-9BD5-4A25ED40333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25" name="Flowchart: Connector 6124">
                      <a:extLst>
                        <a:ext uri="{FF2B5EF4-FFF2-40B4-BE49-F238E27FC236}">
                          <a16:creationId xmlns:a16="http://schemas.microsoft.com/office/drawing/2014/main" id="{701AF331-9AF0-4E5A-A6F3-999D014F930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126" name="Flowchart: Connector 6125">
                      <a:extLst>
                        <a:ext uri="{FF2B5EF4-FFF2-40B4-BE49-F238E27FC236}">
                          <a16:creationId xmlns:a16="http://schemas.microsoft.com/office/drawing/2014/main" id="{ACB87280-ED82-4A7C-9E0A-964136F481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5990" name="Group 5989">
                    <a:extLst>
                      <a:ext uri="{FF2B5EF4-FFF2-40B4-BE49-F238E27FC236}">
                        <a16:creationId xmlns:a16="http://schemas.microsoft.com/office/drawing/2014/main" id="{1004A8BA-75A7-40B9-BD39-2561ECB41F88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6059" name="Group 6058">
                      <a:extLst>
                        <a:ext uri="{FF2B5EF4-FFF2-40B4-BE49-F238E27FC236}">
                          <a16:creationId xmlns:a16="http://schemas.microsoft.com/office/drawing/2014/main" id="{AD2A9B92-9C78-411C-AD55-E5A60F3EB6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6120" name="Flowchart: Connector 6119">
                        <a:extLst>
                          <a:ext uri="{FF2B5EF4-FFF2-40B4-BE49-F238E27FC236}">
                            <a16:creationId xmlns:a16="http://schemas.microsoft.com/office/drawing/2014/main" id="{3D1875CE-EEA8-453E-89B5-DCDA4D0E44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21" name="Flowchart: Connector 6120">
                        <a:extLst>
                          <a:ext uri="{FF2B5EF4-FFF2-40B4-BE49-F238E27FC236}">
                            <a16:creationId xmlns:a16="http://schemas.microsoft.com/office/drawing/2014/main" id="{5D3B58A1-BFB2-419E-B80F-F403B3FDD5E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22" name="Flowchart: Connector 6121">
                        <a:extLst>
                          <a:ext uri="{FF2B5EF4-FFF2-40B4-BE49-F238E27FC236}">
                            <a16:creationId xmlns:a16="http://schemas.microsoft.com/office/drawing/2014/main" id="{B907203B-D2E3-4653-B7B6-8182E6ED0B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123" name="Flowchart: Connector 6122">
                        <a:extLst>
                          <a:ext uri="{FF2B5EF4-FFF2-40B4-BE49-F238E27FC236}">
                            <a16:creationId xmlns:a16="http://schemas.microsoft.com/office/drawing/2014/main" id="{BA101CC2-3BCC-42F8-8522-9932B5EB1D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6060" name="Group 6059">
                      <a:extLst>
                        <a:ext uri="{FF2B5EF4-FFF2-40B4-BE49-F238E27FC236}">
                          <a16:creationId xmlns:a16="http://schemas.microsoft.com/office/drawing/2014/main" id="{E1C7F989-7DD8-4E97-AFF4-CA4D072658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6061" name="Group 6060">
                        <a:extLst>
                          <a:ext uri="{FF2B5EF4-FFF2-40B4-BE49-F238E27FC236}">
                            <a16:creationId xmlns:a16="http://schemas.microsoft.com/office/drawing/2014/main" id="{F60B7BD3-CD65-4385-B83A-CC18B5A8886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6112" name="Flowchart: Connector 6111">
                          <a:extLst>
                            <a:ext uri="{FF2B5EF4-FFF2-40B4-BE49-F238E27FC236}">
                              <a16:creationId xmlns:a16="http://schemas.microsoft.com/office/drawing/2014/main" id="{F0B3AE03-CE07-4A62-BA5C-6DF0B8BE7DE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13" name="3D Model 6112" descr="Sphere">
                              <a:extLst>
                                <a:ext uri="{FF2B5EF4-FFF2-40B4-BE49-F238E27FC236}">
                                  <a16:creationId xmlns:a16="http://schemas.microsoft.com/office/drawing/2014/main" id="{9F6ABE9B-002D-400D-A699-0CE60DE4371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9216615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14" name="Flowchart: Connector 6113">
                          <a:extLst>
                            <a:ext uri="{FF2B5EF4-FFF2-40B4-BE49-F238E27FC236}">
                              <a16:creationId xmlns:a16="http://schemas.microsoft.com/office/drawing/2014/main" id="{0A186030-8033-4F75-9F20-B696A094E72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15" name="3D Model 6114" descr="Sphere">
                              <a:extLst>
                                <a:ext uri="{FF2B5EF4-FFF2-40B4-BE49-F238E27FC236}">
                                  <a16:creationId xmlns:a16="http://schemas.microsoft.com/office/drawing/2014/main" id="{217CB4A7-9E82-4954-AA88-19CB47925DC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2211732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16" name="Flowchart: Connector 6115">
                          <a:extLst>
                            <a:ext uri="{FF2B5EF4-FFF2-40B4-BE49-F238E27FC236}">
                              <a16:creationId xmlns:a16="http://schemas.microsoft.com/office/drawing/2014/main" id="{15CB7F99-8BEB-4B85-85F4-7193F47CEAD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17" name="3D Model 6116" descr="Sphere">
                              <a:extLst>
                                <a:ext uri="{FF2B5EF4-FFF2-40B4-BE49-F238E27FC236}">
                                  <a16:creationId xmlns:a16="http://schemas.microsoft.com/office/drawing/2014/main" id="{FD3A92A4-D4FC-4ECC-B32B-EABE41AC1C2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4922685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18" name="Flowchart: Connector 6117">
                          <a:extLst>
                            <a:ext uri="{FF2B5EF4-FFF2-40B4-BE49-F238E27FC236}">
                              <a16:creationId xmlns:a16="http://schemas.microsoft.com/office/drawing/2014/main" id="{5D6804BC-27C3-404F-AA52-A645EA71E7B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19" name="3D Model 6118" descr="Sphere">
                              <a:extLst>
                                <a:ext uri="{FF2B5EF4-FFF2-40B4-BE49-F238E27FC236}">
                                  <a16:creationId xmlns:a16="http://schemas.microsoft.com/office/drawing/2014/main" id="{53F8CFAE-5D40-4752-BD15-014E5FF33E5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0756076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062" name="Group 6061">
                        <a:extLst>
                          <a:ext uri="{FF2B5EF4-FFF2-40B4-BE49-F238E27FC236}">
                            <a16:creationId xmlns:a16="http://schemas.microsoft.com/office/drawing/2014/main" id="{9AE4E0FC-369A-4390-8B3B-148E14B1A46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096" name="Flowchart: Connector 6095">
                          <a:extLst>
                            <a:ext uri="{FF2B5EF4-FFF2-40B4-BE49-F238E27FC236}">
                              <a16:creationId xmlns:a16="http://schemas.microsoft.com/office/drawing/2014/main" id="{5043E690-24DF-41C3-9A78-BD28D6A0310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97" name="Flowchart: Connector 6096">
                          <a:extLst>
                            <a:ext uri="{FF2B5EF4-FFF2-40B4-BE49-F238E27FC236}">
                              <a16:creationId xmlns:a16="http://schemas.microsoft.com/office/drawing/2014/main" id="{DF1EEF8E-4A9D-4D1E-96F7-E977CD91E99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98" name="Flowchart: Connector 6097">
                          <a:extLst>
                            <a:ext uri="{FF2B5EF4-FFF2-40B4-BE49-F238E27FC236}">
                              <a16:creationId xmlns:a16="http://schemas.microsoft.com/office/drawing/2014/main" id="{02EB74A3-AE2F-44D5-B37F-ED935366C60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99" name="Flowchart: Connector 6098">
                          <a:extLst>
                            <a:ext uri="{FF2B5EF4-FFF2-40B4-BE49-F238E27FC236}">
                              <a16:creationId xmlns:a16="http://schemas.microsoft.com/office/drawing/2014/main" id="{18726966-11E2-44FB-899E-8C0CB41F766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00" name="Flowchart: Connector 6099">
                          <a:extLst>
                            <a:ext uri="{FF2B5EF4-FFF2-40B4-BE49-F238E27FC236}">
                              <a16:creationId xmlns:a16="http://schemas.microsoft.com/office/drawing/2014/main" id="{CCF9C1CC-3433-4A3F-9692-245542B3321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01" name="Flowchart: Connector 6100">
                          <a:extLst>
                            <a:ext uri="{FF2B5EF4-FFF2-40B4-BE49-F238E27FC236}">
                              <a16:creationId xmlns:a16="http://schemas.microsoft.com/office/drawing/2014/main" id="{13F1EC49-1072-4232-89C6-26242A56167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02" name="Flowchart: Connector 6101">
                          <a:extLst>
                            <a:ext uri="{FF2B5EF4-FFF2-40B4-BE49-F238E27FC236}">
                              <a16:creationId xmlns:a16="http://schemas.microsoft.com/office/drawing/2014/main" id="{452C9467-8690-4737-A401-7B3D97EB5CF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03" name="Flowchart: Connector 6102">
                          <a:extLst>
                            <a:ext uri="{FF2B5EF4-FFF2-40B4-BE49-F238E27FC236}">
                              <a16:creationId xmlns:a16="http://schemas.microsoft.com/office/drawing/2014/main" id="{81AB3E92-FAED-4356-AAF3-C5D8351A1E9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104" name="Flowchart: Connector 6103">
                          <a:extLst>
                            <a:ext uri="{FF2B5EF4-FFF2-40B4-BE49-F238E27FC236}">
                              <a16:creationId xmlns:a16="http://schemas.microsoft.com/office/drawing/2014/main" id="{E657F5E5-AB9B-45D2-8BE1-A7BF551F148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05" name="3D Model 6104" descr="Sphere">
                              <a:extLst>
                                <a:ext uri="{FF2B5EF4-FFF2-40B4-BE49-F238E27FC236}">
                                  <a16:creationId xmlns:a16="http://schemas.microsoft.com/office/drawing/2014/main" id="{762D454B-2D2A-4CB3-A9BC-0BF0D25C7F0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6434873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06" name="Flowchart: Connector 6105">
                          <a:extLst>
                            <a:ext uri="{FF2B5EF4-FFF2-40B4-BE49-F238E27FC236}">
                              <a16:creationId xmlns:a16="http://schemas.microsoft.com/office/drawing/2014/main" id="{42F860B5-23E1-468D-9919-1E508A371D3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07" name="3D Model 6106" descr="Sphere">
                              <a:extLst>
                                <a:ext uri="{FF2B5EF4-FFF2-40B4-BE49-F238E27FC236}">
                                  <a16:creationId xmlns:a16="http://schemas.microsoft.com/office/drawing/2014/main" id="{96B329B3-D873-4DF4-8E2C-B4447CEA428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0840307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08" name="Flowchart: Connector 6107">
                          <a:extLst>
                            <a:ext uri="{FF2B5EF4-FFF2-40B4-BE49-F238E27FC236}">
                              <a16:creationId xmlns:a16="http://schemas.microsoft.com/office/drawing/2014/main" id="{949E76D3-968C-411E-8359-802883DB6B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09" name="3D Model 6108" descr="Sphere">
                              <a:extLst>
                                <a:ext uri="{FF2B5EF4-FFF2-40B4-BE49-F238E27FC236}">
                                  <a16:creationId xmlns:a16="http://schemas.microsoft.com/office/drawing/2014/main" id="{189879A2-1D34-4922-A651-B4464CD3F18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7975139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110" name="Flowchart: Connector 6109">
                          <a:extLst>
                            <a:ext uri="{FF2B5EF4-FFF2-40B4-BE49-F238E27FC236}">
                              <a16:creationId xmlns:a16="http://schemas.microsoft.com/office/drawing/2014/main" id="{307BEC42-67CE-475B-8619-D88CCFEE173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111" name="3D Model 6110" descr="Sphere">
                              <a:extLst>
                                <a:ext uri="{FF2B5EF4-FFF2-40B4-BE49-F238E27FC236}">
                                  <a16:creationId xmlns:a16="http://schemas.microsoft.com/office/drawing/2014/main" id="{7F1BB62A-9576-4B6C-BBA8-1570E12EB3C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9600876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063" name="Group 6062">
                        <a:extLst>
                          <a:ext uri="{FF2B5EF4-FFF2-40B4-BE49-F238E27FC236}">
                            <a16:creationId xmlns:a16="http://schemas.microsoft.com/office/drawing/2014/main" id="{7F399BE0-1094-4CB0-897C-83018FC99C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080" name="Flowchart: Connector 6079">
                          <a:extLst>
                            <a:ext uri="{FF2B5EF4-FFF2-40B4-BE49-F238E27FC236}">
                              <a16:creationId xmlns:a16="http://schemas.microsoft.com/office/drawing/2014/main" id="{885747E1-802F-4A4E-9292-E69E945A6EA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81" name="Flowchart: Connector 6080">
                          <a:extLst>
                            <a:ext uri="{FF2B5EF4-FFF2-40B4-BE49-F238E27FC236}">
                              <a16:creationId xmlns:a16="http://schemas.microsoft.com/office/drawing/2014/main" id="{B26812A3-6BB2-4991-B7AA-1BB205766BA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82" name="Flowchart: Connector 6081">
                          <a:extLst>
                            <a:ext uri="{FF2B5EF4-FFF2-40B4-BE49-F238E27FC236}">
                              <a16:creationId xmlns:a16="http://schemas.microsoft.com/office/drawing/2014/main" id="{50BF14C8-5909-43CE-9AEF-721D57189B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83" name="Flowchart: Connector 6082">
                          <a:extLst>
                            <a:ext uri="{FF2B5EF4-FFF2-40B4-BE49-F238E27FC236}">
                              <a16:creationId xmlns:a16="http://schemas.microsoft.com/office/drawing/2014/main" id="{16522404-EB76-468E-90F5-C56981D2790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84" name="Flowchart: Connector 6083">
                          <a:extLst>
                            <a:ext uri="{FF2B5EF4-FFF2-40B4-BE49-F238E27FC236}">
                              <a16:creationId xmlns:a16="http://schemas.microsoft.com/office/drawing/2014/main" id="{6EB465A6-D4FC-4F78-88EC-92F4AB2D46D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85" name="Flowchart: Connector 6084">
                          <a:extLst>
                            <a:ext uri="{FF2B5EF4-FFF2-40B4-BE49-F238E27FC236}">
                              <a16:creationId xmlns:a16="http://schemas.microsoft.com/office/drawing/2014/main" id="{E2E1A478-E063-457A-9877-D4B36A9E4B7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86" name="Flowchart: Connector 6085">
                          <a:extLst>
                            <a:ext uri="{FF2B5EF4-FFF2-40B4-BE49-F238E27FC236}">
                              <a16:creationId xmlns:a16="http://schemas.microsoft.com/office/drawing/2014/main" id="{5F86B6E8-49F3-4D32-98DB-6326171EC6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87" name="Flowchart: Connector 6086">
                          <a:extLst>
                            <a:ext uri="{FF2B5EF4-FFF2-40B4-BE49-F238E27FC236}">
                              <a16:creationId xmlns:a16="http://schemas.microsoft.com/office/drawing/2014/main" id="{9F79E698-8C32-4624-A007-21C0397802C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088" name="Flowchart: Connector 6087">
                          <a:extLst>
                            <a:ext uri="{FF2B5EF4-FFF2-40B4-BE49-F238E27FC236}">
                              <a16:creationId xmlns:a16="http://schemas.microsoft.com/office/drawing/2014/main" id="{2D00B1A5-C565-4642-80C5-83BE0F4C1A5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089" name="3D Model 6088" descr="Sphere">
                              <a:extLst>
                                <a:ext uri="{FF2B5EF4-FFF2-40B4-BE49-F238E27FC236}">
                                  <a16:creationId xmlns:a16="http://schemas.microsoft.com/office/drawing/2014/main" id="{008C880C-F84F-490E-8974-F179B2A98C4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7695336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090" name="Flowchart: Connector 6089">
                          <a:extLst>
                            <a:ext uri="{FF2B5EF4-FFF2-40B4-BE49-F238E27FC236}">
                              <a16:creationId xmlns:a16="http://schemas.microsoft.com/office/drawing/2014/main" id="{9B6A70AF-EFD6-4C8E-9E44-8E00A62826C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091" name="3D Model 6090" descr="Sphere">
                              <a:extLst>
                                <a:ext uri="{FF2B5EF4-FFF2-40B4-BE49-F238E27FC236}">
                                  <a16:creationId xmlns:a16="http://schemas.microsoft.com/office/drawing/2014/main" id="{5B92C2B1-83F8-45DE-9709-1925EEF8BB8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1514216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092" name="Flowchart: Connector 6091">
                          <a:extLst>
                            <a:ext uri="{FF2B5EF4-FFF2-40B4-BE49-F238E27FC236}">
                              <a16:creationId xmlns:a16="http://schemas.microsoft.com/office/drawing/2014/main" id="{03E1F051-9398-4687-B1C5-EA552D23FC9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093" name="3D Model 6092" descr="Sphere">
                              <a:extLst>
                                <a:ext uri="{FF2B5EF4-FFF2-40B4-BE49-F238E27FC236}">
                                  <a16:creationId xmlns:a16="http://schemas.microsoft.com/office/drawing/2014/main" id="{4AAA6A6E-B94C-4F6F-97B4-E8DAB3AECF8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1508295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094" name="Flowchart: Connector 6093">
                          <a:extLst>
                            <a:ext uri="{FF2B5EF4-FFF2-40B4-BE49-F238E27FC236}">
                              <a16:creationId xmlns:a16="http://schemas.microsoft.com/office/drawing/2014/main" id="{8A50BBE0-017C-4FBB-B554-9AB73626535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095" name="3D Model 6094" descr="Sphere">
                              <a:extLst>
                                <a:ext uri="{FF2B5EF4-FFF2-40B4-BE49-F238E27FC236}">
                                  <a16:creationId xmlns:a16="http://schemas.microsoft.com/office/drawing/2014/main" id="{EA2D03A7-AEB6-4C3B-80E5-55EED5AED26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6618059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6064" name="Flowchart: Connector 6063">
                        <a:extLst>
                          <a:ext uri="{FF2B5EF4-FFF2-40B4-BE49-F238E27FC236}">
                            <a16:creationId xmlns:a16="http://schemas.microsoft.com/office/drawing/2014/main" id="{74A683C8-F0BD-4B73-AA33-FFCAADE63BE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65" name="Flowchart: Connector 6064">
                        <a:extLst>
                          <a:ext uri="{FF2B5EF4-FFF2-40B4-BE49-F238E27FC236}">
                            <a16:creationId xmlns:a16="http://schemas.microsoft.com/office/drawing/2014/main" id="{569F87E2-B5F6-417A-A367-723EF070A14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66" name="Flowchart: Connector 6065">
                        <a:extLst>
                          <a:ext uri="{FF2B5EF4-FFF2-40B4-BE49-F238E27FC236}">
                            <a16:creationId xmlns:a16="http://schemas.microsoft.com/office/drawing/2014/main" id="{BE79442A-863A-4D11-B960-29EE6FB118E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67" name="Flowchart: Connector 6066">
                        <a:extLst>
                          <a:ext uri="{FF2B5EF4-FFF2-40B4-BE49-F238E27FC236}">
                            <a16:creationId xmlns:a16="http://schemas.microsoft.com/office/drawing/2014/main" id="{ED0AE094-33ED-4FF4-AE0B-1FE0BE6D5D3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68" name="Flowchart: Connector 6067">
                        <a:extLst>
                          <a:ext uri="{FF2B5EF4-FFF2-40B4-BE49-F238E27FC236}">
                            <a16:creationId xmlns:a16="http://schemas.microsoft.com/office/drawing/2014/main" id="{B421F6BA-E590-47F3-B8E0-0A77203E467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69" name="Flowchart: Connector 6068">
                        <a:extLst>
                          <a:ext uri="{FF2B5EF4-FFF2-40B4-BE49-F238E27FC236}">
                            <a16:creationId xmlns:a16="http://schemas.microsoft.com/office/drawing/2014/main" id="{7EF52B21-CDE0-447E-8AAF-B76104194FA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70" name="Flowchart: Connector 6069">
                        <a:extLst>
                          <a:ext uri="{FF2B5EF4-FFF2-40B4-BE49-F238E27FC236}">
                            <a16:creationId xmlns:a16="http://schemas.microsoft.com/office/drawing/2014/main" id="{87108CA0-1274-430B-9B84-2EF475AE620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71" name="Flowchart: Connector 6070">
                        <a:extLst>
                          <a:ext uri="{FF2B5EF4-FFF2-40B4-BE49-F238E27FC236}">
                            <a16:creationId xmlns:a16="http://schemas.microsoft.com/office/drawing/2014/main" id="{34CF80A0-2291-4E2E-9AA7-B54085FD586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72" name="Flowchart: Connector 6071">
                        <a:extLst>
                          <a:ext uri="{FF2B5EF4-FFF2-40B4-BE49-F238E27FC236}">
                            <a16:creationId xmlns:a16="http://schemas.microsoft.com/office/drawing/2014/main" id="{9607A9EC-FDE2-4424-AD1D-69AEB30B31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73" name="3D Model 6072" descr="Sphere">
                            <a:extLst>
                              <a:ext uri="{FF2B5EF4-FFF2-40B4-BE49-F238E27FC236}">
                                <a16:creationId xmlns:a16="http://schemas.microsoft.com/office/drawing/2014/main" id="{F8107556-F790-46B7-9377-9017EEAC234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94361671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074" name="Flowchart: Connector 6073">
                        <a:extLst>
                          <a:ext uri="{FF2B5EF4-FFF2-40B4-BE49-F238E27FC236}">
                            <a16:creationId xmlns:a16="http://schemas.microsoft.com/office/drawing/2014/main" id="{42315ACA-3570-4DFD-B7C6-60829D00E48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75" name="3D Model 6074" descr="Sphere">
                            <a:extLst>
                              <a:ext uri="{FF2B5EF4-FFF2-40B4-BE49-F238E27FC236}">
                                <a16:creationId xmlns:a16="http://schemas.microsoft.com/office/drawing/2014/main" id="{D1ECFF22-7912-4CBA-A2AE-C4CC23D6062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12369305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076" name="Flowchart: Connector 6075">
                        <a:extLst>
                          <a:ext uri="{FF2B5EF4-FFF2-40B4-BE49-F238E27FC236}">
                            <a16:creationId xmlns:a16="http://schemas.microsoft.com/office/drawing/2014/main" id="{99E5BA3E-F808-4E15-A879-BABFFDB65BB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77" name="3D Model 6076" descr="Sphere">
                            <a:extLst>
                              <a:ext uri="{FF2B5EF4-FFF2-40B4-BE49-F238E27FC236}">
                                <a16:creationId xmlns:a16="http://schemas.microsoft.com/office/drawing/2014/main" id="{EF317C33-5028-42CF-A906-1572B4EA966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62462515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078" name="Flowchart: Connector 6077">
                        <a:extLst>
                          <a:ext uri="{FF2B5EF4-FFF2-40B4-BE49-F238E27FC236}">
                            <a16:creationId xmlns:a16="http://schemas.microsoft.com/office/drawing/2014/main" id="{A0AE4C9F-3AAE-4D21-821B-C94E954B44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79" name="3D Model 6078" descr="Sphere">
                            <a:extLst>
                              <a:ext uri="{FF2B5EF4-FFF2-40B4-BE49-F238E27FC236}">
                                <a16:creationId xmlns:a16="http://schemas.microsoft.com/office/drawing/2014/main" id="{48EC0C7A-261C-4033-9AFB-E3808E5F23C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71984328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5991" name="Flowchart: Connector 5990">
                    <a:extLst>
                      <a:ext uri="{FF2B5EF4-FFF2-40B4-BE49-F238E27FC236}">
                        <a16:creationId xmlns:a16="http://schemas.microsoft.com/office/drawing/2014/main" id="{BF2E52DB-4CD7-461D-932A-AEC60E3E5F5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992" name="Flowchart: Connector 5991">
                    <a:extLst>
                      <a:ext uri="{FF2B5EF4-FFF2-40B4-BE49-F238E27FC236}">
                        <a16:creationId xmlns:a16="http://schemas.microsoft.com/office/drawing/2014/main" id="{2B4D4478-8B75-43D7-96CF-2A04D087BE2F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993" name="Flowchart: Connector 5992">
                    <a:extLst>
                      <a:ext uri="{FF2B5EF4-FFF2-40B4-BE49-F238E27FC236}">
                        <a16:creationId xmlns:a16="http://schemas.microsoft.com/office/drawing/2014/main" id="{EA374FA0-A229-40B3-A8C7-927F4637266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994" name="Flowchart: Connector 5993">
                    <a:extLst>
                      <a:ext uri="{FF2B5EF4-FFF2-40B4-BE49-F238E27FC236}">
                        <a16:creationId xmlns:a16="http://schemas.microsoft.com/office/drawing/2014/main" id="{ADC774CA-881E-4D15-BF19-5BEB4E66659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995" name="Flowchart: Connector 5994">
                    <a:extLst>
                      <a:ext uri="{FF2B5EF4-FFF2-40B4-BE49-F238E27FC236}">
                        <a16:creationId xmlns:a16="http://schemas.microsoft.com/office/drawing/2014/main" id="{85973FF5-EB6F-4767-8CFA-396E9FEB4CC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996" name="Flowchart: Connector 5995">
                    <a:extLst>
                      <a:ext uri="{FF2B5EF4-FFF2-40B4-BE49-F238E27FC236}">
                        <a16:creationId xmlns:a16="http://schemas.microsoft.com/office/drawing/2014/main" id="{AE1033A9-C1E9-4A60-AF43-45FF9AFE524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5997" name="Flowchart: Connector 5996">
                    <a:extLst>
                      <a:ext uri="{FF2B5EF4-FFF2-40B4-BE49-F238E27FC236}">
                        <a16:creationId xmlns:a16="http://schemas.microsoft.com/office/drawing/2014/main" id="{9EF03BF8-1D87-415D-B0D4-69B1D6186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5998" name="Flowchart: Connector 5997">
                    <a:extLst>
                      <a:ext uri="{FF2B5EF4-FFF2-40B4-BE49-F238E27FC236}">
                        <a16:creationId xmlns:a16="http://schemas.microsoft.com/office/drawing/2014/main" id="{9B667973-8699-4644-9638-D20B9C7DE97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5999" name="Group 5998">
                    <a:extLst>
                      <a:ext uri="{FF2B5EF4-FFF2-40B4-BE49-F238E27FC236}">
                        <a16:creationId xmlns:a16="http://schemas.microsoft.com/office/drawing/2014/main" id="{B60DD558-60B4-4112-9508-2091EB224B66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6000" name="Group 5999">
                      <a:extLst>
                        <a:ext uri="{FF2B5EF4-FFF2-40B4-BE49-F238E27FC236}">
                          <a16:creationId xmlns:a16="http://schemas.microsoft.com/office/drawing/2014/main" id="{52022438-DBF6-4BF5-9D10-F7455876DD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6051" name="Flowchart: Connector 6050">
                        <a:extLst>
                          <a:ext uri="{FF2B5EF4-FFF2-40B4-BE49-F238E27FC236}">
                            <a16:creationId xmlns:a16="http://schemas.microsoft.com/office/drawing/2014/main" id="{0D963809-3E26-4050-BB53-EF86AAC42E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52" name="3D Model 6051" descr="Sphere">
                            <a:extLst>
                              <a:ext uri="{FF2B5EF4-FFF2-40B4-BE49-F238E27FC236}">
                                <a16:creationId xmlns:a16="http://schemas.microsoft.com/office/drawing/2014/main" id="{5A6669CC-906D-4DD4-8B15-3D751142CC8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00981069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053" name="Flowchart: Connector 6052">
                        <a:extLst>
                          <a:ext uri="{FF2B5EF4-FFF2-40B4-BE49-F238E27FC236}">
                            <a16:creationId xmlns:a16="http://schemas.microsoft.com/office/drawing/2014/main" id="{5C379E05-319B-4FD0-8806-D1D1940317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54" name="3D Model 6053" descr="Sphere">
                            <a:extLst>
                              <a:ext uri="{FF2B5EF4-FFF2-40B4-BE49-F238E27FC236}">
                                <a16:creationId xmlns:a16="http://schemas.microsoft.com/office/drawing/2014/main" id="{B8C12639-6E1A-4E31-B018-9C863D1CBD3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56020161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055" name="Flowchart: Connector 6054">
                        <a:extLst>
                          <a:ext uri="{FF2B5EF4-FFF2-40B4-BE49-F238E27FC236}">
                            <a16:creationId xmlns:a16="http://schemas.microsoft.com/office/drawing/2014/main" id="{B628D5DE-438B-40AB-AEE9-DB7F2675D1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56" name="3D Model 6055" descr="Sphere">
                            <a:extLst>
                              <a:ext uri="{FF2B5EF4-FFF2-40B4-BE49-F238E27FC236}">
                                <a16:creationId xmlns:a16="http://schemas.microsoft.com/office/drawing/2014/main" id="{E5E13801-B60B-4147-B390-F345A21831D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32923064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057" name="Flowchart: Connector 6056">
                        <a:extLst>
                          <a:ext uri="{FF2B5EF4-FFF2-40B4-BE49-F238E27FC236}">
                            <a16:creationId xmlns:a16="http://schemas.microsoft.com/office/drawing/2014/main" id="{1682E614-BB37-4BD1-BE64-3833828731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58" name="3D Model 6057" descr="Sphere">
                            <a:extLst>
                              <a:ext uri="{FF2B5EF4-FFF2-40B4-BE49-F238E27FC236}">
                                <a16:creationId xmlns:a16="http://schemas.microsoft.com/office/drawing/2014/main" id="{591279C3-CDC9-4851-9FB4-032314762C8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46155326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6001" name="Group 6000">
                      <a:extLst>
                        <a:ext uri="{FF2B5EF4-FFF2-40B4-BE49-F238E27FC236}">
                          <a16:creationId xmlns:a16="http://schemas.microsoft.com/office/drawing/2014/main" id="{990D8A3B-3926-400F-88B1-8872D6B053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6035" name="Flowchart: Connector 6034">
                        <a:extLst>
                          <a:ext uri="{FF2B5EF4-FFF2-40B4-BE49-F238E27FC236}">
                            <a16:creationId xmlns:a16="http://schemas.microsoft.com/office/drawing/2014/main" id="{2561491E-883E-4FD1-80FB-087CB0F9463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36" name="Flowchart: Connector 6035">
                        <a:extLst>
                          <a:ext uri="{FF2B5EF4-FFF2-40B4-BE49-F238E27FC236}">
                            <a16:creationId xmlns:a16="http://schemas.microsoft.com/office/drawing/2014/main" id="{488EE598-F1C8-406E-809A-1542BF5BF3C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37" name="Flowchart: Connector 6036">
                        <a:extLst>
                          <a:ext uri="{FF2B5EF4-FFF2-40B4-BE49-F238E27FC236}">
                            <a16:creationId xmlns:a16="http://schemas.microsoft.com/office/drawing/2014/main" id="{63D4E125-DC9A-479D-80BC-FE1AD71EE81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38" name="Flowchart: Connector 6037">
                        <a:extLst>
                          <a:ext uri="{FF2B5EF4-FFF2-40B4-BE49-F238E27FC236}">
                            <a16:creationId xmlns:a16="http://schemas.microsoft.com/office/drawing/2014/main" id="{7C669E1E-324F-464D-8F1D-AE9BB495B20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39" name="Flowchart: Connector 6038">
                        <a:extLst>
                          <a:ext uri="{FF2B5EF4-FFF2-40B4-BE49-F238E27FC236}">
                            <a16:creationId xmlns:a16="http://schemas.microsoft.com/office/drawing/2014/main" id="{A9167E77-B136-4DA8-8EAC-B7882F1031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40" name="Flowchart: Connector 6039">
                        <a:extLst>
                          <a:ext uri="{FF2B5EF4-FFF2-40B4-BE49-F238E27FC236}">
                            <a16:creationId xmlns:a16="http://schemas.microsoft.com/office/drawing/2014/main" id="{50D6BFFB-83E2-49D9-A9B5-8CB08177107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41" name="Flowchart: Connector 6040">
                        <a:extLst>
                          <a:ext uri="{FF2B5EF4-FFF2-40B4-BE49-F238E27FC236}">
                            <a16:creationId xmlns:a16="http://schemas.microsoft.com/office/drawing/2014/main" id="{32274B9F-4494-4E1A-8034-191651C15F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42" name="Flowchart: Connector 6041">
                        <a:extLst>
                          <a:ext uri="{FF2B5EF4-FFF2-40B4-BE49-F238E27FC236}">
                            <a16:creationId xmlns:a16="http://schemas.microsoft.com/office/drawing/2014/main" id="{9F52455D-31B5-4817-87D2-8D7CB0DDC58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43" name="Flowchart: Connector 6042">
                        <a:extLst>
                          <a:ext uri="{FF2B5EF4-FFF2-40B4-BE49-F238E27FC236}">
                            <a16:creationId xmlns:a16="http://schemas.microsoft.com/office/drawing/2014/main" id="{2F830A5D-D913-4499-8E1B-6F308DAEF05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44" name="3D Model 6043" descr="Sphere">
                            <a:extLst>
                              <a:ext uri="{FF2B5EF4-FFF2-40B4-BE49-F238E27FC236}">
                                <a16:creationId xmlns:a16="http://schemas.microsoft.com/office/drawing/2014/main" id="{B0809AE8-FF53-40BB-8D4A-E998B33C87D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98052803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045" name="Flowchart: Connector 6044">
                        <a:extLst>
                          <a:ext uri="{FF2B5EF4-FFF2-40B4-BE49-F238E27FC236}">
                            <a16:creationId xmlns:a16="http://schemas.microsoft.com/office/drawing/2014/main" id="{0F35B70B-BCC8-45B6-A437-783D268D7E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46" name="3D Model 6045" descr="Sphere">
                            <a:extLst>
                              <a:ext uri="{FF2B5EF4-FFF2-40B4-BE49-F238E27FC236}">
                                <a16:creationId xmlns:a16="http://schemas.microsoft.com/office/drawing/2014/main" id="{9A2DBD3D-19CA-4C71-B402-BBD8E774C23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2527428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047" name="Flowchart: Connector 6046">
                        <a:extLst>
                          <a:ext uri="{FF2B5EF4-FFF2-40B4-BE49-F238E27FC236}">
                            <a16:creationId xmlns:a16="http://schemas.microsoft.com/office/drawing/2014/main" id="{F58A8D8E-7F4A-4257-835C-0CAB1E0D60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48" name="3D Model 6047" descr="Sphere">
                            <a:extLst>
                              <a:ext uri="{FF2B5EF4-FFF2-40B4-BE49-F238E27FC236}">
                                <a16:creationId xmlns:a16="http://schemas.microsoft.com/office/drawing/2014/main" id="{68C7C8BB-2CD2-4316-9410-DABF5022F39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72393684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049" name="Flowchart: Connector 6048">
                        <a:extLst>
                          <a:ext uri="{FF2B5EF4-FFF2-40B4-BE49-F238E27FC236}">
                            <a16:creationId xmlns:a16="http://schemas.microsoft.com/office/drawing/2014/main" id="{F034EC5E-C10E-437A-A816-340D7D5E56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50" name="3D Model 6049" descr="Sphere">
                            <a:extLst>
                              <a:ext uri="{FF2B5EF4-FFF2-40B4-BE49-F238E27FC236}">
                                <a16:creationId xmlns:a16="http://schemas.microsoft.com/office/drawing/2014/main" id="{32DD9A1C-4A03-45B2-89E9-F5AF08206A5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8804113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6002" name="Group 6001">
                      <a:extLst>
                        <a:ext uri="{FF2B5EF4-FFF2-40B4-BE49-F238E27FC236}">
                          <a16:creationId xmlns:a16="http://schemas.microsoft.com/office/drawing/2014/main" id="{B766526F-7D4F-4266-94A9-3FC36A7BF6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6019" name="Flowchart: Connector 6018">
                        <a:extLst>
                          <a:ext uri="{FF2B5EF4-FFF2-40B4-BE49-F238E27FC236}">
                            <a16:creationId xmlns:a16="http://schemas.microsoft.com/office/drawing/2014/main" id="{53E2E80E-5FFB-4315-9252-2B2C05C9BE8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20" name="Flowchart: Connector 6019">
                        <a:extLst>
                          <a:ext uri="{FF2B5EF4-FFF2-40B4-BE49-F238E27FC236}">
                            <a16:creationId xmlns:a16="http://schemas.microsoft.com/office/drawing/2014/main" id="{76E545FE-4CBD-4DCE-89B9-98E00A6F4BA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21" name="Flowchart: Connector 6020">
                        <a:extLst>
                          <a:ext uri="{FF2B5EF4-FFF2-40B4-BE49-F238E27FC236}">
                            <a16:creationId xmlns:a16="http://schemas.microsoft.com/office/drawing/2014/main" id="{B7A0592C-81D4-410D-B4FE-A11AD34C81F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22" name="Flowchart: Connector 6021">
                        <a:extLst>
                          <a:ext uri="{FF2B5EF4-FFF2-40B4-BE49-F238E27FC236}">
                            <a16:creationId xmlns:a16="http://schemas.microsoft.com/office/drawing/2014/main" id="{2330FC8F-09F1-45E4-9171-BE099CC472D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23" name="Flowchart: Connector 6022">
                        <a:extLst>
                          <a:ext uri="{FF2B5EF4-FFF2-40B4-BE49-F238E27FC236}">
                            <a16:creationId xmlns:a16="http://schemas.microsoft.com/office/drawing/2014/main" id="{D32F8AA7-F394-4889-9672-7D947D8A8F5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24" name="Flowchart: Connector 6023">
                        <a:extLst>
                          <a:ext uri="{FF2B5EF4-FFF2-40B4-BE49-F238E27FC236}">
                            <a16:creationId xmlns:a16="http://schemas.microsoft.com/office/drawing/2014/main" id="{E33869C9-07F0-4DFE-9B4B-769FBFB6109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25" name="Flowchart: Connector 6024">
                        <a:extLst>
                          <a:ext uri="{FF2B5EF4-FFF2-40B4-BE49-F238E27FC236}">
                            <a16:creationId xmlns:a16="http://schemas.microsoft.com/office/drawing/2014/main" id="{75612BC4-14A9-4DEC-B610-5C37F24EFC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26" name="Flowchart: Connector 6025">
                        <a:extLst>
                          <a:ext uri="{FF2B5EF4-FFF2-40B4-BE49-F238E27FC236}">
                            <a16:creationId xmlns:a16="http://schemas.microsoft.com/office/drawing/2014/main" id="{B18DB204-C974-491A-AC90-4495CD50A0A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027" name="Flowchart: Connector 6026">
                        <a:extLst>
                          <a:ext uri="{FF2B5EF4-FFF2-40B4-BE49-F238E27FC236}">
                            <a16:creationId xmlns:a16="http://schemas.microsoft.com/office/drawing/2014/main" id="{9F042205-29F8-45DA-AADA-366CE5D4E6B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28" name="3D Model 6027" descr="Sphere">
                            <a:extLst>
                              <a:ext uri="{FF2B5EF4-FFF2-40B4-BE49-F238E27FC236}">
                                <a16:creationId xmlns:a16="http://schemas.microsoft.com/office/drawing/2014/main" id="{998DD5D6-7AE9-4C58-A4B8-071DA63F4F4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82652658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029" name="Flowchart: Connector 6028">
                        <a:extLst>
                          <a:ext uri="{FF2B5EF4-FFF2-40B4-BE49-F238E27FC236}">
                            <a16:creationId xmlns:a16="http://schemas.microsoft.com/office/drawing/2014/main" id="{6B00CB1D-7A6F-4509-B760-D4CA9A04DC8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30" name="3D Model 6029" descr="Sphere">
                            <a:extLst>
                              <a:ext uri="{FF2B5EF4-FFF2-40B4-BE49-F238E27FC236}">
                                <a16:creationId xmlns:a16="http://schemas.microsoft.com/office/drawing/2014/main" id="{7EE6A003-EB03-4624-A76E-741CD39DF8B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78802567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031" name="Flowchart: Connector 6030">
                        <a:extLst>
                          <a:ext uri="{FF2B5EF4-FFF2-40B4-BE49-F238E27FC236}">
                            <a16:creationId xmlns:a16="http://schemas.microsoft.com/office/drawing/2014/main" id="{ECA18FEC-8537-4831-A7DC-33FCA531BD3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32" name="3D Model 6031" descr="Sphere">
                            <a:extLst>
                              <a:ext uri="{FF2B5EF4-FFF2-40B4-BE49-F238E27FC236}">
                                <a16:creationId xmlns:a16="http://schemas.microsoft.com/office/drawing/2014/main" id="{2FCFD309-ADC3-4F75-90AB-8071CFEEB5E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36120337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033" name="Flowchart: Connector 6032">
                        <a:extLst>
                          <a:ext uri="{FF2B5EF4-FFF2-40B4-BE49-F238E27FC236}">
                            <a16:creationId xmlns:a16="http://schemas.microsoft.com/office/drawing/2014/main" id="{8F50DE63-ABD6-4CD4-8D8E-925146A67C5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034" name="3D Model 6033" descr="Sphere">
                            <a:extLst>
                              <a:ext uri="{FF2B5EF4-FFF2-40B4-BE49-F238E27FC236}">
                                <a16:creationId xmlns:a16="http://schemas.microsoft.com/office/drawing/2014/main" id="{09F08A5E-52D0-4490-A477-21E83568218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6865459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6003" name="Flowchart: Connector 6002">
                      <a:extLst>
                        <a:ext uri="{FF2B5EF4-FFF2-40B4-BE49-F238E27FC236}">
                          <a16:creationId xmlns:a16="http://schemas.microsoft.com/office/drawing/2014/main" id="{B85E6CCA-BE33-49BF-AB5B-2865BFB6FE0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004" name="Flowchart: Connector 6003">
                      <a:extLst>
                        <a:ext uri="{FF2B5EF4-FFF2-40B4-BE49-F238E27FC236}">
                          <a16:creationId xmlns:a16="http://schemas.microsoft.com/office/drawing/2014/main" id="{54CAC24E-F2B5-4FD3-A0D3-2336196566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005" name="Flowchart: Connector 6004">
                      <a:extLst>
                        <a:ext uri="{FF2B5EF4-FFF2-40B4-BE49-F238E27FC236}">
                          <a16:creationId xmlns:a16="http://schemas.microsoft.com/office/drawing/2014/main" id="{4EC4127B-3812-4696-B5C6-E809ECFB0B8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006" name="Flowchart: Connector 6005">
                      <a:extLst>
                        <a:ext uri="{FF2B5EF4-FFF2-40B4-BE49-F238E27FC236}">
                          <a16:creationId xmlns:a16="http://schemas.microsoft.com/office/drawing/2014/main" id="{55C523E1-7332-4CBF-9C72-4814F4BE57F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007" name="Flowchart: Connector 6006">
                      <a:extLst>
                        <a:ext uri="{FF2B5EF4-FFF2-40B4-BE49-F238E27FC236}">
                          <a16:creationId xmlns:a16="http://schemas.microsoft.com/office/drawing/2014/main" id="{D0060CF9-F944-411C-A008-5859DF566A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008" name="Flowchart: Connector 6007">
                      <a:extLst>
                        <a:ext uri="{FF2B5EF4-FFF2-40B4-BE49-F238E27FC236}">
                          <a16:creationId xmlns:a16="http://schemas.microsoft.com/office/drawing/2014/main" id="{D427ECD4-FC79-4523-8823-64CD531C1EB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009" name="Flowchart: Connector 6008">
                      <a:extLst>
                        <a:ext uri="{FF2B5EF4-FFF2-40B4-BE49-F238E27FC236}">
                          <a16:creationId xmlns:a16="http://schemas.microsoft.com/office/drawing/2014/main" id="{CE2779F3-7C17-4EE4-A065-0F0930AABC4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010" name="Flowchart: Connector 6009">
                      <a:extLst>
                        <a:ext uri="{FF2B5EF4-FFF2-40B4-BE49-F238E27FC236}">
                          <a16:creationId xmlns:a16="http://schemas.microsoft.com/office/drawing/2014/main" id="{FB98015F-E5A9-4DD1-8DC9-5A6C959C9A7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011" name="Flowchart: Connector 6010">
                      <a:extLst>
                        <a:ext uri="{FF2B5EF4-FFF2-40B4-BE49-F238E27FC236}">
                          <a16:creationId xmlns:a16="http://schemas.microsoft.com/office/drawing/2014/main" id="{04E978A1-7B58-4A1D-8312-94ECFBAA7C5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012" name="3D Model 6011" descr="Sphere">
                          <a:extLst>
                            <a:ext uri="{FF2B5EF4-FFF2-40B4-BE49-F238E27FC236}">
                              <a16:creationId xmlns:a16="http://schemas.microsoft.com/office/drawing/2014/main" id="{6D2D5941-991A-446A-96AA-7F3BE1A168E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38950587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013" name="Flowchart: Connector 6012">
                      <a:extLst>
                        <a:ext uri="{FF2B5EF4-FFF2-40B4-BE49-F238E27FC236}">
                          <a16:creationId xmlns:a16="http://schemas.microsoft.com/office/drawing/2014/main" id="{42C397E1-BB88-4C80-A10C-57F694A27E4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014" name="3D Model 6013" descr="Sphere">
                          <a:extLst>
                            <a:ext uri="{FF2B5EF4-FFF2-40B4-BE49-F238E27FC236}">
                              <a16:creationId xmlns:a16="http://schemas.microsoft.com/office/drawing/2014/main" id="{79EE8387-36F1-4AE4-B033-2B0FB9F25AF6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980959791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015" name="Flowchart: Connector 6014">
                      <a:extLst>
                        <a:ext uri="{FF2B5EF4-FFF2-40B4-BE49-F238E27FC236}">
                          <a16:creationId xmlns:a16="http://schemas.microsoft.com/office/drawing/2014/main" id="{FF342A4F-11DB-4E75-84D1-7AF5BC009F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016" name="3D Model 6015" descr="Sphere">
                          <a:extLst>
                            <a:ext uri="{FF2B5EF4-FFF2-40B4-BE49-F238E27FC236}">
                              <a16:creationId xmlns:a16="http://schemas.microsoft.com/office/drawing/2014/main" id="{C69BB88D-BA1F-4553-B9C0-5F5C408B0276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19859043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017" name="Flowchart: Connector 6016">
                      <a:extLst>
                        <a:ext uri="{FF2B5EF4-FFF2-40B4-BE49-F238E27FC236}">
                          <a16:creationId xmlns:a16="http://schemas.microsoft.com/office/drawing/2014/main" id="{292F1F09-F864-4730-942D-2CFE672C20D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018" name="3D Model 6017" descr="Sphere">
                          <a:extLst>
                            <a:ext uri="{FF2B5EF4-FFF2-40B4-BE49-F238E27FC236}">
                              <a16:creationId xmlns:a16="http://schemas.microsoft.com/office/drawing/2014/main" id="{A687A2C6-E689-45FC-B04A-28C642B7764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566649741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5968" name="Freeform: Shape 5967">
                  <a:extLst>
                    <a:ext uri="{FF2B5EF4-FFF2-40B4-BE49-F238E27FC236}">
                      <a16:creationId xmlns:a16="http://schemas.microsoft.com/office/drawing/2014/main" id="{E6EB70D5-62F0-4048-B3AE-992B53CAD21E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69" name="Freeform: Shape 5968">
                  <a:extLst>
                    <a:ext uri="{FF2B5EF4-FFF2-40B4-BE49-F238E27FC236}">
                      <a16:creationId xmlns:a16="http://schemas.microsoft.com/office/drawing/2014/main" id="{10E047D3-2A75-44FA-89D1-BC06D4540F34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70" name="Freeform: Shape 5969">
                  <a:extLst>
                    <a:ext uri="{FF2B5EF4-FFF2-40B4-BE49-F238E27FC236}">
                      <a16:creationId xmlns:a16="http://schemas.microsoft.com/office/drawing/2014/main" id="{077E2E8A-A691-4922-AB60-89A7B713DED5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71" name="Freeform: Shape 5970">
                  <a:extLst>
                    <a:ext uri="{FF2B5EF4-FFF2-40B4-BE49-F238E27FC236}">
                      <a16:creationId xmlns:a16="http://schemas.microsoft.com/office/drawing/2014/main" id="{10E714D9-4201-4892-BAB7-69B3308FAB42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72" name="Freeform: Shape 5971">
                  <a:extLst>
                    <a:ext uri="{FF2B5EF4-FFF2-40B4-BE49-F238E27FC236}">
                      <a16:creationId xmlns:a16="http://schemas.microsoft.com/office/drawing/2014/main" id="{6BC48706-B8C8-4AD4-B0A5-46CE9CEB6C93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73" name="Freeform: Shape 5972">
                  <a:extLst>
                    <a:ext uri="{FF2B5EF4-FFF2-40B4-BE49-F238E27FC236}">
                      <a16:creationId xmlns:a16="http://schemas.microsoft.com/office/drawing/2014/main" id="{04889BD6-538C-408B-9E5F-374396A4F215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74" name="Freeform: Shape 5973">
                  <a:extLst>
                    <a:ext uri="{FF2B5EF4-FFF2-40B4-BE49-F238E27FC236}">
                      <a16:creationId xmlns:a16="http://schemas.microsoft.com/office/drawing/2014/main" id="{8E812596-ECA2-4D40-9232-6822D69BC382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75" name="Freeform: Shape 5974">
                  <a:extLst>
                    <a:ext uri="{FF2B5EF4-FFF2-40B4-BE49-F238E27FC236}">
                      <a16:creationId xmlns:a16="http://schemas.microsoft.com/office/drawing/2014/main" id="{5064CE1E-5E82-48CC-B142-C1D0253A961F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76" name="Freeform: Shape 5975">
                  <a:extLst>
                    <a:ext uri="{FF2B5EF4-FFF2-40B4-BE49-F238E27FC236}">
                      <a16:creationId xmlns:a16="http://schemas.microsoft.com/office/drawing/2014/main" id="{26F5055A-927B-4021-A932-5E871F2FD0A2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77" name="Freeform: Shape 5976">
                  <a:extLst>
                    <a:ext uri="{FF2B5EF4-FFF2-40B4-BE49-F238E27FC236}">
                      <a16:creationId xmlns:a16="http://schemas.microsoft.com/office/drawing/2014/main" id="{E61B6486-CAB1-4FB8-8C72-11EEB54BCA80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78" name="Freeform: Shape 5977">
                  <a:extLst>
                    <a:ext uri="{FF2B5EF4-FFF2-40B4-BE49-F238E27FC236}">
                      <a16:creationId xmlns:a16="http://schemas.microsoft.com/office/drawing/2014/main" id="{F8F42862-35FE-4A8F-80A1-530B3A89FB68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79" name="Freeform: Shape 5978">
                  <a:extLst>
                    <a:ext uri="{FF2B5EF4-FFF2-40B4-BE49-F238E27FC236}">
                      <a16:creationId xmlns:a16="http://schemas.microsoft.com/office/drawing/2014/main" id="{29B10FD4-13D2-449A-9140-864F9118FC3F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5964" name="Freeform: Shape 5963">
                <a:extLst>
                  <a:ext uri="{FF2B5EF4-FFF2-40B4-BE49-F238E27FC236}">
                    <a16:creationId xmlns:a16="http://schemas.microsoft.com/office/drawing/2014/main" id="{119F3F38-FB76-4CC2-A3BF-C820B46A04F3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5965" name="Freeform: Shape 5964">
                <a:extLst>
                  <a:ext uri="{FF2B5EF4-FFF2-40B4-BE49-F238E27FC236}">
                    <a16:creationId xmlns:a16="http://schemas.microsoft.com/office/drawing/2014/main" id="{F3CB6862-DC9A-4B19-AFCF-A6178FBFCFDD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5966" name="Freeform: Shape 5965">
                <a:extLst>
                  <a:ext uri="{FF2B5EF4-FFF2-40B4-BE49-F238E27FC236}">
                    <a16:creationId xmlns:a16="http://schemas.microsoft.com/office/drawing/2014/main" id="{A3F5EB81-CC3D-43A0-A4C9-F204ACF77530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6262" name="Group 6261">
              <a:extLst>
                <a:ext uri="{FF2B5EF4-FFF2-40B4-BE49-F238E27FC236}">
                  <a16:creationId xmlns:a16="http://schemas.microsoft.com/office/drawing/2014/main" id="{34CBB70C-CF5A-4CE1-9855-C33C3D7A00F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843665" y="5874849"/>
              <a:ext cx="521735" cy="419131"/>
              <a:chOff x="558227" y="4289344"/>
              <a:chExt cx="2384501" cy="2135404"/>
            </a:xfrm>
          </p:grpSpPr>
          <p:grpSp>
            <p:nvGrpSpPr>
              <p:cNvPr id="6263" name="Group 6262">
                <a:extLst>
                  <a:ext uri="{FF2B5EF4-FFF2-40B4-BE49-F238E27FC236}">
                    <a16:creationId xmlns:a16="http://schemas.microsoft.com/office/drawing/2014/main" id="{339DA5E8-DCE9-4A8C-9FE3-687C52E700A6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6267" name="Group 6266">
                  <a:extLst>
                    <a:ext uri="{FF2B5EF4-FFF2-40B4-BE49-F238E27FC236}">
                      <a16:creationId xmlns:a16="http://schemas.microsoft.com/office/drawing/2014/main" id="{5D1C14A3-50B6-4642-837B-ACABFCCB0BDF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6280" name="Group 6279">
                    <a:extLst>
                      <a:ext uri="{FF2B5EF4-FFF2-40B4-BE49-F238E27FC236}">
                        <a16:creationId xmlns:a16="http://schemas.microsoft.com/office/drawing/2014/main" id="{93E151A8-C49E-40A8-A7B8-FE595A9D6E72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6501" name="Group 6500">
                      <a:extLst>
                        <a:ext uri="{FF2B5EF4-FFF2-40B4-BE49-F238E27FC236}">
                          <a16:creationId xmlns:a16="http://schemas.microsoft.com/office/drawing/2014/main" id="{1B9B40FD-7327-449D-93E3-C5769995B4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6558" name="Flowchart: Connector 6557">
                        <a:extLst>
                          <a:ext uri="{FF2B5EF4-FFF2-40B4-BE49-F238E27FC236}">
                            <a16:creationId xmlns:a16="http://schemas.microsoft.com/office/drawing/2014/main" id="{F91E91E0-8E3D-4D31-B3C7-08EE3A47B40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559" name="Flowchart: Connector 6558">
                        <a:extLst>
                          <a:ext uri="{FF2B5EF4-FFF2-40B4-BE49-F238E27FC236}">
                            <a16:creationId xmlns:a16="http://schemas.microsoft.com/office/drawing/2014/main" id="{D0D22AA8-9BE3-4FD9-A989-14FDD6718F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560" name="Flowchart: Connector 6559">
                        <a:extLst>
                          <a:ext uri="{FF2B5EF4-FFF2-40B4-BE49-F238E27FC236}">
                            <a16:creationId xmlns:a16="http://schemas.microsoft.com/office/drawing/2014/main" id="{D1483D79-3DD5-4CB4-9793-C59ECF130E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561" name="Flowchart: Connector 6560">
                        <a:extLst>
                          <a:ext uri="{FF2B5EF4-FFF2-40B4-BE49-F238E27FC236}">
                            <a16:creationId xmlns:a16="http://schemas.microsoft.com/office/drawing/2014/main" id="{A9621F16-7E31-4D31-A637-BBB1C48FA53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6502" name="Group 6501">
                      <a:extLst>
                        <a:ext uri="{FF2B5EF4-FFF2-40B4-BE49-F238E27FC236}">
                          <a16:creationId xmlns:a16="http://schemas.microsoft.com/office/drawing/2014/main" id="{3B8A8C76-020F-41E1-915B-D50A5CFF00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6503" name="Group 6502">
                        <a:extLst>
                          <a:ext uri="{FF2B5EF4-FFF2-40B4-BE49-F238E27FC236}">
                            <a16:creationId xmlns:a16="http://schemas.microsoft.com/office/drawing/2014/main" id="{9B8E081D-A30D-4DC0-994B-9024710C43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551" name="3D Model 6550" descr="Sphere">
                              <a:extLst>
                                <a:ext uri="{FF2B5EF4-FFF2-40B4-BE49-F238E27FC236}">
                                  <a16:creationId xmlns:a16="http://schemas.microsoft.com/office/drawing/2014/main" id="{676F1F11-A690-4B76-9533-28E9F56A9CB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0486344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552" name="Flowchart: Connector 6551">
                          <a:extLst>
                            <a:ext uri="{FF2B5EF4-FFF2-40B4-BE49-F238E27FC236}">
                              <a16:creationId xmlns:a16="http://schemas.microsoft.com/office/drawing/2014/main" id="{15E07156-03BD-475E-AD2A-A282BD8C009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553" name="3D Model 6552" descr="Sphere">
                              <a:extLst>
                                <a:ext uri="{FF2B5EF4-FFF2-40B4-BE49-F238E27FC236}">
                                  <a16:creationId xmlns:a16="http://schemas.microsoft.com/office/drawing/2014/main" id="{3B99B952-9046-4A35-B2FC-F05778E50E0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9300560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554" name="Flowchart: Connector 6553">
                          <a:extLst>
                            <a:ext uri="{FF2B5EF4-FFF2-40B4-BE49-F238E27FC236}">
                              <a16:creationId xmlns:a16="http://schemas.microsoft.com/office/drawing/2014/main" id="{0613046B-1550-441B-9816-3335784403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555" name="3D Model 6554" descr="Sphere">
                              <a:extLst>
                                <a:ext uri="{FF2B5EF4-FFF2-40B4-BE49-F238E27FC236}">
                                  <a16:creationId xmlns:a16="http://schemas.microsoft.com/office/drawing/2014/main" id="{84819EAD-CDE4-4ECB-BF15-FD2347FB529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5699230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556" name="Flowchart: Connector 6555">
                          <a:extLst>
                            <a:ext uri="{FF2B5EF4-FFF2-40B4-BE49-F238E27FC236}">
                              <a16:creationId xmlns:a16="http://schemas.microsoft.com/office/drawing/2014/main" id="{520D8845-8DEB-4E83-8813-F15698E55B2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557" name="3D Model 6556" descr="Sphere">
                              <a:extLst>
                                <a:ext uri="{FF2B5EF4-FFF2-40B4-BE49-F238E27FC236}">
                                  <a16:creationId xmlns:a16="http://schemas.microsoft.com/office/drawing/2014/main" id="{F6BE0597-2DCF-4D39-ADB3-206B73BE3E8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5374461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504" name="Group 6503">
                        <a:extLst>
                          <a:ext uri="{FF2B5EF4-FFF2-40B4-BE49-F238E27FC236}">
                            <a16:creationId xmlns:a16="http://schemas.microsoft.com/office/drawing/2014/main" id="{E332A361-5197-4643-89DC-D805E98890C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6536" name="Flowchart: Connector 6535">
                          <a:extLst>
                            <a:ext uri="{FF2B5EF4-FFF2-40B4-BE49-F238E27FC236}">
                              <a16:creationId xmlns:a16="http://schemas.microsoft.com/office/drawing/2014/main" id="{F769F928-8530-4279-9E05-57071AFB527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37" name="Flowchart: Connector 6536">
                          <a:extLst>
                            <a:ext uri="{FF2B5EF4-FFF2-40B4-BE49-F238E27FC236}">
                              <a16:creationId xmlns:a16="http://schemas.microsoft.com/office/drawing/2014/main" id="{73A28A74-5D59-4B46-9292-CE95CCF9162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38" name="Flowchart: Connector 6537">
                          <a:extLst>
                            <a:ext uri="{FF2B5EF4-FFF2-40B4-BE49-F238E27FC236}">
                              <a16:creationId xmlns:a16="http://schemas.microsoft.com/office/drawing/2014/main" id="{8662EF70-AD01-4F7D-80C5-5755F12FC8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39" name="Flowchart: Connector 6538">
                          <a:extLst>
                            <a:ext uri="{FF2B5EF4-FFF2-40B4-BE49-F238E27FC236}">
                              <a16:creationId xmlns:a16="http://schemas.microsoft.com/office/drawing/2014/main" id="{346AF1D5-D619-4986-9E65-6FA23310544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40" name="Flowchart: Connector 6539">
                          <a:extLst>
                            <a:ext uri="{FF2B5EF4-FFF2-40B4-BE49-F238E27FC236}">
                              <a16:creationId xmlns:a16="http://schemas.microsoft.com/office/drawing/2014/main" id="{40F5D733-F46C-415E-A793-B8768EAB47F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41" name="Flowchart: Connector 6540">
                          <a:extLst>
                            <a:ext uri="{FF2B5EF4-FFF2-40B4-BE49-F238E27FC236}">
                              <a16:creationId xmlns:a16="http://schemas.microsoft.com/office/drawing/2014/main" id="{19D28F94-5661-4BD8-984B-59CE690BBA8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42" name="Flowchart: Connector 6541">
                          <a:extLst>
                            <a:ext uri="{FF2B5EF4-FFF2-40B4-BE49-F238E27FC236}">
                              <a16:creationId xmlns:a16="http://schemas.microsoft.com/office/drawing/2014/main" id="{4A5C1069-AAD4-4AE4-AB88-879A47DC5D5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43" name="Flowchart: Connector 6542">
                          <a:extLst>
                            <a:ext uri="{FF2B5EF4-FFF2-40B4-BE49-F238E27FC236}">
                              <a16:creationId xmlns:a16="http://schemas.microsoft.com/office/drawing/2014/main" id="{E32C72CA-C7D4-40B2-912F-36BB0A479CD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544" name="3D Model 6543" descr="Sphere">
                              <a:extLst>
                                <a:ext uri="{FF2B5EF4-FFF2-40B4-BE49-F238E27FC236}">
                                  <a16:creationId xmlns:a16="http://schemas.microsoft.com/office/drawing/2014/main" id="{F23A383C-993C-4DDB-BBD4-9346ACB1599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7063324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545" name="Flowchart: Connector 6544">
                          <a:extLst>
                            <a:ext uri="{FF2B5EF4-FFF2-40B4-BE49-F238E27FC236}">
                              <a16:creationId xmlns:a16="http://schemas.microsoft.com/office/drawing/2014/main" id="{DB50F35B-DE2F-4C34-85FC-AAE90DE38AD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546" name="3D Model 6545" descr="Sphere">
                              <a:extLst>
                                <a:ext uri="{FF2B5EF4-FFF2-40B4-BE49-F238E27FC236}">
                                  <a16:creationId xmlns:a16="http://schemas.microsoft.com/office/drawing/2014/main" id="{82410314-E7DC-4BDA-9F13-8660EEB5942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6776355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547" name="Flowchart: Connector 6546">
                          <a:extLst>
                            <a:ext uri="{FF2B5EF4-FFF2-40B4-BE49-F238E27FC236}">
                              <a16:creationId xmlns:a16="http://schemas.microsoft.com/office/drawing/2014/main" id="{23AB1BC5-D79C-482C-B951-80149E5FA69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548" name="3D Model 6547" descr="Sphere">
                              <a:extLst>
                                <a:ext uri="{FF2B5EF4-FFF2-40B4-BE49-F238E27FC236}">
                                  <a16:creationId xmlns:a16="http://schemas.microsoft.com/office/drawing/2014/main" id="{79BEA703-7722-4901-AEF8-4A01DD0940A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9740517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549" name="Flowchart: Connector 6548">
                          <a:extLst>
                            <a:ext uri="{FF2B5EF4-FFF2-40B4-BE49-F238E27FC236}">
                              <a16:creationId xmlns:a16="http://schemas.microsoft.com/office/drawing/2014/main" id="{23859D1C-8F6C-47FE-95F7-CF91014B8E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550" name="3D Model 6549" descr="Sphere">
                              <a:extLst>
                                <a:ext uri="{FF2B5EF4-FFF2-40B4-BE49-F238E27FC236}">
                                  <a16:creationId xmlns:a16="http://schemas.microsoft.com/office/drawing/2014/main" id="{7B32FC1F-9DC0-4FD6-8B69-4527A073638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1537482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505" name="Group 6504">
                        <a:extLst>
                          <a:ext uri="{FF2B5EF4-FFF2-40B4-BE49-F238E27FC236}">
                            <a16:creationId xmlns:a16="http://schemas.microsoft.com/office/drawing/2014/main" id="{EC8A57E2-B9CF-4A7B-8CC4-5B179B6683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6521" name="Flowchart: Connector 6520">
                          <a:extLst>
                            <a:ext uri="{FF2B5EF4-FFF2-40B4-BE49-F238E27FC236}">
                              <a16:creationId xmlns:a16="http://schemas.microsoft.com/office/drawing/2014/main" id="{F018D271-89E3-42E8-AD6D-42E7FAD62E3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22" name="Flowchart: Connector 6521">
                          <a:extLst>
                            <a:ext uri="{FF2B5EF4-FFF2-40B4-BE49-F238E27FC236}">
                              <a16:creationId xmlns:a16="http://schemas.microsoft.com/office/drawing/2014/main" id="{F67EAF9F-E215-4D76-A855-D487843D179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23" name="Flowchart: Connector 6522">
                          <a:extLst>
                            <a:ext uri="{FF2B5EF4-FFF2-40B4-BE49-F238E27FC236}">
                              <a16:creationId xmlns:a16="http://schemas.microsoft.com/office/drawing/2014/main" id="{DA71790E-27DE-4B1D-9233-37E354021E3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24" name="Flowchart: Connector 6523">
                          <a:extLst>
                            <a:ext uri="{FF2B5EF4-FFF2-40B4-BE49-F238E27FC236}">
                              <a16:creationId xmlns:a16="http://schemas.microsoft.com/office/drawing/2014/main" id="{F036F862-2E7D-4D73-8DD7-6E9C138506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25" name="Flowchart: Connector 6524">
                          <a:extLst>
                            <a:ext uri="{FF2B5EF4-FFF2-40B4-BE49-F238E27FC236}">
                              <a16:creationId xmlns:a16="http://schemas.microsoft.com/office/drawing/2014/main" id="{D6592FC7-9603-413A-B6EA-1C0FA7483D3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26" name="Flowchart: Connector 6525">
                          <a:extLst>
                            <a:ext uri="{FF2B5EF4-FFF2-40B4-BE49-F238E27FC236}">
                              <a16:creationId xmlns:a16="http://schemas.microsoft.com/office/drawing/2014/main" id="{74457457-30F2-46BD-8CAC-90FBBA62265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27" name="Flowchart: Connector 6526">
                          <a:extLst>
                            <a:ext uri="{FF2B5EF4-FFF2-40B4-BE49-F238E27FC236}">
                              <a16:creationId xmlns:a16="http://schemas.microsoft.com/office/drawing/2014/main" id="{49552770-6BEF-4858-A8D1-58CA818FE31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528" name="Flowchart: Connector 6527">
                          <a:extLst>
                            <a:ext uri="{FF2B5EF4-FFF2-40B4-BE49-F238E27FC236}">
                              <a16:creationId xmlns:a16="http://schemas.microsoft.com/office/drawing/2014/main" id="{110FE828-8BC2-4AE7-90C1-0293A01B0D8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529" name="3D Model 6528" descr="Sphere">
                              <a:extLst>
                                <a:ext uri="{FF2B5EF4-FFF2-40B4-BE49-F238E27FC236}">
                                  <a16:creationId xmlns:a16="http://schemas.microsoft.com/office/drawing/2014/main" id="{73382A42-491E-4D07-B804-22DB8710EBA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5701775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530" name="Flowchart: Connector 6529">
                          <a:extLst>
                            <a:ext uri="{FF2B5EF4-FFF2-40B4-BE49-F238E27FC236}">
                              <a16:creationId xmlns:a16="http://schemas.microsoft.com/office/drawing/2014/main" id="{C06BF2F4-11AE-4EFA-882D-7E88459FE5C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531" name="3D Model 6530" descr="Sphere">
                              <a:extLst>
                                <a:ext uri="{FF2B5EF4-FFF2-40B4-BE49-F238E27FC236}">
                                  <a16:creationId xmlns:a16="http://schemas.microsoft.com/office/drawing/2014/main" id="{0097B8A1-315D-40DB-957A-B9CD5FE8BB7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9958168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532" name="Flowchart: Connector 6531">
                          <a:extLst>
                            <a:ext uri="{FF2B5EF4-FFF2-40B4-BE49-F238E27FC236}">
                              <a16:creationId xmlns:a16="http://schemas.microsoft.com/office/drawing/2014/main" id="{6C008BCE-5668-443A-A7A1-BC936928062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533" name="3D Model 6532" descr="Sphere">
                              <a:extLst>
                                <a:ext uri="{FF2B5EF4-FFF2-40B4-BE49-F238E27FC236}">
                                  <a16:creationId xmlns:a16="http://schemas.microsoft.com/office/drawing/2014/main" id="{A850F2AA-0E0A-445E-B7C0-23CB4E00457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1614729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534" name="Flowchart: Connector 6533">
                          <a:extLst>
                            <a:ext uri="{FF2B5EF4-FFF2-40B4-BE49-F238E27FC236}">
                              <a16:creationId xmlns:a16="http://schemas.microsoft.com/office/drawing/2014/main" id="{A58BB44B-88F8-4574-A90D-74D257F4D06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535" name="3D Model 6534" descr="Sphere">
                              <a:extLst>
                                <a:ext uri="{FF2B5EF4-FFF2-40B4-BE49-F238E27FC236}">
                                  <a16:creationId xmlns:a16="http://schemas.microsoft.com/office/drawing/2014/main" id="{5BC8D010-6CB0-464F-9548-D4914E4E6D1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5271891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6506" name="Flowchart: Connector 6505">
                        <a:extLst>
                          <a:ext uri="{FF2B5EF4-FFF2-40B4-BE49-F238E27FC236}">
                            <a16:creationId xmlns:a16="http://schemas.microsoft.com/office/drawing/2014/main" id="{7BE69D13-690E-440C-8BA6-50BCFEF3B77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507" name="Flowchart: Connector 6506">
                        <a:extLst>
                          <a:ext uri="{FF2B5EF4-FFF2-40B4-BE49-F238E27FC236}">
                            <a16:creationId xmlns:a16="http://schemas.microsoft.com/office/drawing/2014/main" id="{773F128D-C331-498C-98E9-15656576A7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508" name="Flowchart: Connector 6507">
                        <a:extLst>
                          <a:ext uri="{FF2B5EF4-FFF2-40B4-BE49-F238E27FC236}">
                            <a16:creationId xmlns:a16="http://schemas.microsoft.com/office/drawing/2014/main" id="{57E490DC-7E43-4AE2-97DF-1294C33D416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509" name="Flowchart: Connector 6508">
                        <a:extLst>
                          <a:ext uri="{FF2B5EF4-FFF2-40B4-BE49-F238E27FC236}">
                            <a16:creationId xmlns:a16="http://schemas.microsoft.com/office/drawing/2014/main" id="{873DB596-9F08-4F06-959B-126D1AA70AB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510" name="Flowchart: Connector 6509">
                        <a:extLst>
                          <a:ext uri="{FF2B5EF4-FFF2-40B4-BE49-F238E27FC236}">
                            <a16:creationId xmlns:a16="http://schemas.microsoft.com/office/drawing/2014/main" id="{ED25B3D3-74DC-47E6-8F9F-48C38DE83D7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511" name="Flowchart: Connector 6510">
                        <a:extLst>
                          <a:ext uri="{FF2B5EF4-FFF2-40B4-BE49-F238E27FC236}">
                            <a16:creationId xmlns:a16="http://schemas.microsoft.com/office/drawing/2014/main" id="{959F72EA-1322-4F13-810A-F3234375758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512" name="Flowchart: Connector 6511">
                        <a:extLst>
                          <a:ext uri="{FF2B5EF4-FFF2-40B4-BE49-F238E27FC236}">
                            <a16:creationId xmlns:a16="http://schemas.microsoft.com/office/drawing/2014/main" id="{DDB8DF89-2D28-4D0E-847A-DFE4A408681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513" name="Flowchart: Connector 6512">
                        <a:extLst>
                          <a:ext uri="{FF2B5EF4-FFF2-40B4-BE49-F238E27FC236}">
                            <a16:creationId xmlns:a16="http://schemas.microsoft.com/office/drawing/2014/main" id="{044FAB99-E1CF-45B4-A880-89D7C1CD908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514" name="3D Model 6513" descr="Sphere">
                            <a:extLst>
                              <a:ext uri="{FF2B5EF4-FFF2-40B4-BE49-F238E27FC236}">
                                <a16:creationId xmlns:a16="http://schemas.microsoft.com/office/drawing/2014/main" id="{289F32C2-91C6-401A-A4A2-C5D5888B505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86687575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515" name="Flowchart: Connector 6514">
                        <a:extLst>
                          <a:ext uri="{FF2B5EF4-FFF2-40B4-BE49-F238E27FC236}">
                            <a16:creationId xmlns:a16="http://schemas.microsoft.com/office/drawing/2014/main" id="{C5DC403C-520D-4C26-ABA0-5DFE5C7009C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516" name="3D Model 6515" descr="Sphere">
                            <a:extLst>
                              <a:ext uri="{FF2B5EF4-FFF2-40B4-BE49-F238E27FC236}">
                                <a16:creationId xmlns:a16="http://schemas.microsoft.com/office/drawing/2014/main" id="{5E4C4C3C-E40C-4C77-B2F7-6E77606BB12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65687131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517" name="Flowchart: Connector 6516">
                        <a:extLst>
                          <a:ext uri="{FF2B5EF4-FFF2-40B4-BE49-F238E27FC236}">
                            <a16:creationId xmlns:a16="http://schemas.microsoft.com/office/drawing/2014/main" id="{0C002409-BFDF-4E5D-BF16-67A7B767165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518" name="3D Model 6517" descr="Sphere">
                            <a:extLst>
                              <a:ext uri="{FF2B5EF4-FFF2-40B4-BE49-F238E27FC236}">
                                <a16:creationId xmlns:a16="http://schemas.microsoft.com/office/drawing/2014/main" id="{2DF8C1B3-229F-4A53-A7A9-22820FD2A7E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16985338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519" name="Flowchart: Connector 6518">
                        <a:extLst>
                          <a:ext uri="{FF2B5EF4-FFF2-40B4-BE49-F238E27FC236}">
                            <a16:creationId xmlns:a16="http://schemas.microsoft.com/office/drawing/2014/main" id="{0193EE8F-0CE3-4C7D-A84F-F03697EAB6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520" name="3D Model 6519" descr="Sphere">
                            <a:extLst>
                              <a:ext uri="{FF2B5EF4-FFF2-40B4-BE49-F238E27FC236}">
                                <a16:creationId xmlns:a16="http://schemas.microsoft.com/office/drawing/2014/main" id="{B15A1F67-0B78-4E2D-A435-9D33A4B0A47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79792138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6281" name="Group 6280">
                    <a:extLst>
                      <a:ext uri="{FF2B5EF4-FFF2-40B4-BE49-F238E27FC236}">
                        <a16:creationId xmlns:a16="http://schemas.microsoft.com/office/drawing/2014/main" id="{40093AAE-E7E6-4A5D-8A86-B4C302C5E2C3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6498" name="Flowchart: Connector 6497">
                      <a:extLst>
                        <a:ext uri="{FF2B5EF4-FFF2-40B4-BE49-F238E27FC236}">
                          <a16:creationId xmlns:a16="http://schemas.microsoft.com/office/drawing/2014/main" id="{3828A700-DC9F-4F82-9940-BAD80AF0F13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499" name="Flowchart: Connector 6498">
                      <a:extLst>
                        <a:ext uri="{FF2B5EF4-FFF2-40B4-BE49-F238E27FC236}">
                          <a16:creationId xmlns:a16="http://schemas.microsoft.com/office/drawing/2014/main" id="{0F3D77FC-DC05-421E-928C-7BE9DE94729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500" name="Flowchart: Connector 6499">
                      <a:extLst>
                        <a:ext uri="{FF2B5EF4-FFF2-40B4-BE49-F238E27FC236}">
                          <a16:creationId xmlns:a16="http://schemas.microsoft.com/office/drawing/2014/main" id="{5B8E3E17-EEE3-4116-B128-992D144E366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6282" name="Flowchart: Connector 6281">
                    <a:extLst>
                      <a:ext uri="{FF2B5EF4-FFF2-40B4-BE49-F238E27FC236}">
                        <a16:creationId xmlns:a16="http://schemas.microsoft.com/office/drawing/2014/main" id="{E7354934-1AF1-441B-91BC-1F9186146F8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283" name="Flowchart: Connector 6282">
                    <a:extLst>
                      <a:ext uri="{FF2B5EF4-FFF2-40B4-BE49-F238E27FC236}">
                        <a16:creationId xmlns:a16="http://schemas.microsoft.com/office/drawing/2014/main" id="{783AE175-3885-4D0B-88F4-AAD38F60117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6284" name="Group 6283">
                    <a:extLst>
                      <a:ext uri="{FF2B5EF4-FFF2-40B4-BE49-F238E27FC236}">
                        <a16:creationId xmlns:a16="http://schemas.microsoft.com/office/drawing/2014/main" id="{B098373F-7FF2-421F-8197-4C885B918E90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6495" name="Flowchart: Connector 6494">
                      <a:extLst>
                        <a:ext uri="{FF2B5EF4-FFF2-40B4-BE49-F238E27FC236}">
                          <a16:creationId xmlns:a16="http://schemas.microsoft.com/office/drawing/2014/main" id="{39DA0422-52A0-423D-BC84-352BBE3C21C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496" name="Flowchart: Connector 6495">
                      <a:extLst>
                        <a:ext uri="{FF2B5EF4-FFF2-40B4-BE49-F238E27FC236}">
                          <a16:creationId xmlns:a16="http://schemas.microsoft.com/office/drawing/2014/main" id="{0AF2FF5C-C5F4-4994-9B2B-5E1050A43C1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497" name="Flowchart: Connector 6496">
                      <a:extLst>
                        <a:ext uri="{FF2B5EF4-FFF2-40B4-BE49-F238E27FC236}">
                          <a16:creationId xmlns:a16="http://schemas.microsoft.com/office/drawing/2014/main" id="{615E3FFF-CA05-46FD-B321-09A0EE9E4B8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6285" name="Group 6284">
                    <a:extLst>
                      <a:ext uri="{FF2B5EF4-FFF2-40B4-BE49-F238E27FC236}">
                        <a16:creationId xmlns:a16="http://schemas.microsoft.com/office/drawing/2014/main" id="{1E75FAE5-B856-4FF4-A19C-B511B220236A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6430" name="Group 6429">
                      <a:extLst>
                        <a:ext uri="{FF2B5EF4-FFF2-40B4-BE49-F238E27FC236}">
                          <a16:creationId xmlns:a16="http://schemas.microsoft.com/office/drawing/2014/main" id="{9FD65418-3BD3-445B-83FD-7CF82BA229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6491" name="Flowchart: Connector 6490">
                        <a:extLst>
                          <a:ext uri="{FF2B5EF4-FFF2-40B4-BE49-F238E27FC236}">
                            <a16:creationId xmlns:a16="http://schemas.microsoft.com/office/drawing/2014/main" id="{AD9EFEC2-0225-4A52-B426-62C3905D2B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92" name="Flowchart: Connector 6491">
                        <a:extLst>
                          <a:ext uri="{FF2B5EF4-FFF2-40B4-BE49-F238E27FC236}">
                            <a16:creationId xmlns:a16="http://schemas.microsoft.com/office/drawing/2014/main" id="{7F7DB871-DA94-417D-BFB5-C7ED0A53771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93" name="Flowchart: Connector 6492">
                        <a:extLst>
                          <a:ext uri="{FF2B5EF4-FFF2-40B4-BE49-F238E27FC236}">
                            <a16:creationId xmlns:a16="http://schemas.microsoft.com/office/drawing/2014/main" id="{0DD60140-01BA-4BD6-A5F6-F981A712612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94" name="Flowchart: Connector 6493">
                        <a:extLst>
                          <a:ext uri="{FF2B5EF4-FFF2-40B4-BE49-F238E27FC236}">
                            <a16:creationId xmlns:a16="http://schemas.microsoft.com/office/drawing/2014/main" id="{0F816A1E-EADC-44A1-929D-921CAA5B795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6431" name="Group 6430">
                      <a:extLst>
                        <a:ext uri="{FF2B5EF4-FFF2-40B4-BE49-F238E27FC236}">
                          <a16:creationId xmlns:a16="http://schemas.microsoft.com/office/drawing/2014/main" id="{D8F5EAA3-1666-4C78-8220-4AEFB5D72B2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6432" name="Group 6431">
                        <a:extLst>
                          <a:ext uri="{FF2B5EF4-FFF2-40B4-BE49-F238E27FC236}">
                            <a16:creationId xmlns:a16="http://schemas.microsoft.com/office/drawing/2014/main" id="{83E43894-C71D-4566-B134-1E37E1EAE9A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6483" name="Flowchart: Connector 6482">
                          <a:extLst>
                            <a:ext uri="{FF2B5EF4-FFF2-40B4-BE49-F238E27FC236}">
                              <a16:creationId xmlns:a16="http://schemas.microsoft.com/office/drawing/2014/main" id="{B59F190C-B816-4599-8B84-01CB3AE283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84" name="3D Model 6483" descr="Sphere">
                              <a:extLst>
                                <a:ext uri="{FF2B5EF4-FFF2-40B4-BE49-F238E27FC236}">
                                  <a16:creationId xmlns:a16="http://schemas.microsoft.com/office/drawing/2014/main" id="{958987D3-BEEF-4AB6-B2D7-06E32164997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5205349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85" name="Flowchart: Connector 6484">
                          <a:extLst>
                            <a:ext uri="{FF2B5EF4-FFF2-40B4-BE49-F238E27FC236}">
                              <a16:creationId xmlns:a16="http://schemas.microsoft.com/office/drawing/2014/main" id="{56E970AA-4ABC-45B8-BAD3-2B4374D7A89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86" name="3D Model 6485" descr="Sphere">
                              <a:extLst>
                                <a:ext uri="{FF2B5EF4-FFF2-40B4-BE49-F238E27FC236}">
                                  <a16:creationId xmlns:a16="http://schemas.microsoft.com/office/drawing/2014/main" id="{844FEB39-091A-423A-B6BF-747297961CF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1189470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87" name="Flowchart: Connector 6486">
                          <a:extLst>
                            <a:ext uri="{FF2B5EF4-FFF2-40B4-BE49-F238E27FC236}">
                              <a16:creationId xmlns:a16="http://schemas.microsoft.com/office/drawing/2014/main" id="{3A11AEA9-70D8-4C9E-A7DE-5FBAEA87EF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88" name="3D Model 6487" descr="Sphere">
                              <a:extLst>
                                <a:ext uri="{FF2B5EF4-FFF2-40B4-BE49-F238E27FC236}">
                                  <a16:creationId xmlns:a16="http://schemas.microsoft.com/office/drawing/2014/main" id="{97B7CC1A-A4C9-45F7-BD00-16A287D7EF5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2151461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89" name="Flowchart: Connector 6488">
                          <a:extLst>
                            <a:ext uri="{FF2B5EF4-FFF2-40B4-BE49-F238E27FC236}">
                              <a16:creationId xmlns:a16="http://schemas.microsoft.com/office/drawing/2014/main" id="{1FFF254E-D0B1-42DB-A694-10DCC11BC83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90" name="3D Model 6489" descr="Sphere">
                              <a:extLst>
                                <a:ext uri="{FF2B5EF4-FFF2-40B4-BE49-F238E27FC236}">
                                  <a16:creationId xmlns:a16="http://schemas.microsoft.com/office/drawing/2014/main" id="{D17255A7-CF77-40F8-BEB1-3B8EEAA0D35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7886168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433" name="Group 6432">
                        <a:extLst>
                          <a:ext uri="{FF2B5EF4-FFF2-40B4-BE49-F238E27FC236}">
                            <a16:creationId xmlns:a16="http://schemas.microsoft.com/office/drawing/2014/main" id="{A87CE125-3F8D-4D6A-9E11-78D7F13B1D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467" name="Flowchart: Connector 6466">
                          <a:extLst>
                            <a:ext uri="{FF2B5EF4-FFF2-40B4-BE49-F238E27FC236}">
                              <a16:creationId xmlns:a16="http://schemas.microsoft.com/office/drawing/2014/main" id="{1006E5E4-203B-460C-8F7B-4DF0E4DD893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68" name="Flowchart: Connector 6467">
                          <a:extLst>
                            <a:ext uri="{FF2B5EF4-FFF2-40B4-BE49-F238E27FC236}">
                              <a16:creationId xmlns:a16="http://schemas.microsoft.com/office/drawing/2014/main" id="{5D9C2651-3EE7-4818-B59B-1A4B77A180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69" name="Flowchart: Connector 6468">
                          <a:extLst>
                            <a:ext uri="{FF2B5EF4-FFF2-40B4-BE49-F238E27FC236}">
                              <a16:creationId xmlns:a16="http://schemas.microsoft.com/office/drawing/2014/main" id="{E21A0111-0D74-4435-84B4-71B2D8330E8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70" name="Flowchart: Connector 6469">
                          <a:extLst>
                            <a:ext uri="{FF2B5EF4-FFF2-40B4-BE49-F238E27FC236}">
                              <a16:creationId xmlns:a16="http://schemas.microsoft.com/office/drawing/2014/main" id="{44302E9B-03B9-4610-93E6-94D6D8EF11C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71" name="Flowchart: Connector 6470">
                          <a:extLst>
                            <a:ext uri="{FF2B5EF4-FFF2-40B4-BE49-F238E27FC236}">
                              <a16:creationId xmlns:a16="http://schemas.microsoft.com/office/drawing/2014/main" id="{8CFE4252-6474-4AAA-8DC0-0ADE2F7B409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72" name="Flowchart: Connector 6471">
                          <a:extLst>
                            <a:ext uri="{FF2B5EF4-FFF2-40B4-BE49-F238E27FC236}">
                              <a16:creationId xmlns:a16="http://schemas.microsoft.com/office/drawing/2014/main" id="{6820430B-2F71-4EDD-97BC-54D6ED6BEE5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73" name="Flowchart: Connector 6472">
                          <a:extLst>
                            <a:ext uri="{FF2B5EF4-FFF2-40B4-BE49-F238E27FC236}">
                              <a16:creationId xmlns:a16="http://schemas.microsoft.com/office/drawing/2014/main" id="{C62407CB-59FD-47B3-9D24-515E442A552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74" name="Flowchart: Connector 6473">
                          <a:extLst>
                            <a:ext uri="{FF2B5EF4-FFF2-40B4-BE49-F238E27FC236}">
                              <a16:creationId xmlns:a16="http://schemas.microsoft.com/office/drawing/2014/main" id="{205B5AAF-4A58-43B9-BBB5-B9675ECD78B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75" name="Flowchart: Connector 6474">
                          <a:extLst>
                            <a:ext uri="{FF2B5EF4-FFF2-40B4-BE49-F238E27FC236}">
                              <a16:creationId xmlns:a16="http://schemas.microsoft.com/office/drawing/2014/main" id="{8331CCB9-8A8B-4196-B8F9-E4107C7FCA9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76" name="3D Model 6475" descr="Sphere">
                              <a:extLst>
                                <a:ext uri="{FF2B5EF4-FFF2-40B4-BE49-F238E27FC236}">
                                  <a16:creationId xmlns:a16="http://schemas.microsoft.com/office/drawing/2014/main" id="{4A655323-DB54-4D15-A6FB-D84D2AF13F5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9151817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77" name="Flowchart: Connector 6476">
                          <a:extLst>
                            <a:ext uri="{FF2B5EF4-FFF2-40B4-BE49-F238E27FC236}">
                              <a16:creationId xmlns:a16="http://schemas.microsoft.com/office/drawing/2014/main" id="{DA785342-8213-410F-A283-5BC528AB734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78" name="3D Model 6477" descr="Sphere">
                              <a:extLst>
                                <a:ext uri="{FF2B5EF4-FFF2-40B4-BE49-F238E27FC236}">
                                  <a16:creationId xmlns:a16="http://schemas.microsoft.com/office/drawing/2014/main" id="{4E0C581E-982E-46E6-BE25-6E6F6AB507D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2985120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79" name="Flowchart: Connector 6478">
                          <a:extLst>
                            <a:ext uri="{FF2B5EF4-FFF2-40B4-BE49-F238E27FC236}">
                              <a16:creationId xmlns:a16="http://schemas.microsoft.com/office/drawing/2014/main" id="{E35C38EC-7AB9-4B75-A5E4-5D98EE3CD41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80" name="3D Model 6479" descr="Sphere">
                              <a:extLst>
                                <a:ext uri="{FF2B5EF4-FFF2-40B4-BE49-F238E27FC236}">
                                  <a16:creationId xmlns:a16="http://schemas.microsoft.com/office/drawing/2014/main" id="{F75248CA-489C-4840-BCD3-615DDAB471F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4838870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81" name="Flowchart: Connector 6480">
                          <a:extLst>
                            <a:ext uri="{FF2B5EF4-FFF2-40B4-BE49-F238E27FC236}">
                              <a16:creationId xmlns:a16="http://schemas.microsoft.com/office/drawing/2014/main" id="{7073A5FF-1240-49A7-9494-9B669AC40C0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82" name="3D Model 6481" descr="Sphere">
                              <a:extLst>
                                <a:ext uri="{FF2B5EF4-FFF2-40B4-BE49-F238E27FC236}">
                                  <a16:creationId xmlns:a16="http://schemas.microsoft.com/office/drawing/2014/main" id="{54998DCF-A1AA-407A-A5D2-9765BE7F522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1325247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434" name="Group 6433">
                        <a:extLst>
                          <a:ext uri="{FF2B5EF4-FFF2-40B4-BE49-F238E27FC236}">
                            <a16:creationId xmlns:a16="http://schemas.microsoft.com/office/drawing/2014/main" id="{DA9C3175-2125-4FC8-AB0D-5C3ADB0C80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451" name="Flowchart: Connector 6450">
                          <a:extLst>
                            <a:ext uri="{FF2B5EF4-FFF2-40B4-BE49-F238E27FC236}">
                              <a16:creationId xmlns:a16="http://schemas.microsoft.com/office/drawing/2014/main" id="{C5BAE028-EA51-4386-8FDB-D6A9CE78210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52" name="Flowchart: Connector 6451">
                          <a:extLst>
                            <a:ext uri="{FF2B5EF4-FFF2-40B4-BE49-F238E27FC236}">
                              <a16:creationId xmlns:a16="http://schemas.microsoft.com/office/drawing/2014/main" id="{55EECB57-D3AA-4413-8AC7-F8068D031D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53" name="Flowchart: Connector 6452">
                          <a:extLst>
                            <a:ext uri="{FF2B5EF4-FFF2-40B4-BE49-F238E27FC236}">
                              <a16:creationId xmlns:a16="http://schemas.microsoft.com/office/drawing/2014/main" id="{84374146-4418-4BC5-B156-816B9839D49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54" name="Flowchart: Connector 6453">
                          <a:extLst>
                            <a:ext uri="{FF2B5EF4-FFF2-40B4-BE49-F238E27FC236}">
                              <a16:creationId xmlns:a16="http://schemas.microsoft.com/office/drawing/2014/main" id="{FFEC3F48-FCEA-4B28-817D-B2BADB040DE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55" name="Flowchart: Connector 6454">
                          <a:extLst>
                            <a:ext uri="{FF2B5EF4-FFF2-40B4-BE49-F238E27FC236}">
                              <a16:creationId xmlns:a16="http://schemas.microsoft.com/office/drawing/2014/main" id="{19CA2A77-3CAD-4F46-904E-75132910972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56" name="Flowchart: Connector 6455">
                          <a:extLst>
                            <a:ext uri="{FF2B5EF4-FFF2-40B4-BE49-F238E27FC236}">
                              <a16:creationId xmlns:a16="http://schemas.microsoft.com/office/drawing/2014/main" id="{717829BB-04C7-49D7-BBE4-1217A215C50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57" name="Flowchart: Connector 6456">
                          <a:extLst>
                            <a:ext uri="{FF2B5EF4-FFF2-40B4-BE49-F238E27FC236}">
                              <a16:creationId xmlns:a16="http://schemas.microsoft.com/office/drawing/2014/main" id="{CC8F8B72-20BB-4C9C-A1A2-2ACF23C3EBC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58" name="Flowchart: Connector 6457">
                          <a:extLst>
                            <a:ext uri="{FF2B5EF4-FFF2-40B4-BE49-F238E27FC236}">
                              <a16:creationId xmlns:a16="http://schemas.microsoft.com/office/drawing/2014/main" id="{4553ECB1-D57A-465D-B85A-E54A7FDDAA0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59" name="Flowchart: Connector 6458">
                          <a:extLst>
                            <a:ext uri="{FF2B5EF4-FFF2-40B4-BE49-F238E27FC236}">
                              <a16:creationId xmlns:a16="http://schemas.microsoft.com/office/drawing/2014/main" id="{2A30CF85-D228-4141-B0B7-57E9330542D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60" name="3D Model 6459" descr="Sphere">
                              <a:extLst>
                                <a:ext uri="{FF2B5EF4-FFF2-40B4-BE49-F238E27FC236}">
                                  <a16:creationId xmlns:a16="http://schemas.microsoft.com/office/drawing/2014/main" id="{4DFEC263-9DBC-47B5-BBD9-BC985BF8E88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8735656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61" name="Flowchart: Connector 6460">
                          <a:extLst>
                            <a:ext uri="{FF2B5EF4-FFF2-40B4-BE49-F238E27FC236}">
                              <a16:creationId xmlns:a16="http://schemas.microsoft.com/office/drawing/2014/main" id="{B485685B-081F-4BC1-A46A-449EC76C079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62" name="3D Model 6461" descr="Sphere">
                              <a:extLst>
                                <a:ext uri="{FF2B5EF4-FFF2-40B4-BE49-F238E27FC236}">
                                  <a16:creationId xmlns:a16="http://schemas.microsoft.com/office/drawing/2014/main" id="{40CAC545-2C91-45BE-BC73-E7E245E83B8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4538591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63" name="Flowchart: Connector 6462">
                          <a:extLst>
                            <a:ext uri="{FF2B5EF4-FFF2-40B4-BE49-F238E27FC236}">
                              <a16:creationId xmlns:a16="http://schemas.microsoft.com/office/drawing/2014/main" id="{1918931B-7055-4D95-AD13-8529691BE9B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64" name="3D Model 6463" descr="Sphere">
                              <a:extLst>
                                <a:ext uri="{FF2B5EF4-FFF2-40B4-BE49-F238E27FC236}">
                                  <a16:creationId xmlns:a16="http://schemas.microsoft.com/office/drawing/2014/main" id="{E0BEE1F0-E39D-41B1-ABF3-2A9A494E3E0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5166854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65" name="Flowchart: Connector 6464">
                          <a:extLst>
                            <a:ext uri="{FF2B5EF4-FFF2-40B4-BE49-F238E27FC236}">
                              <a16:creationId xmlns:a16="http://schemas.microsoft.com/office/drawing/2014/main" id="{6E1DC594-5E4D-4DDB-82AA-4D92671ACC2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66" name="3D Model 6465" descr="Sphere">
                              <a:extLst>
                                <a:ext uri="{FF2B5EF4-FFF2-40B4-BE49-F238E27FC236}">
                                  <a16:creationId xmlns:a16="http://schemas.microsoft.com/office/drawing/2014/main" id="{1BDA2180-4642-4828-9689-A35E19509C3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7483154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6435" name="Flowchart: Connector 6434">
                        <a:extLst>
                          <a:ext uri="{FF2B5EF4-FFF2-40B4-BE49-F238E27FC236}">
                            <a16:creationId xmlns:a16="http://schemas.microsoft.com/office/drawing/2014/main" id="{C67A3303-BA23-4A2A-AA81-4F11223C791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36" name="Flowchart: Connector 6435">
                        <a:extLst>
                          <a:ext uri="{FF2B5EF4-FFF2-40B4-BE49-F238E27FC236}">
                            <a16:creationId xmlns:a16="http://schemas.microsoft.com/office/drawing/2014/main" id="{EFE431C4-9BFB-414B-A326-30D79AD585D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37" name="Flowchart: Connector 6436">
                        <a:extLst>
                          <a:ext uri="{FF2B5EF4-FFF2-40B4-BE49-F238E27FC236}">
                            <a16:creationId xmlns:a16="http://schemas.microsoft.com/office/drawing/2014/main" id="{9AE15791-B4BB-487F-A901-B84DB8F869A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38" name="Flowchart: Connector 6437">
                        <a:extLst>
                          <a:ext uri="{FF2B5EF4-FFF2-40B4-BE49-F238E27FC236}">
                            <a16:creationId xmlns:a16="http://schemas.microsoft.com/office/drawing/2014/main" id="{38202357-39D2-4FED-B6A5-553F1A7767D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39" name="Flowchart: Connector 6438">
                        <a:extLst>
                          <a:ext uri="{FF2B5EF4-FFF2-40B4-BE49-F238E27FC236}">
                            <a16:creationId xmlns:a16="http://schemas.microsoft.com/office/drawing/2014/main" id="{1624B452-8A21-428D-B409-D96B0EF0E41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40" name="Flowchart: Connector 6439">
                        <a:extLst>
                          <a:ext uri="{FF2B5EF4-FFF2-40B4-BE49-F238E27FC236}">
                            <a16:creationId xmlns:a16="http://schemas.microsoft.com/office/drawing/2014/main" id="{E7ACE3D4-40E5-469D-980D-716BD8C9D61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41" name="Flowchart: Connector 6440">
                        <a:extLst>
                          <a:ext uri="{FF2B5EF4-FFF2-40B4-BE49-F238E27FC236}">
                            <a16:creationId xmlns:a16="http://schemas.microsoft.com/office/drawing/2014/main" id="{BC956EEB-78E8-4C11-BBE1-0BAF0F90905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42" name="Flowchart: Connector 6441">
                        <a:extLst>
                          <a:ext uri="{FF2B5EF4-FFF2-40B4-BE49-F238E27FC236}">
                            <a16:creationId xmlns:a16="http://schemas.microsoft.com/office/drawing/2014/main" id="{7B0AB56E-5B29-4141-B542-D6E1EA6C12A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43" name="Flowchart: Connector 6442">
                        <a:extLst>
                          <a:ext uri="{FF2B5EF4-FFF2-40B4-BE49-F238E27FC236}">
                            <a16:creationId xmlns:a16="http://schemas.microsoft.com/office/drawing/2014/main" id="{EEB1712E-E28A-44DC-BE80-D30D5AAF2A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444" name="3D Model 6443" descr="Sphere">
                            <a:extLst>
                              <a:ext uri="{FF2B5EF4-FFF2-40B4-BE49-F238E27FC236}">
                                <a16:creationId xmlns:a16="http://schemas.microsoft.com/office/drawing/2014/main" id="{50D9040F-CF18-4EF6-836E-522E0CAC7F9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65485649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445" name="Flowchart: Connector 6444">
                        <a:extLst>
                          <a:ext uri="{FF2B5EF4-FFF2-40B4-BE49-F238E27FC236}">
                            <a16:creationId xmlns:a16="http://schemas.microsoft.com/office/drawing/2014/main" id="{BC2342BB-7332-4C1A-BE2E-B10B54E934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446" name="3D Model 6445" descr="Sphere">
                            <a:extLst>
                              <a:ext uri="{FF2B5EF4-FFF2-40B4-BE49-F238E27FC236}">
                                <a16:creationId xmlns:a16="http://schemas.microsoft.com/office/drawing/2014/main" id="{33931676-FB08-44E8-8736-8DE4F2CCA35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57450126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447" name="Flowchart: Connector 6446">
                        <a:extLst>
                          <a:ext uri="{FF2B5EF4-FFF2-40B4-BE49-F238E27FC236}">
                            <a16:creationId xmlns:a16="http://schemas.microsoft.com/office/drawing/2014/main" id="{DA53F5B6-E9EC-4B21-ABBC-21EC9C282A5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448" name="3D Model 6447" descr="Sphere">
                            <a:extLst>
                              <a:ext uri="{FF2B5EF4-FFF2-40B4-BE49-F238E27FC236}">
                                <a16:creationId xmlns:a16="http://schemas.microsoft.com/office/drawing/2014/main" id="{9B4C9652-33E0-4FEF-B512-A3234A429D9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8112633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449" name="Flowchart: Connector 6448">
                        <a:extLst>
                          <a:ext uri="{FF2B5EF4-FFF2-40B4-BE49-F238E27FC236}">
                            <a16:creationId xmlns:a16="http://schemas.microsoft.com/office/drawing/2014/main" id="{062C7A60-0C00-46A7-930E-9433D82399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450" name="3D Model 6449" descr="Sphere">
                            <a:extLst>
                              <a:ext uri="{FF2B5EF4-FFF2-40B4-BE49-F238E27FC236}">
                                <a16:creationId xmlns:a16="http://schemas.microsoft.com/office/drawing/2014/main" id="{7AE115F5-CED2-4208-917D-0CE93757FD4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58954465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6286" name="Group 6285">
                    <a:extLst>
                      <a:ext uri="{FF2B5EF4-FFF2-40B4-BE49-F238E27FC236}">
                        <a16:creationId xmlns:a16="http://schemas.microsoft.com/office/drawing/2014/main" id="{B5D82507-F8B1-453E-9BD8-5DE166B22EE1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6427" name="Flowchart: Connector 6426">
                      <a:extLst>
                        <a:ext uri="{FF2B5EF4-FFF2-40B4-BE49-F238E27FC236}">
                          <a16:creationId xmlns:a16="http://schemas.microsoft.com/office/drawing/2014/main" id="{D82B7930-7E87-4C45-8BF5-AC3D6F2A0E9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428" name="Flowchart: Connector 6427">
                      <a:extLst>
                        <a:ext uri="{FF2B5EF4-FFF2-40B4-BE49-F238E27FC236}">
                          <a16:creationId xmlns:a16="http://schemas.microsoft.com/office/drawing/2014/main" id="{B79F6630-2CC6-42A7-B4AB-7C4A72E396A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429" name="Flowchart: Connector 6428">
                      <a:extLst>
                        <a:ext uri="{FF2B5EF4-FFF2-40B4-BE49-F238E27FC236}">
                          <a16:creationId xmlns:a16="http://schemas.microsoft.com/office/drawing/2014/main" id="{C5E6C476-EDA3-40BD-A1AD-B31C3DDE644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6287" name="Flowchart: Connector 6286">
                    <a:extLst>
                      <a:ext uri="{FF2B5EF4-FFF2-40B4-BE49-F238E27FC236}">
                        <a16:creationId xmlns:a16="http://schemas.microsoft.com/office/drawing/2014/main" id="{168A25F2-8924-41DB-809A-785966F5FE8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288" name="Flowchart: Connector 6287">
                    <a:extLst>
                      <a:ext uri="{FF2B5EF4-FFF2-40B4-BE49-F238E27FC236}">
                        <a16:creationId xmlns:a16="http://schemas.microsoft.com/office/drawing/2014/main" id="{3C2BC1C2-8809-4323-BFE3-ED31565286E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6289" name="Group 6288">
                    <a:extLst>
                      <a:ext uri="{FF2B5EF4-FFF2-40B4-BE49-F238E27FC236}">
                        <a16:creationId xmlns:a16="http://schemas.microsoft.com/office/drawing/2014/main" id="{B909139A-5304-4B4C-96C8-1BF5CE4FAF31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6424" name="Flowchart: Connector 6423">
                      <a:extLst>
                        <a:ext uri="{FF2B5EF4-FFF2-40B4-BE49-F238E27FC236}">
                          <a16:creationId xmlns:a16="http://schemas.microsoft.com/office/drawing/2014/main" id="{2CEDD197-93B5-451C-A839-7324DE4E79C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425" name="Flowchart: Connector 6424">
                      <a:extLst>
                        <a:ext uri="{FF2B5EF4-FFF2-40B4-BE49-F238E27FC236}">
                          <a16:creationId xmlns:a16="http://schemas.microsoft.com/office/drawing/2014/main" id="{0218C6DD-812A-4B51-932D-D4CA35A25F1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426" name="Flowchart: Connector 6425">
                      <a:extLst>
                        <a:ext uri="{FF2B5EF4-FFF2-40B4-BE49-F238E27FC236}">
                          <a16:creationId xmlns:a16="http://schemas.microsoft.com/office/drawing/2014/main" id="{715D4C0C-369C-40A0-B493-5DD448157E1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6290" name="Group 6289">
                    <a:extLst>
                      <a:ext uri="{FF2B5EF4-FFF2-40B4-BE49-F238E27FC236}">
                        <a16:creationId xmlns:a16="http://schemas.microsoft.com/office/drawing/2014/main" id="{F3539AD6-1A47-44FA-BBD0-6B0885636C80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6359" name="Group 6358">
                      <a:extLst>
                        <a:ext uri="{FF2B5EF4-FFF2-40B4-BE49-F238E27FC236}">
                          <a16:creationId xmlns:a16="http://schemas.microsoft.com/office/drawing/2014/main" id="{8988B3C1-08C3-496D-891E-F7A3E97603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6420" name="Flowchart: Connector 6419">
                        <a:extLst>
                          <a:ext uri="{FF2B5EF4-FFF2-40B4-BE49-F238E27FC236}">
                            <a16:creationId xmlns:a16="http://schemas.microsoft.com/office/drawing/2014/main" id="{7491670C-F245-4C02-8B1E-8001462CEAF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21" name="Flowchart: Connector 6420">
                        <a:extLst>
                          <a:ext uri="{FF2B5EF4-FFF2-40B4-BE49-F238E27FC236}">
                            <a16:creationId xmlns:a16="http://schemas.microsoft.com/office/drawing/2014/main" id="{F94D8752-BEF5-4F4A-AF70-AACDD7C94D3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22" name="Flowchart: Connector 6421">
                        <a:extLst>
                          <a:ext uri="{FF2B5EF4-FFF2-40B4-BE49-F238E27FC236}">
                            <a16:creationId xmlns:a16="http://schemas.microsoft.com/office/drawing/2014/main" id="{32FA387B-B48D-4D21-AAC4-5EF23514BC3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423" name="Flowchart: Connector 6422">
                        <a:extLst>
                          <a:ext uri="{FF2B5EF4-FFF2-40B4-BE49-F238E27FC236}">
                            <a16:creationId xmlns:a16="http://schemas.microsoft.com/office/drawing/2014/main" id="{1EDC3203-AFE0-45B8-8127-67B69BA0CFF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6360" name="Group 6359">
                      <a:extLst>
                        <a:ext uri="{FF2B5EF4-FFF2-40B4-BE49-F238E27FC236}">
                          <a16:creationId xmlns:a16="http://schemas.microsoft.com/office/drawing/2014/main" id="{A454D0C6-EFF1-4AEE-A32E-A87EF523A2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6361" name="Group 6360">
                        <a:extLst>
                          <a:ext uri="{FF2B5EF4-FFF2-40B4-BE49-F238E27FC236}">
                            <a16:creationId xmlns:a16="http://schemas.microsoft.com/office/drawing/2014/main" id="{3D90958E-BD70-49D6-BC9E-928C20145B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6412" name="Flowchart: Connector 6411">
                          <a:extLst>
                            <a:ext uri="{FF2B5EF4-FFF2-40B4-BE49-F238E27FC236}">
                              <a16:creationId xmlns:a16="http://schemas.microsoft.com/office/drawing/2014/main" id="{47B90E22-3013-4EE6-BD3A-488EFBED65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13" name="3D Model 6412" descr="Sphere">
                              <a:extLst>
                                <a:ext uri="{FF2B5EF4-FFF2-40B4-BE49-F238E27FC236}">
                                  <a16:creationId xmlns:a16="http://schemas.microsoft.com/office/drawing/2014/main" id="{BDC833EA-4EBC-440B-AB81-567F20B06D7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9216615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14" name="Flowchart: Connector 6413">
                          <a:extLst>
                            <a:ext uri="{FF2B5EF4-FFF2-40B4-BE49-F238E27FC236}">
                              <a16:creationId xmlns:a16="http://schemas.microsoft.com/office/drawing/2014/main" id="{A2805C85-8EEB-464B-AA71-29193B0026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15" name="3D Model 6414" descr="Sphere">
                              <a:extLst>
                                <a:ext uri="{FF2B5EF4-FFF2-40B4-BE49-F238E27FC236}">
                                  <a16:creationId xmlns:a16="http://schemas.microsoft.com/office/drawing/2014/main" id="{C5D83903-37EC-405D-BC48-FEBC538AC45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2211732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16" name="Flowchart: Connector 6415">
                          <a:extLst>
                            <a:ext uri="{FF2B5EF4-FFF2-40B4-BE49-F238E27FC236}">
                              <a16:creationId xmlns:a16="http://schemas.microsoft.com/office/drawing/2014/main" id="{2D10A950-943A-4909-B977-C17B29AAAA3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17" name="3D Model 6416" descr="Sphere">
                              <a:extLst>
                                <a:ext uri="{FF2B5EF4-FFF2-40B4-BE49-F238E27FC236}">
                                  <a16:creationId xmlns:a16="http://schemas.microsoft.com/office/drawing/2014/main" id="{79A78739-4076-4D25-89FF-234923A433E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4922685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18" name="Flowchart: Connector 6417">
                          <a:extLst>
                            <a:ext uri="{FF2B5EF4-FFF2-40B4-BE49-F238E27FC236}">
                              <a16:creationId xmlns:a16="http://schemas.microsoft.com/office/drawing/2014/main" id="{0D884A30-86DE-4071-80D0-8512B441943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19" name="3D Model 6418" descr="Sphere">
                              <a:extLst>
                                <a:ext uri="{FF2B5EF4-FFF2-40B4-BE49-F238E27FC236}">
                                  <a16:creationId xmlns:a16="http://schemas.microsoft.com/office/drawing/2014/main" id="{BF5F14F3-617A-41A0-A90B-764670306DE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0756076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362" name="Group 6361">
                        <a:extLst>
                          <a:ext uri="{FF2B5EF4-FFF2-40B4-BE49-F238E27FC236}">
                            <a16:creationId xmlns:a16="http://schemas.microsoft.com/office/drawing/2014/main" id="{5E914B98-463E-4D43-BA82-B8B4AE3DB7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396" name="Flowchart: Connector 6395">
                          <a:extLst>
                            <a:ext uri="{FF2B5EF4-FFF2-40B4-BE49-F238E27FC236}">
                              <a16:creationId xmlns:a16="http://schemas.microsoft.com/office/drawing/2014/main" id="{77280EE1-A0C6-408F-8C9A-514AF1BB7EC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97" name="Flowchart: Connector 6396">
                          <a:extLst>
                            <a:ext uri="{FF2B5EF4-FFF2-40B4-BE49-F238E27FC236}">
                              <a16:creationId xmlns:a16="http://schemas.microsoft.com/office/drawing/2014/main" id="{DF19E952-74BA-479C-8EDD-35DE17A3A66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98" name="Flowchart: Connector 6397">
                          <a:extLst>
                            <a:ext uri="{FF2B5EF4-FFF2-40B4-BE49-F238E27FC236}">
                              <a16:creationId xmlns:a16="http://schemas.microsoft.com/office/drawing/2014/main" id="{B48B01DF-86E0-4A9A-8AE0-9AED62F3AA8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99" name="Flowchart: Connector 6398">
                          <a:extLst>
                            <a:ext uri="{FF2B5EF4-FFF2-40B4-BE49-F238E27FC236}">
                              <a16:creationId xmlns:a16="http://schemas.microsoft.com/office/drawing/2014/main" id="{997206D5-60F9-40FE-BDDB-C5F797B4EC2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00" name="Flowchart: Connector 6399">
                          <a:extLst>
                            <a:ext uri="{FF2B5EF4-FFF2-40B4-BE49-F238E27FC236}">
                              <a16:creationId xmlns:a16="http://schemas.microsoft.com/office/drawing/2014/main" id="{6038D5C6-1843-4AD3-8A4A-7B2B4A0BE1A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01" name="Flowchart: Connector 6400">
                          <a:extLst>
                            <a:ext uri="{FF2B5EF4-FFF2-40B4-BE49-F238E27FC236}">
                              <a16:creationId xmlns:a16="http://schemas.microsoft.com/office/drawing/2014/main" id="{0F0FAFD3-F016-4381-9F78-D3CD0F027D3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02" name="Flowchart: Connector 6401">
                          <a:extLst>
                            <a:ext uri="{FF2B5EF4-FFF2-40B4-BE49-F238E27FC236}">
                              <a16:creationId xmlns:a16="http://schemas.microsoft.com/office/drawing/2014/main" id="{45E13FFF-4099-490D-9423-3DA6CC5AF1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03" name="Flowchart: Connector 6402">
                          <a:extLst>
                            <a:ext uri="{FF2B5EF4-FFF2-40B4-BE49-F238E27FC236}">
                              <a16:creationId xmlns:a16="http://schemas.microsoft.com/office/drawing/2014/main" id="{1987DDC9-8581-4489-9068-8E500403020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404" name="Flowchart: Connector 6403">
                          <a:extLst>
                            <a:ext uri="{FF2B5EF4-FFF2-40B4-BE49-F238E27FC236}">
                              <a16:creationId xmlns:a16="http://schemas.microsoft.com/office/drawing/2014/main" id="{7BCEAEBB-7D98-4131-863B-D36035D21D3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05" name="3D Model 6404" descr="Sphere">
                              <a:extLst>
                                <a:ext uri="{FF2B5EF4-FFF2-40B4-BE49-F238E27FC236}">
                                  <a16:creationId xmlns:a16="http://schemas.microsoft.com/office/drawing/2014/main" id="{886C300B-1350-4608-BC1F-04B911266E3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6434873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06" name="Flowchart: Connector 6405">
                          <a:extLst>
                            <a:ext uri="{FF2B5EF4-FFF2-40B4-BE49-F238E27FC236}">
                              <a16:creationId xmlns:a16="http://schemas.microsoft.com/office/drawing/2014/main" id="{2845D802-DF1E-41BD-AD2E-E6AF9D74079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07" name="3D Model 6406" descr="Sphere">
                              <a:extLst>
                                <a:ext uri="{FF2B5EF4-FFF2-40B4-BE49-F238E27FC236}">
                                  <a16:creationId xmlns:a16="http://schemas.microsoft.com/office/drawing/2014/main" id="{09696323-9E0A-4D0F-B666-52AB859526F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0840307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08" name="Flowchart: Connector 6407">
                          <a:extLst>
                            <a:ext uri="{FF2B5EF4-FFF2-40B4-BE49-F238E27FC236}">
                              <a16:creationId xmlns:a16="http://schemas.microsoft.com/office/drawing/2014/main" id="{E1ADAF88-2148-44B4-9A68-ED8AAF9EAC4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09" name="3D Model 6408" descr="Sphere">
                              <a:extLst>
                                <a:ext uri="{FF2B5EF4-FFF2-40B4-BE49-F238E27FC236}">
                                  <a16:creationId xmlns:a16="http://schemas.microsoft.com/office/drawing/2014/main" id="{C72151AB-DAFB-4231-9799-CE455842079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7975139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410" name="Flowchart: Connector 6409">
                          <a:extLst>
                            <a:ext uri="{FF2B5EF4-FFF2-40B4-BE49-F238E27FC236}">
                              <a16:creationId xmlns:a16="http://schemas.microsoft.com/office/drawing/2014/main" id="{BAB63CAA-BF40-4015-8AD7-ABBBA7166C7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411" name="3D Model 6410" descr="Sphere">
                              <a:extLst>
                                <a:ext uri="{FF2B5EF4-FFF2-40B4-BE49-F238E27FC236}">
                                  <a16:creationId xmlns:a16="http://schemas.microsoft.com/office/drawing/2014/main" id="{1A03B500-7AC7-4202-99E7-E310E7915A1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9600876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363" name="Group 6362">
                        <a:extLst>
                          <a:ext uri="{FF2B5EF4-FFF2-40B4-BE49-F238E27FC236}">
                            <a16:creationId xmlns:a16="http://schemas.microsoft.com/office/drawing/2014/main" id="{C7F92CAE-DC03-429D-BF5A-DAE070A2658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380" name="Flowchart: Connector 6379">
                          <a:extLst>
                            <a:ext uri="{FF2B5EF4-FFF2-40B4-BE49-F238E27FC236}">
                              <a16:creationId xmlns:a16="http://schemas.microsoft.com/office/drawing/2014/main" id="{D2C90084-F574-4F54-AC68-0702F1708EA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81" name="Flowchart: Connector 6380">
                          <a:extLst>
                            <a:ext uri="{FF2B5EF4-FFF2-40B4-BE49-F238E27FC236}">
                              <a16:creationId xmlns:a16="http://schemas.microsoft.com/office/drawing/2014/main" id="{2CE7924E-708D-4140-8385-478C2F1242D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82" name="Flowchart: Connector 6381">
                          <a:extLst>
                            <a:ext uri="{FF2B5EF4-FFF2-40B4-BE49-F238E27FC236}">
                              <a16:creationId xmlns:a16="http://schemas.microsoft.com/office/drawing/2014/main" id="{C2F264EE-A959-4CB3-8350-902C0CE7DE3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83" name="Flowchart: Connector 6382">
                          <a:extLst>
                            <a:ext uri="{FF2B5EF4-FFF2-40B4-BE49-F238E27FC236}">
                              <a16:creationId xmlns:a16="http://schemas.microsoft.com/office/drawing/2014/main" id="{83AB5A68-A3EE-4305-B5E1-BB8AF3C155A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84" name="Flowchart: Connector 6383">
                          <a:extLst>
                            <a:ext uri="{FF2B5EF4-FFF2-40B4-BE49-F238E27FC236}">
                              <a16:creationId xmlns:a16="http://schemas.microsoft.com/office/drawing/2014/main" id="{6EF32298-C2FF-4322-A822-ED9AFF6EC24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85" name="Flowchart: Connector 6384">
                          <a:extLst>
                            <a:ext uri="{FF2B5EF4-FFF2-40B4-BE49-F238E27FC236}">
                              <a16:creationId xmlns:a16="http://schemas.microsoft.com/office/drawing/2014/main" id="{BE66C0F8-EE77-4618-826E-411B0BBE579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86" name="Flowchart: Connector 6385">
                          <a:extLst>
                            <a:ext uri="{FF2B5EF4-FFF2-40B4-BE49-F238E27FC236}">
                              <a16:creationId xmlns:a16="http://schemas.microsoft.com/office/drawing/2014/main" id="{B5686509-7CD0-4DFD-969E-633B05A8FC4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87" name="Flowchart: Connector 6386">
                          <a:extLst>
                            <a:ext uri="{FF2B5EF4-FFF2-40B4-BE49-F238E27FC236}">
                              <a16:creationId xmlns:a16="http://schemas.microsoft.com/office/drawing/2014/main" id="{A70B204F-6609-46C0-9DCD-60DEA5227C0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388" name="Flowchart: Connector 6387">
                          <a:extLst>
                            <a:ext uri="{FF2B5EF4-FFF2-40B4-BE49-F238E27FC236}">
                              <a16:creationId xmlns:a16="http://schemas.microsoft.com/office/drawing/2014/main" id="{F1725760-EBF9-4E65-82C1-35275761FB9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389" name="3D Model 6388" descr="Sphere">
                              <a:extLst>
                                <a:ext uri="{FF2B5EF4-FFF2-40B4-BE49-F238E27FC236}">
                                  <a16:creationId xmlns:a16="http://schemas.microsoft.com/office/drawing/2014/main" id="{9D13DC7E-928E-446D-97A1-C1559DA1DDA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7695336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390" name="Flowchart: Connector 6389">
                          <a:extLst>
                            <a:ext uri="{FF2B5EF4-FFF2-40B4-BE49-F238E27FC236}">
                              <a16:creationId xmlns:a16="http://schemas.microsoft.com/office/drawing/2014/main" id="{332404E7-EA24-4A89-B9A9-16E680D228C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391" name="3D Model 6390" descr="Sphere">
                              <a:extLst>
                                <a:ext uri="{FF2B5EF4-FFF2-40B4-BE49-F238E27FC236}">
                                  <a16:creationId xmlns:a16="http://schemas.microsoft.com/office/drawing/2014/main" id="{56BBEB83-0EC4-4B87-BE6E-BD280685590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1514216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392" name="Flowchart: Connector 6391">
                          <a:extLst>
                            <a:ext uri="{FF2B5EF4-FFF2-40B4-BE49-F238E27FC236}">
                              <a16:creationId xmlns:a16="http://schemas.microsoft.com/office/drawing/2014/main" id="{D95C5AEC-6AB5-43BF-AD59-6E391C4BC7A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393" name="3D Model 6392" descr="Sphere">
                              <a:extLst>
                                <a:ext uri="{FF2B5EF4-FFF2-40B4-BE49-F238E27FC236}">
                                  <a16:creationId xmlns:a16="http://schemas.microsoft.com/office/drawing/2014/main" id="{A3273ABF-3475-48AA-9E14-6CFC44BDCEF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1508295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394" name="Flowchart: Connector 6393">
                          <a:extLst>
                            <a:ext uri="{FF2B5EF4-FFF2-40B4-BE49-F238E27FC236}">
                              <a16:creationId xmlns:a16="http://schemas.microsoft.com/office/drawing/2014/main" id="{AEAD496F-9598-4B28-8A22-F195430461E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395" name="3D Model 6394" descr="Sphere">
                              <a:extLst>
                                <a:ext uri="{FF2B5EF4-FFF2-40B4-BE49-F238E27FC236}">
                                  <a16:creationId xmlns:a16="http://schemas.microsoft.com/office/drawing/2014/main" id="{6DAD669F-92A3-45E7-8DFA-8D30F44ED2D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6618059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6364" name="Flowchart: Connector 6363">
                        <a:extLst>
                          <a:ext uri="{FF2B5EF4-FFF2-40B4-BE49-F238E27FC236}">
                            <a16:creationId xmlns:a16="http://schemas.microsoft.com/office/drawing/2014/main" id="{31EDA91F-88D8-4E70-A7E1-84EEF899FAE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65" name="Flowchart: Connector 6364">
                        <a:extLst>
                          <a:ext uri="{FF2B5EF4-FFF2-40B4-BE49-F238E27FC236}">
                            <a16:creationId xmlns:a16="http://schemas.microsoft.com/office/drawing/2014/main" id="{B4178997-2000-48B4-9D40-C7F23218DA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66" name="Flowchart: Connector 6365">
                        <a:extLst>
                          <a:ext uri="{FF2B5EF4-FFF2-40B4-BE49-F238E27FC236}">
                            <a16:creationId xmlns:a16="http://schemas.microsoft.com/office/drawing/2014/main" id="{2A50E33E-255F-4F41-8513-189965B3598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67" name="Flowchart: Connector 6366">
                        <a:extLst>
                          <a:ext uri="{FF2B5EF4-FFF2-40B4-BE49-F238E27FC236}">
                            <a16:creationId xmlns:a16="http://schemas.microsoft.com/office/drawing/2014/main" id="{9876213C-BBCD-4449-9451-349F050AA42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68" name="Flowchart: Connector 6367">
                        <a:extLst>
                          <a:ext uri="{FF2B5EF4-FFF2-40B4-BE49-F238E27FC236}">
                            <a16:creationId xmlns:a16="http://schemas.microsoft.com/office/drawing/2014/main" id="{22D4116B-FD3B-421F-A6BB-5C2171245BE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69" name="Flowchart: Connector 6368">
                        <a:extLst>
                          <a:ext uri="{FF2B5EF4-FFF2-40B4-BE49-F238E27FC236}">
                            <a16:creationId xmlns:a16="http://schemas.microsoft.com/office/drawing/2014/main" id="{AADD4FDA-09FA-4561-8DC1-DBBB3E3CF5E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70" name="Flowchart: Connector 6369">
                        <a:extLst>
                          <a:ext uri="{FF2B5EF4-FFF2-40B4-BE49-F238E27FC236}">
                            <a16:creationId xmlns:a16="http://schemas.microsoft.com/office/drawing/2014/main" id="{E910FF23-9552-4ACE-ADD3-5FD23D47AD1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71" name="Flowchart: Connector 6370">
                        <a:extLst>
                          <a:ext uri="{FF2B5EF4-FFF2-40B4-BE49-F238E27FC236}">
                            <a16:creationId xmlns:a16="http://schemas.microsoft.com/office/drawing/2014/main" id="{0EF6F8C9-1B85-49DD-B704-93CE7AB3329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72" name="Flowchart: Connector 6371">
                        <a:extLst>
                          <a:ext uri="{FF2B5EF4-FFF2-40B4-BE49-F238E27FC236}">
                            <a16:creationId xmlns:a16="http://schemas.microsoft.com/office/drawing/2014/main" id="{3BEC892B-511C-4393-8A50-2F960E8B8C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73" name="3D Model 6372" descr="Sphere">
                            <a:extLst>
                              <a:ext uri="{FF2B5EF4-FFF2-40B4-BE49-F238E27FC236}">
                                <a16:creationId xmlns:a16="http://schemas.microsoft.com/office/drawing/2014/main" id="{C897E18C-E5D6-485F-891C-C558491C7AA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94361671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74" name="Flowchart: Connector 6373">
                        <a:extLst>
                          <a:ext uri="{FF2B5EF4-FFF2-40B4-BE49-F238E27FC236}">
                            <a16:creationId xmlns:a16="http://schemas.microsoft.com/office/drawing/2014/main" id="{7E2D58F4-5ADD-481A-94AB-F327E2067D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75" name="3D Model 6374" descr="Sphere">
                            <a:extLst>
                              <a:ext uri="{FF2B5EF4-FFF2-40B4-BE49-F238E27FC236}">
                                <a16:creationId xmlns:a16="http://schemas.microsoft.com/office/drawing/2014/main" id="{31BFB550-34F1-44FA-B1D6-2C30763D4EC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12369305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76" name="Flowchart: Connector 6375">
                        <a:extLst>
                          <a:ext uri="{FF2B5EF4-FFF2-40B4-BE49-F238E27FC236}">
                            <a16:creationId xmlns:a16="http://schemas.microsoft.com/office/drawing/2014/main" id="{D1126557-603C-48D0-805D-A565EC5AA15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77" name="3D Model 6376" descr="Sphere">
                            <a:extLst>
                              <a:ext uri="{FF2B5EF4-FFF2-40B4-BE49-F238E27FC236}">
                                <a16:creationId xmlns:a16="http://schemas.microsoft.com/office/drawing/2014/main" id="{E021C807-16D8-466A-B1AE-3F4C7383131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62462515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78" name="Flowchart: Connector 6377">
                        <a:extLst>
                          <a:ext uri="{FF2B5EF4-FFF2-40B4-BE49-F238E27FC236}">
                            <a16:creationId xmlns:a16="http://schemas.microsoft.com/office/drawing/2014/main" id="{39E8F1CA-4B27-4614-91A6-06C7229CBD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79" name="3D Model 6378" descr="Sphere">
                            <a:extLst>
                              <a:ext uri="{FF2B5EF4-FFF2-40B4-BE49-F238E27FC236}">
                                <a16:creationId xmlns:a16="http://schemas.microsoft.com/office/drawing/2014/main" id="{2CEE9DB0-17F1-4595-81BB-165C4CDF6E8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71984328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6291" name="Flowchart: Connector 6290">
                    <a:extLst>
                      <a:ext uri="{FF2B5EF4-FFF2-40B4-BE49-F238E27FC236}">
                        <a16:creationId xmlns:a16="http://schemas.microsoft.com/office/drawing/2014/main" id="{182E802A-8188-4CD7-9BF5-3B524B544C5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292" name="Flowchart: Connector 6291">
                    <a:extLst>
                      <a:ext uri="{FF2B5EF4-FFF2-40B4-BE49-F238E27FC236}">
                        <a16:creationId xmlns:a16="http://schemas.microsoft.com/office/drawing/2014/main" id="{3140B814-FB31-4F37-8876-0DD826EF2DCF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293" name="Flowchart: Connector 6292">
                    <a:extLst>
                      <a:ext uri="{FF2B5EF4-FFF2-40B4-BE49-F238E27FC236}">
                        <a16:creationId xmlns:a16="http://schemas.microsoft.com/office/drawing/2014/main" id="{16415FC9-6424-45EC-A1FD-1CC8501D9B7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294" name="Flowchart: Connector 6293">
                    <a:extLst>
                      <a:ext uri="{FF2B5EF4-FFF2-40B4-BE49-F238E27FC236}">
                        <a16:creationId xmlns:a16="http://schemas.microsoft.com/office/drawing/2014/main" id="{4FF1DF53-3B36-411F-8157-3BCA6C96D22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295" name="Flowchart: Connector 6294">
                    <a:extLst>
                      <a:ext uri="{FF2B5EF4-FFF2-40B4-BE49-F238E27FC236}">
                        <a16:creationId xmlns:a16="http://schemas.microsoft.com/office/drawing/2014/main" id="{75234673-7D11-4273-A84A-FFDE96B7397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296" name="Flowchart: Connector 6295">
                    <a:extLst>
                      <a:ext uri="{FF2B5EF4-FFF2-40B4-BE49-F238E27FC236}">
                        <a16:creationId xmlns:a16="http://schemas.microsoft.com/office/drawing/2014/main" id="{F5434384-05DD-4611-A71D-3FBD2FDBFCB9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297" name="Flowchart: Connector 6296">
                    <a:extLst>
                      <a:ext uri="{FF2B5EF4-FFF2-40B4-BE49-F238E27FC236}">
                        <a16:creationId xmlns:a16="http://schemas.microsoft.com/office/drawing/2014/main" id="{419D981F-8401-49AC-A067-743B51B601B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298" name="Flowchart: Connector 6297">
                    <a:extLst>
                      <a:ext uri="{FF2B5EF4-FFF2-40B4-BE49-F238E27FC236}">
                        <a16:creationId xmlns:a16="http://schemas.microsoft.com/office/drawing/2014/main" id="{D3215471-B5D3-4A18-8B5D-C134C73244A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6299" name="Group 6298">
                    <a:extLst>
                      <a:ext uri="{FF2B5EF4-FFF2-40B4-BE49-F238E27FC236}">
                        <a16:creationId xmlns:a16="http://schemas.microsoft.com/office/drawing/2014/main" id="{2BF3CDDD-60AF-43FB-8B69-898D852FC2E2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6300" name="Group 6299">
                      <a:extLst>
                        <a:ext uri="{FF2B5EF4-FFF2-40B4-BE49-F238E27FC236}">
                          <a16:creationId xmlns:a16="http://schemas.microsoft.com/office/drawing/2014/main" id="{61E38FEE-647B-4431-9302-6A70E9AE20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6351" name="Flowchart: Connector 6350">
                        <a:extLst>
                          <a:ext uri="{FF2B5EF4-FFF2-40B4-BE49-F238E27FC236}">
                            <a16:creationId xmlns:a16="http://schemas.microsoft.com/office/drawing/2014/main" id="{DF8FC28A-21EC-4DDD-A251-B00AEF7088F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52" name="3D Model 6351" descr="Sphere">
                            <a:extLst>
                              <a:ext uri="{FF2B5EF4-FFF2-40B4-BE49-F238E27FC236}">
                                <a16:creationId xmlns:a16="http://schemas.microsoft.com/office/drawing/2014/main" id="{4514E7A7-DAC3-4D49-A59F-6545BFB0605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00981069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53" name="Flowchart: Connector 6352">
                        <a:extLst>
                          <a:ext uri="{FF2B5EF4-FFF2-40B4-BE49-F238E27FC236}">
                            <a16:creationId xmlns:a16="http://schemas.microsoft.com/office/drawing/2014/main" id="{BC237991-D2E4-442A-A6A1-674B8525D5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54" name="3D Model 6353" descr="Sphere">
                            <a:extLst>
                              <a:ext uri="{FF2B5EF4-FFF2-40B4-BE49-F238E27FC236}">
                                <a16:creationId xmlns:a16="http://schemas.microsoft.com/office/drawing/2014/main" id="{1A40449E-B40B-4D5B-B428-D2E806D31AD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56020161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55" name="Flowchart: Connector 6354">
                        <a:extLst>
                          <a:ext uri="{FF2B5EF4-FFF2-40B4-BE49-F238E27FC236}">
                            <a16:creationId xmlns:a16="http://schemas.microsoft.com/office/drawing/2014/main" id="{FF5B796F-8379-46AE-ADB7-763D661A74E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56" name="3D Model 6355" descr="Sphere">
                            <a:extLst>
                              <a:ext uri="{FF2B5EF4-FFF2-40B4-BE49-F238E27FC236}">
                                <a16:creationId xmlns:a16="http://schemas.microsoft.com/office/drawing/2014/main" id="{34A4E629-2658-424E-A0A8-54A6F29703F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32923064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57" name="Flowchart: Connector 6356">
                        <a:extLst>
                          <a:ext uri="{FF2B5EF4-FFF2-40B4-BE49-F238E27FC236}">
                            <a16:creationId xmlns:a16="http://schemas.microsoft.com/office/drawing/2014/main" id="{C5A9D2C1-77E6-45BB-B14A-744B6FEE1BC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58" name="3D Model 6357" descr="Sphere">
                            <a:extLst>
                              <a:ext uri="{FF2B5EF4-FFF2-40B4-BE49-F238E27FC236}">
                                <a16:creationId xmlns:a16="http://schemas.microsoft.com/office/drawing/2014/main" id="{FB8322BD-18A5-4E56-8C1E-B07CC489A84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46155326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6301" name="Group 6300">
                      <a:extLst>
                        <a:ext uri="{FF2B5EF4-FFF2-40B4-BE49-F238E27FC236}">
                          <a16:creationId xmlns:a16="http://schemas.microsoft.com/office/drawing/2014/main" id="{8041649F-1462-4C59-95A0-00A1B32B02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6335" name="Flowchart: Connector 6334">
                        <a:extLst>
                          <a:ext uri="{FF2B5EF4-FFF2-40B4-BE49-F238E27FC236}">
                            <a16:creationId xmlns:a16="http://schemas.microsoft.com/office/drawing/2014/main" id="{3BC43789-D179-485C-89FD-8057A75A209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36" name="Flowchart: Connector 6335">
                        <a:extLst>
                          <a:ext uri="{FF2B5EF4-FFF2-40B4-BE49-F238E27FC236}">
                            <a16:creationId xmlns:a16="http://schemas.microsoft.com/office/drawing/2014/main" id="{E6EF675A-E06E-4A7C-8A3A-2FDEBBE12FE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37" name="Flowchart: Connector 6336">
                        <a:extLst>
                          <a:ext uri="{FF2B5EF4-FFF2-40B4-BE49-F238E27FC236}">
                            <a16:creationId xmlns:a16="http://schemas.microsoft.com/office/drawing/2014/main" id="{8877C559-C625-4E7A-BFE6-2C777F4D146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38" name="Flowchart: Connector 6337">
                        <a:extLst>
                          <a:ext uri="{FF2B5EF4-FFF2-40B4-BE49-F238E27FC236}">
                            <a16:creationId xmlns:a16="http://schemas.microsoft.com/office/drawing/2014/main" id="{691442D0-DA88-4F95-B9A4-94C2FDFFDF1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39" name="Flowchart: Connector 6338">
                        <a:extLst>
                          <a:ext uri="{FF2B5EF4-FFF2-40B4-BE49-F238E27FC236}">
                            <a16:creationId xmlns:a16="http://schemas.microsoft.com/office/drawing/2014/main" id="{1A2A5631-5451-44A6-8FE7-F8EE02F0555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40" name="Flowchart: Connector 6339">
                        <a:extLst>
                          <a:ext uri="{FF2B5EF4-FFF2-40B4-BE49-F238E27FC236}">
                            <a16:creationId xmlns:a16="http://schemas.microsoft.com/office/drawing/2014/main" id="{2AF67228-9E77-4F67-ACA2-4FE56C7DF4B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41" name="Flowchart: Connector 6340">
                        <a:extLst>
                          <a:ext uri="{FF2B5EF4-FFF2-40B4-BE49-F238E27FC236}">
                            <a16:creationId xmlns:a16="http://schemas.microsoft.com/office/drawing/2014/main" id="{C3360AF1-F6FF-4DC6-9741-D43B6C52B4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42" name="Flowchart: Connector 6341">
                        <a:extLst>
                          <a:ext uri="{FF2B5EF4-FFF2-40B4-BE49-F238E27FC236}">
                            <a16:creationId xmlns:a16="http://schemas.microsoft.com/office/drawing/2014/main" id="{F37B12FF-3A62-447F-B0C1-3AD78D30E95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43" name="Flowchart: Connector 6342">
                        <a:extLst>
                          <a:ext uri="{FF2B5EF4-FFF2-40B4-BE49-F238E27FC236}">
                            <a16:creationId xmlns:a16="http://schemas.microsoft.com/office/drawing/2014/main" id="{154A8676-EC8A-406D-B779-172A664FBAA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44" name="3D Model 6343" descr="Sphere">
                            <a:extLst>
                              <a:ext uri="{FF2B5EF4-FFF2-40B4-BE49-F238E27FC236}">
                                <a16:creationId xmlns:a16="http://schemas.microsoft.com/office/drawing/2014/main" id="{76192902-E0FC-4EB2-9E8C-0D09DEC0452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98052803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45" name="Flowchart: Connector 6344">
                        <a:extLst>
                          <a:ext uri="{FF2B5EF4-FFF2-40B4-BE49-F238E27FC236}">
                            <a16:creationId xmlns:a16="http://schemas.microsoft.com/office/drawing/2014/main" id="{4F8A1F4C-9DC5-46E8-86AD-9B0B8071688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46" name="3D Model 6345" descr="Sphere">
                            <a:extLst>
                              <a:ext uri="{FF2B5EF4-FFF2-40B4-BE49-F238E27FC236}">
                                <a16:creationId xmlns:a16="http://schemas.microsoft.com/office/drawing/2014/main" id="{70816E7A-CF43-4BB9-A927-CEDE6ABA192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2527428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47" name="Flowchart: Connector 6346">
                        <a:extLst>
                          <a:ext uri="{FF2B5EF4-FFF2-40B4-BE49-F238E27FC236}">
                            <a16:creationId xmlns:a16="http://schemas.microsoft.com/office/drawing/2014/main" id="{77578E24-D076-410A-ACC9-04FF6A93E77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48" name="3D Model 6347" descr="Sphere">
                            <a:extLst>
                              <a:ext uri="{FF2B5EF4-FFF2-40B4-BE49-F238E27FC236}">
                                <a16:creationId xmlns:a16="http://schemas.microsoft.com/office/drawing/2014/main" id="{DC661DE5-F549-4BBA-96AA-599B72FAEFA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72393684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49" name="Flowchart: Connector 6348">
                        <a:extLst>
                          <a:ext uri="{FF2B5EF4-FFF2-40B4-BE49-F238E27FC236}">
                            <a16:creationId xmlns:a16="http://schemas.microsoft.com/office/drawing/2014/main" id="{2C960946-007D-487F-97EB-867D92C29A5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50" name="3D Model 6349" descr="Sphere">
                            <a:extLst>
                              <a:ext uri="{FF2B5EF4-FFF2-40B4-BE49-F238E27FC236}">
                                <a16:creationId xmlns:a16="http://schemas.microsoft.com/office/drawing/2014/main" id="{FA709B33-E29F-4746-A505-A27CE12D09D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8804113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6302" name="Group 6301">
                      <a:extLst>
                        <a:ext uri="{FF2B5EF4-FFF2-40B4-BE49-F238E27FC236}">
                          <a16:creationId xmlns:a16="http://schemas.microsoft.com/office/drawing/2014/main" id="{8377AFF1-58F1-4BF4-8E21-DBFF67722B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6319" name="Flowchart: Connector 6318">
                        <a:extLst>
                          <a:ext uri="{FF2B5EF4-FFF2-40B4-BE49-F238E27FC236}">
                            <a16:creationId xmlns:a16="http://schemas.microsoft.com/office/drawing/2014/main" id="{584CA039-978B-47C0-A83F-99F025737D1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0" name="Flowchart: Connector 6319">
                        <a:extLst>
                          <a:ext uri="{FF2B5EF4-FFF2-40B4-BE49-F238E27FC236}">
                            <a16:creationId xmlns:a16="http://schemas.microsoft.com/office/drawing/2014/main" id="{BA747A81-C5BF-4D37-B327-C466466D268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1" name="Flowchart: Connector 6320">
                        <a:extLst>
                          <a:ext uri="{FF2B5EF4-FFF2-40B4-BE49-F238E27FC236}">
                            <a16:creationId xmlns:a16="http://schemas.microsoft.com/office/drawing/2014/main" id="{CAAEBCE7-E366-48FA-9B36-A4CBFEE2A6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2" name="Flowchart: Connector 6321">
                        <a:extLst>
                          <a:ext uri="{FF2B5EF4-FFF2-40B4-BE49-F238E27FC236}">
                            <a16:creationId xmlns:a16="http://schemas.microsoft.com/office/drawing/2014/main" id="{8D2F131F-6F02-4DD7-B887-1F15360EAD0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3" name="Flowchart: Connector 6322">
                        <a:extLst>
                          <a:ext uri="{FF2B5EF4-FFF2-40B4-BE49-F238E27FC236}">
                            <a16:creationId xmlns:a16="http://schemas.microsoft.com/office/drawing/2014/main" id="{6425340F-D62E-4266-8E74-78CC209D4EC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4" name="Flowchart: Connector 6323">
                        <a:extLst>
                          <a:ext uri="{FF2B5EF4-FFF2-40B4-BE49-F238E27FC236}">
                            <a16:creationId xmlns:a16="http://schemas.microsoft.com/office/drawing/2014/main" id="{9C40ABC4-463E-4159-8560-70CBD3477C8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5" name="Flowchart: Connector 6324">
                        <a:extLst>
                          <a:ext uri="{FF2B5EF4-FFF2-40B4-BE49-F238E27FC236}">
                            <a16:creationId xmlns:a16="http://schemas.microsoft.com/office/drawing/2014/main" id="{AB4560BF-CD6C-4217-B1B7-A641BDDCCA0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6" name="Flowchart: Connector 6325">
                        <a:extLst>
                          <a:ext uri="{FF2B5EF4-FFF2-40B4-BE49-F238E27FC236}">
                            <a16:creationId xmlns:a16="http://schemas.microsoft.com/office/drawing/2014/main" id="{EF86DF26-1E0F-4747-9B3B-AED61D6BFE2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327" name="Flowchart: Connector 6326">
                        <a:extLst>
                          <a:ext uri="{FF2B5EF4-FFF2-40B4-BE49-F238E27FC236}">
                            <a16:creationId xmlns:a16="http://schemas.microsoft.com/office/drawing/2014/main" id="{B4C99AF5-3450-4166-86D1-3EA04F0D9F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28" name="3D Model 6327" descr="Sphere">
                            <a:extLst>
                              <a:ext uri="{FF2B5EF4-FFF2-40B4-BE49-F238E27FC236}">
                                <a16:creationId xmlns:a16="http://schemas.microsoft.com/office/drawing/2014/main" id="{A846DFA9-D8E5-4C8F-A203-3036DB19E4D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82652658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29" name="Flowchart: Connector 6328">
                        <a:extLst>
                          <a:ext uri="{FF2B5EF4-FFF2-40B4-BE49-F238E27FC236}">
                            <a16:creationId xmlns:a16="http://schemas.microsoft.com/office/drawing/2014/main" id="{4DD8162B-A445-4E0F-8368-D2D2F9A7CE8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30" name="3D Model 6329" descr="Sphere">
                            <a:extLst>
                              <a:ext uri="{FF2B5EF4-FFF2-40B4-BE49-F238E27FC236}">
                                <a16:creationId xmlns:a16="http://schemas.microsoft.com/office/drawing/2014/main" id="{02DF9F1F-C4D6-4E15-886B-0E6FCAB6C2D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78802567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31" name="Flowchart: Connector 6330">
                        <a:extLst>
                          <a:ext uri="{FF2B5EF4-FFF2-40B4-BE49-F238E27FC236}">
                            <a16:creationId xmlns:a16="http://schemas.microsoft.com/office/drawing/2014/main" id="{CF814B55-C4B8-4FE5-AA90-95054F63F03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32" name="3D Model 6331" descr="Sphere">
                            <a:extLst>
                              <a:ext uri="{FF2B5EF4-FFF2-40B4-BE49-F238E27FC236}">
                                <a16:creationId xmlns:a16="http://schemas.microsoft.com/office/drawing/2014/main" id="{C8426C33-2130-4723-BFFD-534212A65C7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36120337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333" name="Flowchart: Connector 6332">
                        <a:extLst>
                          <a:ext uri="{FF2B5EF4-FFF2-40B4-BE49-F238E27FC236}">
                            <a16:creationId xmlns:a16="http://schemas.microsoft.com/office/drawing/2014/main" id="{726BBE4E-B3F3-42E2-9848-D8B19F802B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334" name="3D Model 6333" descr="Sphere">
                            <a:extLst>
                              <a:ext uri="{FF2B5EF4-FFF2-40B4-BE49-F238E27FC236}">
                                <a16:creationId xmlns:a16="http://schemas.microsoft.com/office/drawing/2014/main" id="{27A00558-C538-442D-AD3D-E88BE8B6576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6865459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6303" name="Flowchart: Connector 6302">
                      <a:extLst>
                        <a:ext uri="{FF2B5EF4-FFF2-40B4-BE49-F238E27FC236}">
                          <a16:creationId xmlns:a16="http://schemas.microsoft.com/office/drawing/2014/main" id="{885FF5F5-1938-4EB0-86B6-4E12390906F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304" name="Flowchart: Connector 6303">
                      <a:extLst>
                        <a:ext uri="{FF2B5EF4-FFF2-40B4-BE49-F238E27FC236}">
                          <a16:creationId xmlns:a16="http://schemas.microsoft.com/office/drawing/2014/main" id="{70D52F8C-223C-498D-A39C-B282A64457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305" name="Flowchart: Connector 6304">
                      <a:extLst>
                        <a:ext uri="{FF2B5EF4-FFF2-40B4-BE49-F238E27FC236}">
                          <a16:creationId xmlns:a16="http://schemas.microsoft.com/office/drawing/2014/main" id="{3387ADBC-1915-427A-B2CC-C815B38D99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306" name="Flowchart: Connector 6305">
                      <a:extLst>
                        <a:ext uri="{FF2B5EF4-FFF2-40B4-BE49-F238E27FC236}">
                          <a16:creationId xmlns:a16="http://schemas.microsoft.com/office/drawing/2014/main" id="{BB2E8CB8-1977-42E2-8C97-9FF07D54CFB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307" name="Flowchart: Connector 6306">
                      <a:extLst>
                        <a:ext uri="{FF2B5EF4-FFF2-40B4-BE49-F238E27FC236}">
                          <a16:creationId xmlns:a16="http://schemas.microsoft.com/office/drawing/2014/main" id="{37E7469C-CC16-4D8B-9607-DC74C3969F2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308" name="Flowchart: Connector 6307">
                      <a:extLst>
                        <a:ext uri="{FF2B5EF4-FFF2-40B4-BE49-F238E27FC236}">
                          <a16:creationId xmlns:a16="http://schemas.microsoft.com/office/drawing/2014/main" id="{8025FB0D-87CB-4D38-A601-FCF8A8B227F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309" name="Flowchart: Connector 6308">
                      <a:extLst>
                        <a:ext uri="{FF2B5EF4-FFF2-40B4-BE49-F238E27FC236}">
                          <a16:creationId xmlns:a16="http://schemas.microsoft.com/office/drawing/2014/main" id="{DD48C7F7-4F3B-433F-9C1B-44B50A862D9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310" name="Flowchart: Connector 6309">
                      <a:extLst>
                        <a:ext uri="{FF2B5EF4-FFF2-40B4-BE49-F238E27FC236}">
                          <a16:creationId xmlns:a16="http://schemas.microsoft.com/office/drawing/2014/main" id="{B5ADE00E-F91A-4ADA-8518-F5991979AB9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311" name="Flowchart: Connector 6310">
                      <a:extLst>
                        <a:ext uri="{FF2B5EF4-FFF2-40B4-BE49-F238E27FC236}">
                          <a16:creationId xmlns:a16="http://schemas.microsoft.com/office/drawing/2014/main" id="{1B2C6D0A-F343-4086-859A-6E2545D408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312" name="3D Model 6311" descr="Sphere">
                          <a:extLst>
                            <a:ext uri="{FF2B5EF4-FFF2-40B4-BE49-F238E27FC236}">
                              <a16:creationId xmlns:a16="http://schemas.microsoft.com/office/drawing/2014/main" id="{439172EB-B67E-4882-8122-F47EC80022B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38950587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313" name="Flowchart: Connector 6312">
                      <a:extLst>
                        <a:ext uri="{FF2B5EF4-FFF2-40B4-BE49-F238E27FC236}">
                          <a16:creationId xmlns:a16="http://schemas.microsoft.com/office/drawing/2014/main" id="{F38516D2-BB58-4A40-B4B1-F0A7EF0DEDA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314" name="3D Model 6313" descr="Sphere">
                          <a:extLst>
                            <a:ext uri="{FF2B5EF4-FFF2-40B4-BE49-F238E27FC236}">
                              <a16:creationId xmlns:a16="http://schemas.microsoft.com/office/drawing/2014/main" id="{E52AD220-7614-474F-8424-4AB179B0D33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980959791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315" name="Flowchart: Connector 6314">
                      <a:extLst>
                        <a:ext uri="{FF2B5EF4-FFF2-40B4-BE49-F238E27FC236}">
                          <a16:creationId xmlns:a16="http://schemas.microsoft.com/office/drawing/2014/main" id="{1D80655F-E405-4FB8-99C4-73E5B500A86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316" name="3D Model 6315" descr="Sphere">
                          <a:extLst>
                            <a:ext uri="{FF2B5EF4-FFF2-40B4-BE49-F238E27FC236}">
                              <a16:creationId xmlns:a16="http://schemas.microsoft.com/office/drawing/2014/main" id="{A32F3A98-D96E-4A42-92F5-CD2FE96F1AB3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19859043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317" name="Flowchart: Connector 6316">
                      <a:extLst>
                        <a:ext uri="{FF2B5EF4-FFF2-40B4-BE49-F238E27FC236}">
                          <a16:creationId xmlns:a16="http://schemas.microsoft.com/office/drawing/2014/main" id="{CFE9BE18-6404-4CF7-8082-7F33FBBB346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318" name="3D Model 6317" descr="Sphere">
                          <a:extLst>
                            <a:ext uri="{FF2B5EF4-FFF2-40B4-BE49-F238E27FC236}">
                              <a16:creationId xmlns:a16="http://schemas.microsoft.com/office/drawing/2014/main" id="{88A58AC0-7EF1-4C01-8D53-C656EE2867C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566649741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6268" name="Freeform: Shape 6267">
                  <a:extLst>
                    <a:ext uri="{FF2B5EF4-FFF2-40B4-BE49-F238E27FC236}">
                      <a16:creationId xmlns:a16="http://schemas.microsoft.com/office/drawing/2014/main" id="{790E0E0C-1DA9-4EB0-9E41-232C7B33E515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269" name="Freeform: Shape 6268">
                  <a:extLst>
                    <a:ext uri="{FF2B5EF4-FFF2-40B4-BE49-F238E27FC236}">
                      <a16:creationId xmlns:a16="http://schemas.microsoft.com/office/drawing/2014/main" id="{194BB22D-FA0B-408A-BC96-81B1E81815FE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270" name="Freeform: Shape 6269">
                  <a:extLst>
                    <a:ext uri="{FF2B5EF4-FFF2-40B4-BE49-F238E27FC236}">
                      <a16:creationId xmlns:a16="http://schemas.microsoft.com/office/drawing/2014/main" id="{0A1ECC1F-304C-462A-B260-950A2A821CC7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271" name="Freeform: Shape 6270">
                  <a:extLst>
                    <a:ext uri="{FF2B5EF4-FFF2-40B4-BE49-F238E27FC236}">
                      <a16:creationId xmlns:a16="http://schemas.microsoft.com/office/drawing/2014/main" id="{C6F896B0-5066-4DB9-AE68-A26BAFF2B121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272" name="Freeform: Shape 6271">
                  <a:extLst>
                    <a:ext uri="{FF2B5EF4-FFF2-40B4-BE49-F238E27FC236}">
                      <a16:creationId xmlns:a16="http://schemas.microsoft.com/office/drawing/2014/main" id="{CEE61A4B-FD79-4D5D-BC4C-E1DE06366236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273" name="Freeform: Shape 6272">
                  <a:extLst>
                    <a:ext uri="{FF2B5EF4-FFF2-40B4-BE49-F238E27FC236}">
                      <a16:creationId xmlns:a16="http://schemas.microsoft.com/office/drawing/2014/main" id="{1BA78E57-A91F-4790-8A1F-3F69C2BD0994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274" name="Freeform: Shape 6273">
                  <a:extLst>
                    <a:ext uri="{FF2B5EF4-FFF2-40B4-BE49-F238E27FC236}">
                      <a16:creationId xmlns:a16="http://schemas.microsoft.com/office/drawing/2014/main" id="{F6D3E34D-2580-4A54-B054-506BD12E42C7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275" name="Freeform: Shape 6274">
                  <a:extLst>
                    <a:ext uri="{FF2B5EF4-FFF2-40B4-BE49-F238E27FC236}">
                      <a16:creationId xmlns:a16="http://schemas.microsoft.com/office/drawing/2014/main" id="{2EF7F02A-81BD-4BB8-ADEA-02F8A48F024D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276" name="Freeform: Shape 6275">
                  <a:extLst>
                    <a:ext uri="{FF2B5EF4-FFF2-40B4-BE49-F238E27FC236}">
                      <a16:creationId xmlns:a16="http://schemas.microsoft.com/office/drawing/2014/main" id="{5F71A934-49CB-41B1-BC95-85436EB471C1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277" name="Freeform: Shape 6276">
                  <a:extLst>
                    <a:ext uri="{FF2B5EF4-FFF2-40B4-BE49-F238E27FC236}">
                      <a16:creationId xmlns:a16="http://schemas.microsoft.com/office/drawing/2014/main" id="{FB5A8833-261B-453E-ABC4-16A45C6C6476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278" name="Freeform: Shape 6277">
                  <a:extLst>
                    <a:ext uri="{FF2B5EF4-FFF2-40B4-BE49-F238E27FC236}">
                      <a16:creationId xmlns:a16="http://schemas.microsoft.com/office/drawing/2014/main" id="{734575F9-04B2-4E44-8DDF-FC62AAD8F80A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279" name="Freeform: Shape 6278">
                  <a:extLst>
                    <a:ext uri="{FF2B5EF4-FFF2-40B4-BE49-F238E27FC236}">
                      <a16:creationId xmlns:a16="http://schemas.microsoft.com/office/drawing/2014/main" id="{E90F1248-938C-4E49-B5C2-BB0492D08C24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6264" name="Freeform: Shape 6263">
                <a:extLst>
                  <a:ext uri="{FF2B5EF4-FFF2-40B4-BE49-F238E27FC236}">
                    <a16:creationId xmlns:a16="http://schemas.microsoft.com/office/drawing/2014/main" id="{6DBE0F88-A32D-41EB-B6A0-54952FB3329F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6265" name="Freeform: Shape 6264">
                <a:extLst>
                  <a:ext uri="{FF2B5EF4-FFF2-40B4-BE49-F238E27FC236}">
                    <a16:creationId xmlns:a16="http://schemas.microsoft.com/office/drawing/2014/main" id="{8211B481-3AB7-479E-960B-DF93BA9BCFD5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6266" name="Freeform: Shape 6265">
                <a:extLst>
                  <a:ext uri="{FF2B5EF4-FFF2-40B4-BE49-F238E27FC236}">
                    <a16:creationId xmlns:a16="http://schemas.microsoft.com/office/drawing/2014/main" id="{B6F04B37-21A3-47A5-AC33-AFB5B9E29B96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6562" name="Group 6561">
              <a:extLst>
                <a:ext uri="{FF2B5EF4-FFF2-40B4-BE49-F238E27FC236}">
                  <a16:creationId xmlns:a16="http://schemas.microsoft.com/office/drawing/2014/main" id="{3BC7339A-21D4-41F1-BD5B-70437ABE3AB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265634" y="5874849"/>
              <a:ext cx="521735" cy="419131"/>
              <a:chOff x="558227" y="4289344"/>
              <a:chExt cx="2384501" cy="2135404"/>
            </a:xfrm>
          </p:grpSpPr>
          <p:grpSp>
            <p:nvGrpSpPr>
              <p:cNvPr id="6563" name="Group 6562">
                <a:extLst>
                  <a:ext uri="{FF2B5EF4-FFF2-40B4-BE49-F238E27FC236}">
                    <a16:creationId xmlns:a16="http://schemas.microsoft.com/office/drawing/2014/main" id="{9E81FACB-19DD-4191-BA38-937230BE3E03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6567" name="Group 6566">
                  <a:extLst>
                    <a:ext uri="{FF2B5EF4-FFF2-40B4-BE49-F238E27FC236}">
                      <a16:creationId xmlns:a16="http://schemas.microsoft.com/office/drawing/2014/main" id="{BC413C45-1DB2-4CD4-A945-D16C7CF8197C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6580" name="Group 6579">
                    <a:extLst>
                      <a:ext uri="{FF2B5EF4-FFF2-40B4-BE49-F238E27FC236}">
                        <a16:creationId xmlns:a16="http://schemas.microsoft.com/office/drawing/2014/main" id="{968474CA-1F0F-4072-8ADD-674604F894C7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6801" name="Group 6800">
                      <a:extLst>
                        <a:ext uri="{FF2B5EF4-FFF2-40B4-BE49-F238E27FC236}">
                          <a16:creationId xmlns:a16="http://schemas.microsoft.com/office/drawing/2014/main" id="{1D3F9135-2FCB-4D9F-AE9B-E273100015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6858" name="Flowchart: Connector 6857">
                        <a:extLst>
                          <a:ext uri="{FF2B5EF4-FFF2-40B4-BE49-F238E27FC236}">
                            <a16:creationId xmlns:a16="http://schemas.microsoft.com/office/drawing/2014/main" id="{BC37E4CE-F462-460C-8AC6-7C34AF24C9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859" name="Flowchart: Connector 6858">
                        <a:extLst>
                          <a:ext uri="{FF2B5EF4-FFF2-40B4-BE49-F238E27FC236}">
                            <a16:creationId xmlns:a16="http://schemas.microsoft.com/office/drawing/2014/main" id="{23885A38-534F-4B1F-BD7F-E0059467BA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860" name="Flowchart: Connector 6859">
                        <a:extLst>
                          <a:ext uri="{FF2B5EF4-FFF2-40B4-BE49-F238E27FC236}">
                            <a16:creationId xmlns:a16="http://schemas.microsoft.com/office/drawing/2014/main" id="{C77378E7-6A1B-44BF-8878-AED3C3E19E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861" name="Flowchart: Connector 6860">
                        <a:extLst>
                          <a:ext uri="{FF2B5EF4-FFF2-40B4-BE49-F238E27FC236}">
                            <a16:creationId xmlns:a16="http://schemas.microsoft.com/office/drawing/2014/main" id="{DF866A6D-36C0-4BEA-B8A0-62F7588089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6802" name="Group 6801">
                      <a:extLst>
                        <a:ext uri="{FF2B5EF4-FFF2-40B4-BE49-F238E27FC236}">
                          <a16:creationId xmlns:a16="http://schemas.microsoft.com/office/drawing/2014/main" id="{80E61616-D0C2-4109-89F7-317839F8CA0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6803" name="Group 6802">
                        <a:extLst>
                          <a:ext uri="{FF2B5EF4-FFF2-40B4-BE49-F238E27FC236}">
                            <a16:creationId xmlns:a16="http://schemas.microsoft.com/office/drawing/2014/main" id="{EB4DFDD6-C93B-42FA-8038-6E22F9B421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851" name="3D Model 6850" descr="Sphere">
                              <a:extLst>
                                <a:ext uri="{FF2B5EF4-FFF2-40B4-BE49-F238E27FC236}">
                                  <a16:creationId xmlns:a16="http://schemas.microsoft.com/office/drawing/2014/main" id="{10C9A201-2D0F-4F55-95A5-EEC790A9828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0432059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852" name="Flowchart: Connector 6851">
                          <a:extLst>
                            <a:ext uri="{FF2B5EF4-FFF2-40B4-BE49-F238E27FC236}">
                              <a16:creationId xmlns:a16="http://schemas.microsoft.com/office/drawing/2014/main" id="{3C1E69A7-6A85-46E7-B697-75FDE082D6E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853" name="3D Model 6852" descr="Sphere">
                              <a:extLst>
                                <a:ext uri="{FF2B5EF4-FFF2-40B4-BE49-F238E27FC236}">
                                  <a16:creationId xmlns:a16="http://schemas.microsoft.com/office/drawing/2014/main" id="{D0811CD7-1A94-4AA6-8708-9A8AF0A4BB2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0676455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854" name="Flowchart: Connector 6853">
                          <a:extLst>
                            <a:ext uri="{FF2B5EF4-FFF2-40B4-BE49-F238E27FC236}">
                              <a16:creationId xmlns:a16="http://schemas.microsoft.com/office/drawing/2014/main" id="{F14459E0-7DE9-41D2-828D-41AAFF458A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855" name="3D Model 6854" descr="Sphere">
                              <a:extLst>
                                <a:ext uri="{FF2B5EF4-FFF2-40B4-BE49-F238E27FC236}">
                                  <a16:creationId xmlns:a16="http://schemas.microsoft.com/office/drawing/2014/main" id="{AD5683BD-76B2-4616-9B48-C8016A7EEE6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3428060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856" name="Flowchart: Connector 6855">
                          <a:extLst>
                            <a:ext uri="{FF2B5EF4-FFF2-40B4-BE49-F238E27FC236}">
                              <a16:creationId xmlns:a16="http://schemas.microsoft.com/office/drawing/2014/main" id="{8220EBAD-AA6E-442D-8D82-8CD1A2DEB96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857" name="3D Model 6856" descr="Sphere">
                              <a:extLst>
                                <a:ext uri="{FF2B5EF4-FFF2-40B4-BE49-F238E27FC236}">
                                  <a16:creationId xmlns:a16="http://schemas.microsoft.com/office/drawing/2014/main" id="{7D25E14D-2118-4EB2-8C11-8501B5851A2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1908211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804" name="Group 6803">
                        <a:extLst>
                          <a:ext uri="{FF2B5EF4-FFF2-40B4-BE49-F238E27FC236}">
                            <a16:creationId xmlns:a16="http://schemas.microsoft.com/office/drawing/2014/main" id="{A53F4E6B-8CFF-42D9-B1DE-0E9B85CEB5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6836" name="Flowchart: Connector 6835">
                          <a:extLst>
                            <a:ext uri="{FF2B5EF4-FFF2-40B4-BE49-F238E27FC236}">
                              <a16:creationId xmlns:a16="http://schemas.microsoft.com/office/drawing/2014/main" id="{25A2AA8F-E0AD-48FC-8710-6665763CED7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37" name="Flowchart: Connector 6836">
                          <a:extLst>
                            <a:ext uri="{FF2B5EF4-FFF2-40B4-BE49-F238E27FC236}">
                              <a16:creationId xmlns:a16="http://schemas.microsoft.com/office/drawing/2014/main" id="{FD05C16D-CFED-43A8-9B7F-96B14FA562B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38" name="Flowchart: Connector 6837">
                          <a:extLst>
                            <a:ext uri="{FF2B5EF4-FFF2-40B4-BE49-F238E27FC236}">
                              <a16:creationId xmlns:a16="http://schemas.microsoft.com/office/drawing/2014/main" id="{2196B327-12A7-4943-A44C-B387F7F9E81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39" name="Flowchart: Connector 6838">
                          <a:extLst>
                            <a:ext uri="{FF2B5EF4-FFF2-40B4-BE49-F238E27FC236}">
                              <a16:creationId xmlns:a16="http://schemas.microsoft.com/office/drawing/2014/main" id="{9045488E-6F74-4700-BB7C-1DCD6EB867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40" name="Flowchart: Connector 6839">
                          <a:extLst>
                            <a:ext uri="{FF2B5EF4-FFF2-40B4-BE49-F238E27FC236}">
                              <a16:creationId xmlns:a16="http://schemas.microsoft.com/office/drawing/2014/main" id="{22CB0965-9DFF-4D21-8C9D-1BA7A3FEF94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41" name="Flowchart: Connector 6840">
                          <a:extLst>
                            <a:ext uri="{FF2B5EF4-FFF2-40B4-BE49-F238E27FC236}">
                              <a16:creationId xmlns:a16="http://schemas.microsoft.com/office/drawing/2014/main" id="{E3EFAA1E-A978-45E3-AC96-03F4AF87BF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42" name="Flowchart: Connector 6841">
                          <a:extLst>
                            <a:ext uri="{FF2B5EF4-FFF2-40B4-BE49-F238E27FC236}">
                              <a16:creationId xmlns:a16="http://schemas.microsoft.com/office/drawing/2014/main" id="{D1573D38-94BC-4050-A811-F509AD78D74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43" name="Flowchart: Connector 6842">
                          <a:extLst>
                            <a:ext uri="{FF2B5EF4-FFF2-40B4-BE49-F238E27FC236}">
                              <a16:creationId xmlns:a16="http://schemas.microsoft.com/office/drawing/2014/main" id="{3ABEA8AC-2CE3-4745-8336-EF823606E89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844" name="3D Model 6843" descr="Sphere">
                              <a:extLst>
                                <a:ext uri="{FF2B5EF4-FFF2-40B4-BE49-F238E27FC236}">
                                  <a16:creationId xmlns:a16="http://schemas.microsoft.com/office/drawing/2014/main" id="{6288EFF4-C2F9-47E7-A5F9-32826EA4B89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9136649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845" name="Flowchart: Connector 6844">
                          <a:extLst>
                            <a:ext uri="{FF2B5EF4-FFF2-40B4-BE49-F238E27FC236}">
                              <a16:creationId xmlns:a16="http://schemas.microsoft.com/office/drawing/2014/main" id="{9D6F72A0-86F6-4E15-AD7D-CA2A406ED68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846" name="3D Model 6845" descr="Sphere">
                              <a:extLst>
                                <a:ext uri="{FF2B5EF4-FFF2-40B4-BE49-F238E27FC236}">
                                  <a16:creationId xmlns:a16="http://schemas.microsoft.com/office/drawing/2014/main" id="{31E50C11-C376-4A1A-AF80-10E8D295BBD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1443122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847" name="Flowchart: Connector 6846">
                          <a:extLst>
                            <a:ext uri="{FF2B5EF4-FFF2-40B4-BE49-F238E27FC236}">
                              <a16:creationId xmlns:a16="http://schemas.microsoft.com/office/drawing/2014/main" id="{9187D8A6-A04F-4967-9F30-30EE6C22C96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848" name="3D Model 6847" descr="Sphere">
                              <a:extLst>
                                <a:ext uri="{FF2B5EF4-FFF2-40B4-BE49-F238E27FC236}">
                                  <a16:creationId xmlns:a16="http://schemas.microsoft.com/office/drawing/2014/main" id="{407A6A99-AAF5-4688-8CDC-8B68B81F566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1403448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849" name="Flowchart: Connector 6848">
                          <a:extLst>
                            <a:ext uri="{FF2B5EF4-FFF2-40B4-BE49-F238E27FC236}">
                              <a16:creationId xmlns:a16="http://schemas.microsoft.com/office/drawing/2014/main" id="{1E5AE4FE-4CC8-43A4-A68E-5651120D0E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850" name="3D Model 6849" descr="Sphere">
                              <a:extLst>
                                <a:ext uri="{FF2B5EF4-FFF2-40B4-BE49-F238E27FC236}">
                                  <a16:creationId xmlns:a16="http://schemas.microsoft.com/office/drawing/2014/main" id="{0D173E1C-BAB2-43AB-930E-06EE7FB18F3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6476268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805" name="Group 6804">
                        <a:extLst>
                          <a:ext uri="{FF2B5EF4-FFF2-40B4-BE49-F238E27FC236}">
                            <a16:creationId xmlns:a16="http://schemas.microsoft.com/office/drawing/2014/main" id="{01F227CE-9254-4BEE-9E43-2E59527241D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6821" name="Flowchart: Connector 6820">
                          <a:extLst>
                            <a:ext uri="{FF2B5EF4-FFF2-40B4-BE49-F238E27FC236}">
                              <a16:creationId xmlns:a16="http://schemas.microsoft.com/office/drawing/2014/main" id="{D30C75F0-ABB6-410A-9732-47974F7460D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22" name="Flowchart: Connector 6821">
                          <a:extLst>
                            <a:ext uri="{FF2B5EF4-FFF2-40B4-BE49-F238E27FC236}">
                              <a16:creationId xmlns:a16="http://schemas.microsoft.com/office/drawing/2014/main" id="{93DBD9D5-EA1C-414C-AFE5-506A45F034C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23" name="Flowchart: Connector 6822">
                          <a:extLst>
                            <a:ext uri="{FF2B5EF4-FFF2-40B4-BE49-F238E27FC236}">
                              <a16:creationId xmlns:a16="http://schemas.microsoft.com/office/drawing/2014/main" id="{142C1223-6665-4584-9C92-07B7232C444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24" name="Flowchart: Connector 6823">
                          <a:extLst>
                            <a:ext uri="{FF2B5EF4-FFF2-40B4-BE49-F238E27FC236}">
                              <a16:creationId xmlns:a16="http://schemas.microsoft.com/office/drawing/2014/main" id="{BF328C4B-D8C7-4C11-8523-1AF459D1B3B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25" name="Flowchart: Connector 6824">
                          <a:extLst>
                            <a:ext uri="{FF2B5EF4-FFF2-40B4-BE49-F238E27FC236}">
                              <a16:creationId xmlns:a16="http://schemas.microsoft.com/office/drawing/2014/main" id="{E3A6DB44-ACC9-4F51-91DA-F43517876AF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26" name="Flowchart: Connector 6825">
                          <a:extLst>
                            <a:ext uri="{FF2B5EF4-FFF2-40B4-BE49-F238E27FC236}">
                              <a16:creationId xmlns:a16="http://schemas.microsoft.com/office/drawing/2014/main" id="{2C19C2A4-BFE5-4318-B094-1C91C289DF9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27" name="Flowchart: Connector 6826">
                          <a:extLst>
                            <a:ext uri="{FF2B5EF4-FFF2-40B4-BE49-F238E27FC236}">
                              <a16:creationId xmlns:a16="http://schemas.microsoft.com/office/drawing/2014/main" id="{E13B7152-DA65-4A1E-B210-8970B1C1F81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828" name="Flowchart: Connector 6827">
                          <a:extLst>
                            <a:ext uri="{FF2B5EF4-FFF2-40B4-BE49-F238E27FC236}">
                              <a16:creationId xmlns:a16="http://schemas.microsoft.com/office/drawing/2014/main" id="{8136AAD7-2AAA-45F7-B443-17D12703C6B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829" name="3D Model 6828" descr="Sphere">
                              <a:extLst>
                                <a:ext uri="{FF2B5EF4-FFF2-40B4-BE49-F238E27FC236}">
                                  <a16:creationId xmlns:a16="http://schemas.microsoft.com/office/drawing/2014/main" id="{3A5BA021-3233-40B8-8AF2-D72E0AF6B7F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6162375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830" name="Flowchart: Connector 6829">
                          <a:extLst>
                            <a:ext uri="{FF2B5EF4-FFF2-40B4-BE49-F238E27FC236}">
                              <a16:creationId xmlns:a16="http://schemas.microsoft.com/office/drawing/2014/main" id="{FFA45F74-D0DB-478D-8DC5-66B8E30FBE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831" name="3D Model 6830" descr="Sphere">
                              <a:extLst>
                                <a:ext uri="{FF2B5EF4-FFF2-40B4-BE49-F238E27FC236}">
                                  <a16:creationId xmlns:a16="http://schemas.microsoft.com/office/drawing/2014/main" id="{1AF6DA97-DBCF-4AE8-93C3-61C56E4FED9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7187680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832" name="Flowchart: Connector 6831">
                          <a:extLst>
                            <a:ext uri="{FF2B5EF4-FFF2-40B4-BE49-F238E27FC236}">
                              <a16:creationId xmlns:a16="http://schemas.microsoft.com/office/drawing/2014/main" id="{FFBF28E1-B1CB-420E-A1F5-365765F68A9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833" name="3D Model 6832" descr="Sphere">
                              <a:extLst>
                                <a:ext uri="{FF2B5EF4-FFF2-40B4-BE49-F238E27FC236}">
                                  <a16:creationId xmlns:a16="http://schemas.microsoft.com/office/drawing/2014/main" id="{D670CF82-0619-4417-B28A-52F778D4FD0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2152765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834" name="Flowchart: Connector 6833">
                          <a:extLst>
                            <a:ext uri="{FF2B5EF4-FFF2-40B4-BE49-F238E27FC236}">
                              <a16:creationId xmlns:a16="http://schemas.microsoft.com/office/drawing/2014/main" id="{F747EE2B-5F73-4947-B437-FE6A9E5DF92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835" name="3D Model 6834" descr="Sphere">
                              <a:extLst>
                                <a:ext uri="{FF2B5EF4-FFF2-40B4-BE49-F238E27FC236}">
                                  <a16:creationId xmlns:a16="http://schemas.microsoft.com/office/drawing/2014/main" id="{ECAD8E5A-C08E-4CD2-9DE9-5E2F5D5AA38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2912747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6806" name="Flowchart: Connector 6805">
                        <a:extLst>
                          <a:ext uri="{FF2B5EF4-FFF2-40B4-BE49-F238E27FC236}">
                            <a16:creationId xmlns:a16="http://schemas.microsoft.com/office/drawing/2014/main" id="{4751294A-D5CB-416D-9833-0789E6B3E81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807" name="Flowchart: Connector 6806">
                        <a:extLst>
                          <a:ext uri="{FF2B5EF4-FFF2-40B4-BE49-F238E27FC236}">
                            <a16:creationId xmlns:a16="http://schemas.microsoft.com/office/drawing/2014/main" id="{DBCF180F-E41F-4AFE-8F7E-C8C2E1163D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808" name="Flowchart: Connector 6807">
                        <a:extLst>
                          <a:ext uri="{FF2B5EF4-FFF2-40B4-BE49-F238E27FC236}">
                            <a16:creationId xmlns:a16="http://schemas.microsoft.com/office/drawing/2014/main" id="{EC5BA772-252D-42E0-81E8-6C5FF202F14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809" name="Flowchart: Connector 6808">
                        <a:extLst>
                          <a:ext uri="{FF2B5EF4-FFF2-40B4-BE49-F238E27FC236}">
                            <a16:creationId xmlns:a16="http://schemas.microsoft.com/office/drawing/2014/main" id="{0FA5CE84-0E20-492A-B8A7-33E34D804D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810" name="Flowchart: Connector 6809">
                        <a:extLst>
                          <a:ext uri="{FF2B5EF4-FFF2-40B4-BE49-F238E27FC236}">
                            <a16:creationId xmlns:a16="http://schemas.microsoft.com/office/drawing/2014/main" id="{FF082635-E66D-46DD-BB3B-D09A0F1E1DC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811" name="Flowchart: Connector 6810">
                        <a:extLst>
                          <a:ext uri="{FF2B5EF4-FFF2-40B4-BE49-F238E27FC236}">
                            <a16:creationId xmlns:a16="http://schemas.microsoft.com/office/drawing/2014/main" id="{E065C0F0-498E-4BEE-BF3F-A12E42B1CBC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812" name="Flowchart: Connector 6811">
                        <a:extLst>
                          <a:ext uri="{FF2B5EF4-FFF2-40B4-BE49-F238E27FC236}">
                            <a16:creationId xmlns:a16="http://schemas.microsoft.com/office/drawing/2014/main" id="{04FF6E94-6FC6-4034-90C3-BE32389BF6E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813" name="Flowchart: Connector 6812">
                        <a:extLst>
                          <a:ext uri="{FF2B5EF4-FFF2-40B4-BE49-F238E27FC236}">
                            <a16:creationId xmlns:a16="http://schemas.microsoft.com/office/drawing/2014/main" id="{F11290CA-E992-49AC-94AF-5D0A6F43D77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814" name="3D Model 6813" descr="Sphere">
                            <a:extLst>
                              <a:ext uri="{FF2B5EF4-FFF2-40B4-BE49-F238E27FC236}">
                                <a16:creationId xmlns:a16="http://schemas.microsoft.com/office/drawing/2014/main" id="{A9769DD5-B0BF-4A0F-B9BC-6A703B7A6F9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92951188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815" name="Flowchart: Connector 6814">
                        <a:extLst>
                          <a:ext uri="{FF2B5EF4-FFF2-40B4-BE49-F238E27FC236}">
                            <a16:creationId xmlns:a16="http://schemas.microsoft.com/office/drawing/2014/main" id="{0CCAC9A5-194E-423A-8D53-6C6EAF06AA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816" name="3D Model 6815" descr="Sphere">
                            <a:extLst>
                              <a:ext uri="{FF2B5EF4-FFF2-40B4-BE49-F238E27FC236}">
                                <a16:creationId xmlns:a16="http://schemas.microsoft.com/office/drawing/2014/main" id="{F3325122-20BD-41EB-9ABE-0EE138C15AC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73674175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817" name="Flowchart: Connector 6816">
                        <a:extLst>
                          <a:ext uri="{FF2B5EF4-FFF2-40B4-BE49-F238E27FC236}">
                            <a16:creationId xmlns:a16="http://schemas.microsoft.com/office/drawing/2014/main" id="{8B859EAA-6F3F-4BFD-B6AC-BECF2DAD90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818" name="3D Model 6817" descr="Sphere">
                            <a:extLst>
                              <a:ext uri="{FF2B5EF4-FFF2-40B4-BE49-F238E27FC236}">
                                <a16:creationId xmlns:a16="http://schemas.microsoft.com/office/drawing/2014/main" id="{E23BC173-3C35-49B7-AD62-ABE05E78166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41033238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819" name="Flowchart: Connector 6818">
                        <a:extLst>
                          <a:ext uri="{FF2B5EF4-FFF2-40B4-BE49-F238E27FC236}">
                            <a16:creationId xmlns:a16="http://schemas.microsoft.com/office/drawing/2014/main" id="{F0573F29-1E8D-4488-8AD8-82B214EC728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820" name="3D Model 6819" descr="Sphere">
                            <a:extLst>
                              <a:ext uri="{FF2B5EF4-FFF2-40B4-BE49-F238E27FC236}">
                                <a16:creationId xmlns:a16="http://schemas.microsoft.com/office/drawing/2014/main" id="{80B02140-9FA8-4A69-B790-E2E448E2BC0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96188234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6581" name="Group 6580">
                    <a:extLst>
                      <a:ext uri="{FF2B5EF4-FFF2-40B4-BE49-F238E27FC236}">
                        <a16:creationId xmlns:a16="http://schemas.microsoft.com/office/drawing/2014/main" id="{AB73DEFF-333A-4FE8-8F00-0456B867360D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6798" name="Flowchart: Connector 6797">
                      <a:extLst>
                        <a:ext uri="{FF2B5EF4-FFF2-40B4-BE49-F238E27FC236}">
                          <a16:creationId xmlns:a16="http://schemas.microsoft.com/office/drawing/2014/main" id="{44BC9A69-BB69-4DC9-87A0-A016EA9AD2D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799" name="Flowchart: Connector 6798">
                      <a:extLst>
                        <a:ext uri="{FF2B5EF4-FFF2-40B4-BE49-F238E27FC236}">
                          <a16:creationId xmlns:a16="http://schemas.microsoft.com/office/drawing/2014/main" id="{EBF3871A-8197-42B4-AC2C-1EB0FF958B4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800" name="Flowchart: Connector 6799">
                      <a:extLst>
                        <a:ext uri="{FF2B5EF4-FFF2-40B4-BE49-F238E27FC236}">
                          <a16:creationId xmlns:a16="http://schemas.microsoft.com/office/drawing/2014/main" id="{A63893F9-A2C0-46A4-AFC4-7E2478AD915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6582" name="Flowchart: Connector 6581">
                    <a:extLst>
                      <a:ext uri="{FF2B5EF4-FFF2-40B4-BE49-F238E27FC236}">
                        <a16:creationId xmlns:a16="http://schemas.microsoft.com/office/drawing/2014/main" id="{36437F4E-D7B4-4437-8DC3-B5B2D1C0B08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583" name="Flowchart: Connector 6582">
                    <a:extLst>
                      <a:ext uri="{FF2B5EF4-FFF2-40B4-BE49-F238E27FC236}">
                        <a16:creationId xmlns:a16="http://schemas.microsoft.com/office/drawing/2014/main" id="{EBE54059-D481-4035-8EF0-32D7071E50F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6584" name="Group 6583">
                    <a:extLst>
                      <a:ext uri="{FF2B5EF4-FFF2-40B4-BE49-F238E27FC236}">
                        <a16:creationId xmlns:a16="http://schemas.microsoft.com/office/drawing/2014/main" id="{8D52B56B-C877-43C5-A084-0BB3553F83E7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6795" name="Flowchart: Connector 6794">
                      <a:extLst>
                        <a:ext uri="{FF2B5EF4-FFF2-40B4-BE49-F238E27FC236}">
                          <a16:creationId xmlns:a16="http://schemas.microsoft.com/office/drawing/2014/main" id="{7A960606-0D3D-4724-9900-ABF0015406A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796" name="Flowchart: Connector 6795">
                      <a:extLst>
                        <a:ext uri="{FF2B5EF4-FFF2-40B4-BE49-F238E27FC236}">
                          <a16:creationId xmlns:a16="http://schemas.microsoft.com/office/drawing/2014/main" id="{7F807554-8D04-403D-8F25-1DC4FDBD8EC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797" name="Flowchart: Connector 6796">
                      <a:extLst>
                        <a:ext uri="{FF2B5EF4-FFF2-40B4-BE49-F238E27FC236}">
                          <a16:creationId xmlns:a16="http://schemas.microsoft.com/office/drawing/2014/main" id="{F1214071-C4E6-4E8F-B3D2-36DA53FAFE5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6585" name="Group 6584">
                    <a:extLst>
                      <a:ext uri="{FF2B5EF4-FFF2-40B4-BE49-F238E27FC236}">
                        <a16:creationId xmlns:a16="http://schemas.microsoft.com/office/drawing/2014/main" id="{869B0353-E753-46AC-ADC6-055423F8F4E9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6730" name="Group 6729">
                      <a:extLst>
                        <a:ext uri="{FF2B5EF4-FFF2-40B4-BE49-F238E27FC236}">
                          <a16:creationId xmlns:a16="http://schemas.microsoft.com/office/drawing/2014/main" id="{411A6764-A21B-450D-920A-CAD57B42CD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6791" name="Flowchart: Connector 6790">
                        <a:extLst>
                          <a:ext uri="{FF2B5EF4-FFF2-40B4-BE49-F238E27FC236}">
                            <a16:creationId xmlns:a16="http://schemas.microsoft.com/office/drawing/2014/main" id="{6A7F0209-2F1E-49F1-BF36-DEF6C63F1C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92" name="Flowchart: Connector 6791">
                        <a:extLst>
                          <a:ext uri="{FF2B5EF4-FFF2-40B4-BE49-F238E27FC236}">
                            <a16:creationId xmlns:a16="http://schemas.microsoft.com/office/drawing/2014/main" id="{211AB0B5-06BB-4EE0-805D-1B3A50101AE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93" name="Flowchart: Connector 6792">
                        <a:extLst>
                          <a:ext uri="{FF2B5EF4-FFF2-40B4-BE49-F238E27FC236}">
                            <a16:creationId xmlns:a16="http://schemas.microsoft.com/office/drawing/2014/main" id="{E7936A6D-123D-45B4-B3BF-D197DB30F2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94" name="Flowchart: Connector 6793">
                        <a:extLst>
                          <a:ext uri="{FF2B5EF4-FFF2-40B4-BE49-F238E27FC236}">
                            <a16:creationId xmlns:a16="http://schemas.microsoft.com/office/drawing/2014/main" id="{D0D2ED61-1561-4230-9188-8579D6D797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6731" name="Group 6730">
                      <a:extLst>
                        <a:ext uri="{FF2B5EF4-FFF2-40B4-BE49-F238E27FC236}">
                          <a16:creationId xmlns:a16="http://schemas.microsoft.com/office/drawing/2014/main" id="{BA52B224-DC2E-471E-9B44-084917DBD8C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6732" name="Group 6731">
                        <a:extLst>
                          <a:ext uri="{FF2B5EF4-FFF2-40B4-BE49-F238E27FC236}">
                            <a16:creationId xmlns:a16="http://schemas.microsoft.com/office/drawing/2014/main" id="{9CAE6CA1-F378-4346-ADF1-46D80F6C5E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6783" name="Flowchart: Connector 6782">
                          <a:extLst>
                            <a:ext uri="{FF2B5EF4-FFF2-40B4-BE49-F238E27FC236}">
                              <a16:creationId xmlns:a16="http://schemas.microsoft.com/office/drawing/2014/main" id="{14FB2467-132A-47C4-95BD-5055D000F85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84" name="3D Model 6783" descr="Sphere">
                              <a:extLst>
                                <a:ext uri="{FF2B5EF4-FFF2-40B4-BE49-F238E27FC236}">
                                  <a16:creationId xmlns:a16="http://schemas.microsoft.com/office/drawing/2014/main" id="{5D3428C0-1FBC-44C2-A9DB-B43C62E3F77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2379395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85" name="Flowchart: Connector 6784">
                          <a:extLst>
                            <a:ext uri="{FF2B5EF4-FFF2-40B4-BE49-F238E27FC236}">
                              <a16:creationId xmlns:a16="http://schemas.microsoft.com/office/drawing/2014/main" id="{032B704D-FA41-40EA-B240-4BF929EE627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86" name="3D Model 6785" descr="Sphere">
                              <a:extLst>
                                <a:ext uri="{FF2B5EF4-FFF2-40B4-BE49-F238E27FC236}">
                                  <a16:creationId xmlns:a16="http://schemas.microsoft.com/office/drawing/2014/main" id="{6CA0E0B4-9804-4A27-80CC-861BCBA3ADE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6619981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87" name="Flowchart: Connector 6786">
                          <a:extLst>
                            <a:ext uri="{FF2B5EF4-FFF2-40B4-BE49-F238E27FC236}">
                              <a16:creationId xmlns:a16="http://schemas.microsoft.com/office/drawing/2014/main" id="{CF8792CD-C32D-4E4A-9F99-D8124FDACB3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88" name="3D Model 6787" descr="Sphere">
                              <a:extLst>
                                <a:ext uri="{FF2B5EF4-FFF2-40B4-BE49-F238E27FC236}">
                                  <a16:creationId xmlns:a16="http://schemas.microsoft.com/office/drawing/2014/main" id="{AAB5B52B-15CD-471D-AD4E-5B94B104B2E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290855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89" name="Flowchart: Connector 6788">
                          <a:extLst>
                            <a:ext uri="{FF2B5EF4-FFF2-40B4-BE49-F238E27FC236}">
                              <a16:creationId xmlns:a16="http://schemas.microsoft.com/office/drawing/2014/main" id="{7E675DB9-C7CF-434C-8670-49F46471E56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90" name="3D Model 6789" descr="Sphere">
                              <a:extLst>
                                <a:ext uri="{FF2B5EF4-FFF2-40B4-BE49-F238E27FC236}">
                                  <a16:creationId xmlns:a16="http://schemas.microsoft.com/office/drawing/2014/main" id="{B8AD8D9F-81BB-4E53-B687-51F1798D421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4280771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733" name="Group 6732">
                        <a:extLst>
                          <a:ext uri="{FF2B5EF4-FFF2-40B4-BE49-F238E27FC236}">
                            <a16:creationId xmlns:a16="http://schemas.microsoft.com/office/drawing/2014/main" id="{9B454649-D9C9-4A34-AA96-72A47389EE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767" name="Flowchart: Connector 6766">
                          <a:extLst>
                            <a:ext uri="{FF2B5EF4-FFF2-40B4-BE49-F238E27FC236}">
                              <a16:creationId xmlns:a16="http://schemas.microsoft.com/office/drawing/2014/main" id="{7C5A82E7-7B6F-452F-B84C-1F35C9F8673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68" name="Flowchart: Connector 6767">
                          <a:extLst>
                            <a:ext uri="{FF2B5EF4-FFF2-40B4-BE49-F238E27FC236}">
                              <a16:creationId xmlns:a16="http://schemas.microsoft.com/office/drawing/2014/main" id="{3015030A-B45F-4107-AF5F-DDCCEC5704C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69" name="Flowchart: Connector 6768">
                          <a:extLst>
                            <a:ext uri="{FF2B5EF4-FFF2-40B4-BE49-F238E27FC236}">
                              <a16:creationId xmlns:a16="http://schemas.microsoft.com/office/drawing/2014/main" id="{062F4AE7-BF79-4D59-AD4A-03A4A6426AC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70" name="Flowchart: Connector 6769">
                          <a:extLst>
                            <a:ext uri="{FF2B5EF4-FFF2-40B4-BE49-F238E27FC236}">
                              <a16:creationId xmlns:a16="http://schemas.microsoft.com/office/drawing/2014/main" id="{34126AE9-7BCF-4FB8-BC54-B7A3DC05440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71" name="Flowchart: Connector 6770">
                          <a:extLst>
                            <a:ext uri="{FF2B5EF4-FFF2-40B4-BE49-F238E27FC236}">
                              <a16:creationId xmlns:a16="http://schemas.microsoft.com/office/drawing/2014/main" id="{987BB0B8-7C76-4F70-9653-5D517A54D9C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72" name="Flowchart: Connector 6771">
                          <a:extLst>
                            <a:ext uri="{FF2B5EF4-FFF2-40B4-BE49-F238E27FC236}">
                              <a16:creationId xmlns:a16="http://schemas.microsoft.com/office/drawing/2014/main" id="{FBDB7143-1FF4-4F6B-B50F-5F69B854988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73" name="Flowchart: Connector 6772">
                          <a:extLst>
                            <a:ext uri="{FF2B5EF4-FFF2-40B4-BE49-F238E27FC236}">
                              <a16:creationId xmlns:a16="http://schemas.microsoft.com/office/drawing/2014/main" id="{C2538FC0-0280-44A0-AA14-E55D1B905E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74" name="Flowchart: Connector 6773">
                          <a:extLst>
                            <a:ext uri="{FF2B5EF4-FFF2-40B4-BE49-F238E27FC236}">
                              <a16:creationId xmlns:a16="http://schemas.microsoft.com/office/drawing/2014/main" id="{99BF3BEA-29EA-4B12-8B20-D09C2307287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75" name="Flowchart: Connector 6774">
                          <a:extLst>
                            <a:ext uri="{FF2B5EF4-FFF2-40B4-BE49-F238E27FC236}">
                              <a16:creationId xmlns:a16="http://schemas.microsoft.com/office/drawing/2014/main" id="{23019877-0AC1-491F-B319-912F05814CB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76" name="3D Model 6775" descr="Sphere">
                              <a:extLst>
                                <a:ext uri="{FF2B5EF4-FFF2-40B4-BE49-F238E27FC236}">
                                  <a16:creationId xmlns:a16="http://schemas.microsoft.com/office/drawing/2014/main" id="{5712CCE9-2688-4B92-A78A-56DCAA871FC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1160745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77" name="Flowchart: Connector 6776">
                          <a:extLst>
                            <a:ext uri="{FF2B5EF4-FFF2-40B4-BE49-F238E27FC236}">
                              <a16:creationId xmlns:a16="http://schemas.microsoft.com/office/drawing/2014/main" id="{7BA4F58F-F98F-41A4-87A3-3B7AE702E9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78" name="3D Model 6777" descr="Sphere">
                              <a:extLst>
                                <a:ext uri="{FF2B5EF4-FFF2-40B4-BE49-F238E27FC236}">
                                  <a16:creationId xmlns:a16="http://schemas.microsoft.com/office/drawing/2014/main" id="{A9E4552A-288A-4F6B-A4D6-2814750402D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0992163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79" name="Flowchart: Connector 6778">
                          <a:extLst>
                            <a:ext uri="{FF2B5EF4-FFF2-40B4-BE49-F238E27FC236}">
                              <a16:creationId xmlns:a16="http://schemas.microsoft.com/office/drawing/2014/main" id="{767EFB02-DFE3-4AA4-B440-91413999278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80" name="3D Model 6779" descr="Sphere">
                              <a:extLst>
                                <a:ext uri="{FF2B5EF4-FFF2-40B4-BE49-F238E27FC236}">
                                  <a16:creationId xmlns:a16="http://schemas.microsoft.com/office/drawing/2014/main" id="{DF607E50-EDD1-40CA-8712-A1CE5C51EE9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0224020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81" name="Flowchart: Connector 6780">
                          <a:extLst>
                            <a:ext uri="{FF2B5EF4-FFF2-40B4-BE49-F238E27FC236}">
                              <a16:creationId xmlns:a16="http://schemas.microsoft.com/office/drawing/2014/main" id="{3E9C5604-31EF-4CB4-A113-062C406D18D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82" name="3D Model 6781" descr="Sphere">
                              <a:extLst>
                                <a:ext uri="{FF2B5EF4-FFF2-40B4-BE49-F238E27FC236}">
                                  <a16:creationId xmlns:a16="http://schemas.microsoft.com/office/drawing/2014/main" id="{E15ACD9B-7BDB-4061-8415-0466FA11EA2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4425393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734" name="Group 6733">
                        <a:extLst>
                          <a:ext uri="{FF2B5EF4-FFF2-40B4-BE49-F238E27FC236}">
                            <a16:creationId xmlns:a16="http://schemas.microsoft.com/office/drawing/2014/main" id="{7E70BF2F-0CDE-457C-BF65-488527F77FB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751" name="Flowchart: Connector 6750">
                          <a:extLst>
                            <a:ext uri="{FF2B5EF4-FFF2-40B4-BE49-F238E27FC236}">
                              <a16:creationId xmlns:a16="http://schemas.microsoft.com/office/drawing/2014/main" id="{CFA9676F-1C16-4552-9E10-2A5892CFD84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52" name="Flowchart: Connector 6751">
                          <a:extLst>
                            <a:ext uri="{FF2B5EF4-FFF2-40B4-BE49-F238E27FC236}">
                              <a16:creationId xmlns:a16="http://schemas.microsoft.com/office/drawing/2014/main" id="{C664FA3F-7CA4-4C59-BC42-AC74794E939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53" name="Flowchart: Connector 6752">
                          <a:extLst>
                            <a:ext uri="{FF2B5EF4-FFF2-40B4-BE49-F238E27FC236}">
                              <a16:creationId xmlns:a16="http://schemas.microsoft.com/office/drawing/2014/main" id="{14476034-6231-4A95-B5F7-B25C8CB67C1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54" name="Flowchart: Connector 6753">
                          <a:extLst>
                            <a:ext uri="{FF2B5EF4-FFF2-40B4-BE49-F238E27FC236}">
                              <a16:creationId xmlns:a16="http://schemas.microsoft.com/office/drawing/2014/main" id="{1B18121C-092C-4F04-B419-D0D6A59EEB0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55" name="Flowchart: Connector 6754">
                          <a:extLst>
                            <a:ext uri="{FF2B5EF4-FFF2-40B4-BE49-F238E27FC236}">
                              <a16:creationId xmlns:a16="http://schemas.microsoft.com/office/drawing/2014/main" id="{1667B822-A707-4F4F-942C-579912F88B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56" name="Flowchart: Connector 6755">
                          <a:extLst>
                            <a:ext uri="{FF2B5EF4-FFF2-40B4-BE49-F238E27FC236}">
                              <a16:creationId xmlns:a16="http://schemas.microsoft.com/office/drawing/2014/main" id="{9CDDBEAC-593A-4611-B4B9-D7E3D1C168B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57" name="Flowchart: Connector 6756">
                          <a:extLst>
                            <a:ext uri="{FF2B5EF4-FFF2-40B4-BE49-F238E27FC236}">
                              <a16:creationId xmlns:a16="http://schemas.microsoft.com/office/drawing/2014/main" id="{3845A02F-402C-47C0-AEA4-0852976E8E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58" name="Flowchart: Connector 6757">
                          <a:extLst>
                            <a:ext uri="{FF2B5EF4-FFF2-40B4-BE49-F238E27FC236}">
                              <a16:creationId xmlns:a16="http://schemas.microsoft.com/office/drawing/2014/main" id="{73ADDFBB-95B9-45D1-B27B-B3B5C6980BE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59" name="Flowchart: Connector 6758">
                          <a:extLst>
                            <a:ext uri="{FF2B5EF4-FFF2-40B4-BE49-F238E27FC236}">
                              <a16:creationId xmlns:a16="http://schemas.microsoft.com/office/drawing/2014/main" id="{69CCEA60-99C5-4B16-8F05-20AED1D2F94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60" name="3D Model 6759" descr="Sphere">
                              <a:extLst>
                                <a:ext uri="{FF2B5EF4-FFF2-40B4-BE49-F238E27FC236}">
                                  <a16:creationId xmlns:a16="http://schemas.microsoft.com/office/drawing/2014/main" id="{701FA48B-07E7-4354-9B48-76AFB947785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2378181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61" name="Flowchart: Connector 6760">
                          <a:extLst>
                            <a:ext uri="{FF2B5EF4-FFF2-40B4-BE49-F238E27FC236}">
                              <a16:creationId xmlns:a16="http://schemas.microsoft.com/office/drawing/2014/main" id="{915AD71D-2E3E-4A0E-83C8-B8C213B9415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62" name="3D Model 6761" descr="Sphere">
                              <a:extLst>
                                <a:ext uri="{FF2B5EF4-FFF2-40B4-BE49-F238E27FC236}">
                                  <a16:creationId xmlns:a16="http://schemas.microsoft.com/office/drawing/2014/main" id="{BF9D9D8F-0B90-4052-9450-702D3847C9D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556977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63" name="Flowchart: Connector 6762">
                          <a:extLst>
                            <a:ext uri="{FF2B5EF4-FFF2-40B4-BE49-F238E27FC236}">
                              <a16:creationId xmlns:a16="http://schemas.microsoft.com/office/drawing/2014/main" id="{CC3AFBCF-4BD0-48DE-8927-5509BD5151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64" name="3D Model 6763" descr="Sphere">
                              <a:extLst>
                                <a:ext uri="{FF2B5EF4-FFF2-40B4-BE49-F238E27FC236}">
                                  <a16:creationId xmlns:a16="http://schemas.microsoft.com/office/drawing/2014/main" id="{6F3D363B-DAD7-4332-9947-01998E99E01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1854928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65" name="Flowchart: Connector 6764">
                          <a:extLst>
                            <a:ext uri="{FF2B5EF4-FFF2-40B4-BE49-F238E27FC236}">
                              <a16:creationId xmlns:a16="http://schemas.microsoft.com/office/drawing/2014/main" id="{235A85D5-DC01-4309-98B9-3CE4DAB3FE3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66" name="3D Model 6765" descr="Sphere">
                              <a:extLst>
                                <a:ext uri="{FF2B5EF4-FFF2-40B4-BE49-F238E27FC236}">
                                  <a16:creationId xmlns:a16="http://schemas.microsoft.com/office/drawing/2014/main" id="{3FCA05BA-994A-4BCF-A393-904BC71B3D8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2056664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6735" name="Flowchart: Connector 6734">
                        <a:extLst>
                          <a:ext uri="{FF2B5EF4-FFF2-40B4-BE49-F238E27FC236}">
                            <a16:creationId xmlns:a16="http://schemas.microsoft.com/office/drawing/2014/main" id="{5BFAD813-DB4A-4535-A646-A53B1CD37F1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36" name="Flowchart: Connector 6735">
                        <a:extLst>
                          <a:ext uri="{FF2B5EF4-FFF2-40B4-BE49-F238E27FC236}">
                            <a16:creationId xmlns:a16="http://schemas.microsoft.com/office/drawing/2014/main" id="{13024B15-B7FA-46C8-B1EC-19EF2758981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37" name="Flowchart: Connector 6736">
                        <a:extLst>
                          <a:ext uri="{FF2B5EF4-FFF2-40B4-BE49-F238E27FC236}">
                            <a16:creationId xmlns:a16="http://schemas.microsoft.com/office/drawing/2014/main" id="{D83C501E-F6C9-486B-9196-F9FC11BF60E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38" name="Flowchart: Connector 6737">
                        <a:extLst>
                          <a:ext uri="{FF2B5EF4-FFF2-40B4-BE49-F238E27FC236}">
                            <a16:creationId xmlns:a16="http://schemas.microsoft.com/office/drawing/2014/main" id="{C026E2DA-72F1-4694-99AF-79742B7581F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39" name="Flowchart: Connector 6738">
                        <a:extLst>
                          <a:ext uri="{FF2B5EF4-FFF2-40B4-BE49-F238E27FC236}">
                            <a16:creationId xmlns:a16="http://schemas.microsoft.com/office/drawing/2014/main" id="{8A2F3449-ABD2-4440-B2BE-B5061E925AD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40" name="Flowchart: Connector 6739">
                        <a:extLst>
                          <a:ext uri="{FF2B5EF4-FFF2-40B4-BE49-F238E27FC236}">
                            <a16:creationId xmlns:a16="http://schemas.microsoft.com/office/drawing/2014/main" id="{BA0E90D5-9430-491F-ADEA-1D537BC42A2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41" name="Flowchart: Connector 6740">
                        <a:extLst>
                          <a:ext uri="{FF2B5EF4-FFF2-40B4-BE49-F238E27FC236}">
                            <a16:creationId xmlns:a16="http://schemas.microsoft.com/office/drawing/2014/main" id="{944E83F2-B7AB-423C-8AE0-4314528FB81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42" name="Flowchart: Connector 6741">
                        <a:extLst>
                          <a:ext uri="{FF2B5EF4-FFF2-40B4-BE49-F238E27FC236}">
                            <a16:creationId xmlns:a16="http://schemas.microsoft.com/office/drawing/2014/main" id="{E0D5EA23-5B3B-441E-89AE-7B0EAFC0EB7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43" name="Flowchart: Connector 6742">
                        <a:extLst>
                          <a:ext uri="{FF2B5EF4-FFF2-40B4-BE49-F238E27FC236}">
                            <a16:creationId xmlns:a16="http://schemas.microsoft.com/office/drawing/2014/main" id="{B7CB4492-7CE0-47E0-988C-31E0AE5415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744" name="3D Model 6743" descr="Sphere">
                            <a:extLst>
                              <a:ext uri="{FF2B5EF4-FFF2-40B4-BE49-F238E27FC236}">
                                <a16:creationId xmlns:a16="http://schemas.microsoft.com/office/drawing/2014/main" id="{C36CCBF2-6291-4E92-BD81-A971214A2D1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52863890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745" name="Flowchart: Connector 6744">
                        <a:extLst>
                          <a:ext uri="{FF2B5EF4-FFF2-40B4-BE49-F238E27FC236}">
                            <a16:creationId xmlns:a16="http://schemas.microsoft.com/office/drawing/2014/main" id="{D97F143C-F37A-4F23-B7D7-E3F12E09EB3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746" name="3D Model 6745" descr="Sphere">
                            <a:extLst>
                              <a:ext uri="{FF2B5EF4-FFF2-40B4-BE49-F238E27FC236}">
                                <a16:creationId xmlns:a16="http://schemas.microsoft.com/office/drawing/2014/main" id="{3317178F-3CFA-43A0-A6DD-D4566B9C1F2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77474850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747" name="Flowchart: Connector 6746">
                        <a:extLst>
                          <a:ext uri="{FF2B5EF4-FFF2-40B4-BE49-F238E27FC236}">
                            <a16:creationId xmlns:a16="http://schemas.microsoft.com/office/drawing/2014/main" id="{A27637CC-95AD-4CB7-BDCD-63E09E04659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748" name="3D Model 6747" descr="Sphere">
                            <a:extLst>
                              <a:ext uri="{FF2B5EF4-FFF2-40B4-BE49-F238E27FC236}">
                                <a16:creationId xmlns:a16="http://schemas.microsoft.com/office/drawing/2014/main" id="{70EE3E9B-D13F-4537-903E-99FB4F01427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38006003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749" name="Flowchart: Connector 6748">
                        <a:extLst>
                          <a:ext uri="{FF2B5EF4-FFF2-40B4-BE49-F238E27FC236}">
                            <a16:creationId xmlns:a16="http://schemas.microsoft.com/office/drawing/2014/main" id="{F593713D-5ED9-4C6F-8F6E-82F1DB52A1D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750" name="3D Model 6749" descr="Sphere">
                            <a:extLst>
                              <a:ext uri="{FF2B5EF4-FFF2-40B4-BE49-F238E27FC236}">
                                <a16:creationId xmlns:a16="http://schemas.microsoft.com/office/drawing/2014/main" id="{797CEFEF-29C0-4919-A930-5521EA5B00C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00351582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6586" name="Group 6585">
                    <a:extLst>
                      <a:ext uri="{FF2B5EF4-FFF2-40B4-BE49-F238E27FC236}">
                        <a16:creationId xmlns:a16="http://schemas.microsoft.com/office/drawing/2014/main" id="{AA03804A-AC40-4100-9BC2-25F15F308375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6727" name="Flowchart: Connector 6726">
                      <a:extLst>
                        <a:ext uri="{FF2B5EF4-FFF2-40B4-BE49-F238E27FC236}">
                          <a16:creationId xmlns:a16="http://schemas.microsoft.com/office/drawing/2014/main" id="{466A27ED-54EF-44A5-BC63-2820B729C94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728" name="Flowchart: Connector 6727">
                      <a:extLst>
                        <a:ext uri="{FF2B5EF4-FFF2-40B4-BE49-F238E27FC236}">
                          <a16:creationId xmlns:a16="http://schemas.microsoft.com/office/drawing/2014/main" id="{D6E322BD-8E7E-497D-A4F5-8E645C6C2D4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729" name="Flowchart: Connector 6728">
                      <a:extLst>
                        <a:ext uri="{FF2B5EF4-FFF2-40B4-BE49-F238E27FC236}">
                          <a16:creationId xmlns:a16="http://schemas.microsoft.com/office/drawing/2014/main" id="{9C47B2CD-ECCF-4BCC-9D16-F5E1DBAEB70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6587" name="Flowchart: Connector 6586">
                    <a:extLst>
                      <a:ext uri="{FF2B5EF4-FFF2-40B4-BE49-F238E27FC236}">
                        <a16:creationId xmlns:a16="http://schemas.microsoft.com/office/drawing/2014/main" id="{92B457B7-90A0-4096-BA14-544A212CF0B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588" name="Flowchart: Connector 6587">
                    <a:extLst>
                      <a:ext uri="{FF2B5EF4-FFF2-40B4-BE49-F238E27FC236}">
                        <a16:creationId xmlns:a16="http://schemas.microsoft.com/office/drawing/2014/main" id="{51BF4DF0-5185-40BC-A8A7-DA55F817846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6589" name="Group 6588">
                    <a:extLst>
                      <a:ext uri="{FF2B5EF4-FFF2-40B4-BE49-F238E27FC236}">
                        <a16:creationId xmlns:a16="http://schemas.microsoft.com/office/drawing/2014/main" id="{5DC8E985-CC96-433A-9CC3-83CCA15BB51D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6724" name="Flowchart: Connector 6723">
                      <a:extLst>
                        <a:ext uri="{FF2B5EF4-FFF2-40B4-BE49-F238E27FC236}">
                          <a16:creationId xmlns:a16="http://schemas.microsoft.com/office/drawing/2014/main" id="{71E0C002-BCED-4334-8B10-8ABF8986AF5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725" name="Flowchart: Connector 6724">
                      <a:extLst>
                        <a:ext uri="{FF2B5EF4-FFF2-40B4-BE49-F238E27FC236}">
                          <a16:creationId xmlns:a16="http://schemas.microsoft.com/office/drawing/2014/main" id="{C93FB7F9-424A-45E0-84C4-539CB242915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726" name="Flowchart: Connector 6725">
                      <a:extLst>
                        <a:ext uri="{FF2B5EF4-FFF2-40B4-BE49-F238E27FC236}">
                          <a16:creationId xmlns:a16="http://schemas.microsoft.com/office/drawing/2014/main" id="{B6F9AF26-E3AA-4D9D-862B-66CB240DBBF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6590" name="Group 6589">
                    <a:extLst>
                      <a:ext uri="{FF2B5EF4-FFF2-40B4-BE49-F238E27FC236}">
                        <a16:creationId xmlns:a16="http://schemas.microsoft.com/office/drawing/2014/main" id="{D7B81596-7AE8-45F5-A792-01DBC2F73F19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6659" name="Group 6658">
                      <a:extLst>
                        <a:ext uri="{FF2B5EF4-FFF2-40B4-BE49-F238E27FC236}">
                          <a16:creationId xmlns:a16="http://schemas.microsoft.com/office/drawing/2014/main" id="{16EBDED0-02AD-4A5D-97AD-AB27726544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6720" name="Flowchart: Connector 6719">
                        <a:extLst>
                          <a:ext uri="{FF2B5EF4-FFF2-40B4-BE49-F238E27FC236}">
                            <a16:creationId xmlns:a16="http://schemas.microsoft.com/office/drawing/2014/main" id="{600DE12C-06A3-465B-9797-89F387449C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21" name="Flowchart: Connector 6720">
                        <a:extLst>
                          <a:ext uri="{FF2B5EF4-FFF2-40B4-BE49-F238E27FC236}">
                            <a16:creationId xmlns:a16="http://schemas.microsoft.com/office/drawing/2014/main" id="{3AB1B559-C043-4CF7-BE03-A9DA039676D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22" name="Flowchart: Connector 6721">
                        <a:extLst>
                          <a:ext uri="{FF2B5EF4-FFF2-40B4-BE49-F238E27FC236}">
                            <a16:creationId xmlns:a16="http://schemas.microsoft.com/office/drawing/2014/main" id="{D020E09F-2B14-4AB2-9E36-E0F003D368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723" name="Flowchart: Connector 6722">
                        <a:extLst>
                          <a:ext uri="{FF2B5EF4-FFF2-40B4-BE49-F238E27FC236}">
                            <a16:creationId xmlns:a16="http://schemas.microsoft.com/office/drawing/2014/main" id="{FE50D4A9-B9B1-4AE6-840C-28456E16579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6660" name="Group 6659">
                      <a:extLst>
                        <a:ext uri="{FF2B5EF4-FFF2-40B4-BE49-F238E27FC236}">
                          <a16:creationId xmlns:a16="http://schemas.microsoft.com/office/drawing/2014/main" id="{D7154335-78F5-4C82-BF2D-204FF9EF9D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6661" name="Group 6660">
                        <a:extLst>
                          <a:ext uri="{FF2B5EF4-FFF2-40B4-BE49-F238E27FC236}">
                            <a16:creationId xmlns:a16="http://schemas.microsoft.com/office/drawing/2014/main" id="{6DD9249C-C039-4F22-A8BB-A84CB5D2A4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6712" name="Flowchart: Connector 6711">
                          <a:extLst>
                            <a:ext uri="{FF2B5EF4-FFF2-40B4-BE49-F238E27FC236}">
                              <a16:creationId xmlns:a16="http://schemas.microsoft.com/office/drawing/2014/main" id="{AE09707C-9E6B-4ABA-83DE-D5FC45AA47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13" name="3D Model 6712" descr="Sphere">
                              <a:extLst>
                                <a:ext uri="{FF2B5EF4-FFF2-40B4-BE49-F238E27FC236}">
                                  <a16:creationId xmlns:a16="http://schemas.microsoft.com/office/drawing/2014/main" id="{F3DB3995-BB64-4BF6-9F27-F744D57E921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5897606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14" name="Flowchart: Connector 6713">
                          <a:extLst>
                            <a:ext uri="{FF2B5EF4-FFF2-40B4-BE49-F238E27FC236}">
                              <a16:creationId xmlns:a16="http://schemas.microsoft.com/office/drawing/2014/main" id="{C311326F-ACCF-446C-8A22-D23D79F968D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15" name="3D Model 6714" descr="Sphere">
                              <a:extLst>
                                <a:ext uri="{FF2B5EF4-FFF2-40B4-BE49-F238E27FC236}">
                                  <a16:creationId xmlns:a16="http://schemas.microsoft.com/office/drawing/2014/main" id="{09844471-FA5F-452A-A5DA-676DC3F037F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3080782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16" name="Flowchart: Connector 6715">
                          <a:extLst>
                            <a:ext uri="{FF2B5EF4-FFF2-40B4-BE49-F238E27FC236}">
                              <a16:creationId xmlns:a16="http://schemas.microsoft.com/office/drawing/2014/main" id="{14F6F739-972A-4158-B7D2-1917925313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17" name="3D Model 6716" descr="Sphere">
                              <a:extLst>
                                <a:ext uri="{FF2B5EF4-FFF2-40B4-BE49-F238E27FC236}">
                                  <a16:creationId xmlns:a16="http://schemas.microsoft.com/office/drawing/2014/main" id="{A97D2FC7-C15D-45D0-B4F7-0EB90427586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6624480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18" name="Flowchart: Connector 6717">
                          <a:extLst>
                            <a:ext uri="{FF2B5EF4-FFF2-40B4-BE49-F238E27FC236}">
                              <a16:creationId xmlns:a16="http://schemas.microsoft.com/office/drawing/2014/main" id="{2C353535-B274-4360-82F1-03B51D2FC62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19" name="3D Model 6718" descr="Sphere">
                              <a:extLst>
                                <a:ext uri="{FF2B5EF4-FFF2-40B4-BE49-F238E27FC236}">
                                  <a16:creationId xmlns:a16="http://schemas.microsoft.com/office/drawing/2014/main" id="{FCE21813-C3D5-4E63-8EB7-FC852444134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1972503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662" name="Group 6661">
                        <a:extLst>
                          <a:ext uri="{FF2B5EF4-FFF2-40B4-BE49-F238E27FC236}">
                            <a16:creationId xmlns:a16="http://schemas.microsoft.com/office/drawing/2014/main" id="{6A669B64-AB60-4483-998A-62D60A12ADE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696" name="Flowchart: Connector 6695">
                          <a:extLst>
                            <a:ext uri="{FF2B5EF4-FFF2-40B4-BE49-F238E27FC236}">
                              <a16:creationId xmlns:a16="http://schemas.microsoft.com/office/drawing/2014/main" id="{856C4D6F-4168-42F9-A61C-19EDE2085FC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697" name="Flowchart: Connector 6696">
                          <a:extLst>
                            <a:ext uri="{FF2B5EF4-FFF2-40B4-BE49-F238E27FC236}">
                              <a16:creationId xmlns:a16="http://schemas.microsoft.com/office/drawing/2014/main" id="{87F0FBE3-5DEB-47D1-B524-F5FDA4E9A0E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698" name="Flowchart: Connector 6697">
                          <a:extLst>
                            <a:ext uri="{FF2B5EF4-FFF2-40B4-BE49-F238E27FC236}">
                              <a16:creationId xmlns:a16="http://schemas.microsoft.com/office/drawing/2014/main" id="{79F99D67-E83E-4462-A30E-B9025FC2A6A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699" name="Flowchart: Connector 6698">
                          <a:extLst>
                            <a:ext uri="{FF2B5EF4-FFF2-40B4-BE49-F238E27FC236}">
                              <a16:creationId xmlns:a16="http://schemas.microsoft.com/office/drawing/2014/main" id="{A97A140B-EEA1-4D4E-90F5-F52A3FD5125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00" name="Flowchart: Connector 6699">
                          <a:extLst>
                            <a:ext uri="{FF2B5EF4-FFF2-40B4-BE49-F238E27FC236}">
                              <a16:creationId xmlns:a16="http://schemas.microsoft.com/office/drawing/2014/main" id="{0C6B3107-143B-4EF0-A8FE-1FBAC9F4982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01" name="Flowchart: Connector 6700">
                          <a:extLst>
                            <a:ext uri="{FF2B5EF4-FFF2-40B4-BE49-F238E27FC236}">
                              <a16:creationId xmlns:a16="http://schemas.microsoft.com/office/drawing/2014/main" id="{031C8F1B-D433-4A24-A5A4-5C0528EE0AF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02" name="Flowchart: Connector 6701">
                          <a:extLst>
                            <a:ext uri="{FF2B5EF4-FFF2-40B4-BE49-F238E27FC236}">
                              <a16:creationId xmlns:a16="http://schemas.microsoft.com/office/drawing/2014/main" id="{8748B9B4-DBCA-4562-BCF8-624B943CC2B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03" name="Flowchart: Connector 6702">
                          <a:extLst>
                            <a:ext uri="{FF2B5EF4-FFF2-40B4-BE49-F238E27FC236}">
                              <a16:creationId xmlns:a16="http://schemas.microsoft.com/office/drawing/2014/main" id="{9B7B79C2-FB19-42F0-A9D1-FC32ECFA2B9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704" name="Flowchart: Connector 6703">
                          <a:extLst>
                            <a:ext uri="{FF2B5EF4-FFF2-40B4-BE49-F238E27FC236}">
                              <a16:creationId xmlns:a16="http://schemas.microsoft.com/office/drawing/2014/main" id="{4B1D8F92-CDE9-4366-90FF-95BD99AF1A6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05" name="3D Model 6704" descr="Sphere">
                              <a:extLst>
                                <a:ext uri="{FF2B5EF4-FFF2-40B4-BE49-F238E27FC236}">
                                  <a16:creationId xmlns:a16="http://schemas.microsoft.com/office/drawing/2014/main" id="{DB5C82EB-6D6C-4F4E-8E82-F674A233D05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5965215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06" name="Flowchart: Connector 6705">
                          <a:extLst>
                            <a:ext uri="{FF2B5EF4-FFF2-40B4-BE49-F238E27FC236}">
                              <a16:creationId xmlns:a16="http://schemas.microsoft.com/office/drawing/2014/main" id="{43FC5FC7-18FA-4097-A937-2998C567285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07" name="3D Model 6706" descr="Sphere">
                              <a:extLst>
                                <a:ext uri="{FF2B5EF4-FFF2-40B4-BE49-F238E27FC236}">
                                  <a16:creationId xmlns:a16="http://schemas.microsoft.com/office/drawing/2014/main" id="{706D77F1-3CA5-4D7B-9995-C5B9CA4C2D8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3209459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08" name="Flowchart: Connector 6707">
                          <a:extLst>
                            <a:ext uri="{FF2B5EF4-FFF2-40B4-BE49-F238E27FC236}">
                              <a16:creationId xmlns:a16="http://schemas.microsoft.com/office/drawing/2014/main" id="{0192A99E-9C20-4B44-A2FD-C8A658196EE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09" name="3D Model 6708" descr="Sphere">
                              <a:extLst>
                                <a:ext uri="{FF2B5EF4-FFF2-40B4-BE49-F238E27FC236}">
                                  <a16:creationId xmlns:a16="http://schemas.microsoft.com/office/drawing/2014/main" id="{6BF0A6B0-1553-41D2-BEA0-083375BE07F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408294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710" name="Flowchart: Connector 6709">
                          <a:extLst>
                            <a:ext uri="{FF2B5EF4-FFF2-40B4-BE49-F238E27FC236}">
                              <a16:creationId xmlns:a16="http://schemas.microsoft.com/office/drawing/2014/main" id="{9FE7A9F8-B78F-420C-B96A-8613EA47D94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711" name="3D Model 6710" descr="Sphere">
                              <a:extLst>
                                <a:ext uri="{FF2B5EF4-FFF2-40B4-BE49-F238E27FC236}">
                                  <a16:creationId xmlns:a16="http://schemas.microsoft.com/office/drawing/2014/main" id="{8929BDA9-EC8D-41FE-9339-44DDADD4B01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8650947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663" name="Group 6662">
                        <a:extLst>
                          <a:ext uri="{FF2B5EF4-FFF2-40B4-BE49-F238E27FC236}">
                            <a16:creationId xmlns:a16="http://schemas.microsoft.com/office/drawing/2014/main" id="{6B455116-35CF-4C94-B0A1-22975DB48F8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680" name="Flowchart: Connector 6679">
                          <a:extLst>
                            <a:ext uri="{FF2B5EF4-FFF2-40B4-BE49-F238E27FC236}">
                              <a16:creationId xmlns:a16="http://schemas.microsoft.com/office/drawing/2014/main" id="{BF3CF29D-FC30-499E-B32F-7AAE1DF2098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681" name="Flowchart: Connector 6680">
                          <a:extLst>
                            <a:ext uri="{FF2B5EF4-FFF2-40B4-BE49-F238E27FC236}">
                              <a16:creationId xmlns:a16="http://schemas.microsoft.com/office/drawing/2014/main" id="{62FB188B-E161-412A-97F2-9347AA4AD65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682" name="Flowchart: Connector 6681">
                          <a:extLst>
                            <a:ext uri="{FF2B5EF4-FFF2-40B4-BE49-F238E27FC236}">
                              <a16:creationId xmlns:a16="http://schemas.microsoft.com/office/drawing/2014/main" id="{8AF5CF37-A35F-4F88-82C5-D75A3D0388F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683" name="Flowchart: Connector 6682">
                          <a:extLst>
                            <a:ext uri="{FF2B5EF4-FFF2-40B4-BE49-F238E27FC236}">
                              <a16:creationId xmlns:a16="http://schemas.microsoft.com/office/drawing/2014/main" id="{3CCB7040-AD09-4F5E-A1BA-9E7FA5970F9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684" name="Flowchart: Connector 6683">
                          <a:extLst>
                            <a:ext uri="{FF2B5EF4-FFF2-40B4-BE49-F238E27FC236}">
                              <a16:creationId xmlns:a16="http://schemas.microsoft.com/office/drawing/2014/main" id="{ADE165AE-CB18-43D0-8121-6267E0A76DA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685" name="Flowchart: Connector 6684">
                          <a:extLst>
                            <a:ext uri="{FF2B5EF4-FFF2-40B4-BE49-F238E27FC236}">
                              <a16:creationId xmlns:a16="http://schemas.microsoft.com/office/drawing/2014/main" id="{798BE178-1631-44CD-AD9D-AF98F50D60B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686" name="Flowchart: Connector 6685">
                          <a:extLst>
                            <a:ext uri="{FF2B5EF4-FFF2-40B4-BE49-F238E27FC236}">
                              <a16:creationId xmlns:a16="http://schemas.microsoft.com/office/drawing/2014/main" id="{9FA0D944-1164-4A11-A4CD-D1EF51D704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687" name="Flowchart: Connector 6686">
                          <a:extLst>
                            <a:ext uri="{FF2B5EF4-FFF2-40B4-BE49-F238E27FC236}">
                              <a16:creationId xmlns:a16="http://schemas.microsoft.com/office/drawing/2014/main" id="{2929C044-6C4C-4A0C-8512-0DB05F078A5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688" name="Flowchart: Connector 6687">
                          <a:extLst>
                            <a:ext uri="{FF2B5EF4-FFF2-40B4-BE49-F238E27FC236}">
                              <a16:creationId xmlns:a16="http://schemas.microsoft.com/office/drawing/2014/main" id="{52D3D8E4-CA6D-4361-AD17-6A9859641DF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689" name="3D Model 6688" descr="Sphere">
                              <a:extLst>
                                <a:ext uri="{FF2B5EF4-FFF2-40B4-BE49-F238E27FC236}">
                                  <a16:creationId xmlns:a16="http://schemas.microsoft.com/office/drawing/2014/main" id="{74E67EA8-F7D4-4983-AC1A-3A653B3552C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4465792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690" name="Flowchart: Connector 6689">
                          <a:extLst>
                            <a:ext uri="{FF2B5EF4-FFF2-40B4-BE49-F238E27FC236}">
                              <a16:creationId xmlns:a16="http://schemas.microsoft.com/office/drawing/2014/main" id="{2CC77162-2836-4067-9C15-5EE9B1C742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691" name="3D Model 6690" descr="Sphere">
                              <a:extLst>
                                <a:ext uri="{FF2B5EF4-FFF2-40B4-BE49-F238E27FC236}">
                                  <a16:creationId xmlns:a16="http://schemas.microsoft.com/office/drawing/2014/main" id="{F9DCD5B7-FC30-40E5-A527-4F6A6006CEA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3553991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692" name="Flowchart: Connector 6691">
                          <a:extLst>
                            <a:ext uri="{FF2B5EF4-FFF2-40B4-BE49-F238E27FC236}">
                              <a16:creationId xmlns:a16="http://schemas.microsoft.com/office/drawing/2014/main" id="{9DDB98DD-EEB3-4C3F-94CF-C74B0AA99FB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693" name="3D Model 6692" descr="Sphere">
                              <a:extLst>
                                <a:ext uri="{FF2B5EF4-FFF2-40B4-BE49-F238E27FC236}">
                                  <a16:creationId xmlns:a16="http://schemas.microsoft.com/office/drawing/2014/main" id="{E6D262B2-8CBF-42F4-B387-279187B1091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4476357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694" name="Flowchart: Connector 6693">
                          <a:extLst>
                            <a:ext uri="{FF2B5EF4-FFF2-40B4-BE49-F238E27FC236}">
                              <a16:creationId xmlns:a16="http://schemas.microsoft.com/office/drawing/2014/main" id="{DDF7BC0E-2369-4142-B984-4CE688D46D4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695" name="3D Model 6694" descr="Sphere">
                              <a:extLst>
                                <a:ext uri="{FF2B5EF4-FFF2-40B4-BE49-F238E27FC236}">
                                  <a16:creationId xmlns:a16="http://schemas.microsoft.com/office/drawing/2014/main" id="{69B41048-982B-4839-98E7-FCD612EDD6F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2303225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6664" name="Flowchart: Connector 6663">
                        <a:extLst>
                          <a:ext uri="{FF2B5EF4-FFF2-40B4-BE49-F238E27FC236}">
                            <a16:creationId xmlns:a16="http://schemas.microsoft.com/office/drawing/2014/main" id="{7D0E0883-C32B-4D2D-8D30-9F79C10365E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65" name="Flowchart: Connector 6664">
                        <a:extLst>
                          <a:ext uri="{FF2B5EF4-FFF2-40B4-BE49-F238E27FC236}">
                            <a16:creationId xmlns:a16="http://schemas.microsoft.com/office/drawing/2014/main" id="{8B594A17-A31A-45FA-9DB1-586A77A8C33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66" name="Flowchart: Connector 6665">
                        <a:extLst>
                          <a:ext uri="{FF2B5EF4-FFF2-40B4-BE49-F238E27FC236}">
                            <a16:creationId xmlns:a16="http://schemas.microsoft.com/office/drawing/2014/main" id="{2132DD21-B883-460E-9FE3-7D76EFF73F2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67" name="Flowchart: Connector 6666">
                        <a:extLst>
                          <a:ext uri="{FF2B5EF4-FFF2-40B4-BE49-F238E27FC236}">
                            <a16:creationId xmlns:a16="http://schemas.microsoft.com/office/drawing/2014/main" id="{E90292E5-3248-4146-BFB5-8FBDB82ABA6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68" name="Flowchart: Connector 6667">
                        <a:extLst>
                          <a:ext uri="{FF2B5EF4-FFF2-40B4-BE49-F238E27FC236}">
                            <a16:creationId xmlns:a16="http://schemas.microsoft.com/office/drawing/2014/main" id="{C223CEB4-007C-401A-A988-688A4C4C44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69" name="Flowchart: Connector 6668">
                        <a:extLst>
                          <a:ext uri="{FF2B5EF4-FFF2-40B4-BE49-F238E27FC236}">
                            <a16:creationId xmlns:a16="http://schemas.microsoft.com/office/drawing/2014/main" id="{68D1136C-23CA-43FC-9AD5-CD1FD551CF0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70" name="Flowchart: Connector 6669">
                        <a:extLst>
                          <a:ext uri="{FF2B5EF4-FFF2-40B4-BE49-F238E27FC236}">
                            <a16:creationId xmlns:a16="http://schemas.microsoft.com/office/drawing/2014/main" id="{E2F362A7-6373-4584-94C0-869E79E5D2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71" name="Flowchart: Connector 6670">
                        <a:extLst>
                          <a:ext uri="{FF2B5EF4-FFF2-40B4-BE49-F238E27FC236}">
                            <a16:creationId xmlns:a16="http://schemas.microsoft.com/office/drawing/2014/main" id="{89656C38-94F7-4B0B-B6C2-C0F90B3136E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72" name="Flowchart: Connector 6671">
                        <a:extLst>
                          <a:ext uri="{FF2B5EF4-FFF2-40B4-BE49-F238E27FC236}">
                            <a16:creationId xmlns:a16="http://schemas.microsoft.com/office/drawing/2014/main" id="{8CBA44C3-B279-4206-84F4-18FE3DF7420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73" name="3D Model 6672" descr="Sphere">
                            <a:extLst>
                              <a:ext uri="{FF2B5EF4-FFF2-40B4-BE49-F238E27FC236}">
                                <a16:creationId xmlns:a16="http://schemas.microsoft.com/office/drawing/2014/main" id="{6BE2357B-807D-418F-AE9D-39D8A5E9AEF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08206725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74" name="Flowchart: Connector 6673">
                        <a:extLst>
                          <a:ext uri="{FF2B5EF4-FFF2-40B4-BE49-F238E27FC236}">
                            <a16:creationId xmlns:a16="http://schemas.microsoft.com/office/drawing/2014/main" id="{D90485BC-3ECA-4D34-990D-546BD7394E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75" name="3D Model 6674" descr="Sphere">
                            <a:extLst>
                              <a:ext uri="{FF2B5EF4-FFF2-40B4-BE49-F238E27FC236}">
                                <a16:creationId xmlns:a16="http://schemas.microsoft.com/office/drawing/2014/main" id="{2D95A50B-C87E-4010-9F98-152DCF9B7A9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78609001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76" name="Flowchart: Connector 6675">
                        <a:extLst>
                          <a:ext uri="{FF2B5EF4-FFF2-40B4-BE49-F238E27FC236}">
                            <a16:creationId xmlns:a16="http://schemas.microsoft.com/office/drawing/2014/main" id="{B6D938B7-02A0-4FA5-A606-231FF24582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77" name="3D Model 6676" descr="Sphere">
                            <a:extLst>
                              <a:ext uri="{FF2B5EF4-FFF2-40B4-BE49-F238E27FC236}">
                                <a16:creationId xmlns:a16="http://schemas.microsoft.com/office/drawing/2014/main" id="{D171E46E-2746-45B6-A0E0-4751A5F8DC6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72976920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78" name="Flowchart: Connector 6677">
                        <a:extLst>
                          <a:ext uri="{FF2B5EF4-FFF2-40B4-BE49-F238E27FC236}">
                            <a16:creationId xmlns:a16="http://schemas.microsoft.com/office/drawing/2014/main" id="{8E17BE8E-7FAE-4F24-A32A-0C6DEE8F91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79" name="3D Model 6678" descr="Sphere">
                            <a:extLst>
                              <a:ext uri="{FF2B5EF4-FFF2-40B4-BE49-F238E27FC236}">
                                <a16:creationId xmlns:a16="http://schemas.microsoft.com/office/drawing/2014/main" id="{673EE0C0-9C22-44A1-B611-2F45C0D8C00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16879817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6591" name="Flowchart: Connector 6590">
                    <a:extLst>
                      <a:ext uri="{FF2B5EF4-FFF2-40B4-BE49-F238E27FC236}">
                        <a16:creationId xmlns:a16="http://schemas.microsoft.com/office/drawing/2014/main" id="{C8F8B00F-710E-41B8-81CB-01E7A908223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592" name="Flowchart: Connector 6591">
                    <a:extLst>
                      <a:ext uri="{FF2B5EF4-FFF2-40B4-BE49-F238E27FC236}">
                        <a16:creationId xmlns:a16="http://schemas.microsoft.com/office/drawing/2014/main" id="{71BCC35A-2BC9-4AB2-B97A-A5B7EE77F5C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593" name="Flowchart: Connector 6592">
                    <a:extLst>
                      <a:ext uri="{FF2B5EF4-FFF2-40B4-BE49-F238E27FC236}">
                        <a16:creationId xmlns:a16="http://schemas.microsoft.com/office/drawing/2014/main" id="{5683A66E-47E7-4107-86E6-D08A12BAC39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594" name="Flowchart: Connector 6593">
                    <a:extLst>
                      <a:ext uri="{FF2B5EF4-FFF2-40B4-BE49-F238E27FC236}">
                        <a16:creationId xmlns:a16="http://schemas.microsoft.com/office/drawing/2014/main" id="{A48C14B2-B6E4-4B03-9FAC-47584A3F6E1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595" name="Flowchart: Connector 6594">
                    <a:extLst>
                      <a:ext uri="{FF2B5EF4-FFF2-40B4-BE49-F238E27FC236}">
                        <a16:creationId xmlns:a16="http://schemas.microsoft.com/office/drawing/2014/main" id="{EEA1D896-5199-4A1E-A353-8946AD15F4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596" name="Flowchart: Connector 6595">
                    <a:extLst>
                      <a:ext uri="{FF2B5EF4-FFF2-40B4-BE49-F238E27FC236}">
                        <a16:creationId xmlns:a16="http://schemas.microsoft.com/office/drawing/2014/main" id="{27E807E7-6046-4AF0-B442-6B1C6ED4987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597" name="Flowchart: Connector 6596">
                    <a:extLst>
                      <a:ext uri="{FF2B5EF4-FFF2-40B4-BE49-F238E27FC236}">
                        <a16:creationId xmlns:a16="http://schemas.microsoft.com/office/drawing/2014/main" id="{3A9CD22D-BE99-40B1-9C6F-BD8A063E28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598" name="Flowchart: Connector 6597">
                    <a:extLst>
                      <a:ext uri="{FF2B5EF4-FFF2-40B4-BE49-F238E27FC236}">
                        <a16:creationId xmlns:a16="http://schemas.microsoft.com/office/drawing/2014/main" id="{34A84F16-938E-404E-903A-BAE00F5091F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6599" name="Group 6598">
                    <a:extLst>
                      <a:ext uri="{FF2B5EF4-FFF2-40B4-BE49-F238E27FC236}">
                        <a16:creationId xmlns:a16="http://schemas.microsoft.com/office/drawing/2014/main" id="{F6F638F7-C9F4-42E8-ACBE-A0FC7C19B81E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6600" name="Group 6599">
                      <a:extLst>
                        <a:ext uri="{FF2B5EF4-FFF2-40B4-BE49-F238E27FC236}">
                          <a16:creationId xmlns:a16="http://schemas.microsoft.com/office/drawing/2014/main" id="{1109E3F9-8F09-44CA-A56C-C628C15FA0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6651" name="Flowchart: Connector 6650">
                        <a:extLst>
                          <a:ext uri="{FF2B5EF4-FFF2-40B4-BE49-F238E27FC236}">
                            <a16:creationId xmlns:a16="http://schemas.microsoft.com/office/drawing/2014/main" id="{37D82315-7006-4C15-960B-D148DBB132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52" name="3D Model 6651" descr="Sphere">
                            <a:extLst>
                              <a:ext uri="{FF2B5EF4-FFF2-40B4-BE49-F238E27FC236}">
                                <a16:creationId xmlns:a16="http://schemas.microsoft.com/office/drawing/2014/main" id="{24B90AD0-22F7-446A-8D6E-A52622BA109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55922197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53" name="Flowchart: Connector 6652">
                        <a:extLst>
                          <a:ext uri="{FF2B5EF4-FFF2-40B4-BE49-F238E27FC236}">
                            <a16:creationId xmlns:a16="http://schemas.microsoft.com/office/drawing/2014/main" id="{8951F094-B112-4F4E-89DD-C31CB299F58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54" name="3D Model 6653" descr="Sphere">
                            <a:extLst>
                              <a:ext uri="{FF2B5EF4-FFF2-40B4-BE49-F238E27FC236}">
                                <a16:creationId xmlns:a16="http://schemas.microsoft.com/office/drawing/2014/main" id="{B4F8B190-140E-40F1-B623-B8A9C1CBC71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3260667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55" name="Flowchart: Connector 6654">
                        <a:extLst>
                          <a:ext uri="{FF2B5EF4-FFF2-40B4-BE49-F238E27FC236}">
                            <a16:creationId xmlns:a16="http://schemas.microsoft.com/office/drawing/2014/main" id="{4672C5CF-6066-4B46-ACF1-B2BF1E4C2D6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56" name="3D Model 6655" descr="Sphere">
                            <a:extLst>
                              <a:ext uri="{FF2B5EF4-FFF2-40B4-BE49-F238E27FC236}">
                                <a16:creationId xmlns:a16="http://schemas.microsoft.com/office/drawing/2014/main" id="{63D7D7AF-8330-48CF-9FF6-A52E4423473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7313253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57" name="Flowchart: Connector 6656">
                        <a:extLst>
                          <a:ext uri="{FF2B5EF4-FFF2-40B4-BE49-F238E27FC236}">
                            <a16:creationId xmlns:a16="http://schemas.microsoft.com/office/drawing/2014/main" id="{E0C90D62-07A7-46F2-B16F-A8B3F03361E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58" name="3D Model 6657" descr="Sphere">
                            <a:extLst>
                              <a:ext uri="{FF2B5EF4-FFF2-40B4-BE49-F238E27FC236}">
                                <a16:creationId xmlns:a16="http://schemas.microsoft.com/office/drawing/2014/main" id="{FB857A7A-2C1D-4FF5-91F1-91DABF45F50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4633017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6601" name="Group 6600">
                      <a:extLst>
                        <a:ext uri="{FF2B5EF4-FFF2-40B4-BE49-F238E27FC236}">
                          <a16:creationId xmlns:a16="http://schemas.microsoft.com/office/drawing/2014/main" id="{BFBB4AF6-92D2-4287-861F-843071AFD29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6635" name="Flowchart: Connector 6634">
                        <a:extLst>
                          <a:ext uri="{FF2B5EF4-FFF2-40B4-BE49-F238E27FC236}">
                            <a16:creationId xmlns:a16="http://schemas.microsoft.com/office/drawing/2014/main" id="{998E6483-491B-4F3F-B59E-BEA404348D9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36" name="Flowchart: Connector 6635">
                        <a:extLst>
                          <a:ext uri="{FF2B5EF4-FFF2-40B4-BE49-F238E27FC236}">
                            <a16:creationId xmlns:a16="http://schemas.microsoft.com/office/drawing/2014/main" id="{FE0B74DA-54C2-4772-A0A3-101044B8E9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37" name="Flowchart: Connector 6636">
                        <a:extLst>
                          <a:ext uri="{FF2B5EF4-FFF2-40B4-BE49-F238E27FC236}">
                            <a16:creationId xmlns:a16="http://schemas.microsoft.com/office/drawing/2014/main" id="{2F254F25-8AA9-40E8-83FB-A9744C0B19A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38" name="Flowchart: Connector 6637">
                        <a:extLst>
                          <a:ext uri="{FF2B5EF4-FFF2-40B4-BE49-F238E27FC236}">
                            <a16:creationId xmlns:a16="http://schemas.microsoft.com/office/drawing/2014/main" id="{4CA846BC-9B75-4C79-9593-D2ECF73A087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39" name="Flowchart: Connector 6638">
                        <a:extLst>
                          <a:ext uri="{FF2B5EF4-FFF2-40B4-BE49-F238E27FC236}">
                            <a16:creationId xmlns:a16="http://schemas.microsoft.com/office/drawing/2014/main" id="{8513E2D9-53F3-4129-83DB-FC29B3B068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40" name="Flowchart: Connector 6639">
                        <a:extLst>
                          <a:ext uri="{FF2B5EF4-FFF2-40B4-BE49-F238E27FC236}">
                            <a16:creationId xmlns:a16="http://schemas.microsoft.com/office/drawing/2014/main" id="{9EEB94BB-B41B-4628-B6FF-79823C8C24B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41" name="Flowchart: Connector 6640">
                        <a:extLst>
                          <a:ext uri="{FF2B5EF4-FFF2-40B4-BE49-F238E27FC236}">
                            <a16:creationId xmlns:a16="http://schemas.microsoft.com/office/drawing/2014/main" id="{68BB128E-593F-41B5-A5A0-8F8920421D7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42" name="Flowchart: Connector 6641">
                        <a:extLst>
                          <a:ext uri="{FF2B5EF4-FFF2-40B4-BE49-F238E27FC236}">
                            <a16:creationId xmlns:a16="http://schemas.microsoft.com/office/drawing/2014/main" id="{82EA4DCF-7889-4ED0-AD7F-3BEA70B61BD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43" name="Flowchart: Connector 6642">
                        <a:extLst>
                          <a:ext uri="{FF2B5EF4-FFF2-40B4-BE49-F238E27FC236}">
                            <a16:creationId xmlns:a16="http://schemas.microsoft.com/office/drawing/2014/main" id="{98082525-CF38-471C-8154-EA67280977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44" name="3D Model 6643" descr="Sphere">
                            <a:extLst>
                              <a:ext uri="{FF2B5EF4-FFF2-40B4-BE49-F238E27FC236}">
                                <a16:creationId xmlns:a16="http://schemas.microsoft.com/office/drawing/2014/main" id="{B700CFE8-ED04-43AF-8B3F-CA727A2312A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58296744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45" name="Flowchart: Connector 6644">
                        <a:extLst>
                          <a:ext uri="{FF2B5EF4-FFF2-40B4-BE49-F238E27FC236}">
                            <a16:creationId xmlns:a16="http://schemas.microsoft.com/office/drawing/2014/main" id="{38A5AB80-3886-4BFB-B66E-8CB367E97BD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46" name="3D Model 6645" descr="Sphere">
                            <a:extLst>
                              <a:ext uri="{FF2B5EF4-FFF2-40B4-BE49-F238E27FC236}">
                                <a16:creationId xmlns:a16="http://schemas.microsoft.com/office/drawing/2014/main" id="{D485F3E8-1894-4F3E-A011-5277AED05B4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23869417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47" name="Flowchart: Connector 6646">
                        <a:extLst>
                          <a:ext uri="{FF2B5EF4-FFF2-40B4-BE49-F238E27FC236}">
                            <a16:creationId xmlns:a16="http://schemas.microsoft.com/office/drawing/2014/main" id="{42C81EB6-2314-45A9-B80D-ACB7634E4C3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48" name="3D Model 6647" descr="Sphere">
                            <a:extLst>
                              <a:ext uri="{FF2B5EF4-FFF2-40B4-BE49-F238E27FC236}">
                                <a16:creationId xmlns:a16="http://schemas.microsoft.com/office/drawing/2014/main" id="{F1901627-1AC4-4102-B5B5-592C1F4D5FB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9794499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49" name="Flowchart: Connector 6648">
                        <a:extLst>
                          <a:ext uri="{FF2B5EF4-FFF2-40B4-BE49-F238E27FC236}">
                            <a16:creationId xmlns:a16="http://schemas.microsoft.com/office/drawing/2014/main" id="{7A68F3B5-FB13-410C-94A3-27C54039386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50" name="3D Model 6649" descr="Sphere">
                            <a:extLst>
                              <a:ext uri="{FF2B5EF4-FFF2-40B4-BE49-F238E27FC236}">
                                <a16:creationId xmlns:a16="http://schemas.microsoft.com/office/drawing/2014/main" id="{200113E4-6F59-4FCF-8109-956AE2219B5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8982935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6602" name="Group 6601">
                      <a:extLst>
                        <a:ext uri="{FF2B5EF4-FFF2-40B4-BE49-F238E27FC236}">
                          <a16:creationId xmlns:a16="http://schemas.microsoft.com/office/drawing/2014/main" id="{ADD48657-E5BF-4738-BF00-DF55DDA807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6619" name="Flowchart: Connector 6618">
                        <a:extLst>
                          <a:ext uri="{FF2B5EF4-FFF2-40B4-BE49-F238E27FC236}">
                            <a16:creationId xmlns:a16="http://schemas.microsoft.com/office/drawing/2014/main" id="{B97B7698-0135-40DD-85B0-B5191EEEA8B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20" name="Flowchart: Connector 6619">
                        <a:extLst>
                          <a:ext uri="{FF2B5EF4-FFF2-40B4-BE49-F238E27FC236}">
                            <a16:creationId xmlns:a16="http://schemas.microsoft.com/office/drawing/2014/main" id="{5ABA7896-C253-4E51-A3B0-729A8810A8D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21" name="Flowchart: Connector 6620">
                        <a:extLst>
                          <a:ext uri="{FF2B5EF4-FFF2-40B4-BE49-F238E27FC236}">
                            <a16:creationId xmlns:a16="http://schemas.microsoft.com/office/drawing/2014/main" id="{F888C1C2-CE4B-45A5-83C9-9A505AC4918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22" name="Flowchart: Connector 6621">
                        <a:extLst>
                          <a:ext uri="{FF2B5EF4-FFF2-40B4-BE49-F238E27FC236}">
                            <a16:creationId xmlns:a16="http://schemas.microsoft.com/office/drawing/2014/main" id="{755C842E-698F-48AC-8F4C-5EAB4D46145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23" name="Flowchart: Connector 6622">
                        <a:extLst>
                          <a:ext uri="{FF2B5EF4-FFF2-40B4-BE49-F238E27FC236}">
                            <a16:creationId xmlns:a16="http://schemas.microsoft.com/office/drawing/2014/main" id="{92E5B11A-09D2-402B-9DA1-0404FC1AA57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24" name="Flowchart: Connector 6623">
                        <a:extLst>
                          <a:ext uri="{FF2B5EF4-FFF2-40B4-BE49-F238E27FC236}">
                            <a16:creationId xmlns:a16="http://schemas.microsoft.com/office/drawing/2014/main" id="{9A50F976-F75E-4208-86FE-1334B47AECB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25" name="Flowchart: Connector 6624">
                        <a:extLst>
                          <a:ext uri="{FF2B5EF4-FFF2-40B4-BE49-F238E27FC236}">
                            <a16:creationId xmlns:a16="http://schemas.microsoft.com/office/drawing/2014/main" id="{64FB2480-8DFA-4227-A9E6-6812F3764EE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26" name="Flowchart: Connector 6625">
                        <a:extLst>
                          <a:ext uri="{FF2B5EF4-FFF2-40B4-BE49-F238E27FC236}">
                            <a16:creationId xmlns:a16="http://schemas.microsoft.com/office/drawing/2014/main" id="{A58190CE-9F88-4299-9D70-9DE65EA17EE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627" name="Flowchart: Connector 6626">
                        <a:extLst>
                          <a:ext uri="{FF2B5EF4-FFF2-40B4-BE49-F238E27FC236}">
                            <a16:creationId xmlns:a16="http://schemas.microsoft.com/office/drawing/2014/main" id="{CD440DB1-4CFC-4000-A418-D568442399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28" name="3D Model 6627" descr="Sphere">
                            <a:extLst>
                              <a:ext uri="{FF2B5EF4-FFF2-40B4-BE49-F238E27FC236}">
                                <a16:creationId xmlns:a16="http://schemas.microsoft.com/office/drawing/2014/main" id="{60D23DD5-0A69-493C-8987-157E21AB1CF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39808014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29" name="Flowchart: Connector 6628">
                        <a:extLst>
                          <a:ext uri="{FF2B5EF4-FFF2-40B4-BE49-F238E27FC236}">
                            <a16:creationId xmlns:a16="http://schemas.microsoft.com/office/drawing/2014/main" id="{84DB4721-E451-47BD-B829-4AD95FC2D8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30" name="3D Model 6629" descr="Sphere">
                            <a:extLst>
                              <a:ext uri="{FF2B5EF4-FFF2-40B4-BE49-F238E27FC236}">
                                <a16:creationId xmlns:a16="http://schemas.microsoft.com/office/drawing/2014/main" id="{11A8CAB0-D7DB-4A3F-8C89-2D7ECE80EBE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5707201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31" name="Flowchart: Connector 6630">
                        <a:extLst>
                          <a:ext uri="{FF2B5EF4-FFF2-40B4-BE49-F238E27FC236}">
                            <a16:creationId xmlns:a16="http://schemas.microsoft.com/office/drawing/2014/main" id="{55427E17-9843-4A03-A82D-B09533703C3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32" name="3D Model 6631" descr="Sphere">
                            <a:extLst>
                              <a:ext uri="{FF2B5EF4-FFF2-40B4-BE49-F238E27FC236}">
                                <a16:creationId xmlns:a16="http://schemas.microsoft.com/office/drawing/2014/main" id="{701BC51B-806C-4827-BF7C-1C6C905B52D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8130859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633" name="Flowchart: Connector 6632">
                        <a:extLst>
                          <a:ext uri="{FF2B5EF4-FFF2-40B4-BE49-F238E27FC236}">
                            <a16:creationId xmlns:a16="http://schemas.microsoft.com/office/drawing/2014/main" id="{102FACB4-4C4F-4623-8517-902CE3E48D3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634" name="3D Model 6633" descr="Sphere">
                            <a:extLst>
                              <a:ext uri="{FF2B5EF4-FFF2-40B4-BE49-F238E27FC236}">
                                <a16:creationId xmlns:a16="http://schemas.microsoft.com/office/drawing/2014/main" id="{067BAE30-491F-4F6F-A697-7DD24CF21D4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8788083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6603" name="Flowchart: Connector 6602">
                      <a:extLst>
                        <a:ext uri="{FF2B5EF4-FFF2-40B4-BE49-F238E27FC236}">
                          <a16:creationId xmlns:a16="http://schemas.microsoft.com/office/drawing/2014/main" id="{C3EE97B6-6A90-4F87-9D58-0F8EA3467EC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604" name="Flowchart: Connector 6603">
                      <a:extLst>
                        <a:ext uri="{FF2B5EF4-FFF2-40B4-BE49-F238E27FC236}">
                          <a16:creationId xmlns:a16="http://schemas.microsoft.com/office/drawing/2014/main" id="{390335A9-7E37-470C-B033-568B824D10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605" name="Flowchart: Connector 6604">
                      <a:extLst>
                        <a:ext uri="{FF2B5EF4-FFF2-40B4-BE49-F238E27FC236}">
                          <a16:creationId xmlns:a16="http://schemas.microsoft.com/office/drawing/2014/main" id="{CB22CE25-55E2-47FC-BF55-FA33D4FCC6C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606" name="Flowchart: Connector 6605">
                      <a:extLst>
                        <a:ext uri="{FF2B5EF4-FFF2-40B4-BE49-F238E27FC236}">
                          <a16:creationId xmlns:a16="http://schemas.microsoft.com/office/drawing/2014/main" id="{E4202AA3-C83E-45E0-9914-89051628266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607" name="Flowchart: Connector 6606">
                      <a:extLst>
                        <a:ext uri="{FF2B5EF4-FFF2-40B4-BE49-F238E27FC236}">
                          <a16:creationId xmlns:a16="http://schemas.microsoft.com/office/drawing/2014/main" id="{A5CDB870-BF6C-457C-A8AD-6ED961BCF9C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608" name="Flowchart: Connector 6607">
                      <a:extLst>
                        <a:ext uri="{FF2B5EF4-FFF2-40B4-BE49-F238E27FC236}">
                          <a16:creationId xmlns:a16="http://schemas.microsoft.com/office/drawing/2014/main" id="{BDDBA5E6-7E37-4064-A752-C5D7BE23942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609" name="Flowchart: Connector 6608">
                      <a:extLst>
                        <a:ext uri="{FF2B5EF4-FFF2-40B4-BE49-F238E27FC236}">
                          <a16:creationId xmlns:a16="http://schemas.microsoft.com/office/drawing/2014/main" id="{89A429C2-9D8B-474B-93DF-7A46086272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610" name="Flowchart: Connector 6609">
                      <a:extLst>
                        <a:ext uri="{FF2B5EF4-FFF2-40B4-BE49-F238E27FC236}">
                          <a16:creationId xmlns:a16="http://schemas.microsoft.com/office/drawing/2014/main" id="{C8B4B6C9-2AAE-47BB-9786-E8AEE6381DC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611" name="Flowchart: Connector 6610">
                      <a:extLst>
                        <a:ext uri="{FF2B5EF4-FFF2-40B4-BE49-F238E27FC236}">
                          <a16:creationId xmlns:a16="http://schemas.microsoft.com/office/drawing/2014/main" id="{383BD34B-684E-4152-8012-819562BB77E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612" name="3D Model 6611" descr="Sphere">
                          <a:extLst>
                            <a:ext uri="{FF2B5EF4-FFF2-40B4-BE49-F238E27FC236}">
                              <a16:creationId xmlns:a16="http://schemas.microsoft.com/office/drawing/2014/main" id="{BBEBA847-A540-415F-9CCB-643C97F7DBF3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181348278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613" name="Flowchart: Connector 6612">
                      <a:extLst>
                        <a:ext uri="{FF2B5EF4-FFF2-40B4-BE49-F238E27FC236}">
                          <a16:creationId xmlns:a16="http://schemas.microsoft.com/office/drawing/2014/main" id="{7B777E56-EA09-47CC-B567-213F05E18A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614" name="3D Model 6613" descr="Sphere">
                          <a:extLst>
                            <a:ext uri="{FF2B5EF4-FFF2-40B4-BE49-F238E27FC236}">
                              <a16:creationId xmlns:a16="http://schemas.microsoft.com/office/drawing/2014/main" id="{4DEAE38C-8AE9-4EED-8D4D-5E98602D26C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613855805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615" name="Flowchart: Connector 6614">
                      <a:extLst>
                        <a:ext uri="{FF2B5EF4-FFF2-40B4-BE49-F238E27FC236}">
                          <a16:creationId xmlns:a16="http://schemas.microsoft.com/office/drawing/2014/main" id="{7CDCBC3F-84C1-41DC-849A-CA5B90AD964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616" name="3D Model 6615" descr="Sphere">
                          <a:extLst>
                            <a:ext uri="{FF2B5EF4-FFF2-40B4-BE49-F238E27FC236}">
                              <a16:creationId xmlns:a16="http://schemas.microsoft.com/office/drawing/2014/main" id="{9FC8E43B-5EF4-4ED7-9AFE-69CBEBC1BF5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188460509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617" name="Flowchart: Connector 6616">
                      <a:extLst>
                        <a:ext uri="{FF2B5EF4-FFF2-40B4-BE49-F238E27FC236}">
                          <a16:creationId xmlns:a16="http://schemas.microsoft.com/office/drawing/2014/main" id="{927CE5BC-2C67-46EA-839A-5A95AE87164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618" name="3D Model 6617" descr="Sphere">
                          <a:extLst>
                            <a:ext uri="{FF2B5EF4-FFF2-40B4-BE49-F238E27FC236}">
                              <a16:creationId xmlns:a16="http://schemas.microsoft.com/office/drawing/2014/main" id="{68735D58-4228-4BBA-A52C-3E15475E4BAA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924384114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6568" name="Freeform: Shape 6567">
                  <a:extLst>
                    <a:ext uri="{FF2B5EF4-FFF2-40B4-BE49-F238E27FC236}">
                      <a16:creationId xmlns:a16="http://schemas.microsoft.com/office/drawing/2014/main" id="{9504D28C-20CC-44F1-B140-E5A37C871BB9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69" name="Freeform: Shape 6568">
                  <a:extLst>
                    <a:ext uri="{FF2B5EF4-FFF2-40B4-BE49-F238E27FC236}">
                      <a16:creationId xmlns:a16="http://schemas.microsoft.com/office/drawing/2014/main" id="{42CCF8E3-D388-436A-AD8E-1E3B2175463D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70" name="Freeform: Shape 6569">
                  <a:extLst>
                    <a:ext uri="{FF2B5EF4-FFF2-40B4-BE49-F238E27FC236}">
                      <a16:creationId xmlns:a16="http://schemas.microsoft.com/office/drawing/2014/main" id="{90243A75-0082-4DC9-9FE6-1102F3BEEA9A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71" name="Freeform: Shape 6570">
                  <a:extLst>
                    <a:ext uri="{FF2B5EF4-FFF2-40B4-BE49-F238E27FC236}">
                      <a16:creationId xmlns:a16="http://schemas.microsoft.com/office/drawing/2014/main" id="{FEEFEE5E-31E7-47E7-881E-F088EFAB7BDD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72" name="Freeform: Shape 6571">
                  <a:extLst>
                    <a:ext uri="{FF2B5EF4-FFF2-40B4-BE49-F238E27FC236}">
                      <a16:creationId xmlns:a16="http://schemas.microsoft.com/office/drawing/2014/main" id="{9E772619-954D-4D05-9F42-3DE5D07155CE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73" name="Freeform: Shape 6572">
                  <a:extLst>
                    <a:ext uri="{FF2B5EF4-FFF2-40B4-BE49-F238E27FC236}">
                      <a16:creationId xmlns:a16="http://schemas.microsoft.com/office/drawing/2014/main" id="{CEFD620A-46B3-44EF-8186-5BC8B81BE732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74" name="Freeform: Shape 6573">
                  <a:extLst>
                    <a:ext uri="{FF2B5EF4-FFF2-40B4-BE49-F238E27FC236}">
                      <a16:creationId xmlns:a16="http://schemas.microsoft.com/office/drawing/2014/main" id="{26E2EF27-8EF0-4D43-A3A1-F4AD4AB673A7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75" name="Freeform: Shape 6574">
                  <a:extLst>
                    <a:ext uri="{FF2B5EF4-FFF2-40B4-BE49-F238E27FC236}">
                      <a16:creationId xmlns:a16="http://schemas.microsoft.com/office/drawing/2014/main" id="{D7B3FED5-1D69-4B7D-8558-4B20163E5847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76" name="Freeform: Shape 6575">
                  <a:extLst>
                    <a:ext uri="{FF2B5EF4-FFF2-40B4-BE49-F238E27FC236}">
                      <a16:creationId xmlns:a16="http://schemas.microsoft.com/office/drawing/2014/main" id="{C91DB419-9910-4BC8-9841-89866AF4AB08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77" name="Freeform: Shape 6576">
                  <a:extLst>
                    <a:ext uri="{FF2B5EF4-FFF2-40B4-BE49-F238E27FC236}">
                      <a16:creationId xmlns:a16="http://schemas.microsoft.com/office/drawing/2014/main" id="{BC9FA3AF-DC3A-4360-885F-6F9A2CED9153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78" name="Freeform: Shape 6577">
                  <a:extLst>
                    <a:ext uri="{FF2B5EF4-FFF2-40B4-BE49-F238E27FC236}">
                      <a16:creationId xmlns:a16="http://schemas.microsoft.com/office/drawing/2014/main" id="{BD9BE660-96C5-4E87-98A6-63A6DA410AE7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79" name="Freeform: Shape 6578">
                  <a:extLst>
                    <a:ext uri="{FF2B5EF4-FFF2-40B4-BE49-F238E27FC236}">
                      <a16:creationId xmlns:a16="http://schemas.microsoft.com/office/drawing/2014/main" id="{F182F1B1-BFF2-41F7-B4B7-3079602DC51F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6564" name="Freeform: Shape 6563">
                <a:extLst>
                  <a:ext uri="{FF2B5EF4-FFF2-40B4-BE49-F238E27FC236}">
                    <a16:creationId xmlns:a16="http://schemas.microsoft.com/office/drawing/2014/main" id="{68C1C37B-C971-4E01-ABB2-64BFEFFE23F3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6565" name="Freeform: Shape 6564">
                <a:extLst>
                  <a:ext uri="{FF2B5EF4-FFF2-40B4-BE49-F238E27FC236}">
                    <a16:creationId xmlns:a16="http://schemas.microsoft.com/office/drawing/2014/main" id="{E68F8567-161B-47C5-9686-18CC48FF6786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6566" name="Freeform: Shape 6565">
                <a:extLst>
                  <a:ext uri="{FF2B5EF4-FFF2-40B4-BE49-F238E27FC236}">
                    <a16:creationId xmlns:a16="http://schemas.microsoft.com/office/drawing/2014/main" id="{0DC0D6D7-80FB-482C-8A47-AADC67B507BE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6862" name="Group 6861">
              <a:extLst>
                <a:ext uri="{FF2B5EF4-FFF2-40B4-BE49-F238E27FC236}">
                  <a16:creationId xmlns:a16="http://schemas.microsoft.com/office/drawing/2014/main" id="{9828C2F9-5965-4170-A02A-401F59B3402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073921" y="5878357"/>
              <a:ext cx="521735" cy="419131"/>
              <a:chOff x="558227" y="4289344"/>
              <a:chExt cx="2384501" cy="2135404"/>
            </a:xfrm>
          </p:grpSpPr>
          <p:grpSp>
            <p:nvGrpSpPr>
              <p:cNvPr id="6863" name="Group 6862">
                <a:extLst>
                  <a:ext uri="{FF2B5EF4-FFF2-40B4-BE49-F238E27FC236}">
                    <a16:creationId xmlns:a16="http://schemas.microsoft.com/office/drawing/2014/main" id="{ABB95533-DB5C-4798-A6C6-8CC31A3FE7C2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6867" name="Group 6866">
                  <a:extLst>
                    <a:ext uri="{FF2B5EF4-FFF2-40B4-BE49-F238E27FC236}">
                      <a16:creationId xmlns:a16="http://schemas.microsoft.com/office/drawing/2014/main" id="{B913E939-30A3-40EB-9973-7941DC9BB5A1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6880" name="Group 6879">
                    <a:extLst>
                      <a:ext uri="{FF2B5EF4-FFF2-40B4-BE49-F238E27FC236}">
                        <a16:creationId xmlns:a16="http://schemas.microsoft.com/office/drawing/2014/main" id="{E95E2537-12B9-4F70-AB58-E1C6DE57F1EC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7101" name="Group 7100">
                      <a:extLst>
                        <a:ext uri="{FF2B5EF4-FFF2-40B4-BE49-F238E27FC236}">
                          <a16:creationId xmlns:a16="http://schemas.microsoft.com/office/drawing/2014/main" id="{4907D168-F06C-41AC-83DB-FC4F8DE1B1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7158" name="Flowchart: Connector 7157">
                        <a:extLst>
                          <a:ext uri="{FF2B5EF4-FFF2-40B4-BE49-F238E27FC236}">
                            <a16:creationId xmlns:a16="http://schemas.microsoft.com/office/drawing/2014/main" id="{BC86CAB1-AE84-4967-ABC9-0AC711C06A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59" name="Flowchart: Connector 7158">
                        <a:extLst>
                          <a:ext uri="{FF2B5EF4-FFF2-40B4-BE49-F238E27FC236}">
                            <a16:creationId xmlns:a16="http://schemas.microsoft.com/office/drawing/2014/main" id="{A8D1E0C3-B6A2-4B09-880A-A297365558D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60" name="Flowchart: Connector 7159">
                        <a:extLst>
                          <a:ext uri="{FF2B5EF4-FFF2-40B4-BE49-F238E27FC236}">
                            <a16:creationId xmlns:a16="http://schemas.microsoft.com/office/drawing/2014/main" id="{850A5B79-0797-4410-9759-812256C0A6F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61" name="Flowchart: Connector 7160">
                        <a:extLst>
                          <a:ext uri="{FF2B5EF4-FFF2-40B4-BE49-F238E27FC236}">
                            <a16:creationId xmlns:a16="http://schemas.microsoft.com/office/drawing/2014/main" id="{A64F0FAE-E3AA-4EFC-8653-0C041650A7F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7102" name="Group 7101">
                      <a:extLst>
                        <a:ext uri="{FF2B5EF4-FFF2-40B4-BE49-F238E27FC236}">
                          <a16:creationId xmlns:a16="http://schemas.microsoft.com/office/drawing/2014/main" id="{2F7E0F47-D7C9-452D-9007-C5BEA5AADA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7103" name="Group 7102">
                        <a:extLst>
                          <a:ext uri="{FF2B5EF4-FFF2-40B4-BE49-F238E27FC236}">
                            <a16:creationId xmlns:a16="http://schemas.microsoft.com/office/drawing/2014/main" id="{8E1CE49A-A53C-4A71-973D-172706FF43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151" name="3D Model 7150" descr="Sphere">
                              <a:extLst>
                                <a:ext uri="{FF2B5EF4-FFF2-40B4-BE49-F238E27FC236}">
                                  <a16:creationId xmlns:a16="http://schemas.microsoft.com/office/drawing/2014/main" id="{52E129E2-EAE9-405F-B01A-C21146789BA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0432059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152" name="Flowchart: Connector 7151">
                          <a:extLst>
                            <a:ext uri="{FF2B5EF4-FFF2-40B4-BE49-F238E27FC236}">
                              <a16:creationId xmlns:a16="http://schemas.microsoft.com/office/drawing/2014/main" id="{07DFFB14-8860-4239-AB50-0919227917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153" name="3D Model 7152" descr="Sphere">
                              <a:extLst>
                                <a:ext uri="{FF2B5EF4-FFF2-40B4-BE49-F238E27FC236}">
                                  <a16:creationId xmlns:a16="http://schemas.microsoft.com/office/drawing/2014/main" id="{64CAB900-AEAB-4E6D-BC51-BC70AA4FE96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0676455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154" name="Flowchart: Connector 7153">
                          <a:extLst>
                            <a:ext uri="{FF2B5EF4-FFF2-40B4-BE49-F238E27FC236}">
                              <a16:creationId xmlns:a16="http://schemas.microsoft.com/office/drawing/2014/main" id="{579132BF-8E34-4BD2-8706-8A41825F68B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155" name="3D Model 7154" descr="Sphere">
                              <a:extLst>
                                <a:ext uri="{FF2B5EF4-FFF2-40B4-BE49-F238E27FC236}">
                                  <a16:creationId xmlns:a16="http://schemas.microsoft.com/office/drawing/2014/main" id="{310C1DCF-FDF8-4529-8EED-32E495D798D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3428060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156" name="Flowchart: Connector 7155">
                          <a:extLst>
                            <a:ext uri="{FF2B5EF4-FFF2-40B4-BE49-F238E27FC236}">
                              <a16:creationId xmlns:a16="http://schemas.microsoft.com/office/drawing/2014/main" id="{F7F61821-A0AA-4368-804D-5342BD5237F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157" name="3D Model 7156" descr="Sphere">
                              <a:extLst>
                                <a:ext uri="{FF2B5EF4-FFF2-40B4-BE49-F238E27FC236}">
                                  <a16:creationId xmlns:a16="http://schemas.microsoft.com/office/drawing/2014/main" id="{4540C041-AD91-42BD-9BE2-9BB5D868406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1908211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104" name="Group 7103">
                        <a:extLst>
                          <a:ext uri="{FF2B5EF4-FFF2-40B4-BE49-F238E27FC236}">
                            <a16:creationId xmlns:a16="http://schemas.microsoft.com/office/drawing/2014/main" id="{631759E8-C3AD-4CA9-AD70-0F161B47224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7136" name="Flowchart: Connector 7135">
                          <a:extLst>
                            <a:ext uri="{FF2B5EF4-FFF2-40B4-BE49-F238E27FC236}">
                              <a16:creationId xmlns:a16="http://schemas.microsoft.com/office/drawing/2014/main" id="{58CCB10B-3776-428F-BABC-D82760E0EA6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37" name="Flowchart: Connector 7136">
                          <a:extLst>
                            <a:ext uri="{FF2B5EF4-FFF2-40B4-BE49-F238E27FC236}">
                              <a16:creationId xmlns:a16="http://schemas.microsoft.com/office/drawing/2014/main" id="{D0273408-FDE6-4C2C-86C1-1DC3E42C58E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38" name="Flowchart: Connector 7137">
                          <a:extLst>
                            <a:ext uri="{FF2B5EF4-FFF2-40B4-BE49-F238E27FC236}">
                              <a16:creationId xmlns:a16="http://schemas.microsoft.com/office/drawing/2014/main" id="{A1E43611-78A0-4A75-91DB-14611C10FCD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39" name="Flowchart: Connector 7138">
                          <a:extLst>
                            <a:ext uri="{FF2B5EF4-FFF2-40B4-BE49-F238E27FC236}">
                              <a16:creationId xmlns:a16="http://schemas.microsoft.com/office/drawing/2014/main" id="{87C51D91-35DD-4C1B-9F7A-10D5BAABE0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40" name="Flowchart: Connector 7139">
                          <a:extLst>
                            <a:ext uri="{FF2B5EF4-FFF2-40B4-BE49-F238E27FC236}">
                              <a16:creationId xmlns:a16="http://schemas.microsoft.com/office/drawing/2014/main" id="{58658B10-A666-4979-B2D2-86FF178B4FD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41" name="Flowchart: Connector 7140">
                          <a:extLst>
                            <a:ext uri="{FF2B5EF4-FFF2-40B4-BE49-F238E27FC236}">
                              <a16:creationId xmlns:a16="http://schemas.microsoft.com/office/drawing/2014/main" id="{786BA2A6-B1A8-4108-B512-3362DDA7C3D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42" name="Flowchart: Connector 7141">
                          <a:extLst>
                            <a:ext uri="{FF2B5EF4-FFF2-40B4-BE49-F238E27FC236}">
                              <a16:creationId xmlns:a16="http://schemas.microsoft.com/office/drawing/2014/main" id="{7BD907D7-B167-4F59-8BC1-834DFE56D28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43" name="Flowchart: Connector 7142">
                          <a:extLst>
                            <a:ext uri="{FF2B5EF4-FFF2-40B4-BE49-F238E27FC236}">
                              <a16:creationId xmlns:a16="http://schemas.microsoft.com/office/drawing/2014/main" id="{8854097C-71ED-496E-B437-1036A0276FD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144" name="3D Model 7143" descr="Sphere">
                              <a:extLst>
                                <a:ext uri="{FF2B5EF4-FFF2-40B4-BE49-F238E27FC236}">
                                  <a16:creationId xmlns:a16="http://schemas.microsoft.com/office/drawing/2014/main" id="{0BB81CCA-E4C4-47E7-853D-4EDF2416943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9136649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145" name="Flowchart: Connector 7144">
                          <a:extLst>
                            <a:ext uri="{FF2B5EF4-FFF2-40B4-BE49-F238E27FC236}">
                              <a16:creationId xmlns:a16="http://schemas.microsoft.com/office/drawing/2014/main" id="{6F7A1676-D867-4704-968E-494885EF289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146" name="3D Model 7145" descr="Sphere">
                              <a:extLst>
                                <a:ext uri="{FF2B5EF4-FFF2-40B4-BE49-F238E27FC236}">
                                  <a16:creationId xmlns:a16="http://schemas.microsoft.com/office/drawing/2014/main" id="{3F0F1087-E5D8-44E3-ADD0-5F76A55A7FF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1443122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147" name="Flowchart: Connector 7146">
                          <a:extLst>
                            <a:ext uri="{FF2B5EF4-FFF2-40B4-BE49-F238E27FC236}">
                              <a16:creationId xmlns:a16="http://schemas.microsoft.com/office/drawing/2014/main" id="{C8E19B94-B0C4-4ED6-B483-BC25E6A39B5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148" name="3D Model 7147" descr="Sphere">
                              <a:extLst>
                                <a:ext uri="{FF2B5EF4-FFF2-40B4-BE49-F238E27FC236}">
                                  <a16:creationId xmlns:a16="http://schemas.microsoft.com/office/drawing/2014/main" id="{85ED3737-E3C0-4F60-B33E-B100337D3EE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1403448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149" name="Flowchart: Connector 7148">
                          <a:extLst>
                            <a:ext uri="{FF2B5EF4-FFF2-40B4-BE49-F238E27FC236}">
                              <a16:creationId xmlns:a16="http://schemas.microsoft.com/office/drawing/2014/main" id="{E38BC036-421F-4C46-A9D0-9D3B5AF396A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150" name="3D Model 7149" descr="Sphere">
                              <a:extLst>
                                <a:ext uri="{FF2B5EF4-FFF2-40B4-BE49-F238E27FC236}">
                                  <a16:creationId xmlns:a16="http://schemas.microsoft.com/office/drawing/2014/main" id="{BD09A4D0-8C76-4A46-92B9-C96D021738F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6476268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105" name="Group 7104">
                        <a:extLst>
                          <a:ext uri="{FF2B5EF4-FFF2-40B4-BE49-F238E27FC236}">
                            <a16:creationId xmlns:a16="http://schemas.microsoft.com/office/drawing/2014/main" id="{CBBA930C-7D77-43D6-B4DF-F5D3A48B74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7121" name="Flowchart: Connector 7120">
                          <a:extLst>
                            <a:ext uri="{FF2B5EF4-FFF2-40B4-BE49-F238E27FC236}">
                              <a16:creationId xmlns:a16="http://schemas.microsoft.com/office/drawing/2014/main" id="{DE4A64A0-242E-43D3-BC49-8FE8D237D4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22" name="Flowchart: Connector 7121">
                          <a:extLst>
                            <a:ext uri="{FF2B5EF4-FFF2-40B4-BE49-F238E27FC236}">
                              <a16:creationId xmlns:a16="http://schemas.microsoft.com/office/drawing/2014/main" id="{063FAEC9-F37E-42DE-9784-DEBEF1243C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23" name="Flowchart: Connector 7122">
                          <a:extLst>
                            <a:ext uri="{FF2B5EF4-FFF2-40B4-BE49-F238E27FC236}">
                              <a16:creationId xmlns:a16="http://schemas.microsoft.com/office/drawing/2014/main" id="{80D2E533-FDE7-47D6-AA18-7FAA4A0D262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24" name="Flowchart: Connector 7123">
                          <a:extLst>
                            <a:ext uri="{FF2B5EF4-FFF2-40B4-BE49-F238E27FC236}">
                              <a16:creationId xmlns:a16="http://schemas.microsoft.com/office/drawing/2014/main" id="{EF0C376E-CCBF-4E8A-8DE9-220D06FD959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25" name="Flowchart: Connector 7124">
                          <a:extLst>
                            <a:ext uri="{FF2B5EF4-FFF2-40B4-BE49-F238E27FC236}">
                              <a16:creationId xmlns:a16="http://schemas.microsoft.com/office/drawing/2014/main" id="{73A90D94-39FE-4C1B-BCB4-736F262B1AE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26" name="Flowchart: Connector 7125">
                          <a:extLst>
                            <a:ext uri="{FF2B5EF4-FFF2-40B4-BE49-F238E27FC236}">
                              <a16:creationId xmlns:a16="http://schemas.microsoft.com/office/drawing/2014/main" id="{842AFDC9-4300-4C34-9F68-1F60EF153D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27" name="Flowchart: Connector 7126">
                          <a:extLst>
                            <a:ext uri="{FF2B5EF4-FFF2-40B4-BE49-F238E27FC236}">
                              <a16:creationId xmlns:a16="http://schemas.microsoft.com/office/drawing/2014/main" id="{7A242702-408E-4A48-90C6-E09F3066C3E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128" name="Flowchart: Connector 7127">
                          <a:extLst>
                            <a:ext uri="{FF2B5EF4-FFF2-40B4-BE49-F238E27FC236}">
                              <a16:creationId xmlns:a16="http://schemas.microsoft.com/office/drawing/2014/main" id="{A1884607-9DE8-42FE-BF99-E233362D5A9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129" name="3D Model 7128" descr="Sphere">
                              <a:extLst>
                                <a:ext uri="{FF2B5EF4-FFF2-40B4-BE49-F238E27FC236}">
                                  <a16:creationId xmlns:a16="http://schemas.microsoft.com/office/drawing/2014/main" id="{1B9A665B-EED0-46BA-992D-AB88725F553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6162375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130" name="Flowchart: Connector 7129">
                          <a:extLst>
                            <a:ext uri="{FF2B5EF4-FFF2-40B4-BE49-F238E27FC236}">
                              <a16:creationId xmlns:a16="http://schemas.microsoft.com/office/drawing/2014/main" id="{3F4D603D-234B-4086-9E78-632AA362567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131" name="3D Model 7130" descr="Sphere">
                              <a:extLst>
                                <a:ext uri="{FF2B5EF4-FFF2-40B4-BE49-F238E27FC236}">
                                  <a16:creationId xmlns:a16="http://schemas.microsoft.com/office/drawing/2014/main" id="{C454FB9F-B20D-484D-839F-7CF47B7E289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7187680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132" name="Flowchart: Connector 7131">
                          <a:extLst>
                            <a:ext uri="{FF2B5EF4-FFF2-40B4-BE49-F238E27FC236}">
                              <a16:creationId xmlns:a16="http://schemas.microsoft.com/office/drawing/2014/main" id="{11520D12-5493-4283-A7C2-CD742EECFD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133" name="3D Model 7132" descr="Sphere">
                              <a:extLst>
                                <a:ext uri="{FF2B5EF4-FFF2-40B4-BE49-F238E27FC236}">
                                  <a16:creationId xmlns:a16="http://schemas.microsoft.com/office/drawing/2014/main" id="{70F28346-8D4F-4EDC-8F5E-1EAC0EBADBF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2152765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134" name="Flowchart: Connector 7133">
                          <a:extLst>
                            <a:ext uri="{FF2B5EF4-FFF2-40B4-BE49-F238E27FC236}">
                              <a16:creationId xmlns:a16="http://schemas.microsoft.com/office/drawing/2014/main" id="{4436ACED-3FA6-40FD-89B0-CF69783751A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135" name="3D Model 7134" descr="Sphere">
                              <a:extLst>
                                <a:ext uri="{FF2B5EF4-FFF2-40B4-BE49-F238E27FC236}">
                                  <a16:creationId xmlns:a16="http://schemas.microsoft.com/office/drawing/2014/main" id="{AE9B5402-077E-4927-9851-A7F7F5565FC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2912747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7106" name="Flowchart: Connector 7105">
                        <a:extLst>
                          <a:ext uri="{FF2B5EF4-FFF2-40B4-BE49-F238E27FC236}">
                            <a16:creationId xmlns:a16="http://schemas.microsoft.com/office/drawing/2014/main" id="{6B5B472C-83AA-45FC-921C-BD365C26FA6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07" name="Flowchart: Connector 7106">
                        <a:extLst>
                          <a:ext uri="{FF2B5EF4-FFF2-40B4-BE49-F238E27FC236}">
                            <a16:creationId xmlns:a16="http://schemas.microsoft.com/office/drawing/2014/main" id="{CAC1A841-5A68-4573-B17E-358C2FFF5BB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08" name="Flowchart: Connector 7107">
                        <a:extLst>
                          <a:ext uri="{FF2B5EF4-FFF2-40B4-BE49-F238E27FC236}">
                            <a16:creationId xmlns:a16="http://schemas.microsoft.com/office/drawing/2014/main" id="{1072F5CB-C11E-4D36-860A-69CF3D4CB0B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09" name="Flowchart: Connector 7108">
                        <a:extLst>
                          <a:ext uri="{FF2B5EF4-FFF2-40B4-BE49-F238E27FC236}">
                            <a16:creationId xmlns:a16="http://schemas.microsoft.com/office/drawing/2014/main" id="{3C8256A8-A617-4DD7-BCEA-1AB7D8CE93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10" name="Flowchart: Connector 7109">
                        <a:extLst>
                          <a:ext uri="{FF2B5EF4-FFF2-40B4-BE49-F238E27FC236}">
                            <a16:creationId xmlns:a16="http://schemas.microsoft.com/office/drawing/2014/main" id="{12F07658-FC2B-41A6-B5AB-9FCAED601A6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11" name="Flowchart: Connector 7110">
                        <a:extLst>
                          <a:ext uri="{FF2B5EF4-FFF2-40B4-BE49-F238E27FC236}">
                            <a16:creationId xmlns:a16="http://schemas.microsoft.com/office/drawing/2014/main" id="{6681BCA4-3F28-4AC8-B22E-38AE478C26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12" name="Flowchart: Connector 7111">
                        <a:extLst>
                          <a:ext uri="{FF2B5EF4-FFF2-40B4-BE49-F238E27FC236}">
                            <a16:creationId xmlns:a16="http://schemas.microsoft.com/office/drawing/2014/main" id="{FD51BA9B-F5A5-417E-9368-DD6A29DB4F7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113" name="Flowchart: Connector 7112">
                        <a:extLst>
                          <a:ext uri="{FF2B5EF4-FFF2-40B4-BE49-F238E27FC236}">
                            <a16:creationId xmlns:a16="http://schemas.microsoft.com/office/drawing/2014/main" id="{ABD87C13-4753-4A3E-91A6-41C0487FD2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114" name="3D Model 7113" descr="Sphere">
                            <a:extLst>
                              <a:ext uri="{FF2B5EF4-FFF2-40B4-BE49-F238E27FC236}">
                                <a16:creationId xmlns:a16="http://schemas.microsoft.com/office/drawing/2014/main" id="{2A64B426-B78B-464F-9F13-BE715894FD9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92951188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115" name="Flowchart: Connector 7114">
                        <a:extLst>
                          <a:ext uri="{FF2B5EF4-FFF2-40B4-BE49-F238E27FC236}">
                            <a16:creationId xmlns:a16="http://schemas.microsoft.com/office/drawing/2014/main" id="{E9EC25D9-092E-4072-91D1-4151366AF68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116" name="3D Model 7115" descr="Sphere">
                            <a:extLst>
                              <a:ext uri="{FF2B5EF4-FFF2-40B4-BE49-F238E27FC236}">
                                <a16:creationId xmlns:a16="http://schemas.microsoft.com/office/drawing/2014/main" id="{62C94EDB-78AC-4DB7-A4D3-CAC7780145E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73674175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117" name="Flowchart: Connector 7116">
                        <a:extLst>
                          <a:ext uri="{FF2B5EF4-FFF2-40B4-BE49-F238E27FC236}">
                            <a16:creationId xmlns:a16="http://schemas.microsoft.com/office/drawing/2014/main" id="{855132B9-D208-49B5-ADD5-4B38E38CFFF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118" name="3D Model 7117" descr="Sphere">
                            <a:extLst>
                              <a:ext uri="{FF2B5EF4-FFF2-40B4-BE49-F238E27FC236}">
                                <a16:creationId xmlns:a16="http://schemas.microsoft.com/office/drawing/2014/main" id="{FC76BD96-347E-4E49-B800-29B4A7EEFB1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41033238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119" name="Flowchart: Connector 7118">
                        <a:extLst>
                          <a:ext uri="{FF2B5EF4-FFF2-40B4-BE49-F238E27FC236}">
                            <a16:creationId xmlns:a16="http://schemas.microsoft.com/office/drawing/2014/main" id="{B8BEFD00-30AF-41ED-BE3D-00EF7F4513C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120" name="3D Model 7119" descr="Sphere">
                            <a:extLst>
                              <a:ext uri="{FF2B5EF4-FFF2-40B4-BE49-F238E27FC236}">
                                <a16:creationId xmlns:a16="http://schemas.microsoft.com/office/drawing/2014/main" id="{E1579279-70E2-4D7D-8089-83ABA6088FD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96188234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6881" name="Group 6880">
                    <a:extLst>
                      <a:ext uri="{FF2B5EF4-FFF2-40B4-BE49-F238E27FC236}">
                        <a16:creationId xmlns:a16="http://schemas.microsoft.com/office/drawing/2014/main" id="{01250CE2-A36E-4C51-8FEA-99F377E26A53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7098" name="Flowchart: Connector 7097">
                      <a:extLst>
                        <a:ext uri="{FF2B5EF4-FFF2-40B4-BE49-F238E27FC236}">
                          <a16:creationId xmlns:a16="http://schemas.microsoft.com/office/drawing/2014/main" id="{4B5A3161-D918-4519-AC2B-07C1DDD5A38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099" name="Flowchart: Connector 7098">
                      <a:extLst>
                        <a:ext uri="{FF2B5EF4-FFF2-40B4-BE49-F238E27FC236}">
                          <a16:creationId xmlns:a16="http://schemas.microsoft.com/office/drawing/2014/main" id="{30635E4A-9B54-4574-92F0-A7BF57DD483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100" name="Flowchart: Connector 7099">
                      <a:extLst>
                        <a:ext uri="{FF2B5EF4-FFF2-40B4-BE49-F238E27FC236}">
                          <a16:creationId xmlns:a16="http://schemas.microsoft.com/office/drawing/2014/main" id="{0988F8CE-C368-47A9-A752-A946476F5A3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6882" name="Flowchart: Connector 6881">
                    <a:extLst>
                      <a:ext uri="{FF2B5EF4-FFF2-40B4-BE49-F238E27FC236}">
                        <a16:creationId xmlns:a16="http://schemas.microsoft.com/office/drawing/2014/main" id="{1A24D343-BA2F-4337-AA24-AFD6AB43F407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883" name="Flowchart: Connector 6882">
                    <a:extLst>
                      <a:ext uri="{FF2B5EF4-FFF2-40B4-BE49-F238E27FC236}">
                        <a16:creationId xmlns:a16="http://schemas.microsoft.com/office/drawing/2014/main" id="{ACA31682-2DB4-4AA5-ACC2-DDCF8C5AC14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6884" name="Group 6883">
                    <a:extLst>
                      <a:ext uri="{FF2B5EF4-FFF2-40B4-BE49-F238E27FC236}">
                        <a16:creationId xmlns:a16="http://schemas.microsoft.com/office/drawing/2014/main" id="{DBC2122B-32D4-4555-B09A-831E1BBC587D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7095" name="Flowchart: Connector 7094">
                      <a:extLst>
                        <a:ext uri="{FF2B5EF4-FFF2-40B4-BE49-F238E27FC236}">
                          <a16:creationId xmlns:a16="http://schemas.microsoft.com/office/drawing/2014/main" id="{AB80F691-036B-4554-8EAD-18A1348C90C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096" name="Flowchart: Connector 7095">
                      <a:extLst>
                        <a:ext uri="{FF2B5EF4-FFF2-40B4-BE49-F238E27FC236}">
                          <a16:creationId xmlns:a16="http://schemas.microsoft.com/office/drawing/2014/main" id="{0D0CAD0D-BF0E-46AF-B5BF-CF5744F2BB2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097" name="Flowchart: Connector 7096">
                      <a:extLst>
                        <a:ext uri="{FF2B5EF4-FFF2-40B4-BE49-F238E27FC236}">
                          <a16:creationId xmlns:a16="http://schemas.microsoft.com/office/drawing/2014/main" id="{7109A3A2-5FA2-48FF-9D0A-33716265C23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6885" name="Group 6884">
                    <a:extLst>
                      <a:ext uri="{FF2B5EF4-FFF2-40B4-BE49-F238E27FC236}">
                        <a16:creationId xmlns:a16="http://schemas.microsoft.com/office/drawing/2014/main" id="{3804B4A7-EC78-4CAA-B867-04106AE534B9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7030" name="Group 7029">
                      <a:extLst>
                        <a:ext uri="{FF2B5EF4-FFF2-40B4-BE49-F238E27FC236}">
                          <a16:creationId xmlns:a16="http://schemas.microsoft.com/office/drawing/2014/main" id="{47A0D10B-1A57-46AE-9F57-D418CDDE20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7091" name="Flowchart: Connector 7090">
                        <a:extLst>
                          <a:ext uri="{FF2B5EF4-FFF2-40B4-BE49-F238E27FC236}">
                            <a16:creationId xmlns:a16="http://schemas.microsoft.com/office/drawing/2014/main" id="{E1912E79-67E2-491A-8FF8-EA9F08AD9F5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92" name="Flowchart: Connector 7091">
                        <a:extLst>
                          <a:ext uri="{FF2B5EF4-FFF2-40B4-BE49-F238E27FC236}">
                            <a16:creationId xmlns:a16="http://schemas.microsoft.com/office/drawing/2014/main" id="{372498A6-33B3-4CE8-9867-3B6FEF99127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93" name="Flowchart: Connector 7092">
                        <a:extLst>
                          <a:ext uri="{FF2B5EF4-FFF2-40B4-BE49-F238E27FC236}">
                            <a16:creationId xmlns:a16="http://schemas.microsoft.com/office/drawing/2014/main" id="{8FB954EF-F369-4D83-9E60-21973EFD75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94" name="Flowchart: Connector 7093">
                        <a:extLst>
                          <a:ext uri="{FF2B5EF4-FFF2-40B4-BE49-F238E27FC236}">
                            <a16:creationId xmlns:a16="http://schemas.microsoft.com/office/drawing/2014/main" id="{D0675D68-8265-48AD-892A-602686B4B1B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7031" name="Group 7030">
                      <a:extLst>
                        <a:ext uri="{FF2B5EF4-FFF2-40B4-BE49-F238E27FC236}">
                          <a16:creationId xmlns:a16="http://schemas.microsoft.com/office/drawing/2014/main" id="{97652E20-F819-48D0-BAA0-4BBFD5DD66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7032" name="Group 7031">
                        <a:extLst>
                          <a:ext uri="{FF2B5EF4-FFF2-40B4-BE49-F238E27FC236}">
                            <a16:creationId xmlns:a16="http://schemas.microsoft.com/office/drawing/2014/main" id="{7CA2154D-533A-49FB-89A1-EA25B03C29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7083" name="Flowchart: Connector 7082">
                          <a:extLst>
                            <a:ext uri="{FF2B5EF4-FFF2-40B4-BE49-F238E27FC236}">
                              <a16:creationId xmlns:a16="http://schemas.microsoft.com/office/drawing/2014/main" id="{0C910C7F-64AC-4CB1-8D92-D2C255780C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84" name="3D Model 7083" descr="Sphere">
                              <a:extLst>
                                <a:ext uri="{FF2B5EF4-FFF2-40B4-BE49-F238E27FC236}">
                                  <a16:creationId xmlns:a16="http://schemas.microsoft.com/office/drawing/2014/main" id="{52C667F7-00E8-40BC-B3B0-1B0233BB5C0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2379395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85" name="Flowchart: Connector 7084">
                          <a:extLst>
                            <a:ext uri="{FF2B5EF4-FFF2-40B4-BE49-F238E27FC236}">
                              <a16:creationId xmlns:a16="http://schemas.microsoft.com/office/drawing/2014/main" id="{6952A331-5D36-42FA-8E94-5967298B691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86" name="3D Model 7085" descr="Sphere">
                              <a:extLst>
                                <a:ext uri="{FF2B5EF4-FFF2-40B4-BE49-F238E27FC236}">
                                  <a16:creationId xmlns:a16="http://schemas.microsoft.com/office/drawing/2014/main" id="{C322DE74-81AB-43C7-912D-3A3A6E9157F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6619981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87" name="Flowchart: Connector 7086">
                          <a:extLst>
                            <a:ext uri="{FF2B5EF4-FFF2-40B4-BE49-F238E27FC236}">
                              <a16:creationId xmlns:a16="http://schemas.microsoft.com/office/drawing/2014/main" id="{E32AAD27-8C0D-4E34-B74C-627F1323D31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88" name="3D Model 7087" descr="Sphere">
                              <a:extLst>
                                <a:ext uri="{FF2B5EF4-FFF2-40B4-BE49-F238E27FC236}">
                                  <a16:creationId xmlns:a16="http://schemas.microsoft.com/office/drawing/2014/main" id="{F6D9AAFD-7332-4BAF-909B-E96C3B05372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290855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89" name="Flowchart: Connector 7088">
                          <a:extLst>
                            <a:ext uri="{FF2B5EF4-FFF2-40B4-BE49-F238E27FC236}">
                              <a16:creationId xmlns:a16="http://schemas.microsoft.com/office/drawing/2014/main" id="{B705176B-2D5F-46A2-8646-36F58CA9723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90" name="3D Model 7089" descr="Sphere">
                              <a:extLst>
                                <a:ext uri="{FF2B5EF4-FFF2-40B4-BE49-F238E27FC236}">
                                  <a16:creationId xmlns:a16="http://schemas.microsoft.com/office/drawing/2014/main" id="{7BBBD102-2444-4066-BB02-65EE5F862B0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4280771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033" name="Group 7032">
                        <a:extLst>
                          <a:ext uri="{FF2B5EF4-FFF2-40B4-BE49-F238E27FC236}">
                            <a16:creationId xmlns:a16="http://schemas.microsoft.com/office/drawing/2014/main" id="{5E93D9D6-4A30-4089-A4E3-D56F07E7F06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7067" name="Flowchart: Connector 7066">
                          <a:extLst>
                            <a:ext uri="{FF2B5EF4-FFF2-40B4-BE49-F238E27FC236}">
                              <a16:creationId xmlns:a16="http://schemas.microsoft.com/office/drawing/2014/main" id="{426AC86E-C878-4445-BECC-10F792AF959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68" name="Flowchart: Connector 7067">
                          <a:extLst>
                            <a:ext uri="{FF2B5EF4-FFF2-40B4-BE49-F238E27FC236}">
                              <a16:creationId xmlns:a16="http://schemas.microsoft.com/office/drawing/2014/main" id="{0902431D-BD50-4045-A50F-92D5E976A56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69" name="Flowchart: Connector 7068">
                          <a:extLst>
                            <a:ext uri="{FF2B5EF4-FFF2-40B4-BE49-F238E27FC236}">
                              <a16:creationId xmlns:a16="http://schemas.microsoft.com/office/drawing/2014/main" id="{B6F487A1-87CD-457B-AC89-6904C0A0A4C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70" name="Flowchart: Connector 7069">
                          <a:extLst>
                            <a:ext uri="{FF2B5EF4-FFF2-40B4-BE49-F238E27FC236}">
                              <a16:creationId xmlns:a16="http://schemas.microsoft.com/office/drawing/2014/main" id="{7AD6DA0C-0132-497E-A9D5-2D950027B87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71" name="Flowchart: Connector 7070">
                          <a:extLst>
                            <a:ext uri="{FF2B5EF4-FFF2-40B4-BE49-F238E27FC236}">
                              <a16:creationId xmlns:a16="http://schemas.microsoft.com/office/drawing/2014/main" id="{DD790341-129D-4931-99D4-3F48B4F272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72" name="Flowchart: Connector 7071">
                          <a:extLst>
                            <a:ext uri="{FF2B5EF4-FFF2-40B4-BE49-F238E27FC236}">
                              <a16:creationId xmlns:a16="http://schemas.microsoft.com/office/drawing/2014/main" id="{4C4AA1E9-1920-4DC6-8211-2D0133D1296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73" name="Flowchart: Connector 7072">
                          <a:extLst>
                            <a:ext uri="{FF2B5EF4-FFF2-40B4-BE49-F238E27FC236}">
                              <a16:creationId xmlns:a16="http://schemas.microsoft.com/office/drawing/2014/main" id="{E43025B5-F9C1-46C0-9468-C9C7D8C962A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74" name="Flowchart: Connector 7073">
                          <a:extLst>
                            <a:ext uri="{FF2B5EF4-FFF2-40B4-BE49-F238E27FC236}">
                              <a16:creationId xmlns:a16="http://schemas.microsoft.com/office/drawing/2014/main" id="{F2893651-94C0-494B-82DF-2C4EC9DC2B9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75" name="Flowchart: Connector 7074">
                          <a:extLst>
                            <a:ext uri="{FF2B5EF4-FFF2-40B4-BE49-F238E27FC236}">
                              <a16:creationId xmlns:a16="http://schemas.microsoft.com/office/drawing/2014/main" id="{E59B0629-1499-43FC-A7D9-84FE936F72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76" name="3D Model 7075" descr="Sphere">
                              <a:extLst>
                                <a:ext uri="{FF2B5EF4-FFF2-40B4-BE49-F238E27FC236}">
                                  <a16:creationId xmlns:a16="http://schemas.microsoft.com/office/drawing/2014/main" id="{4B65C2AD-D5D3-4AC5-BBA1-4795EC8A9B2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1160745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77" name="Flowchart: Connector 7076">
                          <a:extLst>
                            <a:ext uri="{FF2B5EF4-FFF2-40B4-BE49-F238E27FC236}">
                              <a16:creationId xmlns:a16="http://schemas.microsoft.com/office/drawing/2014/main" id="{6156ABAB-9348-4F1C-A0D2-9D2E507A9EB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78" name="3D Model 7077" descr="Sphere">
                              <a:extLst>
                                <a:ext uri="{FF2B5EF4-FFF2-40B4-BE49-F238E27FC236}">
                                  <a16:creationId xmlns:a16="http://schemas.microsoft.com/office/drawing/2014/main" id="{CE22FD2B-0930-437E-8D70-971BAB9568C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0992163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79" name="Flowchart: Connector 7078">
                          <a:extLst>
                            <a:ext uri="{FF2B5EF4-FFF2-40B4-BE49-F238E27FC236}">
                              <a16:creationId xmlns:a16="http://schemas.microsoft.com/office/drawing/2014/main" id="{6BCFD75C-2905-4D58-99F7-004E6B4D486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80" name="3D Model 7079" descr="Sphere">
                              <a:extLst>
                                <a:ext uri="{FF2B5EF4-FFF2-40B4-BE49-F238E27FC236}">
                                  <a16:creationId xmlns:a16="http://schemas.microsoft.com/office/drawing/2014/main" id="{816AD0D6-545F-4195-B1D1-D8479176E0D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0224020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81" name="Flowchart: Connector 7080">
                          <a:extLst>
                            <a:ext uri="{FF2B5EF4-FFF2-40B4-BE49-F238E27FC236}">
                              <a16:creationId xmlns:a16="http://schemas.microsoft.com/office/drawing/2014/main" id="{2BE645CF-4030-4D17-96E4-49786C6ADC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82" name="3D Model 7081" descr="Sphere">
                              <a:extLst>
                                <a:ext uri="{FF2B5EF4-FFF2-40B4-BE49-F238E27FC236}">
                                  <a16:creationId xmlns:a16="http://schemas.microsoft.com/office/drawing/2014/main" id="{FA01EC33-A4C1-4C9B-9B50-84457AB5571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4425393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034" name="Group 7033">
                        <a:extLst>
                          <a:ext uri="{FF2B5EF4-FFF2-40B4-BE49-F238E27FC236}">
                            <a16:creationId xmlns:a16="http://schemas.microsoft.com/office/drawing/2014/main" id="{BBFA4242-89A4-4D43-BC5F-61931EEE22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7051" name="Flowchart: Connector 7050">
                          <a:extLst>
                            <a:ext uri="{FF2B5EF4-FFF2-40B4-BE49-F238E27FC236}">
                              <a16:creationId xmlns:a16="http://schemas.microsoft.com/office/drawing/2014/main" id="{DE45E5DB-F0E3-41C7-89A3-D1213FBC7F5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52" name="Flowchart: Connector 7051">
                          <a:extLst>
                            <a:ext uri="{FF2B5EF4-FFF2-40B4-BE49-F238E27FC236}">
                              <a16:creationId xmlns:a16="http://schemas.microsoft.com/office/drawing/2014/main" id="{89DAA4BA-755D-4719-BD8D-35447C4B365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53" name="Flowchart: Connector 7052">
                          <a:extLst>
                            <a:ext uri="{FF2B5EF4-FFF2-40B4-BE49-F238E27FC236}">
                              <a16:creationId xmlns:a16="http://schemas.microsoft.com/office/drawing/2014/main" id="{C9E3898A-8281-4B70-9B7C-BA1911B235A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54" name="Flowchart: Connector 7053">
                          <a:extLst>
                            <a:ext uri="{FF2B5EF4-FFF2-40B4-BE49-F238E27FC236}">
                              <a16:creationId xmlns:a16="http://schemas.microsoft.com/office/drawing/2014/main" id="{818B2034-96FE-4CB7-A83A-A9D0338CAD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55" name="Flowchart: Connector 7054">
                          <a:extLst>
                            <a:ext uri="{FF2B5EF4-FFF2-40B4-BE49-F238E27FC236}">
                              <a16:creationId xmlns:a16="http://schemas.microsoft.com/office/drawing/2014/main" id="{B8C56EE6-F659-4A9A-B0D1-247CFA8B0BF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56" name="Flowchart: Connector 7055">
                          <a:extLst>
                            <a:ext uri="{FF2B5EF4-FFF2-40B4-BE49-F238E27FC236}">
                              <a16:creationId xmlns:a16="http://schemas.microsoft.com/office/drawing/2014/main" id="{96E0D7AD-BFEB-4629-B2C9-294AA501ACE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57" name="Flowchart: Connector 7056">
                          <a:extLst>
                            <a:ext uri="{FF2B5EF4-FFF2-40B4-BE49-F238E27FC236}">
                              <a16:creationId xmlns:a16="http://schemas.microsoft.com/office/drawing/2014/main" id="{ADD7A50E-9744-42ED-B1BD-986975D32C9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58" name="Flowchart: Connector 7057">
                          <a:extLst>
                            <a:ext uri="{FF2B5EF4-FFF2-40B4-BE49-F238E27FC236}">
                              <a16:creationId xmlns:a16="http://schemas.microsoft.com/office/drawing/2014/main" id="{34021A91-E5C3-4DFB-8169-DD0452AA564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59" name="Flowchart: Connector 7058">
                          <a:extLst>
                            <a:ext uri="{FF2B5EF4-FFF2-40B4-BE49-F238E27FC236}">
                              <a16:creationId xmlns:a16="http://schemas.microsoft.com/office/drawing/2014/main" id="{6B130E28-15A2-4F7E-979D-285DD7D5C61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60" name="3D Model 7059" descr="Sphere">
                              <a:extLst>
                                <a:ext uri="{FF2B5EF4-FFF2-40B4-BE49-F238E27FC236}">
                                  <a16:creationId xmlns:a16="http://schemas.microsoft.com/office/drawing/2014/main" id="{01D5C7D9-EF9A-4F08-8397-6F3A7BC53FF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2378181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61" name="Flowchart: Connector 7060">
                          <a:extLst>
                            <a:ext uri="{FF2B5EF4-FFF2-40B4-BE49-F238E27FC236}">
                              <a16:creationId xmlns:a16="http://schemas.microsoft.com/office/drawing/2014/main" id="{B25A4A01-4082-4E5E-A62D-836520806E8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62" name="3D Model 7061" descr="Sphere">
                              <a:extLst>
                                <a:ext uri="{FF2B5EF4-FFF2-40B4-BE49-F238E27FC236}">
                                  <a16:creationId xmlns:a16="http://schemas.microsoft.com/office/drawing/2014/main" id="{588B3EE4-EEB7-43D1-A4FD-EBE3C8D8041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556977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63" name="Flowchart: Connector 7062">
                          <a:extLst>
                            <a:ext uri="{FF2B5EF4-FFF2-40B4-BE49-F238E27FC236}">
                              <a16:creationId xmlns:a16="http://schemas.microsoft.com/office/drawing/2014/main" id="{89C1E6C1-D112-47E7-AD71-295383FAC73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64" name="3D Model 7063" descr="Sphere">
                              <a:extLst>
                                <a:ext uri="{FF2B5EF4-FFF2-40B4-BE49-F238E27FC236}">
                                  <a16:creationId xmlns:a16="http://schemas.microsoft.com/office/drawing/2014/main" id="{78A3214F-D1BC-4D25-89DE-CB8F046C18D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1854928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65" name="Flowchart: Connector 7064">
                          <a:extLst>
                            <a:ext uri="{FF2B5EF4-FFF2-40B4-BE49-F238E27FC236}">
                              <a16:creationId xmlns:a16="http://schemas.microsoft.com/office/drawing/2014/main" id="{B473C29B-ED29-4A5B-80EB-91740331D71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66" name="3D Model 7065" descr="Sphere">
                              <a:extLst>
                                <a:ext uri="{FF2B5EF4-FFF2-40B4-BE49-F238E27FC236}">
                                  <a16:creationId xmlns:a16="http://schemas.microsoft.com/office/drawing/2014/main" id="{0963745D-DB10-4A4F-A704-77F04F279C3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2056664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7035" name="Flowchart: Connector 7034">
                        <a:extLst>
                          <a:ext uri="{FF2B5EF4-FFF2-40B4-BE49-F238E27FC236}">
                            <a16:creationId xmlns:a16="http://schemas.microsoft.com/office/drawing/2014/main" id="{B12D1924-E90D-4A97-A873-AEB38498111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36" name="Flowchart: Connector 7035">
                        <a:extLst>
                          <a:ext uri="{FF2B5EF4-FFF2-40B4-BE49-F238E27FC236}">
                            <a16:creationId xmlns:a16="http://schemas.microsoft.com/office/drawing/2014/main" id="{F2EB37F0-97D1-4121-B4B6-D11C0F8BF93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37" name="Flowchart: Connector 7036">
                        <a:extLst>
                          <a:ext uri="{FF2B5EF4-FFF2-40B4-BE49-F238E27FC236}">
                            <a16:creationId xmlns:a16="http://schemas.microsoft.com/office/drawing/2014/main" id="{D7019FFE-2B5C-4392-B806-CEAC6140FF4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38" name="Flowchart: Connector 7037">
                        <a:extLst>
                          <a:ext uri="{FF2B5EF4-FFF2-40B4-BE49-F238E27FC236}">
                            <a16:creationId xmlns:a16="http://schemas.microsoft.com/office/drawing/2014/main" id="{3B98E48C-3DC0-47D1-8759-E066FA1E116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39" name="Flowchart: Connector 7038">
                        <a:extLst>
                          <a:ext uri="{FF2B5EF4-FFF2-40B4-BE49-F238E27FC236}">
                            <a16:creationId xmlns:a16="http://schemas.microsoft.com/office/drawing/2014/main" id="{9CCB1608-4439-47B9-AC05-24149E2BA5C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40" name="Flowchart: Connector 7039">
                        <a:extLst>
                          <a:ext uri="{FF2B5EF4-FFF2-40B4-BE49-F238E27FC236}">
                            <a16:creationId xmlns:a16="http://schemas.microsoft.com/office/drawing/2014/main" id="{A4B8EE16-94C5-4D9D-9C36-B0788E3D5B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41" name="Flowchart: Connector 7040">
                        <a:extLst>
                          <a:ext uri="{FF2B5EF4-FFF2-40B4-BE49-F238E27FC236}">
                            <a16:creationId xmlns:a16="http://schemas.microsoft.com/office/drawing/2014/main" id="{F9B07B6D-89BB-493B-99E7-FCBF1BBB97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42" name="Flowchart: Connector 7041">
                        <a:extLst>
                          <a:ext uri="{FF2B5EF4-FFF2-40B4-BE49-F238E27FC236}">
                            <a16:creationId xmlns:a16="http://schemas.microsoft.com/office/drawing/2014/main" id="{861DA38F-623A-4554-86CC-E4765BA9803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43" name="Flowchart: Connector 7042">
                        <a:extLst>
                          <a:ext uri="{FF2B5EF4-FFF2-40B4-BE49-F238E27FC236}">
                            <a16:creationId xmlns:a16="http://schemas.microsoft.com/office/drawing/2014/main" id="{F99A292E-224B-4ADC-A331-68F7B0ED389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044" name="3D Model 7043" descr="Sphere">
                            <a:extLst>
                              <a:ext uri="{FF2B5EF4-FFF2-40B4-BE49-F238E27FC236}">
                                <a16:creationId xmlns:a16="http://schemas.microsoft.com/office/drawing/2014/main" id="{9334A7F3-8CB8-4CF9-A6E9-FBB03C87CF7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52863890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045" name="Flowchart: Connector 7044">
                        <a:extLst>
                          <a:ext uri="{FF2B5EF4-FFF2-40B4-BE49-F238E27FC236}">
                            <a16:creationId xmlns:a16="http://schemas.microsoft.com/office/drawing/2014/main" id="{D080906B-CB22-4E44-B446-E71CC704A7A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046" name="3D Model 7045" descr="Sphere">
                            <a:extLst>
                              <a:ext uri="{FF2B5EF4-FFF2-40B4-BE49-F238E27FC236}">
                                <a16:creationId xmlns:a16="http://schemas.microsoft.com/office/drawing/2014/main" id="{075E2D43-44CC-415B-8206-F8AAFA19F38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77474850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047" name="Flowchart: Connector 7046">
                        <a:extLst>
                          <a:ext uri="{FF2B5EF4-FFF2-40B4-BE49-F238E27FC236}">
                            <a16:creationId xmlns:a16="http://schemas.microsoft.com/office/drawing/2014/main" id="{7FC87CC0-C9BF-4A90-A38D-4DF9FF86C2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048" name="3D Model 7047" descr="Sphere">
                            <a:extLst>
                              <a:ext uri="{FF2B5EF4-FFF2-40B4-BE49-F238E27FC236}">
                                <a16:creationId xmlns:a16="http://schemas.microsoft.com/office/drawing/2014/main" id="{852CB7BC-5970-461F-98E7-CA56B4471D3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38006003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049" name="Flowchart: Connector 7048">
                        <a:extLst>
                          <a:ext uri="{FF2B5EF4-FFF2-40B4-BE49-F238E27FC236}">
                            <a16:creationId xmlns:a16="http://schemas.microsoft.com/office/drawing/2014/main" id="{84A3FDA1-4D77-4523-880F-498B257D3A0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050" name="3D Model 7049" descr="Sphere">
                            <a:extLst>
                              <a:ext uri="{FF2B5EF4-FFF2-40B4-BE49-F238E27FC236}">
                                <a16:creationId xmlns:a16="http://schemas.microsoft.com/office/drawing/2014/main" id="{FBBEBDD6-D7AC-4C92-A69B-2311110A21C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00351582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6886" name="Group 6885">
                    <a:extLst>
                      <a:ext uri="{FF2B5EF4-FFF2-40B4-BE49-F238E27FC236}">
                        <a16:creationId xmlns:a16="http://schemas.microsoft.com/office/drawing/2014/main" id="{926536AF-E50D-46C1-8497-F819C8DFACE9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7027" name="Flowchart: Connector 7026">
                      <a:extLst>
                        <a:ext uri="{FF2B5EF4-FFF2-40B4-BE49-F238E27FC236}">
                          <a16:creationId xmlns:a16="http://schemas.microsoft.com/office/drawing/2014/main" id="{FD2D0025-DF9A-474F-91A9-A791FC79E1C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028" name="Flowchart: Connector 7027">
                      <a:extLst>
                        <a:ext uri="{FF2B5EF4-FFF2-40B4-BE49-F238E27FC236}">
                          <a16:creationId xmlns:a16="http://schemas.microsoft.com/office/drawing/2014/main" id="{94F3DDC5-975E-4E29-B257-ADB87E5E81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029" name="Flowchart: Connector 7028">
                      <a:extLst>
                        <a:ext uri="{FF2B5EF4-FFF2-40B4-BE49-F238E27FC236}">
                          <a16:creationId xmlns:a16="http://schemas.microsoft.com/office/drawing/2014/main" id="{AE9C3F49-51FC-4398-918E-EC2C2C4D0F9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6887" name="Flowchart: Connector 6886">
                    <a:extLst>
                      <a:ext uri="{FF2B5EF4-FFF2-40B4-BE49-F238E27FC236}">
                        <a16:creationId xmlns:a16="http://schemas.microsoft.com/office/drawing/2014/main" id="{AD6A5D62-6A98-4CC5-B569-DD3133A2E96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888" name="Flowchart: Connector 6887">
                    <a:extLst>
                      <a:ext uri="{FF2B5EF4-FFF2-40B4-BE49-F238E27FC236}">
                        <a16:creationId xmlns:a16="http://schemas.microsoft.com/office/drawing/2014/main" id="{1680D94F-65E5-4560-9142-F8ACF2A8D43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6889" name="Group 6888">
                    <a:extLst>
                      <a:ext uri="{FF2B5EF4-FFF2-40B4-BE49-F238E27FC236}">
                        <a16:creationId xmlns:a16="http://schemas.microsoft.com/office/drawing/2014/main" id="{FFDEA17A-4934-432E-B81F-E0D5E72C118A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7024" name="Flowchart: Connector 7023">
                      <a:extLst>
                        <a:ext uri="{FF2B5EF4-FFF2-40B4-BE49-F238E27FC236}">
                          <a16:creationId xmlns:a16="http://schemas.microsoft.com/office/drawing/2014/main" id="{DF2133E8-FB22-4CA5-84C3-EE504296548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025" name="Flowchart: Connector 7024">
                      <a:extLst>
                        <a:ext uri="{FF2B5EF4-FFF2-40B4-BE49-F238E27FC236}">
                          <a16:creationId xmlns:a16="http://schemas.microsoft.com/office/drawing/2014/main" id="{3CE6400C-92D5-43F3-9D84-9B6951663B3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026" name="Flowchart: Connector 7025">
                      <a:extLst>
                        <a:ext uri="{FF2B5EF4-FFF2-40B4-BE49-F238E27FC236}">
                          <a16:creationId xmlns:a16="http://schemas.microsoft.com/office/drawing/2014/main" id="{C8A9E0D0-F69B-4B9F-8E9A-EC4E9E66073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6890" name="Group 6889">
                    <a:extLst>
                      <a:ext uri="{FF2B5EF4-FFF2-40B4-BE49-F238E27FC236}">
                        <a16:creationId xmlns:a16="http://schemas.microsoft.com/office/drawing/2014/main" id="{2C75E765-7AE9-43EC-B50B-B5781AA63B22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6959" name="Group 6958">
                      <a:extLst>
                        <a:ext uri="{FF2B5EF4-FFF2-40B4-BE49-F238E27FC236}">
                          <a16:creationId xmlns:a16="http://schemas.microsoft.com/office/drawing/2014/main" id="{83314D84-CAF4-45C9-AE3A-377ED6026C0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7020" name="Flowchart: Connector 7019">
                        <a:extLst>
                          <a:ext uri="{FF2B5EF4-FFF2-40B4-BE49-F238E27FC236}">
                            <a16:creationId xmlns:a16="http://schemas.microsoft.com/office/drawing/2014/main" id="{36BFDECB-5186-4B69-A375-C65A8057307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21" name="Flowchart: Connector 7020">
                        <a:extLst>
                          <a:ext uri="{FF2B5EF4-FFF2-40B4-BE49-F238E27FC236}">
                            <a16:creationId xmlns:a16="http://schemas.microsoft.com/office/drawing/2014/main" id="{2DF57102-F37D-45D9-9AD1-69AE96B892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22" name="Flowchart: Connector 7021">
                        <a:extLst>
                          <a:ext uri="{FF2B5EF4-FFF2-40B4-BE49-F238E27FC236}">
                            <a16:creationId xmlns:a16="http://schemas.microsoft.com/office/drawing/2014/main" id="{F861352E-A1A3-437F-BADE-8E4425A7315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023" name="Flowchart: Connector 7022">
                        <a:extLst>
                          <a:ext uri="{FF2B5EF4-FFF2-40B4-BE49-F238E27FC236}">
                            <a16:creationId xmlns:a16="http://schemas.microsoft.com/office/drawing/2014/main" id="{ED25991D-610C-4F28-BC95-A6CF9ECD1B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6960" name="Group 6959">
                      <a:extLst>
                        <a:ext uri="{FF2B5EF4-FFF2-40B4-BE49-F238E27FC236}">
                          <a16:creationId xmlns:a16="http://schemas.microsoft.com/office/drawing/2014/main" id="{C3824E6E-73A0-4B4A-94F5-1A899AF485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6961" name="Group 6960">
                        <a:extLst>
                          <a:ext uri="{FF2B5EF4-FFF2-40B4-BE49-F238E27FC236}">
                            <a16:creationId xmlns:a16="http://schemas.microsoft.com/office/drawing/2014/main" id="{058C03A2-78CF-4779-8228-4BDDDCBEDE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7012" name="Flowchart: Connector 7011">
                          <a:extLst>
                            <a:ext uri="{FF2B5EF4-FFF2-40B4-BE49-F238E27FC236}">
                              <a16:creationId xmlns:a16="http://schemas.microsoft.com/office/drawing/2014/main" id="{0E32B0BB-CF9B-4A3D-B79C-83CBFF82E4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13" name="3D Model 7012" descr="Sphere">
                              <a:extLst>
                                <a:ext uri="{FF2B5EF4-FFF2-40B4-BE49-F238E27FC236}">
                                  <a16:creationId xmlns:a16="http://schemas.microsoft.com/office/drawing/2014/main" id="{8E5DE7B5-6350-4599-9B0F-6457D9D0A83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5897606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14" name="Flowchart: Connector 7013">
                          <a:extLst>
                            <a:ext uri="{FF2B5EF4-FFF2-40B4-BE49-F238E27FC236}">
                              <a16:creationId xmlns:a16="http://schemas.microsoft.com/office/drawing/2014/main" id="{4FFCA513-D3E3-4157-BD93-CAD11DE06E5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15" name="3D Model 7014" descr="Sphere">
                              <a:extLst>
                                <a:ext uri="{FF2B5EF4-FFF2-40B4-BE49-F238E27FC236}">
                                  <a16:creationId xmlns:a16="http://schemas.microsoft.com/office/drawing/2014/main" id="{F7085AD5-8F56-4583-A287-56A4858CB73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3080782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16" name="Flowchart: Connector 7015">
                          <a:extLst>
                            <a:ext uri="{FF2B5EF4-FFF2-40B4-BE49-F238E27FC236}">
                              <a16:creationId xmlns:a16="http://schemas.microsoft.com/office/drawing/2014/main" id="{4AC420C1-2C01-40E8-BE18-FE38E3AB32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17" name="3D Model 7016" descr="Sphere">
                              <a:extLst>
                                <a:ext uri="{FF2B5EF4-FFF2-40B4-BE49-F238E27FC236}">
                                  <a16:creationId xmlns:a16="http://schemas.microsoft.com/office/drawing/2014/main" id="{2C74C239-14EF-4A6A-B044-967D390EF58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6624480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18" name="Flowchart: Connector 7017">
                          <a:extLst>
                            <a:ext uri="{FF2B5EF4-FFF2-40B4-BE49-F238E27FC236}">
                              <a16:creationId xmlns:a16="http://schemas.microsoft.com/office/drawing/2014/main" id="{9BE150D3-897C-46A2-A924-E972A96C08A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19" name="3D Model 7018" descr="Sphere">
                              <a:extLst>
                                <a:ext uri="{FF2B5EF4-FFF2-40B4-BE49-F238E27FC236}">
                                  <a16:creationId xmlns:a16="http://schemas.microsoft.com/office/drawing/2014/main" id="{BEA27203-60E2-4E2D-BDDC-58D5B88E354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1972503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962" name="Group 6961">
                        <a:extLst>
                          <a:ext uri="{FF2B5EF4-FFF2-40B4-BE49-F238E27FC236}">
                            <a16:creationId xmlns:a16="http://schemas.microsoft.com/office/drawing/2014/main" id="{5853C0A3-D0E8-4B13-B330-82EA59E487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996" name="Flowchart: Connector 6995">
                          <a:extLst>
                            <a:ext uri="{FF2B5EF4-FFF2-40B4-BE49-F238E27FC236}">
                              <a16:creationId xmlns:a16="http://schemas.microsoft.com/office/drawing/2014/main" id="{563C8696-CAA5-48F8-998D-9DCC3CC3F9E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97" name="Flowchart: Connector 6996">
                          <a:extLst>
                            <a:ext uri="{FF2B5EF4-FFF2-40B4-BE49-F238E27FC236}">
                              <a16:creationId xmlns:a16="http://schemas.microsoft.com/office/drawing/2014/main" id="{634B89AD-CDED-41E9-B688-F023E785A2C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98" name="Flowchart: Connector 6997">
                          <a:extLst>
                            <a:ext uri="{FF2B5EF4-FFF2-40B4-BE49-F238E27FC236}">
                              <a16:creationId xmlns:a16="http://schemas.microsoft.com/office/drawing/2014/main" id="{A1439811-6D83-461A-BADC-1A3EEE567BD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99" name="Flowchart: Connector 6998">
                          <a:extLst>
                            <a:ext uri="{FF2B5EF4-FFF2-40B4-BE49-F238E27FC236}">
                              <a16:creationId xmlns:a16="http://schemas.microsoft.com/office/drawing/2014/main" id="{55E9913E-5511-4FF5-A573-296C203FDB4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00" name="Flowchart: Connector 6999">
                          <a:extLst>
                            <a:ext uri="{FF2B5EF4-FFF2-40B4-BE49-F238E27FC236}">
                              <a16:creationId xmlns:a16="http://schemas.microsoft.com/office/drawing/2014/main" id="{4C048FB7-9A75-43B5-9FEB-9697A18C076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01" name="Flowchart: Connector 7000">
                          <a:extLst>
                            <a:ext uri="{FF2B5EF4-FFF2-40B4-BE49-F238E27FC236}">
                              <a16:creationId xmlns:a16="http://schemas.microsoft.com/office/drawing/2014/main" id="{35DC862D-A5DF-427A-B105-2108E0A9E13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02" name="Flowchart: Connector 7001">
                          <a:extLst>
                            <a:ext uri="{FF2B5EF4-FFF2-40B4-BE49-F238E27FC236}">
                              <a16:creationId xmlns:a16="http://schemas.microsoft.com/office/drawing/2014/main" id="{99CD637E-E257-462F-A0BA-A2F787510B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03" name="Flowchart: Connector 7002">
                          <a:extLst>
                            <a:ext uri="{FF2B5EF4-FFF2-40B4-BE49-F238E27FC236}">
                              <a16:creationId xmlns:a16="http://schemas.microsoft.com/office/drawing/2014/main" id="{90663B00-7EC1-48AA-A355-4140B679DFB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004" name="Flowchart: Connector 7003">
                          <a:extLst>
                            <a:ext uri="{FF2B5EF4-FFF2-40B4-BE49-F238E27FC236}">
                              <a16:creationId xmlns:a16="http://schemas.microsoft.com/office/drawing/2014/main" id="{26DB1F90-67DE-43E8-BE1E-277EF0E7C7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05" name="3D Model 7004" descr="Sphere">
                              <a:extLst>
                                <a:ext uri="{FF2B5EF4-FFF2-40B4-BE49-F238E27FC236}">
                                  <a16:creationId xmlns:a16="http://schemas.microsoft.com/office/drawing/2014/main" id="{1CE9892A-0842-4CB7-818B-7AF4438EB3D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5965215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06" name="Flowchart: Connector 7005">
                          <a:extLst>
                            <a:ext uri="{FF2B5EF4-FFF2-40B4-BE49-F238E27FC236}">
                              <a16:creationId xmlns:a16="http://schemas.microsoft.com/office/drawing/2014/main" id="{C9D98ACD-E5A6-43C9-972D-3C7A2C36670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07" name="3D Model 7006" descr="Sphere">
                              <a:extLst>
                                <a:ext uri="{FF2B5EF4-FFF2-40B4-BE49-F238E27FC236}">
                                  <a16:creationId xmlns:a16="http://schemas.microsoft.com/office/drawing/2014/main" id="{13712D55-4F3B-49E0-B07E-BD308C847A8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3209459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08" name="Flowchart: Connector 7007">
                          <a:extLst>
                            <a:ext uri="{FF2B5EF4-FFF2-40B4-BE49-F238E27FC236}">
                              <a16:creationId xmlns:a16="http://schemas.microsoft.com/office/drawing/2014/main" id="{AD9F48FC-67E9-4622-B850-6BF055B3688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09" name="3D Model 7008" descr="Sphere">
                              <a:extLst>
                                <a:ext uri="{FF2B5EF4-FFF2-40B4-BE49-F238E27FC236}">
                                  <a16:creationId xmlns:a16="http://schemas.microsoft.com/office/drawing/2014/main" id="{34575031-139A-4E93-A082-AD91D8F8020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408294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010" name="Flowchart: Connector 7009">
                          <a:extLst>
                            <a:ext uri="{FF2B5EF4-FFF2-40B4-BE49-F238E27FC236}">
                              <a16:creationId xmlns:a16="http://schemas.microsoft.com/office/drawing/2014/main" id="{46BF99C1-BE3F-4330-9103-AEF79F1BBB1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011" name="3D Model 7010" descr="Sphere">
                              <a:extLst>
                                <a:ext uri="{FF2B5EF4-FFF2-40B4-BE49-F238E27FC236}">
                                  <a16:creationId xmlns:a16="http://schemas.microsoft.com/office/drawing/2014/main" id="{43D5E678-E275-446B-8B48-A81077BA81A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8650947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6963" name="Group 6962">
                        <a:extLst>
                          <a:ext uri="{FF2B5EF4-FFF2-40B4-BE49-F238E27FC236}">
                            <a16:creationId xmlns:a16="http://schemas.microsoft.com/office/drawing/2014/main" id="{A3CE7F18-8165-4E0D-AF85-B1F35FC19E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6980" name="Flowchart: Connector 6979">
                          <a:extLst>
                            <a:ext uri="{FF2B5EF4-FFF2-40B4-BE49-F238E27FC236}">
                              <a16:creationId xmlns:a16="http://schemas.microsoft.com/office/drawing/2014/main" id="{16955049-CE0E-433F-BC89-4500AEC2C01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81" name="Flowchart: Connector 6980">
                          <a:extLst>
                            <a:ext uri="{FF2B5EF4-FFF2-40B4-BE49-F238E27FC236}">
                              <a16:creationId xmlns:a16="http://schemas.microsoft.com/office/drawing/2014/main" id="{97D55EE6-2A10-4292-AAC3-569AA982304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82" name="Flowchart: Connector 6981">
                          <a:extLst>
                            <a:ext uri="{FF2B5EF4-FFF2-40B4-BE49-F238E27FC236}">
                              <a16:creationId xmlns:a16="http://schemas.microsoft.com/office/drawing/2014/main" id="{32997F83-313D-4E64-B25E-A22CEAAE88B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83" name="Flowchart: Connector 6982">
                          <a:extLst>
                            <a:ext uri="{FF2B5EF4-FFF2-40B4-BE49-F238E27FC236}">
                              <a16:creationId xmlns:a16="http://schemas.microsoft.com/office/drawing/2014/main" id="{70F9040B-1003-46B1-B2E7-54430AF0442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84" name="Flowchart: Connector 6983">
                          <a:extLst>
                            <a:ext uri="{FF2B5EF4-FFF2-40B4-BE49-F238E27FC236}">
                              <a16:creationId xmlns:a16="http://schemas.microsoft.com/office/drawing/2014/main" id="{CDC8F224-F20B-4394-9B71-631398F6842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85" name="Flowchart: Connector 6984">
                          <a:extLst>
                            <a:ext uri="{FF2B5EF4-FFF2-40B4-BE49-F238E27FC236}">
                              <a16:creationId xmlns:a16="http://schemas.microsoft.com/office/drawing/2014/main" id="{63E68B43-E007-4F9C-94D0-AFDCFDE972F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86" name="Flowchart: Connector 6985">
                          <a:extLst>
                            <a:ext uri="{FF2B5EF4-FFF2-40B4-BE49-F238E27FC236}">
                              <a16:creationId xmlns:a16="http://schemas.microsoft.com/office/drawing/2014/main" id="{DA646AAB-F821-442B-80D0-2E7D62D7E82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87" name="Flowchart: Connector 6986">
                          <a:extLst>
                            <a:ext uri="{FF2B5EF4-FFF2-40B4-BE49-F238E27FC236}">
                              <a16:creationId xmlns:a16="http://schemas.microsoft.com/office/drawing/2014/main" id="{3BC37342-6037-4EDB-A065-F34A2393945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6988" name="Flowchart: Connector 6987">
                          <a:extLst>
                            <a:ext uri="{FF2B5EF4-FFF2-40B4-BE49-F238E27FC236}">
                              <a16:creationId xmlns:a16="http://schemas.microsoft.com/office/drawing/2014/main" id="{2F0481B8-6F9B-474D-8656-8F5337157D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989" name="3D Model 6988" descr="Sphere">
                              <a:extLst>
                                <a:ext uri="{FF2B5EF4-FFF2-40B4-BE49-F238E27FC236}">
                                  <a16:creationId xmlns:a16="http://schemas.microsoft.com/office/drawing/2014/main" id="{4F865984-890A-4A25-95CD-29CE83E14A1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4465792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990" name="Flowchart: Connector 6989">
                          <a:extLst>
                            <a:ext uri="{FF2B5EF4-FFF2-40B4-BE49-F238E27FC236}">
                              <a16:creationId xmlns:a16="http://schemas.microsoft.com/office/drawing/2014/main" id="{9CE14B30-E4BC-4159-AD75-55C2AE01BF0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991" name="3D Model 6990" descr="Sphere">
                              <a:extLst>
                                <a:ext uri="{FF2B5EF4-FFF2-40B4-BE49-F238E27FC236}">
                                  <a16:creationId xmlns:a16="http://schemas.microsoft.com/office/drawing/2014/main" id="{EFC23A91-26B0-4ABC-B46F-E688893A181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3553991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992" name="Flowchart: Connector 6991">
                          <a:extLst>
                            <a:ext uri="{FF2B5EF4-FFF2-40B4-BE49-F238E27FC236}">
                              <a16:creationId xmlns:a16="http://schemas.microsoft.com/office/drawing/2014/main" id="{0BC96C1D-FB82-47A8-BE02-8E8C4F9AE49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993" name="3D Model 6992" descr="Sphere">
                              <a:extLst>
                                <a:ext uri="{FF2B5EF4-FFF2-40B4-BE49-F238E27FC236}">
                                  <a16:creationId xmlns:a16="http://schemas.microsoft.com/office/drawing/2014/main" id="{7E40D9F5-15BE-457A-A9A7-8EBA4D9CF73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4476357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6994" name="Flowchart: Connector 6993">
                          <a:extLst>
                            <a:ext uri="{FF2B5EF4-FFF2-40B4-BE49-F238E27FC236}">
                              <a16:creationId xmlns:a16="http://schemas.microsoft.com/office/drawing/2014/main" id="{3B6D0FCA-3BF8-4732-8DA1-E1CC979C68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6995" name="3D Model 6994" descr="Sphere">
                              <a:extLst>
                                <a:ext uri="{FF2B5EF4-FFF2-40B4-BE49-F238E27FC236}">
                                  <a16:creationId xmlns:a16="http://schemas.microsoft.com/office/drawing/2014/main" id="{79F98241-BD26-4233-9E61-3671275A173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2303225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6964" name="Flowchart: Connector 6963">
                        <a:extLst>
                          <a:ext uri="{FF2B5EF4-FFF2-40B4-BE49-F238E27FC236}">
                            <a16:creationId xmlns:a16="http://schemas.microsoft.com/office/drawing/2014/main" id="{BD8BA4BC-F926-4675-9B1C-F0682EEB758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65" name="Flowchart: Connector 6964">
                        <a:extLst>
                          <a:ext uri="{FF2B5EF4-FFF2-40B4-BE49-F238E27FC236}">
                            <a16:creationId xmlns:a16="http://schemas.microsoft.com/office/drawing/2014/main" id="{8B6656FE-3431-4FA2-8B72-A106B1E9B8F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66" name="Flowchart: Connector 6965">
                        <a:extLst>
                          <a:ext uri="{FF2B5EF4-FFF2-40B4-BE49-F238E27FC236}">
                            <a16:creationId xmlns:a16="http://schemas.microsoft.com/office/drawing/2014/main" id="{C69656A7-C8DB-4112-B5B0-EADE6681127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67" name="Flowchart: Connector 6966">
                        <a:extLst>
                          <a:ext uri="{FF2B5EF4-FFF2-40B4-BE49-F238E27FC236}">
                            <a16:creationId xmlns:a16="http://schemas.microsoft.com/office/drawing/2014/main" id="{BB46D337-85C6-434C-8E41-9ADA5F70DF3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68" name="Flowchart: Connector 6967">
                        <a:extLst>
                          <a:ext uri="{FF2B5EF4-FFF2-40B4-BE49-F238E27FC236}">
                            <a16:creationId xmlns:a16="http://schemas.microsoft.com/office/drawing/2014/main" id="{2EEAFD25-9404-45CC-B245-54CE1843866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69" name="Flowchart: Connector 6968">
                        <a:extLst>
                          <a:ext uri="{FF2B5EF4-FFF2-40B4-BE49-F238E27FC236}">
                            <a16:creationId xmlns:a16="http://schemas.microsoft.com/office/drawing/2014/main" id="{A6ACBEBA-F3B7-468F-ADDF-1308A072755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70" name="Flowchart: Connector 6969">
                        <a:extLst>
                          <a:ext uri="{FF2B5EF4-FFF2-40B4-BE49-F238E27FC236}">
                            <a16:creationId xmlns:a16="http://schemas.microsoft.com/office/drawing/2014/main" id="{4FBE58AF-BAF1-4724-A98C-C4DF8ECA52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71" name="Flowchart: Connector 6970">
                        <a:extLst>
                          <a:ext uri="{FF2B5EF4-FFF2-40B4-BE49-F238E27FC236}">
                            <a16:creationId xmlns:a16="http://schemas.microsoft.com/office/drawing/2014/main" id="{ED8A30BA-1558-4F31-B2CA-54885A45338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72" name="Flowchart: Connector 6971">
                        <a:extLst>
                          <a:ext uri="{FF2B5EF4-FFF2-40B4-BE49-F238E27FC236}">
                            <a16:creationId xmlns:a16="http://schemas.microsoft.com/office/drawing/2014/main" id="{F8AECBD0-77A0-42EB-9508-48D7389FC9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73" name="3D Model 6972" descr="Sphere">
                            <a:extLst>
                              <a:ext uri="{FF2B5EF4-FFF2-40B4-BE49-F238E27FC236}">
                                <a16:creationId xmlns:a16="http://schemas.microsoft.com/office/drawing/2014/main" id="{2D015736-DE57-4589-A7FB-135E0F85192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08206725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974" name="Flowchart: Connector 6973">
                        <a:extLst>
                          <a:ext uri="{FF2B5EF4-FFF2-40B4-BE49-F238E27FC236}">
                            <a16:creationId xmlns:a16="http://schemas.microsoft.com/office/drawing/2014/main" id="{7D8F5D27-6AE4-4379-A86C-ED1026E4370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75" name="3D Model 6974" descr="Sphere">
                            <a:extLst>
                              <a:ext uri="{FF2B5EF4-FFF2-40B4-BE49-F238E27FC236}">
                                <a16:creationId xmlns:a16="http://schemas.microsoft.com/office/drawing/2014/main" id="{9B651D6E-193F-40B1-A424-4995C446213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78609001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976" name="Flowchart: Connector 6975">
                        <a:extLst>
                          <a:ext uri="{FF2B5EF4-FFF2-40B4-BE49-F238E27FC236}">
                            <a16:creationId xmlns:a16="http://schemas.microsoft.com/office/drawing/2014/main" id="{F88AFE56-6E08-4F77-BC95-AA1783EF6DC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77" name="3D Model 6976" descr="Sphere">
                            <a:extLst>
                              <a:ext uri="{FF2B5EF4-FFF2-40B4-BE49-F238E27FC236}">
                                <a16:creationId xmlns:a16="http://schemas.microsoft.com/office/drawing/2014/main" id="{835F57CB-D62A-42B7-BDA6-F044949A7AE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72976920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978" name="Flowchart: Connector 6977">
                        <a:extLst>
                          <a:ext uri="{FF2B5EF4-FFF2-40B4-BE49-F238E27FC236}">
                            <a16:creationId xmlns:a16="http://schemas.microsoft.com/office/drawing/2014/main" id="{B1F08778-823A-4CB3-9895-8AC1DA2136E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79" name="3D Model 6978" descr="Sphere">
                            <a:extLst>
                              <a:ext uri="{FF2B5EF4-FFF2-40B4-BE49-F238E27FC236}">
                                <a16:creationId xmlns:a16="http://schemas.microsoft.com/office/drawing/2014/main" id="{AD1F4920-ED1A-46A7-A708-EB68D4266A6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16879817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6891" name="Flowchart: Connector 6890">
                    <a:extLst>
                      <a:ext uri="{FF2B5EF4-FFF2-40B4-BE49-F238E27FC236}">
                        <a16:creationId xmlns:a16="http://schemas.microsoft.com/office/drawing/2014/main" id="{C51E055F-583C-4E4F-95A8-98ED275515D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892" name="Flowchart: Connector 6891">
                    <a:extLst>
                      <a:ext uri="{FF2B5EF4-FFF2-40B4-BE49-F238E27FC236}">
                        <a16:creationId xmlns:a16="http://schemas.microsoft.com/office/drawing/2014/main" id="{D752F0C3-ACFB-4612-B0F2-92BD522B0EC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893" name="Flowchart: Connector 6892">
                    <a:extLst>
                      <a:ext uri="{FF2B5EF4-FFF2-40B4-BE49-F238E27FC236}">
                        <a16:creationId xmlns:a16="http://schemas.microsoft.com/office/drawing/2014/main" id="{B07A7660-B4EC-4FE7-A7FB-D149586749D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894" name="Flowchart: Connector 6893">
                    <a:extLst>
                      <a:ext uri="{FF2B5EF4-FFF2-40B4-BE49-F238E27FC236}">
                        <a16:creationId xmlns:a16="http://schemas.microsoft.com/office/drawing/2014/main" id="{0F31AFDF-6FCC-4249-B0B1-9D3B33CE7BF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895" name="Flowchart: Connector 6894">
                    <a:extLst>
                      <a:ext uri="{FF2B5EF4-FFF2-40B4-BE49-F238E27FC236}">
                        <a16:creationId xmlns:a16="http://schemas.microsoft.com/office/drawing/2014/main" id="{852850A5-2657-4C92-9E9F-EF18FFB5CA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896" name="Flowchart: Connector 6895">
                    <a:extLst>
                      <a:ext uri="{FF2B5EF4-FFF2-40B4-BE49-F238E27FC236}">
                        <a16:creationId xmlns:a16="http://schemas.microsoft.com/office/drawing/2014/main" id="{ED0FB6DD-FB35-4571-9B6C-15D84BB73779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6897" name="Flowchart: Connector 6896">
                    <a:extLst>
                      <a:ext uri="{FF2B5EF4-FFF2-40B4-BE49-F238E27FC236}">
                        <a16:creationId xmlns:a16="http://schemas.microsoft.com/office/drawing/2014/main" id="{56210A75-8178-47FA-8011-03833473C71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6898" name="Flowchart: Connector 6897">
                    <a:extLst>
                      <a:ext uri="{FF2B5EF4-FFF2-40B4-BE49-F238E27FC236}">
                        <a16:creationId xmlns:a16="http://schemas.microsoft.com/office/drawing/2014/main" id="{B7E7B431-046A-43FD-AE66-503538A9050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6899" name="Group 6898">
                    <a:extLst>
                      <a:ext uri="{FF2B5EF4-FFF2-40B4-BE49-F238E27FC236}">
                        <a16:creationId xmlns:a16="http://schemas.microsoft.com/office/drawing/2014/main" id="{DF8DF416-CE45-494B-A641-1D6676D6335A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6900" name="Group 6899">
                      <a:extLst>
                        <a:ext uri="{FF2B5EF4-FFF2-40B4-BE49-F238E27FC236}">
                          <a16:creationId xmlns:a16="http://schemas.microsoft.com/office/drawing/2014/main" id="{9F326F96-94E3-42F8-8979-32ED18B932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6951" name="Flowchart: Connector 6950">
                        <a:extLst>
                          <a:ext uri="{FF2B5EF4-FFF2-40B4-BE49-F238E27FC236}">
                            <a16:creationId xmlns:a16="http://schemas.microsoft.com/office/drawing/2014/main" id="{D6FEB035-5A79-42E6-ACDB-032EA05842F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52" name="3D Model 6951" descr="Sphere">
                            <a:extLst>
                              <a:ext uri="{FF2B5EF4-FFF2-40B4-BE49-F238E27FC236}">
                                <a16:creationId xmlns:a16="http://schemas.microsoft.com/office/drawing/2014/main" id="{34DD641F-DB1D-44EF-8F63-29CB7CDF3D8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55922197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953" name="Flowchart: Connector 6952">
                        <a:extLst>
                          <a:ext uri="{FF2B5EF4-FFF2-40B4-BE49-F238E27FC236}">
                            <a16:creationId xmlns:a16="http://schemas.microsoft.com/office/drawing/2014/main" id="{87104956-BBA8-4B4B-8DCC-EFC7A878DB7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54" name="3D Model 6953" descr="Sphere">
                            <a:extLst>
                              <a:ext uri="{FF2B5EF4-FFF2-40B4-BE49-F238E27FC236}">
                                <a16:creationId xmlns:a16="http://schemas.microsoft.com/office/drawing/2014/main" id="{0212B2EE-EA3E-4EB3-AC7C-8A20EFBDFCA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3260667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955" name="Flowchart: Connector 6954">
                        <a:extLst>
                          <a:ext uri="{FF2B5EF4-FFF2-40B4-BE49-F238E27FC236}">
                            <a16:creationId xmlns:a16="http://schemas.microsoft.com/office/drawing/2014/main" id="{0D6AF4EE-CB4A-4FE2-9BD1-5CAE1CB9484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56" name="3D Model 6955" descr="Sphere">
                            <a:extLst>
                              <a:ext uri="{FF2B5EF4-FFF2-40B4-BE49-F238E27FC236}">
                                <a16:creationId xmlns:a16="http://schemas.microsoft.com/office/drawing/2014/main" id="{853A7C7A-8604-4D84-B98B-15614D2A3FB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7313253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957" name="Flowchart: Connector 6956">
                        <a:extLst>
                          <a:ext uri="{FF2B5EF4-FFF2-40B4-BE49-F238E27FC236}">
                            <a16:creationId xmlns:a16="http://schemas.microsoft.com/office/drawing/2014/main" id="{38801C23-B211-40A1-9133-9D6A7C731A3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58" name="3D Model 6957" descr="Sphere">
                            <a:extLst>
                              <a:ext uri="{FF2B5EF4-FFF2-40B4-BE49-F238E27FC236}">
                                <a16:creationId xmlns:a16="http://schemas.microsoft.com/office/drawing/2014/main" id="{9BE1393E-A29B-4EE2-AD37-94FC739A859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4633017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6901" name="Group 6900">
                      <a:extLst>
                        <a:ext uri="{FF2B5EF4-FFF2-40B4-BE49-F238E27FC236}">
                          <a16:creationId xmlns:a16="http://schemas.microsoft.com/office/drawing/2014/main" id="{A74683E7-6A6C-443C-B6AE-203E9BAB684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6935" name="Flowchart: Connector 6934">
                        <a:extLst>
                          <a:ext uri="{FF2B5EF4-FFF2-40B4-BE49-F238E27FC236}">
                            <a16:creationId xmlns:a16="http://schemas.microsoft.com/office/drawing/2014/main" id="{8932D4CA-EE9E-4359-B8AC-40B19570F67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36" name="Flowchart: Connector 6935">
                        <a:extLst>
                          <a:ext uri="{FF2B5EF4-FFF2-40B4-BE49-F238E27FC236}">
                            <a16:creationId xmlns:a16="http://schemas.microsoft.com/office/drawing/2014/main" id="{13F04DD3-2F33-4864-A3F8-66A148F7A3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37" name="Flowchart: Connector 6936">
                        <a:extLst>
                          <a:ext uri="{FF2B5EF4-FFF2-40B4-BE49-F238E27FC236}">
                            <a16:creationId xmlns:a16="http://schemas.microsoft.com/office/drawing/2014/main" id="{D240C84A-6268-47BD-B4D7-30100FD41CC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38" name="Flowchart: Connector 6937">
                        <a:extLst>
                          <a:ext uri="{FF2B5EF4-FFF2-40B4-BE49-F238E27FC236}">
                            <a16:creationId xmlns:a16="http://schemas.microsoft.com/office/drawing/2014/main" id="{BC2B86F2-F7E1-4100-9923-9FBEAC218D4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39" name="Flowchart: Connector 6938">
                        <a:extLst>
                          <a:ext uri="{FF2B5EF4-FFF2-40B4-BE49-F238E27FC236}">
                            <a16:creationId xmlns:a16="http://schemas.microsoft.com/office/drawing/2014/main" id="{AE6E31A8-CE02-46C1-AE05-7C08CBEABC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40" name="Flowchart: Connector 6939">
                        <a:extLst>
                          <a:ext uri="{FF2B5EF4-FFF2-40B4-BE49-F238E27FC236}">
                            <a16:creationId xmlns:a16="http://schemas.microsoft.com/office/drawing/2014/main" id="{88FF7EF6-AAEC-467C-A938-A86695DF101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41" name="Flowchart: Connector 6940">
                        <a:extLst>
                          <a:ext uri="{FF2B5EF4-FFF2-40B4-BE49-F238E27FC236}">
                            <a16:creationId xmlns:a16="http://schemas.microsoft.com/office/drawing/2014/main" id="{AA5A809C-A260-44BF-A8E5-54B9A73B94E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42" name="Flowchart: Connector 6941">
                        <a:extLst>
                          <a:ext uri="{FF2B5EF4-FFF2-40B4-BE49-F238E27FC236}">
                            <a16:creationId xmlns:a16="http://schemas.microsoft.com/office/drawing/2014/main" id="{F1B208A6-0E97-4CBA-AAA8-33B07D69FCA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43" name="Flowchart: Connector 6942">
                        <a:extLst>
                          <a:ext uri="{FF2B5EF4-FFF2-40B4-BE49-F238E27FC236}">
                            <a16:creationId xmlns:a16="http://schemas.microsoft.com/office/drawing/2014/main" id="{B02EC65C-7F68-4891-BAA2-C2AF3D49AF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44" name="3D Model 6943" descr="Sphere">
                            <a:extLst>
                              <a:ext uri="{FF2B5EF4-FFF2-40B4-BE49-F238E27FC236}">
                                <a16:creationId xmlns:a16="http://schemas.microsoft.com/office/drawing/2014/main" id="{FDE04AB4-E69F-49E5-9579-4FEE80AE36D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58296744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945" name="Flowchart: Connector 6944">
                        <a:extLst>
                          <a:ext uri="{FF2B5EF4-FFF2-40B4-BE49-F238E27FC236}">
                            <a16:creationId xmlns:a16="http://schemas.microsoft.com/office/drawing/2014/main" id="{804D127E-5BD7-4524-AACA-01FD1329E47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46" name="3D Model 6945" descr="Sphere">
                            <a:extLst>
                              <a:ext uri="{FF2B5EF4-FFF2-40B4-BE49-F238E27FC236}">
                                <a16:creationId xmlns:a16="http://schemas.microsoft.com/office/drawing/2014/main" id="{3956A5FE-6C0A-4B43-B8C0-2A1945DFF7E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23869417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947" name="Flowchart: Connector 6946">
                        <a:extLst>
                          <a:ext uri="{FF2B5EF4-FFF2-40B4-BE49-F238E27FC236}">
                            <a16:creationId xmlns:a16="http://schemas.microsoft.com/office/drawing/2014/main" id="{43E322FC-528A-4B70-BEC8-AB9A6CD7B5A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48" name="3D Model 6947" descr="Sphere">
                            <a:extLst>
                              <a:ext uri="{FF2B5EF4-FFF2-40B4-BE49-F238E27FC236}">
                                <a16:creationId xmlns:a16="http://schemas.microsoft.com/office/drawing/2014/main" id="{5B86692A-ED8D-439D-A0C5-492D960BFAF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9794499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949" name="Flowchart: Connector 6948">
                        <a:extLst>
                          <a:ext uri="{FF2B5EF4-FFF2-40B4-BE49-F238E27FC236}">
                            <a16:creationId xmlns:a16="http://schemas.microsoft.com/office/drawing/2014/main" id="{7402080E-6A3B-4DBB-892D-EFF7042159F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50" name="3D Model 6949" descr="Sphere">
                            <a:extLst>
                              <a:ext uri="{FF2B5EF4-FFF2-40B4-BE49-F238E27FC236}">
                                <a16:creationId xmlns:a16="http://schemas.microsoft.com/office/drawing/2014/main" id="{701F6A0A-B42B-4E74-9E74-F79DF2746C0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8982935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6902" name="Group 6901">
                      <a:extLst>
                        <a:ext uri="{FF2B5EF4-FFF2-40B4-BE49-F238E27FC236}">
                          <a16:creationId xmlns:a16="http://schemas.microsoft.com/office/drawing/2014/main" id="{BAABA710-D758-48DA-9B6F-5963CFA781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6919" name="Flowchart: Connector 6918">
                        <a:extLst>
                          <a:ext uri="{FF2B5EF4-FFF2-40B4-BE49-F238E27FC236}">
                            <a16:creationId xmlns:a16="http://schemas.microsoft.com/office/drawing/2014/main" id="{3C61088E-A024-452C-8292-F8255D04A9E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20" name="Flowchart: Connector 6919">
                        <a:extLst>
                          <a:ext uri="{FF2B5EF4-FFF2-40B4-BE49-F238E27FC236}">
                            <a16:creationId xmlns:a16="http://schemas.microsoft.com/office/drawing/2014/main" id="{463BEC0C-091E-4689-8B45-371AC7F00F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21" name="Flowchart: Connector 6920">
                        <a:extLst>
                          <a:ext uri="{FF2B5EF4-FFF2-40B4-BE49-F238E27FC236}">
                            <a16:creationId xmlns:a16="http://schemas.microsoft.com/office/drawing/2014/main" id="{74ADC5C3-C5A9-45C0-9FF1-2C03CA2EAE7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22" name="Flowchart: Connector 6921">
                        <a:extLst>
                          <a:ext uri="{FF2B5EF4-FFF2-40B4-BE49-F238E27FC236}">
                            <a16:creationId xmlns:a16="http://schemas.microsoft.com/office/drawing/2014/main" id="{084682D2-086C-4955-BE2D-7F3FEC0AAA6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23" name="Flowchart: Connector 6922">
                        <a:extLst>
                          <a:ext uri="{FF2B5EF4-FFF2-40B4-BE49-F238E27FC236}">
                            <a16:creationId xmlns:a16="http://schemas.microsoft.com/office/drawing/2014/main" id="{98D7ED9A-68E0-47A2-8A88-5C0B284835C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24" name="Flowchart: Connector 6923">
                        <a:extLst>
                          <a:ext uri="{FF2B5EF4-FFF2-40B4-BE49-F238E27FC236}">
                            <a16:creationId xmlns:a16="http://schemas.microsoft.com/office/drawing/2014/main" id="{FED8FD71-DD48-4F8A-900C-53FA296703C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25" name="Flowchart: Connector 6924">
                        <a:extLst>
                          <a:ext uri="{FF2B5EF4-FFF2-40B4-BE49-F238E27FC236}">
                            <a16:creationId xmlns:a16="http://schemas.microsoft.com/office/drawing/2014/main" id="{F98B12B8-325B-4BCC-9EA6-DE9A4732CBF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26" name="Flowchart: Connector 6925">
                        <a:extLst>
                          <a:ext uri="{FF2B5EF4-FFF2-40B4-BE49-F238E27FC236}">
                            <a16:creationId xmlns:a16="http://schemas.microsoft.com/office/drawing/2014/main" id="{040B356A-111B-4676-A6E3-FB9F39D7B33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6927" name="Flowchart: Connector 6926">
                        <a:extLst>
                          <a:ext uri="{FF2B5EF4-FFF2-40B4-BE49-F238E27FC236}">
                            <a16:creationId xmlns:a16="http://schemas.microsoft.com/office/drawing/2014/main" id="{BCCDA801-FAF5-414C-8546-215187823EC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28" name="3D Model 6927" descr="Sphere">
                            <a:extLst>
                              <a:ext uri="{FF2B5EF4-FFF2-40B4-BE49-F238E27FC236}">
                                <a16:creationId xmlns:a16="http://schemas.microsoft.com/office/drawing/2014/main" id="{B1D85FB3-B107-49CB-AECF-CDEFC3131D0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39808014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929" name="Flowchart: Connector 6928">
                        <a:extLst>
                          <a:ext uri="{FF2B5EF4-FFF2-40B4-BE49-F238E27FC236}">
                            <a16:creationId xmlns:a16="http://schemas.microsoft.com/office/drawing/2014/main" id="{9714590C-AF13-48C7-B778-C166FD6D221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30" name="3D Model 6929" descr="Sphere">
                            <a:extLst>
                              <a:ext uri="{FF2B5EF4-FFF2-40B4-BE49-F238E27FC236}">
                                <a16:creationId xmlns:a16="http://schemas.microsoft.com/office/drawing/2014/main" id="{48B6BD91-00D6-4DB0-8ADF-EF9F76BA1E5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5707201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931" name="Flowchart: Connector 6930">
                        <a:extLst>
                          <a:ext uri="{FF2B5EF4-FFF2-40B4-BE49-F238E27FC236}">
                            <a16:creationId xmlns:a16="http://schemas.microsoft.com/office/drawing/2014/main" id="{0793F460-7E71-4C6B-A6B3-288657C270D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32" name="3D Model 6931" descr="Sphere">
                            <a:extLst>
                              <a:ext uri="{FF2B5EF4-FFF2-40B4-BE49-F238E27FC236}">
                                <a16:creationId xmlns:a16="http://schemas.microsoft.com/office/drawing/2014/main" id="{3B24044B-A610-4661-BE6F-964B75491E1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8130859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6933" name="Flowchart: Connector 6932">
                        <a:extLst>
                          <a:ext uri="{FF2B5EF4-FFF2-40B4-BE49-F238E27FC236}">
                            <a16:creationId xmlns:a16="http://schemas.microsoft.com/office/drawing/2014/main" id="{6A6A6FF8-F00F-4416-99F2-F385669192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6934" name="3D Model 6933" descr="Sphere">
                            <a:extLst>
                              <a:ext uri="{FF2B5EF4-FFF2-40B4-BE49-F238E27FC236}">
                                <a16:creationId xmlns:a16="http://schemas.microsoft.com/office/drawing/2014/main" id="{2DF790D2-65B8-4B93-BDA1-1B0F620F3C0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8788083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6903" name="Flowchart: Connector 6902">
                      <a:extLst>
                        <a:ext uri="{FF2B5EF4-FFF2-40B4-BE49-F238E27FC236}">
                          <a16:creationId xmlns:a16="http://schemas.microsoft.com/office/drawing/2014/main" id="{CD6E13AB-B5D9-4C48-8AD5-90484EE36AA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904" name="Flowchart: Connector 6903">
                      <a:extLst>
                        <a:ext uri="{FF2B5EF4-FFF2-40B4-BE49-F238E27FC236}">
                          <a16:creationId xmlns:a16="http://schemas.microsoft.com/office/drawing/2014/main" id="{0455C17C-3CD4-432D-83D2-ED43CF3627E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905" name="Flowchart: Connector 6904">
                      <a:extLst>
                        <a:ext uri="{FF2B5EF4-FFF2-40B4-BE49-F238E27FC236}">
                          <a16:creationId xmlns:a16="http://schemas.microsoft.com/office/drawing/2014/main" id="{C6157288-36D9-460F-BEC5-8FDEFBC762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906" name="Flowchart: Connector 6905">
                      <a:extLst>
                        <a:ext uri="{FF2B5EF4-FFF2-40B4-BE49-F238E27FC236}">
                          <a16:creationId xmlns:a16="http://schemas.microsoft.com/office/drawing/2014/main" id="{537435FE-E832-459B-BCE6-0A4E8185175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907" name="Flowchart: Connector 6906">
                      <a:extLst>
                        <a:ext uri="{FF2B5EF4-FFF2-40B4-BE49-F238E27FC236}">
                          <a16:creationId xmlns:a16="http://schemas.microsoft.com/office/drawing/2014/main" id="{B448E47B-1547-4643-A0CD-3DC951CFF3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908" name="Flowchart: Connector 6907">
                      <a:extLst>
                        <a:ext uri="{FF2B5EF4-FFF2-40B4-BE49-F238E27FC236}">
                          <a16:creationId xmlns:a16="http://schemas.microsoft.com/office/drawing/2014/main" id="{75248740-9A22-4C89-A59B-8AE4385FA9C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909" name="Flowchart: Connector 6908">
                      <a:extLst>
                        <a:ext uri="{FF2B5EF4-FFF2-40B4-BE49-F238E27FC236}">
                          <a16:creationId xmlns:a16="http://schemas.microsoft.com/office/drawing/2014/main" id="{C9822B7B-6AAC-4C56-81CD-871CD04D977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910" name="Flowchart: Connector 6909">
                      <a:extLst>
                        <a:ext uri="{FF2B5EF4-FFF2-40B4-BE49-F238E27FC236}">
                          <a16:creationId xmlns:a16="http://schemas.microsoft.com/office/drawing/2014/main" id="{96019C84-FDFA-4398-9730-49FA9DCCB6B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6911" name="Flowchart: Connector 6910">
                      <a:extLst>
                        <a:ext uri="{FF2B5EF4-FFF2-40B4-BE49-F238E27FC236}">
                          <a16:creationId xmlns:a16="http://schemas.microsoft.com/office/drawing/2014/main" id="{720C666D-DE73-4779-A4EC-50B23373633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912" name="3D Model 6911" descr="Sphere">
                          <a:extLst>
                            <a:ext uri="{FF2B5EF4-FFF2-40B4-BE49-F238E27FC236}">
                              <a16:creationId xmlns:a16="http://schemas.microsoft.com/office/drawing/2014/main" id="{2E2F4968-9F8F-4DDD-AB54-9F7ECB76949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181348278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913" name="Flowchart: Connector 6912">
                      <a:extLst>
                        <a:ext uri="{FF2B5EF4-FFF2-40B4-BE49-F238E27FC236}">
                          <a16:creationId xmlns:a16="http://schemas.microsoft.com/office/drawing/2014/main" id="{AC841EAA-BB23-410B-940E-865B609ABC4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914" name="3D Model 6913" descr="Sphere">
                          <a:extLst>
                            <a:ext uri="{FF2B5EF4-FFF2-40B4-BE49-F238E27FC236}">
                              <a16:creationId xmlns:a16="http://schemas.microsoft.com/office/drawing/2014/main" id="{E04B6E25-C172-4269-8B20-DDC99B8EEB1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613855805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915" name="Flowchart: Connector 6914">
                      <a:extLst>
                        <a:ext uri="{FF2B5EF4-FFF2-40B4-BE49-F238E27FC236}">
                          <a16:creationId xmlns:a16="http://schemas.microsoft.com/office/drawing/2014/main" id="{B4F2D504-4CFB-4EFB-9986-879FB8D187F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916" name="3D Model 6915" descr="Sphere">
                          <a:extLst>
                            <a:ext uri="{FF2B5EF4-FFF2-40B4-BE49-F238E27FC236}">
                              <a16:creationId xmlns:a16="http://schemas.microsoft.com/office/drawing/2014/main" id="{D2BCA463-E677-40BB-ACEB-8E342409388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188460509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6917" name="Flowchart: Connector 6916">
                      <a:extLst>
                        <a:ext uri="{FF2B5EF4-FFF2-40B4-BE49-F238E27FC236}">
                          <a16:creationId xmlns:a16="http://schemas.microsoft.com/office/drawing/2014/main" id="{C6A563BB-E9F5-46FA-AFAA-09DE46845CE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6918" name="3D Model 6917" descr="Sphere">
                          <a:extLst>
                            <a:ext uri="{FF2B5EF4-FFF2-40B4-BE49-F238E27FC236}">
                              <a16:creationId xmlns:a16="http://schemas.microsoft.com/office/drawing/2014/main" id="{C0563713-36C5-4FA0-AD58-3C1EAD53C7F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924384114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6868" name="Freeform: Shape 6867">
                  <a:extLst>
                    <a:ext uri="{FF2B5EF4-FFF2-40B4-BE49-F238E27FC236}">
                      <a16:creationId xmlns:a16="http://schemas.microsoft.com/office/drawing/2014/main" id="{BDB3DACE-1844-40CF-A2A0-4F4AB0469A61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869" name="Freeform: Shape 6868">
                  <a:extLst>
                    <a:ext uri="{FF2B5EF4-FFF2-40B4-BE49-F238E27FC236}">
                      <a16:creationId xmlns:a16="http://schemas.microsoft.com/office/drawing/2014/main" id="{518D2271-D5E1-44B9-9AAB-95EA9E544666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870" name="Freeform: Shape 6869">
                  <a:extLst>
                    <a:ext uri="{FF2B5EF4-FFF2-40B4-BE49-F238E27FC236}">
                      <a16:creationId xmlns:a16="http://schemas.microsoft.com/office/drawing/2014/main" id="{83BA7740-DA98-4E88-B3B1-5D2AFC37ABAD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871" name="Freeform: Shape 6870">
                  <a:extLst>
                    <a:ext uri="{FF2B5EF4-FFF2-40B4-BE49-F238E27FC236}">
                      <a16:creationId xmlns:a16="http://schemas.microsoft.com/office/drawing/2014/main" id="{E802711F-FF8F-4524-A33F-752A8624FCF8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872" name="Freeform: Shape 6871">
                  <a:extLst>
                    <a:ext uri="{FF2B5EF4-FFF2-40B4-BE49-F238E27FC236}">
                      <a16:creationId xmlns:a16="http://schemas.microsoft.com/office/drawing/2014/main" id="{AC4D21BC-0F5C-4C1F-AB38-7B1AD624290D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873" name="Freeform: Shape 6872">
                  <a:extLst>
                    <a:ext uri="{FF2B5EF4-FFF2-40B4-BE49-F238E27FC236}">
                      <a16:creationId xmlns:a16="http://schemas.microsoft.com/office/drawing/2014/main" id="{1A7357F5-9E19-4F75-BAC6-80F10D29BDDD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874" name="Freeform: Shape 6873">
                  <a:extLst>
                    <a:ext uri="{FF2B5EF4-FFF2-40B4-BE49-F238E27FC236}">
                      <a16:creationId xmlns:a16="http://schemas.microsoft.com/office/drawing/2014/main" id="{9DF644C9-23D4-47A1-9084-DEFD0EFF8822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875" name="Freeform: Shape 6874">
                  <a:extLst>
                    <a:ext uri="{FF2B5EF4-FFF2-40B4-BE49-F238E27FC236}">
                      <a16:creationId xmlns:a16="http://schemas.microsoft.com/office/drawing/2014/main" id="{18E50540-CEAC-4471-9467-2F400CB90F9C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876" name="Freeform: Shape 6875">
                  <a:extLst>
                    <a:ext uri="{FF2B5EF4-FFF2-40B4-BE49-F238E27FC236}">
                      <a16:creationId xmlns:a16="http://schemas.microsoft.com/office/drawing/2014/main" id="{6C077055-C086-49B7-B07A-76E2ED17E69F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877" name="Freeform: Shape 6876">
                  <a:extLst>
                    <a:ext uri="{FF2B5EF4-FFF2-40B4-BE49-F238E27FC236}">
                      <a16:creationId xmlns:a16="http://schemas.microsoft.com/office/drawing/2014/main" id="{47187CD5-E126-4FB2-B076-D4DA170B1DD8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878" name="Freeform: Shape 6877">
                  <a:extLst>
                    <a:ext uri="{FF2B5EF4-FFF2-40B4-BE49-F238E27FC236}">
                      <a16:creationId xmlns:a16="http://schemas.microsoft.com/office/drawing/2014/main" id="{F1B83AA3-CD13-42EA-BECF-06A00C91D6E0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879" name="Freeform: Shape 6878">
                  <a:extLst>
                    <a:ext uri="{FF2B5EF4-FFF2-40B4-BE49-F238E27FC236}">
                      <a16:creationId xmlns:a16="http://schemas.microsoft.com/office/drawing/2014/main" id="{156BA332-8CE5-40A7-BAEB-D87E4A1316A7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6864" name="Freeform: Shape 6863">
                <a:extLst>
                  <a:ext uri="{FF2B5EF4-FFF2-40B4-BE49-F238E27FC236}">
                    <a16:creationId xmlns:a16="http://schemas.microsoft.com/office/drawing/2014/main" id="{211EDE79-AEC3-404D-9525-D125D1C7B0F7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6865" name="Freeform: Shape 6864">
                <a:extLst>
                  <a:ext uri="{FF2B5EF4-FFF2-40B4-BE49-F238E27FC236}">
                    <a16:creationId xmlns:a16="http://schemas.microsoft.com/office/drawing/2014/main" id="{78AC7004-F4DF-479D-9612-F8224CD6B675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6866" name="Freeform: Shape 6865">
                <a:extLst>
                  <a:ext uri="{FF2B5EF4-FFF2-40B4-BE49-F238E27FC236}">
                    <a16:creationId xmlns:a16="http://schemas.microsoft.com/office/drawing/2014/main" id="{DB404576-EA31-4812-821D-C2D2D389CA18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7162" name="Group 7161">
              <a:extLst>
                <a:ext uri="{FF2B5EF4-FFF2-40B4-BE49-F238E27FC236}">
                  <a16:creationId xmlns:a16="http://schemas.microsoft.com/office/drawing/2014/main" id="{B4B661FF-D7C6-4A84-BE49-B0D8A17BAD5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688253" y="5886224"/>
              <a:ext cx="521735" cy="419131"/>
              <a:chOff x="558227" y="4289344"/>
              <a:chExt cx="2384501" cy="2135404"/>
            </a:xfrm>
          </p:grpSpPr>
          <p:grpSp>
            <p:nvGrpSpPr>
              <p:cNvPr id="7163" name="Group 7162">
                <a:extLst>
                  <a:ext uri="{FF2B5EF4-FFF2-40B4-BE49-F238E27FC236}">
                    <a16:creationId xmlns:a16="http://schemas.microsoft.com/office/drawing/2014/main" id="{AA620626-B0E7-4A34-B9A9-7043D56356B8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7167" name="Group 7166">
                  <a:extLst>
                    <a:ext uri="{FF2B5EF4-FFF2-40B4-BE49-F238E27FC236}">
                      <a16:creationId xmlns:a16="http://schemas.microsoft.com/office/drawing/2014/main" id="{AEAAB1FA-15EA-45F1-8675-947A7C46B387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7180" name="Group 7179">
                    <a:extLst>
                      <a:ext uri="{FF2B5EF4-FFF2-40B4-BE49-F238E27FC236}">
                        <a16:creationId xmlns:a16="http://schemas.microsoft.com/office/drawing/2014/main" id="{BC72646F-3259-4040-AFEE-D23711D9DC11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7401" name="Group 7400">
                      <a:extLst>
                        <a:ext uri="{FF2B5EF4-FFF2-40B4-BE49-F238E27FC236}">
                          <a16:creationId xmlns:a16="http://schemas.microsoft.com/office/drawing/2014/main" id="{FE5DC355-3929-484C-84AA-B605749025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7458" name="Flowchart: Connector 7457">
                        <a:extLst>
                          <a:ext uri="{FF2B5EF4-FFF2-40B4-BE49-F238E27FC236}">
                            <a16:creationId xmlns:a16="http://schemas.microsoft.com/office/drawing/2014/main" id="{4FA59FDD-8AEA-49D5-A65B-99A38AB7832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59" name="Flowchart: Connector 7458">
                        <a:extLst>
                          <a:ext uri="{FF2B5EF4-FFF2-40B4-BE49-F238E27FC236}">
                            <a16:creationId xmlns:a16="http://schemas.microsoft.com/office/drawing/2014/main" id="{E81D50FE-A76F-48C7-92E2-05873BA4E18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60" name="Flowchart: Connector 7459">
                        <a:extLst>
                          <a:ext uri="{FF2B5EF4-FFF2-40B4-BE49-F238E27FC236}">
                            <a16:creationId xmlns:a16="http://schemas.microsoft.com/office/drawing/2014/main" id="{519AF940-F520-4502-B50B-DFCE506982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61" name="Flowchart: Connector 7460">
                        <a:extLst>
                          <a:ext uri="{FF2B5EF4-FFF2-40B4-BE49-F238E27FC236}">
                            <a16:creationId xmlns:a16="http://schemas.microsoft.com/office/drawing/2014/main" id="{D9F7A00A-743F-4C84-9425-1EA7A5E0FE5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7402" name="Group 7401">
                      <a:extLst>
                        <a:ext uri="{FF2B5EF4-FFF2-40B4-BE49-F238E27FC236}">
                          <a16:creationId xmlns:a16="http://schemas.microsoft.com/office/drawing/2014/main" id="{77902BA3-E2B1-4EBE-9500-BC5E4A4C870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7403" name="Group 7402">
                        <a:extLst>
                          <a:ext uri="{FF2B5EF4-FFF2-40B4-BE49-F238E27FC236}">
                            <a16:creationId xmlns:a16="http://schemas.microsoft.com/office/drawing/2014/main" id="{D8AC1C38-B24D-4F31-B766-B83A43E26C6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51" name="3D Model 7450" descr="Sphere">
                              <a:extLst>
                                <a:ext uri="{FF2B5EF4-FFF2-40B4-BE49-F238E27FC236}">
                                  <a16:creationId xmlns:a16="http://schemas.microsoft.com/office/drawing/2014/main" id="{D06A7CE2-4F0F-4225-9EAB-429424834F4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0432059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452" name="Flowchart: Connector 7451">
                          <a:extLst>
                            <a:ext uri="{FF2B5EF4-FFF2-40B4-BE49-F238E27FC236}">
                              <a16:creationId xmlns:a16="http://schemas.microsoft.com/office/drawing/2014/main" id="{80347E23-31C6-4F28-B7AD-5D8C3658C0F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53" name="3D Model 7452" descr="Sphere">
                              <a:extLst>
                                <a:ext uri="{FF2B5EF4-FFF2-40B4-BE49-F238E27FC236}">
                                  <a16:creationId xmlns:a16="http://schemas.microsoft.com/office/drawing/2014/main" id="{43D11B70-CE0A-40E5-9293-11E1C3DF8AC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0676455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454" name="Flowchart: Connector 7453">
                          <a:extLst>
                            <a:ext uri="{FF2B5EF4-FFF2-40B4-BE49-F238E27FC236}">
                              <a16:creationId xmlns:a16="http://schemas.microsoft.com/office/drawing/2014/main" id="{479AE68C-3380-4D1C-B3DE-85B90613FE2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55" name="3D Model 7454" descr="Sphere">
                              <a:extLst>
                                <a:ext uri="{FF2B5EF4-FFF2-40B4-BE49-F238E27FC236}">
                                  <a16:creationId xmlns:a16="http://schemas.microsoft.com/office/drawing/2014/main" id="{CE92EC7F-D7E1-4D8F-92F7-F5C7FEE32BE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3428060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456" name="Flowchart: Connector 7455">
                          <a:extLst>
                            <a:ext uri="{FF2B5EF4-FFF2-40B4-BE49-F238E27FC236}">
                              <a16:creationId xmlns:a16="http://schemas.microsoft.com/office/drawing/2014/main" id="{D6723751-B9B9-4F3E-9980-24FA1FB39FA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57" name="3D Model 7456" descr="Sphere">
                              <a:extLst>
                                <a:ext uri="{FF2B5EF4-FFF2-40B4-BE49-F238E27FC236}">
                                  <a16:creationId xmlns:a16="http://schemas.microsoft.com/office/drawing/2014/main" id="{5321A37A-F8C6-4025-A4E7-EFE9D224CBF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1908211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404" name="Group 7403">
                        <a:extLst>
                          <a:ext uri="{FF2B5EF4-FFF2-40B4-BE49-F238E27FC236}">
                            <a16:creationId xmlns:a16="http://schemas.microsoft.com/office/drawing/2014/main" id="{E8D27010-6314-4DFA-9E49-BFC028311E2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7436" name="Flowchart: Connector 7435">
                          <a:extLst>
                            <a:ext uri="{FF2B5EF4-FFF2-40B4-BE49-F238E27FC236}">
                              <a16:creationId xmlns:a16="http://schemas.microsoft.com/office/drawing/2014/main" id="{D9C0D5AC-5D3B-4405-9205-A4AC426B314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37" name="Flowchart: Connector 7436">
                          <a:extLst>
                            <a:ext uri="{FF2B5EF4-FFF2-40B4-BE49-F238E27FC236}">
                              <a16:creationId xmlns:a16="http://schemas.microsoft.com/office/drawing/2014/main" id="{C0248C05-DA9A-4555-A680-2FF7A366BFB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38" name="Flowchart: Connector 7437">
                          <a:extLst>
                            <a:ext uri="{FF2B5EF4-FFF2-40B4-BE49-F238E27FC236}">
                              <a16:creationId xmlns:a16="http://schemas.microsoft.com/office/drawing/2014/main" id="{A3557647-81BB-4560-A05A-DAAAF1FD58A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39" name="Flowchart: Connector 7438">
                          <a:extLst>
                            <a:ext uri="{FF2B5EF4-FFF2-40B4-BE49-F238E27FC236}">
                              <a16:creationId xmlns:a16="http://schemas.microsoft.com/office/drawing/2014/main" id="{E964D386-7D92-4261-9E69-E57FFD3AEA4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40" name="Flowchart: Connector 7439">
                          <a:extLst>
                            <a:ext uri="{FF2B5EF4-FFF2-40B4-BE49-F238E27FC236}">
                              <a16:creationId xmlns:a16="http://schemas.microsoft.com/office/drawing/2014/main" id="{326901B9-69A9-4B58-9F98-6E60388271F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41" name="Flowchart: Connector 7440">
                          <a:extLst>
                            <a:ext uri="{FF2B5EF4-FFF2-40B4-BE49-F238E27FC236}">
                              <a16:creationId xmlns:a16="http://schemas.microsoft.com/office/drawing/2014/main" id="{2B95E2D2-22D5-41E5-9D1B-8E3090FC4F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42" name="Flowchart: Connector 7441">
                          <a:extLst>
                            <a:ext uri="{FF2B5EF4-FFF2-40B4-BE49-F238E27FC236}">
                              <a16:creationId xmlns:a16="http://schemas.microsoft.com/office/drawing/2014/main" id="{A0C4AD05-62DA-42CA-AF2B-A6F29D9DC0A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43" name="Flowchart: Connector 7442">
                          <a:extLst>
                            <a:ext uri="{FF2B5EF4-FFF2-40B4-BE49-F238E27FC236}">
                              <a16:creationId xmlns:a16="http://schemas.microsoft.com/office/drawing/2014/main" id="{606AC44D-BD4A-4F50-8794-C9AF4A86914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44" name="3D Model 7443" descr="Sphere">
                              <a:extLst>
                                <a:ext uri="{FF2B5EF4-FFF2-40B4-BE49-F238E27FC236}">
                                  <a16:creationId xmlns:a16="http://schemas.microsoft.com/office/drawing/2014/main" id="{F9FC1F80-9309-46D6-90DC-4AB36944370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9136649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445" name="Flowchart: Connector 7444">
                          <a:extLst>
                            <a:ext uri="{FF2B5EF4-FFF2-40B4-BE49-F238E27FC236}">
                              <a16:creationId xmlns:a16="http://schemas.microsoft.com/office/drawing/2014/main" id="{B5D677D7-F5DD-4B95-B2B0-BBFF5326D72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46" name="3D Model 7445" descr="Sphere">
                              <a:extLst>
                                <a:ext uri="{FF2B5EF4-FFF2-40B4-BE49-F238E27FC236}">
                                  <a16:creationId xmlns:a16="http://schemas.microsoft.com/office/drawing/2014/main" id="{16547695-B627-466C-976B-3D5744C183C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1443122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447" name="Flowchart: Connector 7446">
                          <a:extLst>
                            <a:ext uri="{FF2B5EF4-FFF2-40B4-BE49-F238E27FC236}">
                              <a16:creationId xmlns:a16="http://schemas.microsoft.com/office/drawing/2014/main" id="{B5BD2319-48AD-4928-B038-F970055B6B8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48" name="3D Model 7447" descr="Sphere">
                              <a:extLst>
                                <a:ext uri="{FF2B5EF4-FFF2-40B4-BE49-F238E27FC236}">
                                  <a16:creationId xmlns:a16="http://schemas.microsoft.com/office/drawing/2014/main" id="{0C4C7B25-7873-4B92-9D48-C3FEE68BAD9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1403448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449" name="Flowchart: Connector 7448">
                          <a:extLst>
                            <a:ext uri="{FF2B5EF4-FFF2-40B4-BE49-F238E27FC236}">
                              <a16:creationId xmlns:a16="http://schemas.microsoft.com/office/drawing/2014/main" id="{999EC7A1-A4FE-4793-94A9-FE6FA58722C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50" name="3D Model 7449" descr="Sphere">
                              <a:extLst>
                                <a:ext uri="{FF2B5EF4-FFF2-40B4-BE49-F238E27FC236}">
                                  <a16:creationId xmlns:a16="http://schemas.microsoft.com/office/drawing/2014/main" id="{91534A41-A7E6-47A1-96C1-ADF654CE49C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6476268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405" name="Group 7404">
                        <a:extLst>
                          <a:ext uri="{FF2B5EF4-FFF2-40B4-BE49-F238E27FC236}">
                            <a16:creationId xmlns:a16="http://schemas.microsoft.com/office/drawing/2014/main" id="{660DC2EC-ED2B-42E2-B679-E2B9A6F601F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7421" name="Flowchart: Connector 7420">
                          <a:extLst>
                            <a:ext uri="{FF2B5EF4-FFF2-40B4-BE49-F238E27FC236}">
                              <a16:creationId xmlns:a16="http://schemas.microsoft.com/office/drawing/2014/main" id="{18505E16-62D2-430F-98FE-417F5E92D92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22" name="Flowchart: Connector 7421">
                          <a:extLst>
                            <a:ext uri="{FF2B5EF4-FFF2-40B4-BE49-F238E27FC236}">
                              <a16:creationId xmlns:a16="http://schemas.microsoft.com/office/drawing/2014/main" id="{6D10CF89-526E-4D54-8E7C-9DC494E15D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23" name="Flowchart: Connector 7422">
                          <a:extLst>
                            <a:ext uri="{FF2B5EF4-FFF2-40B4-BE49-F238E27FC236}">
                              <a16:creationId xmlns:a16="http://schemas.microsoft.com/office/drawing/2014/main" id="{A781CBAF-85A8-42BA-82DE-CD7276C5E1A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24" name="Flowchart: Connector 7423">
                          <a:extLst>
                            <a:ext uri="{FF2B5EF4-FFF2-40B4-BE49-F238E27FC236}">
                              <a16:creationId xmlns:a16="http://schemas.microsoft.com/office/drawing/2014/main" id="{7FD86C99-87A6-4D8A-9849-EC820E230BE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25" name="Flowchart: Connector 7424">
                          <a:extLst>
                            <a:ext uri="{FF2B5EF4-FFF2-40B4-BE49-F238E27FC236}">
                              <a16:creationId xmlns:a16="http://schemas.microsoft.com/office/drawing/2014/main" id="{A8EE7BEE-E794-4202-A90F-D83148483C1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26" name="Flowchart: Connector 7425">
                          <a:extLst>
                            <a:ext uri="{FF2B5EF4-FFF2-40B4-BE49-F238E27FC236}">
                              <a16:creationId xmlns:a16="http://schemas.microsoft.com/office/drawing/2014/main" id="{F85AA99E-4647-4122-B1EA-8DA8E84163B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27" name="Flowchart: Connector 7426">
                          <a:extLst>
                            <a:ext uri="{FF2B5EF4-FFF2-40B4-BE49-F238E27FC236}">
                              <a16:creationId xmlns:a16="http://schemas.microsoft.com/office/drawing/2014/main" id="{FA3ECB5A-1572-46D1-A12B-B4CE6F1B6F5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428" name="Flowchart: Connector 7427">
                          <a:extLst>
                            <a:ext uri="{FF2B5EF4-FFF2-40B4-BE49-F238E27FC236}">
                              <a16:creationId xmlns:a16="http://schemas.microsoft.com/office/drawing/2014/main" id="{58F25A05-BCFA-4FB8-8A19-8C6BA850E7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29" name="3D Model 7428" descr="Sphere">
                              <a:extLst>
                                <a:ext uri="{FF2B5EF4-FFF2-40B4-BE49-F238E27FC236}">
                                  <a16:creationId xmlns:a16="http://schemas.microsoft.com/office/drawing/2014/main" id="{A3C48090-ECD2-4166-8AEB-9B9BB2F6379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6162375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430" name="Flowchart: Connector 7429">
                          <a:extLst>
                            <a:ext uri="{FF2B5EF4-FFF2-40B4-BE49-F238E27FC236}">
                              <a16:creationId xmlns:a16="http://schemas.microsoft.com/office/drawing/2014/main" id="{53565D6B-1029-4A2C-8B1E-0CBBE4DE40F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31" name="3D Model 7430" descr="Sphere">
                              <a:extLst>
                                <a:ext uri="{FF2B5EF4-FFF2-40B4-BE49-F238E27FC236}">
                                  <a16:creationId xmlns:a16="http://schemas.microsoft.com/office/drawing/2014/main" id="{87455A03-ED2D-4DCD-BAC6-00253A61641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7187680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432" name="Flowchart: Connector 7431">
                          <a:extLst>
                            <a:ext uri="{FF2B5EF4-FFF2-40B4-BE49-F238E27FC236}">
                              <a16:creationId xmlns:a16="http://schemas.microsoft.com/office/drawing/2014/main" id="{1D4FBD4D-7C13-4E34-952F-2650B017D65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33" name="3D Model 7432" descr="Sphere">
                              <a:extLst>
                                <a:ext uri="{FF2B5EF4-FFF2-40B4-BE49-F238E27FC236}">
                                  <a16:creationId xmlns:a16="http://schemas.microsoft.com/office/drawing/2014/main" id="{3D924B1C-6339-4E55-ABB8-30098EBB061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2152765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434" name="Flowchart: Connector 7433">
                          <a:extLst>
                            <a:ext uri="{FF2B5EF4-FFF2-40B4-BE49-F238E27FC236}">
                              <a16:creationId xmlns:a16="http://schemas.microsoft.com/office/drawing/2014/main" id="{9972F451-EC8E-4B98-BF9D-99C4B32C18B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435" name="3D Model 7434" descr="Sphere">
                              <a:extLst>
                                <a:ext uri="{FF2B5EF4-FFF2-40B4-BE49-F238E27FC236}">
                                  <a16:creationId xmlns:a16="http://schemas.microsoft.com/office/drawing/2014/main" id="{8E172159-3050-409A-ACD7-48851A19A12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2912747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7406" name="Flowchart: Connector 7405">
                        <a:extLst>
                          <a:ext uri="{FF2B5EF4-FFF2-40B4-BE49-F238E27FC236}">
                            <a16:creationId xmlns:a16="http://schemas.microsoft.com/office/drawing/2014/main" id="{F76C79B6-A717-4C34-99E6-1CF7432F15A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07" name="Flowchart: Connector 7406">
                        <a:extLst>
                          <a:ext uri="{FF2B5EF4-FFF2-40B4-BE49-F238E27FC236}">
                            <a16:creationId xmlns:a16="http://schemas.microsoft.com/office/drawing/2014/main" id="{7B607B8B-584E-43CB-9725-0A10ECB03A8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08" name="Flowchart: Connector 7407">
                        <a:extLst>
                          <a:ext uri="{FF2B5EF4-FFF2-40B4-BE49-F238E27FC236}">
                            <a16:creationId xmlns:a16="http://schemas.microsoft.com/office/drawing/2014/main" id="{542929F8-0206-4C0C-9420-67D73810A6C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09" name="Flowchart: Connector 7408">
                        <a:extLst>
                          <a:ext uri="{FF2B5EF4-FFF2-40B4-BE49-F238E27FC236}">
                            <a16:creationId xmlns:a16="http://schemas.microsoft.com/office/drawing/2014/main" id="{C9AD025B-0210-480B-BF85-C69B202A127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10" name="Flowchart: Connector 7409">
                        <a:extLst>
                          <a:ext uri="{FF2B5EF4-FFF2-40B4-BE49-F238E27FC236}">
                            <a16:creationId xmlns:a16="http://schemas.microsoft.com/office/drawing/2014/main" id="{08ED064B-95EE-4997-85CE-3ABA1924579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11" name="Flowchart: Connector 7410">
                        <a:extLst>
                          <a:ext uri="{FF2B5EF4-FFF2-40B4-BE49-F238E27FC236}">
                            <a16:creationId xmlns:a16="http://schemas.microsoft.com/office/drawing/2014/main" id="{9822A882-3D29-4E6A-94F1-6E69F99AD00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12" name="Flowchart: Connector 7411">
                        <a:extLst>
                          <a:ext uri="{FF2B5EF4-FFF2-40B4-BE49-F238E27FC236}">
                            <a16:creationId xmlns:a16="http://schemas.microsoft.com/office/drawing/2014/main" id="{4CBD1CA5-06C8-4786-B57A-796D261EA97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413" name="Flowchart: Connector 7412">
                        <a:extLst>
                          <a:ext uri="{FF2B5EF4-FFF2-40B4-BE49-F238E27FC236}">
                            <a16:creationId xmlns:a16="http://schemas.microsoft.com/office/drawing/2014/main" id="{DF19151A-B0EA-4FAA-9D49-F4235122682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414" name="3D Model 7413" descr="Sphere">
                            <a:extLst>
                              <a:ext uri="{FF2B5EF4-FFF2-40B4-BE49-F238E27FC236}">
                                <a16:creationId xmlns:a16="http://schemas.microsoft.com/office/drawing/2014/main" id="{14B55FFC-FA9B-4D31-9056-34B7D58B9FB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92951188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415" name="Flowchart: Connector 7414">
                        <a:extLst>
                          <a:ext uri="{FF2B5EF4-FFF2-40B4-BE49-F238E27FC236}">
                            <a16:creationId xmlns:a16="http://schemas.microsoft.com/office/drawing/2014/main" id="{012BFB12-9EF9-4805-91BC-6C704C58393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416" name="3D Model 7415" descr="Sphere">
                            <a:extLst>
                              <a:ext uri="{FF2B5EF4-FFF2-40B4-BE49-F238E27FC236}">
                                <a16:creationId xmlns:a16="http://schemas.microsoft.com/office/drawing/2014/main" id="{32787E91-1101-4A07-9BC0-695A09743C9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73674175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417" name="Flowchart: Connector 7416">
                        <a:extLst>
                          <a:ext uri="{FF2B5EF4-FFF2-40B4-BE49-F238E27FC236}">
                            <a16:creationId xmlns:a16="http://schemas.microsoft.com/office/drawing/2014/main" id="{420C80DC-0033-4C38-BA75-7C87D169AD3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418" name="3D Model 7417" descr="Sphere">
                            <a:extLst>
                              <a:ext uri="{FF2B5EF4-FFF2-40B4-BE49-F238E27FC236}">
                                <a16:creationId xmlns:a16="http://schemas.microsoft.com/office/drawing/2014/main" id="{7E066EAB-EAF9-430E-974E-5F699AE9661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41033238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419" name="Flowchart: Connector 7418">
                        <a:extLst>
                          <a:ext uri="{FF2B5EF4-FFF2-40B4-BE49-F238E27FC236}">
                            <a16:creationId xmlns:a16="http://schemas.microsoft.com/office/drawing/2014/main" id="{9D7156CF-9795-49A3-97C2-A39928E0CD3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420" name="3D Model 7419" descr="Sphere">
                            <a:extLst>
                              <a:ext uri="{FF2B5EF4-FFF2-40B4-BE49-F238E27FC236}">
                                <a16:creationId xmlns:a16="http://schemas.microsoft.com/office/drawing/2014/main" id="{51DE5AFE-F54F-42FA-AF71-D7047AB1147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96188234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7181" name="Group 7180">
                    <a:extLst>
                      <a:ext uri="{FF2B5EF4-FFF2-40B4-BE49-F238E27FC236}">
                        <a16:creationId xmlns:a16="http://schemas.microsoft.com/office/drawing/2014/main" id="{73E66EED-BA82-4861-9CAD-56C9EA4231CC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7398" name="Flowchart: Connector 7397">
                      <a:extLst>
                        <a:ext uri="{FF2B5EF4-FFF2-40B4-BE49-F238E27FC236}">
                          <a16:creationId xmlns:a16="http://schemas.microsoft.com/office/drawing/2014/main" id="{7FB75D4E-0211-4F50-961E-6BB59A3D5F8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399" name="Flowchart: Connector 7398">
                      <a:extLst>
                        <a:ext uri="{FF2B5EF4-FFF2-40B4-BE49-F238E27FC236}">
                          <a16:creationId xmlns:a16="http://schemas.microsoft.com/office/drawing/2014/main" id="{F0417E51-5B80-480B-9258-29C09DA0589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400" name="Flowchart: Connector 7399">
                      <a:extLst>
                        <a:ext uri="{FF2B5EF4-FFF2-40B4-BE49-F238E27FC236}">
                          <a16:creationId xmlns:a16="http://schemas.microsoft.com/office/drawing/2014/main" id="{59183ECA-C0D0-4E4D-903D-8E06DC67EF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7182" name="Flowchart: Connector 7181">
                    <a:extLst>
                      <a:ext uri="{FF2B5EF4-FFF2-40B4-BE49-F238E27FC236}">
                        <a16:creationId xmlns:a16="http://schemas.microsoft.com/office/drawing/2014/main" id="{43CC6DA4-91BA-4560-93A0-04D7594CBF7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7183" name="Flowchart: Connector 7182">
                    <a:extLst>
                      <a:ext uri="{FF2B5EF4-FFF2-40B4-BE49-F238E27FC236}">
                        <a16:creationId xmlns:a16="http://schemas.microsoft.com/office/drawing/2014/main" id="{5A603B87-798F-42E5-95CE-498C9DC2DA47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7184" name="Group 7183">
                    <a:extLst>
                      <a:ext uri="{FF2B5EF4-FFF2-40B4-BE49-F238E27FC236}">
                        <a16:creationId xmlns:a16="http://schemas.microsoft.com/office/drawing/2014/main" id="{C71DF162-F0B5-488C-8BE0-9F7CF02168F5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7395" name="Flowchart: Connector 7394">
                      <a:extLst>
                        <a:ext uri="{FF2B5EF4-FFF2-40B4-BE49-F238E27FC236}">
                          <a16:creationId xmlns:a16="http://schemas.microsoft.com/office/drawing/2014/main" id="{028A3F12-53CD-451E-A96C-4E867FD966D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396" name="Flowchart: Connector 7395">
                      <a:extLst>
                        <a:ext uri="{FF2B5EF4-FFF2-40B4-BE49-F238E27FC236}">
                          <a16:creationId xmlns:a16="http://schemas.microsoft.com/office/drawing/2014/main" id="{77CFCED7-CF3E-44AD-BFBD-8BD5B01763F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397" name="Flowchart: Connector 7396">
                      <a:extLst>
                        <a:ext uri="{FF2B5EF4-FFF2-40B4-BE49-F238E27FC236}">
                          <a16:creationId xmlns:a16="http://schemas.microsoft.com/office/drawing/2014/main" id="{8FCEBA50-CF07-4BA3-AE6D-D55910A1770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7185" name="Group 7184">
                    <a:extLst>
                      <a:ext uri="{FF2B5EF4-FFF2-40B4-BE49-F238E27FC236}">
                        <a16:creationId xmlns:a16="http://schemas.microsoft.com/office/drawing/2014/main" id="{54217A7A-0B49-402A-AE47-E2BA6928827C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7330" name="Group 7329">
                      <a:extLst>
                        <a:ext uri="{FF2B5EF4-FFF2-40B4-BE49-F238E27FC236}">
                          <a16:creationId xmlns:a16="http://schemas.microsoft.com/office/drawing/2014/main" id="{95FAB9B4-B91A-4297-ABBB-4C7C508A8F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7391" name="Flowchart: Connector 7390">
                        <a:extLst>
                          <a:ext uri="{FF2B5EF4-FFF2-40B4-BE49-F238E27FC236}">
                            <a16:creationId xmlns:a16="http://schemas.microsoft.com/office/drawing/2014/main" id="{21C674EF-AAE4-444C-9892-8F03636193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92" name="Flowchart: Connector 7391">
                        <a:extLst>
                          <a:ext uri="{FF2B5EF4-FFF2-40B4-BE49-F238E27FC236}">
                            <a16:creationId xmlns:a16="http://schemas.microsoft.com/office/drawing/2014/main" id="{CCFFDF80-805C-47E7-A93E-CC56F4D7098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93" name="Flowchart: Connector 7392">
                        <a:extLst>
                          <a:ext uri="{FF2B5EF4-FFF2-40B4-BE49-F238E27FC236}">
                            <a16:creationId xmlns:a16="http://schemas.microsoft.com/office/drawing/2014/main" id="{CD44060D-F103-49FA-954D-55314750BC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94" name="Flowchart: Connector 7393">
                        <a:extLst>
                          <a:ext uri="{FF2B5EF4-FFF2-40B4-BE49-F238E27FC236}">
                            <a16:creationId xmlns:a16="http://schemas.microsoft.com/office/drawing/2014/main" id="{2FEC0876-489E-429B-8611-9D7308862FF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7331" name="Group 7330">
                      <a:extLst>
                        <a:ext uri="{FF2B5EF4-FFF2-40B4-BE49-F238E27FC236}">
                          <a16:creationId xmlns:a16="http://schemas.microsoft.com/office/drawing/2014/main" id="{1BEA4675-40DE-42FF-8281-01920EC84D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7332" name="Group 7331">
                        <a:extLst>
                          <a:ext uri="{FF2B5EF4-FFF2-40B4-BE49-F238E27FC236}">
                            <a16:creationId xmlns:a16="http://schemas.microsoft.com/office/drawing/2014/main" id="{5A45D0F2-761A-4CA0-9493-5E5DDEFDD4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7383" name="Flowchart: Connector 7382">
                          <a:extLst>
                            <a:ext uri="{FF2B5EF4-FFF2-40B4-BE49-F238E27FC236}">
                              <a16:creationId xmlns:a16="http://schemas.microsoft.com/office/drawing/2014/main" id="{A588D887-A922-43A3-8772-BFEF00788A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84" name="3D Model 7383" descr="Sphere">
                              <a:extLst>
                                <a:ext uri="{FF2B5EF4-FFF2-40B4-BE49-F238E27FC236}">
                                  <a16:creationId xmlns:a16="http://schemas.microsoft.com/office/drawing/2014/main" id="{8FD7FA78-F160-4A95-AAEF-7BA75A2CE86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2379395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85" name="Flowchart: Connector 7384">
                          <a:extLst>
                            <a:ext uri="{FF2B5EF4-FFF2-40B4-BE49-F238E27FC236}">
                              <a16:creationId xmlns:a16="http://schemas.microsoft.com/office/drawing/2014/main" id="{C8600DEE-7216-4BB1-9633-68C9200FE6E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86" name="3D Model 7385" descr="Sphere">
                              <a:extLst>
                                <a:ext uri="{FF2B5EF4-FFF2-40B4-BE49-F238E27FC236}">
                                  <a16:creationId xmlns:a16="http://schemas.microsoft.com/office/drawing/2014/main" id="{F6E67F2A-FCB2-4480-9B3B-1DF8FD08D48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6619981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87" name="Flowchart: Connector 7386">
                          <a:extLst>
                            <a:ext uri="{FF2B5EF4-FFF2-40B4-BE49-F238E27FC236}">
                              <a16:creationId xmlns:a16="http://schemas.microsoft.com/office/drawing/2014/main" id="{D4E01727-1759-4CF6-973B-19000E59A4C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88" name="3D Model 7387" descr="Sphere">
                              <a:extLst>
                                <a:ext uri="{FF2B5EF4-FFF2-40B4-BE49-F238E27FC236}">
                                  <a16:creationId xmlns:a16="http://schemas.microsoft.com/office/drawing/2014/main" id="{64BB5ED5-3104-43D9-B4E7-8488E5720F4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290855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89" name="Flowchart: Connector 7388">
                          <a:extLst>
                            <a:ext uri="{FF2B5EF4-FFF2-40B4-BE49-F238E27FC236}">
                              <a16:creationId xmlns:a16="http://schemas.microsoft.com/office/drawing/2014/main" id="{8CAC977C-82CF-4911-86B1-50FA94E1AB9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90" name="3D Model 7389" descr="Sphere">
                              <a:extLst>
                                <a:ext uri="{FF2B5EF4-FFF2-40B4-BE49-F238E27FC236}">
                                  <a16:creationId xmlns:a16="http://schemas.microsoft.com/office/drawing/2014/main" id="{FC3A0F99-36DB-48CF-A2A0-33BC4233288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4280771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333" name="Group 7332">
                        <a:extLst>
                          <a:ext uri="{FF2B5EF4-FFF2-40B4-BE49-F238E27FC236}">
                            <a16:creationId xmlns:a16="http://schemas.microsoft.com/office/drawing/2014/main" id="{2A5A4390-3D00-49D1-B2C7-11E8F14835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7367" name="Flowchart: Connector 7366">
                          <a:extLst>
                            <a:ext uri="{FF2B5EF4-FFF2-40B4-BE49-F238E27FC236}">
                              <a16:creationId xmlns:a16="http://schemas.microsoft.com/office/drawing/2014/main" id="{A9081C04-E86F-4FB7-8B3B-91B8C294116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68" name="Flowchart: Connector 7367">
                          <a:extLst>
                            <a:ext uri="{FF2B5EF4-FFF2-40B4-BE49-F238E27FC236}">
                              <a16:creationId xmlns:a16="http://schemas.microsoft.com/office/drawing/2014/main" id="{8697522A-6DE0-49AA-98EA-A20B4BF7F96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69" name="Flowchart: Connector 7368">
                          <a:extLst>
                            <a:ext uri="{FF2B5EF4-FFF2-40B4-BE49-F238E27FC236}">
                              <a16:creationId xmlns:a16="http://schemas.microsoft.com/office/drawing/2014/main" id="{D6C5F06B-A226-4E90-BE08-5B34CB9BDC6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70" name="Flowchart: Connector 7369">
                          <a:extLst>
                            <a:ext uri="{FF2B5EF4-FFF2-40B4-BE49-F238E27FC236}">
                              <a16:creationId xmlns:a16="http://schemas.microsoft.com/office/drawing/2014/main" id="{AC9C14A4-9FF3-4524-B0A4-38831C598E2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71" name="Flowchart: Connector 7370">
                          <a:extLst>
                            <a:ext uri="{FF2B5EF4-FFF2-40B4-BE49-F238E27FC236}">
                              <a16:creationId xmlns:a16="http://schemas.microsoft.com/office/drawing/2014/main" id="{582F46EC-E36B-4259-9A34-A99F68A37C2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72" name="Flowchart: Connector 7371">
                          <a:extLst>
                            <a:ext uri="{FF2B5EF4-FFF2-40B4-BE49-F238E27FC236}">
                              <a16:creationId xmlns:a16="http://schemas.microsoft.com/office/drawing/2014/main" id="{83A22532-0ED9-41C4-9868-D3F82FCADBD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73" name="Flowchart: Connector 7372">
                          <a:extLst>
                            <a:ext uri="{FF2B5EF4-FFF2-40B4-BE49-F238E27FC236}">
                              <a16:creationId xmlns:a16="http://schemas.microsoft.com/office/drawing/2014/main" id="{A80A52D3-898E-4C28-9829-D1AE89E8AAA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74" name="Flowchart: Connector 7373">
                          <a:extLst>
                            <a:ext uri="{FF2B5EF4-FFF2-40B4-BE49-F238E27FC236}">
                              <a16:creationId xmlns:a16="http://schemas.microsoft.com/office/drawing/2014/main" id="{B5615B76-D226-4F43-A096-8D5780E1C5B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75" name="Flowchart: Connector 7374">
                          <a:extLst>
                            <a:ext uri="{FF2B5EF4-FFF2-40B4-BE49-F238E27FC236}">
                              <a16:creationId xmlns:a16="http://schemas.microsoft.com/office/drawing/2014/main" id="{44D2B66E-FE0D-44EC-AF5B-A3BDDDAA3D2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76" name="3D Model 7375" descr="Sphere">
                              <a:extLst>
                                <a:ext uri="{FF2B5EF4-FFF2-40B4-BE49-F238E27FC236}">
                                  <a16:creationId xmlns:a16="http://schemas.microsoft.com/office/drawing/2014/main" id="{966CB510-BF3D-45F1-B98E-52029F94C0C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1160745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77" name="Flowchart: Connector 7376">
                          <a:extLst>
                            <a:ext uri="{FF2B5EF4-FFF2-40B4-BE49-F238E27FC236}">
                              <a16:creationId xmlns:a16="http://schemas.microsoft.com/office/drawing/2014/main" id="{44A78C89-4531-48A5-A77D-CC16C4A0898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78" name="3D Model 7377" descr="Sphere">
                              <a:extLst>
                                <a:ext uri="{FF2B5EF4-FFF2-40B4-BE49-F238E27FC236}">
                                  <a16:creationId xmlns:a16="http://schemas.microsoft.com/office/drawing/2014/main" id="{4F87CF20-62C9-4A1A-B431-509C12114AF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0992163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79" name="Flowchart: Connector 7378">
                          <a:extLst>
                            <a:ext uri="{FF2B5EF4-FFF2-40B4-BE49-F238E27FC236}">
                              <a16:creationId xmlns:a16="http://schemas.microsoft.com/office/drawing/2014/main" id="{4E55D250-CA5D-4305-B36A-7A59D027489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80" name="3D Model 7379" descr="Sphere">
                              <a:extLst>
                                <a:ext uri="{FF2B5EF4-FFF2-40B4-BE49-F238E27FC236}">
                                  <a16:creationId xmlns:a16="http://schemas.microsoft.com/office/drawing/2014/main" id="{D7C76F22-2F33-4685-973F-9F71AACCCDD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0224020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81" name="Flowchart: Connector 7380">
                          <a:extLst>
                            <a:ext uri="{FF2B5EF4-FFF2-40B4-BE49-F238E27FC236}">
                              <a16:creationId xmlns:a16="http://schemas.microsoft.com/office/drawing/2014/main" id="{15FE1976-F112-46D1-9A29-69E8A08867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82" name="3D Model 7381" descr="Sphere">
                              <a:extLst>
                                <a:ext uri="{FF2B5EF4-FFF2-40B4-BE49-F238E27FC236}">
                                  <a16:creationId xmlns:a16="http://schemas.microsoft.com/office/drawing/2014/main" id="{62F7A826-8BE5-4B96-B94A-BF99DD54D85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4425393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334" name="Group 7333">
                        <a:extLst>
                          <a:ext uri="{FF2B5EF4-FFF2-40B4-BE49-F238E27FC236}">
                            <a16:creationId xmlns:a16="http://schemas.microsoft.com/office/drawing/2014/main" id="{ADBCB499-D94C-465B-A825-36A1D229F9C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7351" name="Flowchart: Connector 7350">
                          <a:extLst>
                            <a:ext uri="{FF2B5EF4-FFF2-40B4-BE49-F238E27FC236}">
                              <a16:creationId xmlns:a16="http://schemas.microsoft.com/office/drawing/2014/main" id="{7D7D1524-AE04-4DCB-B877-DA4299F6193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52" name="Flowchart: Connector 7351">
                          <a:extLst>
                            <a:ext uri="{FF2B5EF4-FFF2-40B4-BE49-F238E27FC236}">
                              <a16:creationId xmlns:a16="http://schemas.microsoft.com/office/drawing/2014/main" id="{DF9ED9BD-4EF8-4423-80B5-F680DC1F3EA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53" name="Flowchart: Connector 7352">
                          <a:extLst>
                            <a:ext uri="{FF2B5EF4-FFF2-40B4-BE49-F238E27FC236}">
                              <a16:creationId xmlns:a16="http://schemas.microsoft.com/office/drawing/2014/main" id="{B9921CA8-65D3-459A-987D-D2661365213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54" name="Flowchart: Connector 7353">
                          <a:extLst>
                            <a:ext uri="{FF2B5EF4-FFF2-40B4-BE49-F238E27FC236}">
                              <a16:creationId xmlns:a16="http://schemas.microsoft.com/office/drawing/2014/main" id="{08CE6A47-ADC5-4E8E-B618-96ABBDBFCBC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55" name="Flowchart: Connector 7354">
                          <a:extLst>
                            <a:ext uri="{FF2B5EF4-FFF2-40B4-BE49-F238E27FC236}">
                              <a16:creationId xmlns:a16="http://schemas.microsoft.com/office/drawing/2014/main" id="{1C0B57BA-513E-4B56-A62A-136C934A017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56" name="Flowchart: Connector 7355">
                          <a:extLst>
                            <a:ext uri="{FF2B5EF4-FFF2-40B4-BE49-F238E27FC236}">
                              <a16:creationId xmlns:a16="http://schemas.microsoft.com/office/drawing/2014/main" id="{AEDB6785-D5A4-4A5A-88EB-42B50611A79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57" name="Flowchart: Connector 7356">
                          <a:extLst>
                            <a:ext uri="{FF2B5EF4-FFF2-40B4-BE49-F238E27FC236}">
                              <a16:creationId xmlns:a16="http://schemas.microsoft.com/office/drawing/2014/main" id="{04E694C1-ED13-4F0B-8321-8D592E3337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58" name="Flowchart: Connector 7357">
                          <a:extLst>
                            <a:ext uri="{FF2B5EF4-FFF2-40B4-BE49-F238E27FC236}">
                              <a16:creationId xmlns:a16="http://schemas.microsoft.com/office/drawing/2014/main" id="{3772A266-412F-42CA-B3BE-5492815BA71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59" name="Flowchart: Connector 7358">
                          <a:extLst>
                            <a:ext uri="{FF2B5EF4-FFF2-40B4-BE49-F238E27FC236}">
                              <a16:creationId xmlns:a16="http://schemas.microsoft.com/office/drawing/2014/main" id="{A4F1BD0A-F596-436A-8D72-435FA8514D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60" name="3D Model 7359" descr="Sphere">
                              <a:extLst>
                                <a:ext uri="{FF2B5EF4-FFF2-40B4-BE49-F238E27FC236}">
                                  <a16:creationId xmlns:a16="http://schemas.microsoft.com/office/drawing/2014/main" id="{B0193EBD-8CF1-41B9-A6BC-461211C23D8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2378181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61" name="Flowchart: Connector 7360">
                          <a:extLst>
                            <a:ext uri="{FF2B5EF4-FFF2-40B4-BE49-F238E27FC236}">
                              <a16:creationId xmlns:a16="http://schemas.microsoft.com/office/drawing/2014/main" id="{F967439C-F00A-454D-BC69-10273A137C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62" name="3D Model 7361" descr="Sphere">
                              <a:extLst>
                                <a:ext uri="{FF2B5EF4-FFF2-40B4-BE49-F238E27FC236}">
                                  <a16:creationId xmlns:a16="http://schemas.microsoft.com/office/drawing/2014/main" id="{355F184C-FB66-4DE1-8DC8-A9C95FFA09C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556977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63" name="Flowchart: Connector 7362">
                          <a:extLst>
                            <a:ext uri="{FF2B5EF4-FFF2-40B4-BE49-F238E27FC236}">
                              <a16:creationId xmlns:a16="http://schemas.microsoft.com/office/drawing/2014/main" id="{74D3C5F3-DC2A-44DE-A2FD-65FD16A4C02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64" name="3D Model 7363" descr="Sphere">
                              <a:extLst>
                                <a:ext uri="{FF2B5EF4-FFF2-40B4-BE49-F238E27FC236}">
                                  <a16:creationId xmlns:a16="http://schemas.microsoft.com/office/drawing/2014/main" id="{7C7CA103-7F32-467E-993A-1054F0C7147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1854928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65" name="Flowchart: Connector 7364">
                          <a:extLst>
                            <a:ext uri="{FF2B5EF4-FFF2-40B4-BE49-F238E27FC236}">
                              <a16:creationId xmlns:a16="http://schemas.microsoft.com/office/drawing/2014/main" id="{496EE8A0-1D96-490E-9924-9D1B710900D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66" name="3D Model 7365" descr="Sphere">
                              <a:extLst>
                                <a:ext uri="{FF2B5EF4-FFF2-40B4-BE49-F238E27FC236}">
                                  <a16:creationId xmlns:a16="http://schemas.microsoft.com/office/drawing/2014/main" id="{ABD9E6E0-541D-4C85-957E-4AD25D1C20A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2056664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7335" name="Flowchart: Connector 7334">
                        <a:extLst>
                          <a:ext uri="{FF2B5EF4-FFF2-40B4-BE49-F238E27FC236}">
                            <a16:creationId xmlns:a16="http://schemas.microsoft.com/office/drawing/2014/main" id="{1D36F302-279A-40AA-A503-E742019F9CD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36" name="Flowchart: Connector 7335">
                        <a:extLst>
                          <a:ext uri="{FF2B5EF4-FFF2-40B4-BE49-F238E27FC236}">
                            <a16:creationId xmlns:a16="http://schemas.microsoft.com/office/drawing/2014/main" id="{2C6B1280-2BFA-4A0C-88D9-4BD33FA15D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37" name="Flowchart: Connector 7336">
                        <a:extLst>
                          <a:ext uri="{FF2B5EF4-FFF2-40B4-BE49-F238E27FC236}">
                            <a16:creationId xmlns:a16="http://schemas.microsoft.com/office/drawing/2014/main" id="{3F895F23-2B31-411D-A1EB-075149C369D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38" name="Flowchart: Connector 7337">
                        <a:extLst>
                          <a:ext uri="{FF2B5EF4-FFF2-40B4-BE49-F238E27FC236}">
                            <a16:creationId xmlns:a16="http://schemas.microsoft.com/office/drawing/2014/main" id="{E035D47B-B8F3-4A29-8080-86F94AB03DE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39" name="Flowchart: Connector 7338">
                        <a:extLst>
                          <a:ext uri="{FF2B5EF4-FFF2-40B4-BE49-F238E27FC236}">
                            <a16:creationId xmlns:a16="http://schemas.microsoft.com/office/drawing/2014/main" id="{54C3431A-5664-4FBA-A6BC-D34D53EE61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40" name="Flowchart: Connector 7339">
                        <a:extLst>
                          <a:ext uri="{FF2B5EF4-FFF2-40B4-BE49-F238E27FC236}">
                            <a16:creationId xmlns:a16="http://schemas.microsoft.com/office/drawing/2014/main" id="{7503158C-F9CE-4F6D-B6A7-CE6CE9A2671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41" name="Flowchart: Connector 7340">
                        <a:extLst>
                          <a:ext uri="{FF2B5EF4-FFF2-40B4-BE49-F238E27FC236}">
                            <a16:creationId xmlns:a16="http://schemas.microsoft.com/office/drawing/2014/main" id="{E925CD33-4E40-401E-A89A-938D5CC7D0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42" name="Flowchart: Connector 7341">
                        <a:extLst>
                          <a:ext uri="{FF2B5EF4-FFF2-40B4-BE49-F238E27FC236}">
                            <a16:creationId xmlns:a16="http://schemas.microsoft.com/office/drawing/2014/main" id="{36F79D10-1E1B-465F-8CB5-DC96EB44DC2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43" name="Flowchart: Connector 7342">
                        <a:extLst>
                          <a:ext uri="{FF2B5EF4-FFF2-40B4-BE49-F238E27FC236}">
                            <a16:creationId xmlns:a16="http://schemas.microsoft.com/office/drawing/2014/main" id="{EC6DEEC3-70C8-4D60-BD39-6BC582B83B8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344" name="3D Model 7343" descr="Sphere">
                            <a:extLst>
                              <a:ext uri="{FF2B5EF4-FFF2-40B4-BE49-F238E27FC236}">
                                <a16:creationId xmlns:a16="http://schemas.microsoft.com/office/drawing/2014/main" id="{AEF3D4DD-00A5-40DD-913C-E43C8B24195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52863890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345" name="Flowchart: Connector 7344">
                        <a:extLst>
                          <a:ext uri="{FF2B5EF4-FFF2-40B4-BE49-F238E27FC236}">
                            <a16:creationId xmlns:a16="http://schemas.microsoft.com/office/drawing/2014/main" id="{89A44EDF-C8B1-48E5-A74D-3FCAEC54B6A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346" name="3D Model 7345" descr="Sphere">
                            <a:extLst>
                              <a:ext uri="{FF2B5EF4-FFF2-40B4-BE49-F238E27FC236}">
                                <a16:creationId xmlns:a16="http://schemas.microsoft.com/office/drawing/2014/main" id="{13E16CF8-CE45-4613-8440-50C00BAABA4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77474850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347" name="Flowchart: Connector 7346">
                        <a:extLst>
                          <a:ext uri="{FF2B5EF4-FFF2-40B4-BE49-F238E27FC236}">
                            <a16:creationId xmlns:a16="http://schemas.microsoft.com/office/drawing/2014/main" id="{C6DDBE2D-2029-46FE-A636-7D98976C609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348" name="3D Model 7347" descr="Sphere">
                            <a:extLst>
                              <a:ext uri="{FF2B5EF4-FFF2-40B4-BE49-F238E27FC236}">
                                <a16:creationId xmlns:a16="http://schemas.microsoft.com/office/drawing/2014/main" id="{2C2F3A9F-6465-43B7-A02A-C84D7897E06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38006003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349" name="Flowchart: Connector 7348">
                        <a:extLst>
                          <a:ext uri="{FF2B5EF4-FFF2-40B4-BE49-F238E27FC236}">
                            <a16:creationId xmlns:a16="http://schemas.microsoft.com/office/drawing/2014/main" id="{324028F8-B8A6-42A0-9CA9-3EB698FFB16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350" name="3D Model 7349" descr="Sphere">
                            <a:extLst>
                              <a:ext uri="{FF2B5EF4-FFF2-40B4-BE49-F238E27FC236}">
                                <a16:creationId xmlns:a16="http://schemas.microsoft.com/office/drawing/2014/main" id="{236DF166-8644-49CC-AE03-1AB25242782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00351582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7186" name="Group 7185">
                    <a:extLst>
                      <a:ext uri="{FF2B5EF4-FFF2-40B4-BE49-F238E27FC236}">
                        <a16:creationId xmlns:a16="http://schemas.microsoft.com/office/drawing/2014/main" id="{BFE35F47-7CBB-4FF8-9E6D-E59DC3D65BB4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7327" name="Flowchart: Connector 7326">
                      <a:extLst>
                        <a:ext uri="{FF2B5EF4-FFF2-40B4-BE49-F238E27FC236}">
                          <a16:creationId xmlns:a16="http://schemas.microsoft.com/office/drawing/2014/main" id="{C09EFCA5-EF76-4998-9A33-5FC2CD87D9C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328" name="Flowchart: Connector 7327">
                      <a:extLst>
                        <a:ext uri="{FF2B5EF4-FFF2-40B4-BE49-F238E27FC236}">
                          <a16:creationId xmlns:a16="http://schemas.microsoft.com/office/drawing/2014/main" id="{18261026-2B05-4E4E-8B63-65CC241B709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329" name="Flowchart: Connector 7328">
                      <a:extLst>
                        <a:ext uri="{FF2B5EF4-FFF2-40B4-BE49-F238E27FC236}">
                          <a16:creationId xmlns:a16="http://schemas.microsoft.com/office/drawing/2014/main" id="{3F311D08-019D-4826-A033-C56FB19AD1C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7187" name="Flowchart: Connector 7186">
                    <a:extLst>
                      <a:ext uri="{FF2B5EF4-FFF2-40B4-BE49-F238E27FC236}">
                        <a16:creationId xmlns:a16="http://schemas.microsoft.com/office/drawing/2014/main" id="{7161D1E0-A071-4F49-9A46-D7788504348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7188" name="Flowchart: Connector 7187">
                    <a:extLst>
                      <a:ext uri="{FF2B5EF4-FFF2-40B4-BE49-F238E27FC236}">
                        <a16:creationId xmlns:a16="http://schemas.microsoft.com/office/drawing/2014/main" id="{1D9B1130-783D-4935-A841-4D76304E0E0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7189" name="Group 7188">
                    <a:extLst>
                      <a:ext uri="{FF2B5EF4-FFF2-40B4-BE49-F238E27FC236}">
                        <a16:creationId xmlns:a16="http://schemas.microsoft.com/office/drawing/2014/main" id="{62230057-C357-49D1-B728-187ACA8358C0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7324" name="Flowchart: Connector 7323">
                      <a:extLst>
                        <a:ext uri="{FF2B5EF4-FFF2-40B4-BE49-F238E27FC236}">
                          <a16:creationId xmlns:a16="http://schemas.microsoft.com/office/drawing/2014/main" id="{DAB2323B-075B-45B2-AE8F-81A6592344D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325" name="Flowchart: Connector 7324">
                      <a:extLst>
                        <a:ext uri="{FF2B5EF4-FFF2-40B4-BE49-F238E27FC236}">
                          <a16:creationId xmlns:a16="http://schemas.microsoft.com/office/drawing/2014/main" id="{5EAB5448-0632-43A9-9117-47A1A86D515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326" name="Flowchart: Connector 7325">
                      <a:extLst>
                        <a:ext uri="{FF2B5EF4-FFF2-40B4-BE49-F238E27FC236}">
                          <a16:creationId xmlns:a16="http://schemas.microsoft.com/office/drawing/2014/main" id="{F44BE816-4DB7-48CD-AA7A-0D5B73225B1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7190" name="Group 7189">
                    <a:extLst>
                      <a:ext uri="{FF2B5EF4-FFF2-40B4-BE49-F238E27FC236}">
                        <a16:creationId xmlns:a16="http://schemas.microsoft.com/office/drawing/2014/main" id="{72A1B540-FF10-43AE-A235-5C050F4EAFF7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7259" name="Group 7258">
                      <a:extLst>
                        <a:ext uri="{FF2B5EF4-FFF2-40B4-BE49-F238E27FC236}">
                          <a16:creationId xmlns:a16="http://schemas.microsoft.com/office/drawing/2014/main" id="{D1871802-979D-41F1-909C-54BC3DACD0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7320" name="Flowchart: Connector 7319">
                        <a:extLst>
                          <a:ext uri="{FF2B5EF4-FFF2-40B4-BE49-F238E27FC236}">
                            <a16:creationId xmlns:a16="http://schemas.microsoft.com/office/drawing/2014/main" id="{DC92694C-98EF-4636-8617-C153C772404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21" name="Flowchart: Connector 7320">
                        <a:extLst>
                          <a:ext uri="{FF2B5EF4-FFF2-40B4-BE49-F238E27FC236}">
                            <a16:creationId xmlns:a16="http://schemas.microsoft.com/office/drawing/2014/main" id="{2150A617-EF4E-4B08-ACF6-C136A141E3E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22" name="Flowchart: Connector 7321">
                        <a:extLst>
                          <a:ext uri="{FF2B5EF4-FFF2-40B4-BE49-F238E27FC236}">
                            <a16:creationId xmlns:a16="http://schemas.microsoft.com/office/drawing/2014/main" id="{49E35885-BE74-4A26-8743-A80A57B487F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323" name="Flowchart: Connector 7322">
                        <a:extLst>
                          <a:ext uri="{FF2B5EF4-FFF2-40B4-BE49-F238E27FC236}">
                            <a16:creationId xmlns:a16="http://schemas.microsoft.com/office/drawing/2014/main" id="{DF8CE144-0FFF-4816-8E52-82DDC53906D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7260" name="Group 7259">
                      <a:extLst>
                        <a:ext uri="{FF2B5EF4-FFF2-40B4-BE49-F238E27FC236}">
                          <a16:creationId xmlns:a16="http://schemas.microsoft.com/office/drawing/2014/main" id="{AFC6795C-E57A-4729-BA9B-071095287D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7261" name="Group 7260">
                        <a:extLst>
                          <a:ext uri="{FF2B5EF4-FFF2-40B4-BE49-F238E27FC236}">
                            <a16:creationId xmlns:a16="http://schemas.microsoft.com/office/drawing/2014/main" id="{C6CAB2D2-65E0-4EAE-9676-BEF5C198A1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7312" name="Flowchart: Connector 7311">
                          <a:extLst>
                            <a:ext uri="{FF2B5EF4-FFF2-40B4-BE49-F238E27FC236}">
                              <a16:creationId xmlns:a16="http://schemas.microsoft.com/office/drawing/2014/main" id="{9A9AE9E3-6D76-43CE-B634-12A6F0B8D73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13" name="3D Model 7312" descr="Sphere">
                              <a:extLst>
                                <a:ext uri="{FF2B5EF4-FFF2-40B4-BE49-F238E27FC236}">
                                  <a16:creationId xmlns:a16="http://schemas.microsoft.com/office/drawing/2014/main" id="{6433B673-0866-4615-B32D-E0BF143DBC0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5897606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14" name="Flowchart: Connector 7313">
                          <a:extLst>
                            <a:ext uri="{FF2B5EF4-FFF2-40B4-BE49-F238E27FC236}">
                              <a16:creationId xmlns:a16="http://schemas.microsoft.com/office/drawing/2014/main" id="{18D74B9A-2B55-4B82-AA04-F66B4153829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15" name="3D Model 7314" descr="Sphere">
                              <a:extLst>
                                <a:ext uri="{FF2B5EF4-FFF2-40B4-BE49-F238E27FC236}">
                                  <a16:creationId xmlns:a16="http://schemas.microsoft.com/office/drawing/2014/main" id="{2C5FB766-C9E4-485C-8BE7-6E0913FDC44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3080782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16" name="Flowchart: Connector 7315">
                          <a:extLst>
                            <a:ext uri="{FF2B5EF4-FFF2-40B4-BE49-F238E27FC236}">
                              <a16:creationId xmlns:a16="http://schemas.microsoft.com/office/drawing/2014/main" id="{E006F63A-4F14-4BE6-93A6-18640E19831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17" name="3D Model 7316" descr="Sphere">
                              <a:extLst>
                                <a:ext uri="{FF2B5EF4-FFF2-40B4-BE49-F238E27FC236}">
                                  <a16:creationId xmlns:a16="http://schemas.microsoft.com/office/drawing/2014/main" id="{E98A3D1D-2E43-41D6-9260-0125FEE9B16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6624480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18" name="Flowchart: Connector 7317">
                          <a:extLst>
                            <a:ext uri="{FF2B5EF4-FFF2-40B4-BE49-F238E27FC236}">
                              <a16:creationId xmlns:a16="http://schemas.microsoft.com/office/drawing/2014/main" id="{664FCA57-E2E3-44FF-8442-19ED7BCC2ED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19" name="3D Model 7318" descr="Sphere">
                              <a:extLst>
                                <a:ext uri="{FF2B5EF4-FFF2-40B4-BE49-F238E27FC236}">
                                  <a16:creationId xmlns:a16="http://schemas.microsoft.com/office/drawing/2014/main" id="{9E11F3B9-AA3C-4AE0-86DE-F44CCEB27D0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1972503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262" name="Group 7261">
                        <a:extLst>
                          <a:ext uri="{FF2B5EF4-FFF2-40B4-BE49-F238E27FC236}">
                            <a16:creationId xmlns:a16="http://schemas.microsoft.com/office/drawing/2014/main" id="{AC420748-AAC1-4A4F-898F-6AFB7CBEC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7296" name="Flowchart: Connector 7295">
                          <a:extLst>
                            <a:ext uri="{FF2B5EF4-FFF2-40B4-BE49-F238E27FC236}">
                              <a16:creationId xmlns:a16="http://schemas.microsoft.com/office/drawing/2014/main" id="{5B5A892D-D0DF-4C02-88B9-DE61729D47D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97" name="Flowchart: Connector 7296">
                          <a:extLst>
                            <a:ext uri="{FF2B5EF4-FFF2-40B4-BE49-F238E27FC236}">
                              <a16:creationId xmlns:a16="http://schemas.microsoft.com/office/drawing/2014/main" id="{4EF1D29E-7D79-4147-B93D-FDE906FBC79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98" name="Flowchart: Connector 7297">
                          <a:extLst>
                            <a:ext uri="{FF2B5EF4-FFF2-40B4-BE49-F238E27FC236}">
                              <a16:creationId xmlns:a16="http://schemas.microsoft.com/office/drawing/2014/main" id="{7C3CCF7A-4D4A-423D-95FF-0AF288281F3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99" name="Flowchart: Connector 7298">
                          <a:extLst>
                            <a:ext uri="{FF2B5EF4-FFF2-40B4-BE49-F238E27FC236}">
                              <a16:creationId xmlns:a16="http://schemas.microsoft.com/office/drawing/2014/main" id="{B84C7424-E5C0-41A8-BFEE-4CF5F065F57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00" name="Flowchart: Connector 7299">
                          <a:extLst>
                            <a:ext uri="{FF2B5EF4-FFF2-40B4-BE49-F238E27FC236}">
                              <a16:creationId xmlns:a16="http://schemas.microsoft.com/office/drawing/2014/main" id="{14E09C8C-140F-43AD-855E-A3004C071B3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01" name="Flowchart: Connector 7300">
                          <a:extLst>
                            <a:ext uri="{FF2B5EF4-FFF2-40B4-BE49-F238E27FC236}">
                              <a16:creationId xmlns:a16="http://schemas.microsoft.com/office/drawing/2014/main" id="{053BFF7B-A5DD-4D4E-B268-D14DC8A007A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02" name="Flowchart: Connector 7301">
                          <a:extLst>
                            <a:ext uri="{FF2B5EF4-FFF2-40B4-BE49-F238E27FC236}">
                              <a16:creationId xmlns:a16="http://schemas.microsoft.com/office/drawing/2014/main" id="{68B7C85B-0683-409E-A834-52C7892FC5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03" name="Flowchart: Connector 7302">
                          <a:extLst>
                            <a:ext uri="{FF2B5EF4-FFF2-40B4-BE49-F238E27FC236}">
                              <a16:creationId xmlns:a16="http://schemas.microsoft.com/office/drawing/2014/main" id="{6A52221E-2A99-4E1A-96F7-7E1743432A0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304" name="Flowchart: Connector 7303">
                          <a:extLst>
                            <a:ext uri="{FF2B5EF4-FFF2-40B4-BE49-F238E27FC236}">
                              <a16:creationId xmlns:a16="http://schemas.microsoft.com/office/drawing/2014/main" id="{8E0A19F8-00D3-4E2B-8D34-8CAD57EFEA0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05" name="3D Model 7304" descr="Sphere">
                              <a:extLst>
                                <a:ext uri="{FF2B5EF4-FFF2-40B4-BE49-F238E27FC236}">
                                  <a16:creationId xmlns:a16="http://schemas.microsoft.com/office/drawing/2014/main" id="{4C671115-D987-4EFA-9335-15E65D0C396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5965215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06" name="Flowchart: Connector 7305">
                          <a:extLst>
                            <a:ext uri="{FF2B5EF4-FFF2-40B4-BE49-F238E27FC236}">
                              <a16:creationId xmlns:a16="http://schemas.microsoft.com/office/drawing/2014/main" id="{1DD02F97-BA9E-4CD6-8ED0-10282C415B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07" name="3D Model 7306" descr="Sphere">
                              <a:extLst>
                                <a:ext uri="{FF2B5EF4-FFF2-40B4-BE49-F238E27FC236}">
                                  <a16:creationId xmlns:a16="http://schemas.microsoft.com/office/drawing/2014/main" id="{9493740C-BD6E-449F-85DC-26A2215420F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3209459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08" name="Flowchart: Connector 7307">
                          <a:extLst>
                            <a:ext uri="{FF2B5EF4-FFF2-40B4-BE49-F238E27FC236}">
                              <a16:creationId xmlns:a16="http://schemas.microsoft.com/office/drawing/2014/main" id="{2E0E77CE-6E7F-45E7-B911-97AEA9D1287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09" name="3D Model 7308" descr="Sphere">
                              <a:extLst>
                                <a:ext uri="{FF2B5EF4-FFF2-40B4-BE49-F238E27FC236}">
                                  <a16:creationId xmlns:a16="http://schemas.microsoft.com/office/drawing/2014/main" id="{84BDBEC3-AAEC-429B-A6C0-6C24029F25E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408294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310" name="Flowchart: Connector 7309">
                          <a:extLst>
                            <a:ext uri="{FF2B5EF4-FFF2-40B4-BE49-F238E27FC236}">
                              <a16:creationId xmlns:a16="http://schemas.microsoft.com/office/drawing/2014/main" id="{8B9B9F95-6F55-4484-9B22-B964B9BE628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311" name="3D Model 7310" descr="Sphere">
                              <a:extLst>
                                <a:ext uri="{FF2B5EF4-FFF2-40B4-BE49-F238E27FC236}">
                                  <a16:creationId xmlns:a16="http://schemas.microsoft.com/office/drawing/2014/main" id="{DCFA4E8B-82CC-421E-A201-5C9830B0E56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8650947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263" name="Group 7262">
                        <a:extLst>
                          <a:ext uri="{FF2B5EF4-FFF2-40B4-BE49-F238E27FC236}">
                            <a16:creationId xmlns:a16="http://schemas.microsoft.com/office/drawing/2014/main" id="{5EAC1E2E-FE08-43FC-AD2E-6B14C4F2632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7280" name="Flowchart: Connector 7279">
                          <a:extLst>
                            <a:ext uri="{FF2B5EF4-FFF2-40B4-BE49-F238E27FC236}">
                              <a16:creationId xmlns:a16="http://schemas.microsoft.com/office/drawing/2014/main" id="{09185921-9233-4670-B16E-5273EC491E8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81" name="Flowchart: Connector 7280">
                          <a:extLst>
                            <a:ext uri="{FF2B5EF4-FFF2-40B4-BE49-F238E27FC236}">
                              <a16:creationId xmlns:a16="http://schemas.microsoft.com/office/drawing/2014/main" id="{F262BCAA-43D0-4BCD-B34E-5EED929747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82" name="Flowchart: Connector 7281">
                          <a:extLst>
                            <a:ext uri="{FF2B5EF4-FFF2-40B4-BE49-F238E27FC236}">
                              <a16:creationId xmlns:a16="http://schemas.microsoft.com/office/drawing/2014/main" id="{5408C28C-7FD9-41D5-8EFF-2DEB8B6B03C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83" name="Flowchart: Connector 7282">
                          <a:extLst>
                            <a:ext uri="{FF2B5EF4-FFF2-40B4-BE49-F238E27FC236}">
                              <a16:creationId xmlns:a16="http://schemas.microsoft.com/office/drawing/2014/main" id="{A6C6D1D5-1CB7-46CB-A71D-D4CBCA14E9A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84" name="Flowchart: Connector 7283">
                          <a:extLst>
                            <a:ext uri="{FF2B5EF4-FFF2-40B4-BE49-F238E27FC236}">
                              <a16:creationId xmlns:a16="http://schemas.microsoft.com/office/drawing/2014/main" id="{EA164B8E-2258-44B7-9B3D-CFF6E6F8B2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85" name="Flowchart: Connector 7284">
                          <a:extLst>
                            <a:ext uri="{FF2B5EF4-FFF2-40B4-BE49-F238E27FC236}">
                              <a16:creationId xmlns:a16="http://schemas.microsoft.com/office/drawing/2014/main" id="{2330A845-0787-4879-90D0-65DC7D9D862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86" name="Flowchart: Connector 7285">
                          <a:extLst>
                            <a:ext uri="{FF2B5EF4-FFF2-40B4-BE49-F238E27FC236}">
                              <a16:creationId xmlns:a16="http://schemas.microsoft.com/office/drawing/2014/main" id="{5846762F-5502-47C7-B24E-9AAE2DE8F7C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87" name="Flowchart: Connector 7286">
                          <a:extLst>
                            <a:ext uri="{FF2B5EF4-FFF2-40B4-BE49-F238E27FC236}">
                              <a16:creationId xmlns:a16="http://schemas.microsoft.com/office/drawing/2014/main" id="{8E172660-EA86-4A6F-BF51-6CD97C74F0F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288" name="Flowchart: Connector 7287">
                          <a:extLst>
                            <a:ext uri="{FF2B5EF4-FFF2-40B4-BE49-F238E27FC236}">
                              <a16:creationId xmlns:a16="http://schemas.microsoft.com/office/drawing/2014/main" id="{C7E11B37-612A-46DD-92F7-AB1345034E1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289" name="3D Model 7288" descr="Sphere">
                              <a:extLst>
                                <a:ext uri="{FF2B5EF4-FFF2-40B4-BE49-F238E27FC236}">
                                  <a16:creationId xmlns:a16="http://schemas.microsoft.com/office/drawing/2014/main" id="{6951C2B6-6C1E-444A-BA69-EE97965D919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4465792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290" name="Flowchart: Connector 7289">
                          <a:extLst>
                            <a:ext uri="{FF2B5EF4-FFF2-40B4-BE49-F238E27FC236}">
                              <a16:creationId xmlns:a16="http://schemas.microsoft.com/office/drawing/2014/main" id="{27CF595D-F276-4FF5-8B80-DE24AA8F0C1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291" name="3D Model 7290" descr="Sphere">
                              <a:extLst>
                                <a:ext uri="{FF2B5EF4-FFF2-40B4-BE49-F238E27FC236}">
                                  <a16:creationId xmlns:a16="http://schemas.microsoft.com/office/drawing/2014/main" id="{373A68B2-E6F8-46A9-A3C6-FADE46BCE25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3553991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292" name="Flowchart: Connector 7291">
                          <a:extLst>
                            <a:ext uri="{FF2B5EF4-FFF2-40B4-BE49-F238E27FC236}">
                              <a16:creationId xmlns:a16="http://schemas.microsoft.com/office/drawing/2014/main" id="{920B458F-D71F-417A-9C93-A108297076D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293" name="3D Model 7292" descr="Sphere">
                              <a:extLst>
                                <a:ext uri="{FF2B5EF4-FFF2-40B4-BE49-F238E27FC236}">
                                  <a16:creationId xmlns:a16="http://schemas.microsoft.com/office/drawing/2014/main" id="{FA2EC4E1-F860-4D7D-B43E-253CE6310AD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4476357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294" name="Flowchart: Connector 7293">
                          <a:extLst>
                            <a:ext uri="{FF2B5EF4-FFF2-40B4-BE49-F238E27FC236}">
                              <a16:creationId xmlns:a16="http://schemas.microsoft.com/office/drawing/2014/main" id="{8D528B3E-AC10-4258-92E2-8579EDCF09C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295" name="3D Model 7294" descr="Sphere">
                              <a:extLst>
                                <a:ext uri="{FF2B5EF4-FFF2-40B4-BE49-F238E27FC236}">
                                  <a16:creationId xmlns:a16="http://schemas.microsoft.com/office/drawing/2014/main" id="{D32BBEB5-0AD2-42BC-9CBB-C898398AEFF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2303225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7264" name="Flowchart: Connector 7263">
                        <a:extLst>
                          <a:ext uri="{FF2B5EF4-FFF2-40B4-BE49-F238E27FC236}">
                            <a16:creationId xmlns:a16="http://schemas.microsoft.com/office/drawing/2014/main" id="{DD790D53-A05F-44F3-86C8-ABE2EAEB337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65" name="Flowchart: Connector 7264">
                        <a:extLst>
                          <a:ext uri="{FF2B5EF4-FFF2-40B4-BE49-F238E27FC236}">
                            <a16:creationId xmlns:a16="http://schemas.microsoft.com/office/drawing/2014/main" id="{79A4A7F7-A835-4E98-A01A-35E73335C4B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66" name="Flowchart: Connector 7265">
                        <a:extLst>
                          <a:ext uri="{FF2B5EF4-FFF2-40B4-BE49-F238E27FC236}">
                            <a16:creationId xmlns:a16="http://schemas.microsoft.com/office/drawing/2014/main" id="{9BD6E2BA-94BA-459B-B510-64174CD04E8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67" name="Flowchart: Connector 7266">
                        <a:extLst>
                          <a:ext uri="{FF2B5EF4-FFF2-40B4-BE49-F238E27FC236}">
                            <a16:creationId xmlns:a16="http://schemas.microsoft.com/office/drawing/2014/main" id="{D1047F01-E254-49CE-9857-339AAA2F7D5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68" name="Flowchart: Connector 7267">
                        <a:extLst>
                          <a:ext uri="{FF2B5EF4-FFF2-40B4-BE49-F238E27FC236}">
                            <a16:creationId xmlns:a16="http://schemas.microsoft.com/office/drawing/2014/main" id="{965B6FB2-4602-4ED8-84DC-86E48C7FE1D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69" name="Flowchart: Connector 7268">
                        <a:extLst>
                          <a:ext uri="{FF2B5EF4-FFF2-40B4-BE49-F238E27FC236}">
                            <a16:creationId xmlns:a16="http://schemas.microsoft.com/office/drawing/2014/main" id="{9B96D654-ADB7-4C2B-BD24-BD3397AFD02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70" name="Flowchart: Connector 7269">
                        <a:extLst>
                          <a:ext uri="{FF2B5EF4-FFF2-40B4-BE49-F238E27FC236}">
                            <a16:creationId xmlns:a16="http://schemas.microsoft.com/office/drawing/2014/main" id="{AD7CDDD6-4588-46ED-9417-485A1CD5E4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71" name="Flowchart: Connector 7270">
                        <a:extLst>
                          <a:ext uri="{FF2B5EF4-FFF2-40B4-BE49-F238E27FC236}">
                            <a16:creationId xmlns:a16="http://schemas.microsoft.com/office/drawing/2014/main" id="{8A4D3154-88FA-4324-888E-D3EC1A647BE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72" name="Flowchart: Connector 7271">
                        <a:extLst>
                          <a:ext uri="{FF2B5EF4-FFF2-40B4-BE49-F238E27FC236}">
                            <a16:creationId xmlns:a16="http://schemas.microsoft.com/office/drawing/2014/main" id="{07DCE9B4-0A15-423D-9B32-664E8708AA3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73" name="3D Model 7272" descr="Sphere">
                            <a:extLst>
                              <a:ext uri="{FF2B5EF4-FFF2-40B4-BE49-F238E27FC236}">
                                <a16:creationId xmlns:a16="http://schemas.microsoft.com/office/drawing/2014/main" id="{17E7A618-2CB0-45F5-85B8-5034BB418F1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08206725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74" name="Flowchart: Connector 7273">
                        <a:extLst>
                          <a:ext uri="{FF2B5EF4-FFF2-40B4-BE49-F238E27FC236}">
                            <a16:creationId xmlns:a16="http://schemas.microsoft.com/office/drawing/2014/main" id="{4ACA8041-7C20-46C1-ADE4-13F29A5C4B8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75" name="3D Model 7274" descr="Sphere">
                            <a:extLst>
                              <a:ext uri="{FF2B5EF4-FFF2-40B4-BE49-F238E27FC236}">
                                <a16:creationId xmlns:a16="http://schemas.microsoft.com/office/drawing/2014/main" id="{1A45980F-AA24-4251-9C32-FE5C3F17F6C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78609001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76" name="Flowchart: Connector 7275">
                        <a:extLst>
                          <a:ext uri="{FF2B5EF4-FFF2-40B4-BE49-F238E27FC236}">
                            <a16:creationId xmlns:a16="http://schemas.microsoft.com/office/drawing/2014/main" id="{C2DA84E3-A42E-43CA-994B-ED9B0E46203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77" name="3D Model 7276" descr="Sphere">
                            <a:extLst>
                              <a:ext uri="{FF2B5EF4-FFF2-40B4-BE49-F238E27FC236}">
                                <a16:creationId xmlns:a16="http://schemas.microsoft.com/office/drawing/2014/main" id="{1DE08F2C-24D9-49EB-B03E-CFE4D8641B7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72976920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78" name="Flowchart: Connector 7277">
                        <a:extLst>
                          <a:ext uri="{FF2B5EF4-FFF2-40B4-BE49-F238E27FC236}">
                            <a16:creationId xmlns:a16="http://schemas.microsoft.com/office/drawing/2014/main" id="{44C8340F-1580-4EE0-B64A-96AA51F942D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79" name="3D Model 7278" descr="Sphere">
                            <a:extLst>
                              <a:ext uri="{FF2B5EF4-FFF2-40B4-BE49-F238E27FC236}">
                                <a16:creationId xmlns:a16="http://schemas.microsoft.com/office/drawing/2014/main" id="{CA057200-C5F8-4C77-86B1-51A205EFE88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16879817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7191" name="Flowchart: Connector 7190">
                    <a:extLst>
                      <a:ext uri="{FF2B5EF4-FFF2-40B4-BE49-F238E27FC236}">
                        <a16:creationId xmlns:a16="http://schemas.microsoft.com/office/drawing/2014/main" id="{1AC2B413-CCEB-4FA0-A4EA-D573C069E33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7192" name="Flowchart: Connector 7191">
                    <a:extLst>
                      <a:ext uri="{FF2B5EF4-FFF2-40B4-BE49-F238E27FC236}">
                        <a16:creationId xmlns:a16="http://schemas.microsoft.com/office/drawing/2014/main" id="{8F8DFF9A-D9C1-40F9-B8FB-DC7D7FD465D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7193" name="Flowchart: Connector 7192">
                    <a:extLst>
                      <a:ext uri="{FF2B5EF4-FFF2-40B4-BE49-F238E27FC236}">
                        <a16:creationId xmlns:a16="http://schemas.microsoft.com/office/drawing/2014/main" id="{B5F8930D-E5F1-48DC-908E-E0B18101EF9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7194" name="Flowchart: Connector 7193">
                    <a:extLst>
                      <a:ext uri="{FF2B5EF4-FFF2-40B4-BE49-F238E27FC236}">
                        <a16:creationId xmlns:a16="http://schemas.microsoft.com/office/drawing/2014/main" id="{1E876912-4696-4DBB-A017-BB7A167469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7195" name="Flowchart: Connector 7194">
                    <a:extLst>
                      <a:ext uri="{FF2B5EF4-FFF2-40B4-BE49-F238E27FC236}">
                        <a16:creationId xmlns:a16="http://schemas.microsoft.com/office/drawing/2014/main" id="{59319A4D-8F0E-4BD1-B1A3-97E718F476D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7196" name="Flowchart: Connector 7195">
                    <a:extLst>
                      <a:ext uri="{FF2B5EF4-FFF2-40B4-BE49-F238E27FC236}">
                        <a16:creationId xmlns:a16="http://schemas.microsoft.com/office/drawing/2014/main" id="{6FB617F3-713C-47D3-A7B6-12CD9B94F28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7197" name="Flowchart: Connector 7196">
                    <a:extLst>
                      <a:ext uri="{FF2B5EF4-FFF2-40B4-BE49-F238E27FC236}">
                        <a16:creationId xmlns:a16="http://schemas.microsoft.com/office/drawing/2014/main" id="{AD34DE4A-0AB4-4841-B333-04C4936D1E5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7198" name="Flowchart: Connector 7197">
                    <a:extLst>
                      <a:ext uri="{FF2B5EF4-FFF2-40B4-BE49-F238E27FC236}">
                        <a16:creationId xmlns:a16="http://schemas.microsoft.com/office/drawing/2014/main" id="{C15BDD0E-4F4A-4E75-AF42-96EDA3B8691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7199" name="Group 7198">
                    <a:extLst>
                      <a:ext uri="{FF2B5EF4-FFF2-40B4-BE49-F238E27FC236}">
                        <a16:creationId xmlns:a16="http://schemas.microsoft.com/office/drawing/2014/main" id="{17863A81-875A-4991-A9F1-EB5D18B6FE46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7200" name="Group 7199">
                      <a:extLst>
                        <a:ext uri="{FF2B5EF4-FFF2-40B4-BE49-F238E27FC236}">
                          <a16:creationId xmlns:a16="http://schemas.microsoft.com/office/drawing/2014/main" id="{3536A378-3FBF-4B3F-9763-7217A7E891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7251" name="Flowchart: Connector 7250">
                        <a:extLst>
                          <a:ext uri="{FF2B5EF4-FFF2-40B4-BE49-F238E27FC236}">
                            <a16:creationId xmlns:a16="http://schemas.microsoft.com/office/drawing/2014/main" id="{529C8CDC-7971-40B0-8B7E-38D3D5B7B4A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52" name="3D Model 7251" descr="Sphere">
                            <a:extLst>
                              <a:ext uri="{FF2B5EF4-FFF2-40B4-BE49-F238E27FC236}">
                                <a16:creationId xmlns:a16="http://schemas.microsoft.com/office/drawing/2014/main" id="{CE1C7551-3D35-484E-A7E9-5C8FBD8F739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55922197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53" name="Flowchart: Connector 7252">
                        <a:extLst>
                          <a:ext uri="{FF2B5EF4-FFF2-40B4-BE49-F238E27FC236}">
                            <a16:creationId xmlns:a16="http://schemas.microsoft.com/office/drawing/2014/main" id="{1F6B378F-3EF1-4766-87B5-B222FD225FE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54" name="3D Model 7253" descr="Sphere">
                            <a:extLst>
                              <a:ext uri="{FF2B5EF4-FFF2-40B4-BE49-F238E27FC236}">
                                <a16:creationId xmlns:a16="http://schemas.microsoft.com/office/drawing/2014/main" id="{059AABD9-EA17-4B30-AB4E-B03394CDD9B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3260667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55" name="Flowchart: Connector 7254">
                        <a:extLst>
                          <a:ext uri="{FF2B5EF4-FFF2-40B4-BE49-F238E27FC236}">
                            <a16:creationId xmlns:a16="http://schemas.microsoft.com/office/drawing/2014/main" id="{E38BB086-6071-412E-8754-C50F2AE613D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56" name="3D Model 7255" descr="Sphere">
                            <a:extLst>
                              <a:ext uri="{FF2B5EF4-FFF2-40B4-BE49-F238E27FC236}">
                                <a16:creationId xmlns:a16="http://schemas.microsoft.com/office/drawing/2014/main" id="{2060A756-4AC8-4524-9DD0-3CB0076E575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7313253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57" name="Flowchart: Connector 7256">
                        <a:extLst>
                          <a:ext uri="{FF2B5EF4-FFF2-40B4-BE49-F238E27FC236}">
                            <a16:creationId xmlns:a16="http://schemas.microsoft.com/office/drawing/2014/main" id="{C113E708-1B86-49CA-A51D-D8FDE2250C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58" name="3D Model 7257" descr="Sphere">
                            <a:extLst>
                              <a:ext uri="{FF2B5EF4-FFF2-40B4-BE49-F238E27FC236}">
                                <a16:creationId xmlns:a16="http://schemas.microsoft.com/office/drawing/2014/main" id="{884EDB4F-4023-43FE-A80A-B0BE2B68FD2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4633017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7201" name="Group 7200">
                      <a:extLst>
                        <a:ext uri="{FF2B5EF4-FFF2-40B4-BE49-F238E27FC236}">
                          <a16:creationId xmlns:a16="http://schemas.microsoft.com/office/drawing/2014/main" id="{CD5CB294-A95D-4AC9-9FCF-672BA834D3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7235" name="Flowchart: Connector 7234">
                        <a:extLst>
                          <a:ext uri="{FF2B5EF4-FFF2-40B4-BE49-F238E27FC236}">
                            <a16:creationId xmlns:a16="http://schemas.microsoft.com/office/drawing/2014/main" id="{3630A95F-00B8-43CB-BC8C-A6B4B0B8490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36" name="Flowchart: Connector 7235">
                        <a:extLst>
                          <a:ext uri="{FF2B5EF4-FFF2-40B4-BE49-F238E27FC236}">
                            <a16:creationId xmlns:a16="http://schemas.microsoft.com/office/drawing/2014/main" id="{C008F035-FC21-4A04-8BD9-1F0B88371B1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37" name="Flowchart: Connector 7236">
                        <a:extLst>
                          <a:ext uri="{FF2B5EF4-FFF2-40B4-BE49-F238E27FC236}">
                            <a16:creationId xmlns:a16="http://schemas.microsoft.com/office/drawing/2014/main" id="{FACDEFDC-D943-407F-89C9-FED1593882E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38" name="Flowchart: Connector 7237">
                        <a:extLst>
                          <a:ext uri="{FF2B5EF4-FFF2-40B4-BE49-F238E27FC236}">
                            <a16:creationId xmlns:a16="http://schemas.microsoft.com/office/drawing/2014/main" id="{2196FB6E-DA64-40BD-8EE8-D6F0B08A703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39" name="Flowchart: Connector 7238">
                        <a:extLst>
                          <a:ext uri="{FF2B5EF4-FFF2-40B4-BE49-F238E27FC236}">
                            <a16:creationId xmlns:a16="http://schemas.microsoft.com/office/drawing/2014/main" id="{4C096564-CB88-486F-939E-30B3D46125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40" name="Flowchart: Connector 7239">
                        <a:extLst>
                          <a:ext uri="{FF2B5EF4-FFF2-40B4-BE49-F238E27FC236}">
                            <a16:creationId xmlns:a16="http://schemas.microsoft.com/office/drawing/2014/main" id="{CC80ED36-E11C-446A-BDCD-375FB1167A3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41" name="Flowchart: Connector 7240">
                        <a:extLst>
                          <a:ext uri="{FF2B5EF4-FFF2-40B4-BE49-F238E27FC236}">
                            <a16:creationId xmlns:a16="http://schemas.microsoft.com/office/drawing/2014/main" id="{80BE18DD-8481-4CAF-9723-AE2EF6E69B1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42" name="Flowchart: Connector 7241">
                        <a:extLst>
                          <a:ext uri="{FF2B5EF4-FFF2-40B4-BE49-F238E27FC236}">
                            <a16:creationId xmlns:a16="http://schemas.microsoft.com/office/drawing/2014/main" id="{7690FE72-DBAA-4296-B788-7D2FD18323E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43" name="Flowchart: Connector 7242">
                        <a:extLst>
                          <a:ext uri="{FF2B5EF4-FFF2-40B4-BE49-F238E27FC236}">
                            <a16:creationId xmlns:a16="http://schemas.microsoft.com/office/drawing/2014/main" id="{849D0CD8-5486-4D69-8A22-B4217A8A695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44" name="3D Model 7243" descr="Sphere">
                            <a:extLst>
                              <a:ext uri="{FF2B5EF4-FFF2-40B4-BE49-F238E27FC236}">
                                <a16:creationId xmlns:a16="http://schemas.microsoft.com/office/drawing/2014/main" id="{7F13FC9C-FB7D-4323-9AED-4DB808603D5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58296744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45" name="Flowchart: Connector 7244">
                        <a:extLst>
                          <a:ext uri="{FF2B5EF4-FFF2-40B4-BE49-F238E27FC236}">
                            <a16:creationId xmlns:a16="http://schemas.microsoft.com/office/drawing/2014/main" id="{F66215EE-9BA1-4198-82FC-C15AAC39FBF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46" name="3D Model 7245" descr="Sphere">
                            <a:extLst>
                              <a:ext uri="{FF2B5EF4-FFF2-40B4-BE49-F238E27FC236}">
                                <a16:creationId xmlns:a16="http://schemas.microsoft.com/office/drawing/2014/main" id="{14309D7D-3FE6-458E-890D-E525E8E4A79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23869417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47" name="Flowchart: Connector 7246">
                        <a:extLst>
                          <a:ext uri="{FF2B5EF4-FFF2-40B4-BE49-F238E27FC236}">
                            <a16:creationId xmlns:a16="http://schemas.microsoft.com/office/drawing/2014/main" id="{7B3BE653-A0A3-4FD2-AD64-F59003ECF33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48" name="3D Model 7247" descr="Sphere">
                            <a:extLst>
                              <a:ext uri="{FF2B5EF4-FFF2-40B4-BE49-F238E27FC236}">
                                <a16:creationId xmlns:a16="http://schemas.microsoft.com/office/drawing/2014/main" id="{AEF672A6-CFFE-41C4-841A-AF5A393D416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9794499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49" name="Flowchart: Connector 7248">
                        <a:extLst>
                          <a:ext uri="{FF2B5EF4-FFF2-40B4-BE49-F238E27FC236}">
                            <a16:creationId xmlns:a16="http://schemas.microsoft.com/office/drawing/2014/main" id="{8741A3F2-A876-47A4-8191-A225CAE9C7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50" name="3D Model 7249" descr="Sphere">
                            <a:extLst>
                              <a:ext uri="{FF2B5EF4-FFF2-40B4-BE49-F238E27FC236}">
                                <a16:creationId xmlns:a16="http://schemas.microsoft.com/office/drawing/2014/main" id="{1F27401A-D838-4964-91C9-3C04505B0D9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8982935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7202" name="Group 7201">
                      <a:extLst>
                        <a:ext uri="{FF2B5EF4-FFF2-40B4-BE49-F238E27FC236}">
                          <a16:creationId xmlns:a16="http://schemas.microsoft.com/office/drawing/2014/main" id="{624ACEA3-32D9-44EA-8386-AC6CF9293F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7219" name="Flowchart: Connector 7218">
                        <a:extLst>
                          <a:ext uri="{FF2B5EF4-FFF2-40B4-BE49-F238E27FC236}">
                            <a16:creationId xmlns:a16="http://schemas.microsoft.com/office/drawing/2014/main" id="{A06BCE64-11C3-467A-AE56-871B8D216C9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20" name="Flowchart: Connector 7219">
                        <a:extLst>
                          <a:ext uri="{FF2B5EF4-FFF2-40B4-BE49-F238E27FC236}">
                            <a16:creationId xmlns:a16="http://schemas.microsoft.com/office/drawing/2014/main" id="{64B3B33F-1C8D-4FF1-9B63-B67576C465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21" name="Flowchart: Connector 7220">
                        <a:extLst>
                          <a:ext uri="{FF2B5EF4-FFF2-40B4-BE49-F238E27FC236}">
                            <a16:creationId xmlns:a16="http://schemas.microsoft.com/office/drawing/2014/main" id="{8D1772E7-4DC8-44B3-B03E-56B2024CC4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22" name="Flowchart: Connector 7221">
                        <a:extLst>
                          <a:ext uri="{FF2B5EF4-FFF2-40B4-BE49-F238E27FC236}">
                            <a16:creationId xmlns:a16="http://schemas.microsoft.com/office/drawing/2014/main" id="{CB1E0B9C-E1AB-4647-8A9F-4D063B9C721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23" name="Flowchart: Connector 7222">
                        <a:extLst>
                          <a:ext uri="{FF2B5EF4-FFF2-40B4-BE49-F238E27FC236}">
                            <a16:creationId xmlns:a16="http://schemas.microsoft.com/office/drawing/2014/main" id="{6AEB7190-F307-4B00-9E68-2E7A229B12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24" name="Flowchart: Connector 7223">
                        <a:extLst>
                          <a:ext uri="{FF2B5EF4-FFF2-40B4-BE49-F238E27FC236}">
                            <a16:creationId xmlns:a16="http://schemas.microsoft.com/office/drawing/2014/main" id="{3D949E7E-1691-49A2-86DA-69977513F60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25" name="Flowchart: Connector 7224">
                        <a:extLst>
                          <a:ext uri="{FF2B5EF4-FFF2-40B4-BE49-F238E27FC236}">
                            <a16:creationId xmlns:a16="http://schemas.microsoft.com/office/drawing/2014/main" id="{189AB74D-A307-4A91-AD93-E8132534BAD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26" name="Flowchart: Connector 7225">
                        <a:extLst>
                          <a:ext uri="{FF2B5EF4-FFF2-40B4-BE49-F238E27FC236}">
                            <a16:creationId xmlns:a16="http://schemas.microsoft.com/office/drawing/2014/main" id="{90D0E851-7E6F-4A3C-A285-D1D08A46CCA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227" name="Flowchart: Connector 7226">
                        <a:extLst>
                          <a:ext uri="{FF2B5EF4-FFF2-40B4-BE49-F238E27FC236}">
                            <a16:creationId xmlns:a16="http://schemas.microsoft.com/office/drawing/2014/main" id="{F1ECDE32-6E29-4480-900A-DF6841EA280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28" name="3D Model 7227" descr="Sphere">
                            <a:extLst>
                              <a:ext uri="{FF2B5EF4-FFF2-40B4-BE49-F238E27FC236}">
                                <a16:creationId xmlns:a16="http://schemas.microsoft.com/office/drawing/2014/main" id="{C1ABE538-94CD-4312-9EBF-9148BD0C109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39808014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29" name="Flowchart: Connector 7228">
                        <a:extLst>
                          <a:ext uri="{FF2B5EF4-FFF2-40B4-BE49-F238E27FC236}">
                            <a16:creationId xmlns:a16="http://schemas.microsoft.com/office/drawing/2014/main" id="{78CFC9CC-9F37-4991-8705-A3593E298C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30" name="3D Model 7229" descr="Sphere">
                            <a:extLst>
                              <a:ext uri="{FF2B5EF4-FFF2-40B4-BE49-F238E27FC236}">
                                <a16:creationId xmlns:a16="http://schemas.microsoft.com/office/drawing/2014/main" id="{0192BE00-0EB6-4873-BF2E-01E9DA31620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5707201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31" name="Flowchart: Connector 7230">
                        <a:extLst>
                          <a:ext uri="{FF2B5EF4-FFF2-40B4-BE49-F238E27FC236}">
                            <a16:creationId xmlns:a16="http://schemas.microsoft.com/office/drawing/2014/main" id="{BD9860DA-7635-4960-B5F5-48F85D1ED48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32" name="3D Model 7231" descr="Sphere">
                            <a:extLst>
                              <a:ext uri="{FF2B5EF4-FFF2-40B4-BE49-F238E27FC236}">
                                <a16:creationId xmlns:a16="http://schemas.microsoft.com/office/drawing/2014/main" id="{E2E28C1D-1B1C-410B-BC58-2819B4CF442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8130859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233" name="Flowchart: Connector 7232">
                        <a:extLst>
                          <a:ext uri="{FF2B5EF4-FFF2-40B4-BE49-F238E27FC236}">
                            <a16:creationId xmlns:a16="http://schemas.microsoft.com/office/drawing/2014/main" id="{FAEC8198-909D-44DF-8D5F-374AEF6303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234" name="3D Model 7233" descr="Sphere">
                            <a:extLst>
                              <a:ext uri="{FF2B5EF4-FFF2-40B4-BE49-F238E27FC236}">
                                <a16:creationId xmlns:a16="http://schemas.microsoft.com/office/drawing/2014/main" id="{352D39A3-D251-4E64-8ABD-96A945F82FB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8788083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7203" name="Flowchart: Connector 7202">
                      <a:extLst>
                        <a:ext uri="{FF2B5EF4-FFF2-40B4-BE49-F238E27FC236}">
                          <a16:creationId xmlns:a16="http://schemas.microsoft.com/office/drawing/2014/main" id="{BFF159D3-EE2D-4CF9-ADC7-FA66A0801E4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204" name="Flowchart: Connector 7203">
                      <a:extLst>
                        <a:ext uri="{FF2B5EF4-FFF2-40B4-BE49-F238E27FC236}">
                          <a16:creationId xmlns:a16="http://schemas.microsoft.com/office/drawing/2014/main" id="{AF947147-0E05-414A-9D02-70C878A7AA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205" name="Flowchart: Connector 7204">
                      <a:extLst>
                        <a:ext uri="{FF2B5EF4-FFF2-40B4-BE49-F238E27FC236}">
                          <a16:creationId xmlns:a16="http://schemas.microsoft.com/office/drawing/2014/main" id="{641AE2E1-A739-4583-939F-A555A501A0B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206" name="Flowchart: Connector 7205">
                      <a:extLst>
                        <a:ext uri="{FF2B5EF4-FFF2-40B4-BE49-F238E27FC236}">
                          <a16:creationId xmlns:a16="http://schemas.microsoft.com/office/drawing/2014/main" id="{4276522A-A304-4E98-B172-EC299638C75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207" name="Flowchart: Connector 7206">
                      <a:extLst>
                        <a:ext uri="{FF2B5EF4-FFF2-40B4-BE49-F238E27FC236}">
                          <a16:creationId xmlns:a16="http://schemas.microsoft.com/office/drawing/2014/main" id="{53BCC1C3-67F6-4A33-9235-3A20DF5DA3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208" name="Flowchart: Connector 7207">
                      <a:extLst>
                        <a:ext uri="{FF2B5EF4-FFF2-40B4-BE49-F238E27FC236}">
                          <a16:creationId xmlns:a16="http://schemas.microsoft.com/office/drawing/2014/main" id="{DD0A5394-E93C-44C1-B994-D9DE43A77CA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209" name="Flowchart: Connector 7208">
                      <a:extLst>
                        <a:ext uri="{FF2B5EF4-FFF2-40B4-BE49-F238E27FC236}">
                          <a16:creationId xmlns:a16="http://schemas.microsoft.com/office/drawing/2014/main" id="{69C01EAE-0D8D-46D4-90F3-2F8395E180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210" name="Flowchart: Connector 7209">
                      <a:extLst>
                        <a:ext uri="{FF2B5EF4-FFF2-40B4-BE49-F238E27FC236}">
                          <a16:creationId xmlns:a16="http://schemas.microsoft.com/office/drawing/2014/main" id="{6093F53B-FAC6-4082-AE1F-CA7F99CCB36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211" name="Flowchart: Connector 7210">
                      <a:extLst>
                        <a:ext uri="{FF2B5EF4-FFF2-40B4-BE49-F238E27FC236}">
                          <a16:creationId xmlns:a16="http://schemas.microsoft.com/office/drawing/2014/main" id="{0E6A9DFD-3EF3-4D12-B1A9-2B3B58B8AF5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7212" name="3D Model 7211" descr="Sphere">
                          <a:extLst>
                            <a:ext uri="{FF2B5EF4-FFF2-40B4-BE49-F238E27FC236}">
                              <a16:creationId xmlns:a16="http://schemas.microsoft.com/office/drawing/2014/main" id="{65367922-0057-4715-8E2F-4FF91CEF4A9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181348278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7213" name="Flowchart: Connector 7212">
                      <a:extLst>
                        <a:ext uri="{FF2B5EF4-FFF2-40B4-BE49-F238E27FC236}">
                          <a16:creationId xmlns:a16="http://schemas.microsoft.com/office/drawing/2014/main" id="{C2848E96-F87B-49F5-AC91-3CEA8C9B00F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7214" name="3D Model 7213" descr="Sphere">
                          <a:extLst>
                            <a:ext uri="{FF2B5EF4-FFF2-40B4-BE49-F238E27FC236}">
                              <a16:creationId xmlns:a16="http://schemas.microsoft.com/office/drawing/2014/main" id="{9A4C46EC-A9D8-4691-9FDE-54CD48954F6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613855805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7215" name="Flowchart: Connector 7214">
                      <a:extLst>
                        <a:ext uri="{FF2B5EF4-FFF2-40B4-BE49-F238E27FC236}">
                          <a16:creationId xmlns:a16="http://schemas.microsoft.com/office/drawing/2014/main" id="{0594DF08-6D6A-44B0-8A4C-A9450B6287A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7216" name="3D Model 7215" descr="Sphere">
                          <a:extLst>
                            <a:ext uri="{FF2B5EF4-FFF2-40B4-BE49-F238E27FC236}">
                              <a16:creationId xmlns:a16="http://schemas.microsoft.com/office/drawing/2014/main" id="{BFFFA0A4-98BD-4C85-B4C6-4A43F854B88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188460509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7217" name="Flowchart: Connector 7216">
                      <a:extLst>
                        <a:ext uri="{FF2B5EF4-FFF2-40B4-BE49-F238E27FC236}">
                          <a16:creationId xmlns:a16="http://schemas.microsoft.com/office/drawing/2014/main" id="{629F934D-E8E8-4D36-AAD7-C8FAFE7F40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7218" name="3D Model 7217" descr="Sphere">
                          <a:extLst>
                            <a:ext uri="{FF2B5EF4-FFF2-40B4-BE49-F238E27FC236}">
                              <a16:creationId xmlns:a16="http://schemas.microsoft.com/office/drawing/2014/main" id="{A848370D-D7A4-4D71-B41B-19BCF296CA0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924384114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7168" name="Freeform: Shape 7167">
                  <a:extLst>
                    <a:ext uri="{FF2B5EF4-FFF2-40B4-BE49-F238E27FC236}">
                      <a16:creationId xmlns:a16="http://schemas.microsoft.com/office/drawing/2014/main" id="{408A40DB-693A-430E-9211-5F8D24FB9189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69" name="Freeform: Shape 7168">
                  <a:extLst>
                    <a:ext uri="{FF2B5EF4-FFF2-40B4-BE49-F238E27FC236}">
                      <a16:creationId xmlns:a16="http://schemas.microsoft.com/office/drawing/2014/main" id="{0A20D5C6-9BBA-4173-951F-6E3DD6309ACA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70" name="Freeform: Shape 7169">
                  <a:extLst>
                    <a:ext uri="{FF2B5EF4-FFF2-40B4-BE49-F238E27FC236}">
                      <a16:creationId xmlns:a16="http://schemas.microsoft.com/office/drawing/2014/main" id="{6532CCD2-FC47-42A9-BFA1-CC6051E6C395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71" name="Freeform: Shape 7170">
                  <a:extLst>
                    <a:ext uri="{FF2B5EF4-FFF2-40B4-BE49-F238E27FC236}">
                      <a16:creationId xmlns:a16="http://schemas.microsoft.com/office/drawing/2014/main" id="{93A1AB30-610F-4222-8A1F-70C68688A738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72" name="Freeform: Shape 7171">
                  <a:extLst>
                    <a:ext uri="{FF2B5EF4-FFF2-40B4-BE49-F238E27FC236}">
                      <a16:creationId xmlns:a16="http://schemas.microsoft.com/office/drawing/2014/main" id="{5522592F-9756-4CA1-82E1-B85F5C62B18B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73" name="Freeform: Shape 7172">
                  <a:extLst>
                    <a:ext uri="{FF2B5EF4-FFF2-40B4-BE49-F238E27FC236}">
                      <a16:creationId xmlns:a16="http://schemas.microsoft.com/office/drawing/2014/main" id="{AA3F1BD3-4ABE-446E-88BB-F1D0C399758F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74" name="Freeform: Shape 7173">
                  <a:extLst>
                    <a:ext uri="{FF2B5EF4-FFF2-40B4-BE49-F238E27FC236}">
                      <a16:creationId xmlns:a16="http://schemas.microsoft.com/office/drawing/2014/main" id="{B9C14FC4-4C93-4202-A400-70591F6303C8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75" name="Freeform: Shape 7174">
                  <a:extLst>
                    <a:ext uri="{FF2B5EF4-FFF2-40B4-BE49-F238E27FC236}">
                      <a16:creationId xmlns:a16="http://schemas.microsoft.com/office/drawing/2014/main" id="{2ABEE335-08D0-4809-8E71-10758EFDE5C3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76" name="Freeform: Shape 7175">
                  <a:extLst>
                    <a:ext uri="{FF2B5EF4-FFF2-40B4-BE49-F238E27FC236}">
                      <a16:creationId xmlns:a16="http://schemas.microsoft.com/office/drawing/2014/main" id="{825CF45D-81B9-48CC-9A93-10C164CDC2BB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77" name="Freeform: Shape 7176">
                  <a:extLst>
                    <a:ext uri="{FF2B5EF4-FFF2-40B4-BE49-F238E27FC236}">
                      <a16:creationId xmlns:a16="http://schemas.microsoft.com/office/drawing/2014/main" id="{F8E7EBDE-CB54-4FE0-894F-502D7D5A21C6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78" name="Freeform: Shape 7177">
                  <a:extLst>
                    <a:ext uri="{FF2B5EF4-FFF2-40B4-BE49-F238E27FC236}">
                      <a16:creationId xmlns:a16="http://schemas.microsoft.com/office/drawing/2014/main" id="{FC9237EF-0488-4313-AF2A-1DF51FF5B5F5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79" name="Freeform: Shape 7178">
                  <a:extLst>
                    <a:ext uri="{FF2B5EF4-FFF2-40B4-BE49-F238E27FC236}">
                      <a16:creationId xmlns:a16="http://schemas.microsoft.com/office/drawing/2014/main" id="{E40ABB0E-02B1-4044-9652-DD36A39C604F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7164" name="Freeform: Shape 7163">
                <a:extLst>
                  <a:ext uri="{FF2B5EF4-FFF2-40B4-BE49-F238E27FC236}">
                    <a16:creationId xmlns:a16="http://schemas.microsoft.com/office/drawing/2014/main" id="{283B525B-C06B-4C65-B33D-613E3FFA995E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7165" name="Freeform: Shape 7164">
                <a:extLst>
                  <a:ext uri="{FF2B5EF4-FFF2-40B4-BE49-F238E27FC236}">
                    <a16:creationId xmlns:a16="http://schemas.microsoft.com/office/drawing/2014/main" id="{7867E1E2-9967-4390-879C-782FCB3CE0C8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7166" name="Freeform: Shape 7165">
                <a:extLst>
                  <a:ext uri="{FF2B5EF4-FFF2-40B4-BE49-F238E27FC236}">
                    <a16:creationId xmlns:a16="http://schemas.microsoft.com/office/drawing/2014/main" id="{50C64687-21E6-406C-8837-692E9B251EB9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140062BD-2E32-483D-BBF0-20A5FE841350}"/>
                </a:ext>
              </a:extLst>
            </p:cNvPr>
            <p:cNvGrpSpPr/>
            <p:nvPr/>
          </p:nvGrpSpPr>
          <p:grpSpPr>
            <a:xfrm>
              <a:off x="5189714" y="5534289"/>
              <a:ext cx="2244034" cy="443917"/>
              <a:chOff x="5118354" y="6015386"/>
              <a:chExt cx="2244034" cy="443917"/>
            </a:xfrm>
          </p:grpSpPr>
          <p:grpSp>
            <p:nvGrpSpPr>
              <p:cNvPr id="7462" name="Group 7461">
                <a:extLst>
                  <a:ext uri="{FF2B5EF4-FFF2-40B4-BE49-F238E27FC236}">
                    <a16:creationId xmlns:a16="http://schemas.microsoft.com/office/drawing/2014/main" id="{E3952892-22F1-45F6-A97E-62EEB1DC878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118354" y="6015386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7463" name="Group 7462">
                  <a:extLst>
                    <a:ext uri="{FF2B5EF4-FFF2-40B4-BE49-F238E27FC236}">
                      <a16:creationId xmlns:a16="http://schemas.microsoft.com/office/drawing/2014/main" id="{AA8F1B4F-A0CC-446D-A343-CDA2B2625315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7467" name="Group 7466">
                    <a:extLst>
                      <a:ext uri="{FF2B5EF4-FFF2-40B4-BE49-F238E27FC236}">
                        <a16:creationId xmlns:a16="http://schemas.microsoft.com/office/drawing/2014/main" id="{42728D80-F887-49E3-A50B-46AE2B34E499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7480" name="Group 7479">
                      <a:extLst>
                        <a:ext uri="{FF2B5EF4-FFF2-40B4-BE49-F238E27FC236}">
                          <a16:creationId xmlns:a16="http://schemas.microsoft.com/office/drawing/2014/main" id="{EEB5CD3A-F49F-4454-AB71-0EB123B909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7701" name="Group 7700">
                        <a:extLst>
                          <a:ext uri="{FF2B5EF4-FFF2-40B4-BE49-F238E27FC236}">
                            <a16:creationId xmlns:a16="http://schemas.microsoft.com/office/drawing/2014/main" id="{F4D57D98-C7EF-4861-91D9-4CBBABFBB6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7758" name="Flowchart: Connector 7757">
                          <a:extLst>
                            <a:ext uri="{FF2B5EF4-FFF2-40B4-BE49-F238E27FC236}">
                              <a16:creationId xmlns:a16="http://schemas.microsoft.com/office/drawing/2014/main" id="{31E84EAE-AF88-4A85-9D0C-F3B1A697A21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759" name="Flowchart: Connector 7758">
                          <a:extLst>
                            <a:ext uri="{FF2B5EF4-FFF2-40B4-BE49-F238E27FC236}">
                              <a16:creationId xmlns:a16="http://schemas.microsoft.com/office/drawing/2014/main" id="{AA7A18A2-C2D1-45C0-8B1C-069554DB9DA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760" name="Flowchart: Connector 7759">
                          <a:extLst>
                            <a:ext uri="{FF2B5EF4-FFF2-40B4-BE49-F238E27FC236}">
                              <a16:creationId xmlns:a16="http://schemas.microsoft.com/office/drawing/2014/main" id="{BA96A3A1-387A-403B-BC38-11463827871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761" name="Flowchart: Connector 7760">
                          <a:extLst>
                            <a:ext uri="{FF2B5EF4-FFF2-40B4-BE49-F238E27FC236}">
                              <a16:creationId xmlns:a16="http://schemas.microsoft.com/office/drawing/2014/main" id="{2109E83C-8B63-4570-A2F0-154B6269EBE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7702" name="Group 7701">
                        <a:extLst>
                          <a:ext uri="{FF2B5EF4-FFF2-40B4-BE49-F238E27FC236}">
                            <a16:creationId xmlns:a16="http://schemas.microsoft.com/office/drawing/2014/main" id="{62ABA7DD-BA93-4229-A9C2-DFA10B0D2A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7703" name="Group 7702">
                          <a:extLst>
                            <a:ext uri="{FF2B5EF4-FFF2-40B4-BE49-F238E27FC236}">
                              <a16:creationId xmlns:a16="http://schemas.microsoft.com/office/drawing/2014/main" id="{EE4531CF-B67B-4078-9689-426CA75778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751" name="3D Model 7750" descr="Sphere">
                                <a:extLst>
                                  <a:ext uri="{FF2B5EF4-FFF2-40B4-BE49-F238E27FC236}">
                                    <a16:creationId xmlns:a16="http://schemas.microsoft.com/office/drawing/2014/main" id="{396D01A6-0FC2-44C8-8C47-4E5E248F2E9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0656118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752" name="Flowchart: Connector 7751">
                            <a:extLst>
                              <a:ext uri="{FF2B5EF4-FFF2-40B4-BE49-F238E27FC236}">
                                <a16:creationId xmlns:a16="http://schemas.microsoft.com/office/drawing/2014/main" id="{A731D636-6FED-4E8B-B461-372DF1C9288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753" name="3D Model 7752" descr="Sphere">
                                <a:extLst>
                                  <a:ext uri="{FF2B5EF4-FFF2-40B4-BE49-F238E27FC236}">
                                    <a16:creationId xmlns:a16="http://schemas.microsoft.com/office/drawing/2014/main" id="{0BD468F1-F957-4634-9068-6DE6016C0BE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7936455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754" name="Flowchart: Connector 7753">
                            <a:extLst>
                              <a:ext uri="{FF2B5EF4-FFF2-40B4-BE49-F238E27FC236}">
                                <a16:creationId xmlns:a16="http://schemas.microsoft.com/office/drawing/2014/main" id="{F2C03840-150F-490D-9100-659373B475D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755" name="3D Model 7754" descr="Sphere">
                                <a:extLst>
                                  <a:ext uri="{FF2B5EF4-FFF2-40B4-BE49-F238E27FC236}">
                                    <a16:creationId xmlns:a16="http://schemas.microsoft.com/office/drawing/2014/main" id="{9896AD55-8397-4FDC-9881-5A306064419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6033143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756" name="Flowchart: Connector 7755">
                            <a:extLst>
                              <a:ext uri="{FF2B5EF4-FFF2-40B4-BE49-F238E27FC236}">
                                <a16:creationId xmlns:a16="http://schemas.microsoft.com/office/drawing/2014/main" id="{B2430F70-1693-46AB-8E5B-BBC50EA64BB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757" name="3D Model 7756" descr="Sphere">
                                <a:extLst>
                                  <a:ext uri="{FF2B5EF4-FFF2-40B4-BE49-F238E27FC236}">
                                    <a16:creationId xmlns:a16="http://schemas.microsoft.com/office/drawing/2014/main" id="{62DCB225-23F9-4521-8265-A4B8A6CE1CC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4309464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704" name="Group 7703">
                          <a:extLst>
                            <a:ext uri="{FF2B5EF4-FFF2-40B4-BE49-F238E27FC236}">
                              <a16:creationId xmlns:a16="http://schemas.microsoft.com/office/drawing/2014/main" id="{B78E60BE-75E4-4189-B98E-C004C6A7E37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7736" name="Flowchart: Connector 7735">
                            <a:extLst>
                              <a:ext uri="{FF2B5EF4-FFF2-40B4-BE49-F238E27FC236}">
                                <a16:creationId xmlns:a16="http://schemas.microsoft.com/office/drawing/2014/main" id="{3BEA6E8B-FCBB-450F-A88D-16F70A25221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37" name="Flowchart: Connector 7736">
                            <a:extLst>
                              <a:ext uri="{FF2B5EF4-FFF2-40B4-BE49-F238E27FC236}">
                                <a16:creationId xmlns:a16="http://schemas.microsoft.com/office/drawing/2014/main" id="{31E9A3DE-2FFC-484D-AF5B-057C758E80C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38" name="Flowchart: Connector 7737">
                            <a:extLst>
                              <a:ext uri="{FF2B5EF4-FFF2-40B4-BE49-F238E27FC236}">
                                <a16:creationId xmlns:a16="http://schemas.microsoft.com/office/drawing/2014/main" id="{571E23EC-C44E-476F-8067-B7C5D8B51E1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39" name="Flowchart: Connector 7738">
                            <a:extLst>
                              <a:ext uri="{FF2B5EF4-FFF2-40B4-BE49-F238E27FC236}">
                                <a16:creationId xmlns:a16="http://schemas.microsoft.com/office/drawing/2014/main" id="{02A980EA-56E3-4C3C-A421-6616E153565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40" name="Flowchart: Connector 7739">
                            <a:extLst>
                              <a:ext uri="{FF2B5EF4-FFF2-40B4-BE49-F238E27FC236}">
                                <a16:creationId xmlns:a16="http://schemas.microsoft.com/office/drawing/2014/main" id="{B0A0B55E-3DAA-40F9-867B-A26A6AA7E0E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41" name="Flowchart: Connector 7740">
                            <a:extLst>
                              <a:ext uri="{FF2B5EF4-FFF2-40B4-BE49-F238E27FC236}">
                                <a16:creationId xmlns:a16="http://schemas.microsoft.com/office/drawing/2014/main" id="{4FBA9A56-F914-4084-A5B2-AC6C2B43DF5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42" name="Flowchart: Connector 7741">
                            <a:extLst>
                              <a:ext uri="{FF2B5EF4-FFF2-40B4-BE49-F238E27FC236}">
                                <a16:creationId xmlns:a16="http://schemas.microsoft.com/office/drawing/2014/main" id="{E78200EC-A70A-4157-9BD4-A1BA037269B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43" name="Flowchart: Connector 7742">
                            <a:extLst>
                              <a:ext uri="{FF2B5EF4-FFF2-40B4-BE49-F238E27FC236}">
                                <a16:creationId xmlns:a16="http://schemas.microsoft.com/office/drawing/2014/main" id="{35484983-F5E9-4B2F-B26D-6763BCE3C05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744" name="3D Model 7743" descr="Sphere">
                                <a:extLst>
                                  <a:ext uri="{FF2B5EF4-FFF2-40B4-BE49-F238E27FC236}">
                                    <a16:creationId xmlns:a16="http://schemas.microsoft.com/office/drawing/2014/main" id="{2753D966-487B-44E8-B3BB-A9C4688A343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56077769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745" name="Flowchart: Connector 7744">
                            <a:extLst>
                              <a:ext uri="{FF2B5EF4-FFF2-40B4-BE49-F238E27FC236}">
                                <a16:creationId xmlns:a16="http://schemas.microsoft.com/office/drawing/2014/main" id="{04795644-051E-43EE-94C9-2C9A8334A67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746" name="3D Model 7745" descr="Sphere">
                                <a:extLst>
                                  <a:ext uri="{FF2B5EF4-FFF2-40B4-BE49-F238E27FC236}">
                                    <a16:creationId xmlns:a16="http://schemas.microsoft.com/office/drawing/2014/main" id="{B04AD551-292D-46A7-ABAE-DFB9DB9F60C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936377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747" name="Flowchart: Connector 7746">
                            <a:extLst>
                              <a:ext uri="{FF2B5EF4-FFF2-40B4-BE49-F238E27FC236}">
                                <a16:creationId xmlns:a16="http://schemas.microsoft.com/office/drawing/2014/main" id="{0DCB7BC7-C197-45CB-A8D5-0277A3427FA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748" name="3D Model 7747" descr="Sphere">
                                <a:extLst>
                                  <a:ext uri="{FF2B5EF4-FFF2-40B4-BE49-F238E27FC236}">
                                    <a16:creationId xmlns:a16="http://schemas.microsoft.com/office/drawing/2014/main" id="{BC384177-209D-459F-92F9-9096D850C73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2086330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749" name="Flowchart: Connector 7748">
                            <a:extLst>
                              <a:ext uri="{FF2B5EF4-FFF2-40B4-BE49-F238E27FC236}">
                                <a16:creationId xmlns:a16="http://schemas.microsoft.com/office/drawing/2014/main" id="{980DB847-9F5B-4507-A65C-09FAC09974C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750" name="3D Model 7749" descr="Sphere">
                                <a:extLst>
                                  <a:ext uri="{FF2B5EF4-FFF2-40B4-BE49-F238E27FC236}">
                                    <a16:creationId xmlns:a16="http://schemas.microsoft.com/office/drawing/2014/main" id="{81DC3602-35E5-4FFB-BEEE-842930A9E45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9364469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705" name="Group 7704">
                          <a:extLst>
                            <a:ext uri="{FF2B5EF4-FFF2-40B4-BE49-F238E27FC236}">
                              <a16:creationId xmlns:a16="http://schemas.microsoft.com/office/drawing/2014/main" id="{2A0E639F-61E4-4DC5-972D-85CCDDBEA73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7721" name="Flowchart: Connector 7720">
                            <a:extLst>
                              <a:ext uri="{FF2B5EF4-FFF2-40B4-BE49-F238E27FC236}">
                                <a16:creationId xmlns:a16="http://schemas.microsoft.com/office/drawing/2014/main" id="{FC79AB32-EE27-4499-9CDE-18690937520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22" name="Flowchart: Connector 7721">
                            <a:extLst>
                              <a:ext uri="{FF2B5EF4-FFF2-40B4-BE49-F238E27FC236}">
                                <a16:creationId xmlns:a16="http://schemas.microsoft.com/office/drawing/2014/main" id="{152B8342-3030-4968-BBA8-59FAA4CD7A6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23" name="Flowchart: Connector 7722">
                            <a:extLst>
                              <a:ext uri="{FF2B5EF4-FFF2-40B4-BE49-F238E27FC236}">
                                <a16:creationId xmlns:a16="http://schemas.microsoft.com/office/drawing/2014/main" id="{B728321B-5B24-431F-9E81-45229B8A40B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24" name="Flowchart: Connector 7723">
                            <a:extLst>
                              <a:ext uri="{FF2B5EF4-FFF2-40B4-BE49-F238E27FC236}">
                                <a16:creationId xmlns:a16="http://schemas.microsoft.com/office/drawing/2014/main" id="{821260FA-9B6D-4088-B9E1-C26EB3BD8E5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25" name="Flowchart: Connector 7724">
                            <a:extLst>
                              <a:ext uri="{FF2B5EF4-FFF2-40B4-BE49-F238E27FC236}">
                                <a16:creationId xmlns:a16="http://schemas.microsoft.com/office/drawing/2014/main" id="{BFAE694D-39E8-4C7F-9883-2A2DCD7D046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26" name="Flowchart: Connector 7725">
                            <a:extLst>
                              <a:ext uri="{FF2B5EF4-FFF2-40B4-BE49-F238E27FC236}">
                                <a16:creationId xmlns:a16="http://schemas.microsoft.com/office/drawing/2014/main" id="{7176425E-9175-4466-8A3F-DD082149DA8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27" name="Flowchart: Connector 7726">
                            <a:extLst>
                              <a:ext uri="{FF2B5EF4-FFF2-40B4-BE49-F238E27FC236}">
                                <a16:creationId xmlns:a16="http://schemas.microsoft.com/office/drawing/2014/main" id="{49EEC364-334C-4216-93D3-1FBFC02EF4C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728" name="Flowchart: Connector 7727">
                            <a:extLst>
                              <a:ext uri="{FF2B5EF4-FFF2-40B4-BE49-F238E27FC236}">
                                <a16:creationId xmlns:a16="http://schemas.microsoft.com/office/drawing/2014/main" id="{A9AC2318-D249-46E6-9078-E2EE4832BC6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729" name="3D Model 7728" descr="Sphere">
                                <a:extLst>
                                  <a:ext uri="{FF2B5EF4-FFF2-40B4-BE49-F238E27FC236}">
                                    <a16:creationId xmlns:a16="http://schemas.microsoft.com/office/drawing/2014/main" id="{32480760-B436-43B0-899A-4FFBFD3CEEA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837028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730" name="Flowchart: Connector 7729">
                            <a:extLst>
                              <a:ext uri="{FF2B5EF4-FFF2-40B4-BE49-F238E27FC236}">
                                <a16:creationId xmlns:a16="http://schemas.microsoft.com/office/drawing/2014/main" id="{5995870F-0A96-42D8-8E12-D3C89EF717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731" name="3D Model 7730" descr="Sphere">
                                <a:extLst>
                                  <a:ext uri="{FF2B5EF4-FFF2-40B4-BE49-F238E27FC236}">
                                    <a16:creationId xmlns:a16="http://schemas.microsoft.com/office/drawing/2014/main" id="{7641BE09-B9B1-4AF4-93B6-565F2AA25AC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1725261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732" name="Flowchart: Connector 7731">
                            <a:extLst>
                              <a:ext uri="{FF2B5EF4-FFF2-40B4-BE49-F238E27FC236}">
                                <a16:creationId xmlns:a16="http://schemas.microsoft.com/office/drawing/2014/main" id="{37AD517F-ACA4-497D-98AC-3102D95A34A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733" name="3D Model 7732" descr="Sphere">
                                <a:extLst>
                                  <a:ext uri="{FF2B5EF4-FFF2-40B4-BE49-F238E27FC236}">
                                    <a16:creationId xmlns:a16="http://schemas.microsoft.com/office/drawing/2014/main" id="{FDA39D35-CB92-4BE4-9756-E1F64F3CDB6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6487415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734" name="Flowchart: Connector 7733">
                            <a:extLst>
                              <a:ext uri="{FF2B5EF4-FFF2-40B4-BE49-F238E27FC236}">
                                <a16:creationId xmlns:a16="http://schemas.microsoft.com/office/drawing/2014/main" id="{7C9DCBB3-3303-4E09-AA90-E336D0B3CC7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735" name="3D Model 7734" descr="Sphere">
                                <a:extLst>
                                  <a:ext uri="{FF2B5EF4-FFF2-40B4-BE49-F238E27FC236}">
                                    <a16:creationId xmlns:a16="http://schemas.microsoft.com/office/drawing/2014/main" id="{1FF53A80-2A8B-4A03-A312-242056CB36E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5187248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7706" name="Flowchart: Connector 7705">
                          <a:extLst>
                            <a:ext uri="{FF2B5EF4-FFF2-40B4-BE49-F238E27FC236}">
                              <a16:creationId xmlns:a16="http://schemas.microsoft.com/office/drawing/2014/main" id="{531B3D30-A533-45A3-8876-C7B271829DC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707" name="Flowchart: Connector 7706">
                          <a:extLst>
                            <a:ext uri="{FF2B5EF4-FFF2-40B4-BE49-F238E27FC236}">
                              <a16:creationId xmlns:a16="http://schemas.microsoft.com/office/drawing/2014/main" id="{95B8A972-C4D2-4136-BD8B-BBE1C4772A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708" name="Flowchart: Connector 7707">
                          <a:extLst>
                            <a:ext uri="{FF2B5EF4-FFF2-40B4-BE49-F238E27FC236}">
                              <a16:creationId xmlns:a16="http://schemas.microsoft.com/office/drawing/2014/main" id="{66C1C4DB-A9E9-4333-8B9B-836A4AB6A69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709" name="Flowchart: Connector 7708">
                          <a:extLst>
                            <a:ext uri="{FF2B5EF4-FFF2-40B4-BE49-F238E27FC236}">
                              <a16:creationId xmlns:a16="http://schemas.microsoft.com/office/drawing/2014/main" id="{EABF0292-A0D8-474F-9965-4EFD6698232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710" name="Flowchart: Connector 7709">
                          <a:extLst>
                            <a:ext uri="{FF2B5EF4-FFF2-40B4-BE49-F238E27FC236}">
                              <a16:creationId xmlns:a16="http://schemas.microsoft.com/office/drawing/2014/main" id="{732285ED-07CC-49F7-BAF3-60ACC7555B0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711" name="Flowchart: Connector 7710">
                          <a:extLst>
                            <a:ext uri="{FF2B5EF4-FFF2-40B4-BE49-F238E27FC236}">
                              <a16:creationId xmlns:a16="http://schemas.microsoft.com/office/drawing/2014/main" id="{2996A01C-8E03-4523-BBFD-546242586E5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712" name="Flowchart: Connector 7711">
                          <a:extLst>
                            <a:ext uri="{FF2B5EF4-FFF2-40B4-BE49-F238E27FC236}">
                              <a16:creationId xmlns:a16="http://schemas.microsoft.com/office/drawing/2014/main" id="{85D72CB1-C1CF-474A-95D7-54B8122AE7E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713" name="Flowchart: Connector 7712">
                          <a:extLst>
                            <a:ext uri="{FF2B5EF4-FFF2-40B4-BE49-F238E27FC236}">
                              <a16:creationId xmlns:a16="http://schemas.microsoft.com/office/drawing/2014/main" id="{01DBDE30-7914-4D30-9EBE-B8FE26A324D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714" name="3D Model 7713" descr="Sphere">
                              <a:extLst>
                                <a:ext uri="{FF2B5EF4-FFF2-40B4-BE49-F238E27FC236}">
                                  <a16:creationId xmlns:a16="http://schemas.microsoft.com/office/drawing/2014/main" id="{3CC92DCC-E32B-41AA-8418-DEE2C8227E5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67190948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715" name="Flowchart: Connector 7714">
                          <a:extLst>
                            <a:ext uri="{FF2B5EF4-FFF2-40B4-BE49-F238E27FC236}">
                              <a16:creationId xmlns:a16="http://schemas.microsoft.com/office/drawing/2014/main" id="{B4230091-055D-4A73-8DBC-78985368D9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716" name="3D Model 7715" descr="Sphere">
                              <a:extLst>
                                <a:ext uri="{FF2B5EF4-FFF2-40B4-BE49-F238E27FC236}">
                                  <a16:creationId xmlns:a16="http://schemas.microsoft.com/office/drawing/2014/main" id="{2743D964-C1FD-4074-B486-62308F449E0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36291040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717" name="Flowchart: Connector 7716">
                          <a:extLst>
                            <a:ext uri="{FF2B5EF4-FFF2-40B4-BE49-F238E27FC236}">
                              <a16:creationId xmlns:a16="http://schemas.microsoft.com/office/drawing/2014/main" id="{FF9B6C2B-EAF2-476E-A05E-BA2E9292516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718" name="3D Model 7717" descr="Sphere">
                              <a:extLst>
                                <a:ext uri="{FF2B5EF4-FFF2-40B4-BE49-F238E27FC236}">
                                  <a16:creationId xmlns:a16="http://schemas.microsoft.com/office/drawing/2014/main" id="{DC0B90C9-0329-4C53-9CC3-D3806DC751E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89148146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719" name="Flowchart: Connector 7718">
                          <a:extLst>
                            <a:ext uri="{FF2B5EF4-FFF2-40B4-BE49-F238E27FC236}">
                              <a16:creationId xmlns:a16="http://schemas.microsoft.com/office/drawing/2014/main" id="{358CC852-5AE8-4A82-8882-16293D8938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720" name="3D Model 7719" descr="Sphere">
                              <a:extLst>
                                <a:ext uri="{FF2B5EF4-FFF2-40B4-BE49-F238E27FC236}">
                                  <a16:creationId xmlns:a16="http://schemas.microsoft.com/office/drawing/2014/main" id="{F38BEABC-6FDC-43D8-895B-E87B888BED1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87070749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7481" name="Group 7480">
                      <a:extLst>
                        <a:ext uri="{FF2B5EF4-FFF2-40B4-BE49-F238E27FC236}">
                          <a16:creationId xmlns:a16="http://schemas.microsoft.com/office/drawing/2014/main" id="{BC298651-6802-472D-AF0F-BD34E51E47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7698" name="Flowchart: Connector 7697">
                        <a:extLst>
                          <a:ext uri="{FF2B5EF4-FFF2-40B4-BE49-F238E27FC236}">
                            <a16:creationId xmlns:a16="http://schemas.microsoft.com/office/drawing/2014/main" id="{25BC0B46-B403-4578-A49A-6B50835B072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699" name="Flowchart: Connector 7698">
                        <a:extLst>
                          <a:ext uri="{FF2B5EF4-FFF2-40B4-BE49-F238E27FC236}">
                            <a16:creationId xmlns:a16="http://schemas.microsoft.com/office/drawing/2014/main" id="{39316411-0C35-48CB-B692-563DEC8B8A1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700" name="Flowchart: Connector 7699">
                        <a:extLst>
                          <a:ext uri="{FF2B5EF4-FFF2-40B4-BE49-F238E27FC236}">
                            <a16:creationId xmlns:a16="http://schemas.microsoft.com/office/drawing/2014/main" id="{8EA4E178-802D-425D-A12C-C63C488E1CE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7482" name="Flowchart: Connector 7481">
                      <a:extLst>
                        <a:ext uri="{FF2B5EF4-FFF2-40B4-BE49-F238E27FC236}">
                          <a16:creationId xmlns:a16="http://schemas.microsoft.com/office/drawing/2014/main" id="{4D6893FE-0579-4D65-97D4-3827245C258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7483" name="Flowchart: Connector 7482">
                      <a:extLst>
                        <a:ext uri="{FF2B5EF4-FFF2-40B4-BE49-F238E27FC236}">
                          <a16:creationId xmlns:a16="http://schemas.microsoft.com/office/drawing/2014/main" id="{0F73CC12-E471-40FB-88B6-471FA9AD6B8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7484" name="Group 7483">
                      <a:extLst>
                        <a:ext uri="{FF2B5EF4-FFF2-40B4-BE49-F238E27FC236}">
                          <a16:creationId xmlns:a16="http://schemas.microsoft.com/office/drawing/2014/main" id="{615AE1DA-EE53-4B12-A981-4A2E147249E2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7695" name="Flowchart: Connector 7694">
                        <a:extLst>
                          <a:ext uri="{FF2B5EF4-FFF2-40B4-BE49-F238E27FC236}">
                            <a16:creationId xmlns:a16="http://schemas.microsoft.com/office/drawing/2014/main" id="{D5E52C33-35ED-4A79-8A74-73909082552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696" name="Flowchart: Connector 7695">
                        <a:extLst>
                          <a:ext uri="{FF2B5EF4-FFF2-40B4-BE49-F238E27FC236}">
                            <a16:creationId xmlns:a16="http://schemas.microsoft.com/office/drawing/2014/main" id="{22B5AAF8-493F-4C20-9997-A0D4C8C2103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697" name="Flowchart: Connector 7696">
                        <a:extLst>
                          <a:ext uri="{FF2B5EF4-FFF2-40B4-BE49-F238E27FC236}">
                            <a16:creationId xmlns:a16="http://schemas.microsoft.com/office/drawing/2014/main" id="{C2F9556A-7DB9-4ACA-B4F3-B9E2512EBC9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7485" name="Group 7484">
                      <a:extLst>
                        <a:ext uri="{FF2B5EF4-FFF2-40B4-BE49-F238E27FC236}">
                          <a16:creationId xmlns:a16="http://schemas.microsoft.com/office/drawing/2014/main" id="{2AF0EFD5-43E5-4184-9C65-C926C65242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7630" name="Group 7629">
                        <a:extLst>
                          <a:ext uri="{FF2B5EF4-FFF2-40B4-BE49-F238E27FC236}">
                            <a16:creationId xmlns:a16="http://schemas.microsoft.com/office/drawing/2014/main" id="{D46C58FC-C566-48A5-A7A6-4277608188A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7691" name="Flowchart: Connector 7690">
                          <a:extLst>
                            <a:ext uri="{FF2B5EF4-FFF2-40B4-BE49-F238E27FC236}">
                              <a16:creationId xmlns:a16="http://schemas.microsoft.com/office/drawing/2014/main" id="{FA0DBCC5-A715-4464-9E42-D3E1780D978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92" name="Flowchart: Connector 7691">
                          <a:extLst>
                            <a:ext uri="{FF2B5EF4-FFF2-40B4-BE49-F238E27FC236}">
                              <a16:creationId xmlns:a16="http://schemas.microsoft.com/office/drawing/2014/main" id="{D91CA012-1B14-4EF1-B5B9-6F5DA683F5A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93" name="Flowchart: Connector 7692">
                          <a:extLst>
                            <a:ext uri="{FF2B5EF4-FFF2-40B4-BE49-F238E27FC236}">
                              <a16:creationId xmlns:a16="http://schemas.microsoft.com/office/drawing/2014/main" id="{9033F67A-9946-47BB-9D49-F682BADF53D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94" name="Flowchart: Connector 7693">
                          <a:extLst>
                            <a:ext uri="{FF2B5EF4-FFF2-40B4-BE49-F238E27FC236}">
                              <a16:creationId xmlns:a16="http://schemas.microsoft.com/office/drawing/2014/main" id="{12A29F39-3DEF-45B8-BB4A-463FE1E09B1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7631" name="Group 7630">
                        <a:extLst>
                          <a:ext uri="{FF2B5EF4-FFF2-40B4-BE49-F238E27FC236}">
                            <a16:creationId xmlns:a16="http://schemas.microsoft.com/office/drawing/2014/main" id="{0BF97255-CE64-4658-925D-AF3F35BD41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7632" name="Group 7631">
                          <a:extLst>
                            <a:ext uri="{FF2B5EF4-FFF2-40B4-BE49-F238E27FC236}">
                              <a16:creationId xmlns:a16="http://schemas.microsoft.com/office/drawing/2014/main" id="{4A5FC138-63F0-491B-9731-8437FF02D7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7683" name="Flowchart: Connector 7682">
                            <a:extLst>
                              <a:ext uri="{FF2B5EF4-FFF2-40B4-BE49-F238E27FC236}">
                                <a16:creationId xmlns:a16="http://schemas.microsoft.com/office/drawing/2014/main" id="{9FE647F4-1CF9-4AE3-A7AF-D7EDB08BAE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84" name="3D Model 7683" descr="Sphere">
                                <a:extLst>
                                  <a:ext uri="{FF2B5EF4-FFF2-40B4-BE49-F238E27FC236}">
                                    <a16:creationId xmlns:a16="http://schemas.microsoft.com/office/drawing/2014/main" id="{D86BB2CA-C82B-4148-A4B6-76A0918601E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58860019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85" name="Flowchart: Connector 7684">
                            <a:extLst>
                              <a:ext uri="{FF2B5EF4-FFF2-40B4-BE49-F238E27FC236}">
                                <a16:creationId xmlns:a16="http://schemas.microsoft.com/office/drawing/2014/main" id="{43002DA6-C0CD-44C7-B061-38E6775004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86" name="3D Model 7685" descr="Sphere">
                                <a:extLst>
                                  <a:ext uri="{FF2B5EF4-FFF2-40B4-BE49-F238E27FC236}">
                                    <a16:creationId xmlns:a16="http://schemas.microsoft.com/office/drawing/2014/main" id="{BF0601F2-8612-4665-804D-8C5A50BA995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9578451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87" name="Flowchart: Connector 7686">
                            <a:extLst>
                              <a:ext uri="{FF2B5EF4-FFF2-40B4-BE49-F238E27FC236}">
                                <a16:creationId xmlns:a16="http://schemas.microsoft.com/office/drawing/2014/main" id="{809D13DD-164F-40A3-A9AE-EB492D4AECC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88" name="3D Model 7687" descr="Sphere">
                                <a:extLst>
                                  <a:ext uri="{FF2B5EF4-FFF2-40B4-BE49-F238E27FC236}">
                                    <a16:creationId xmlns:a16="http://schemas.microsoft.com/office/drawing/2014/main" id="{EE888F76-BB01-4DB9-93B4-182C2F3E06C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8980310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89" name="Flowchart: Connector 7688">
                            <a:extLst>
                              <a:ext uri="{FF2B5EF4-FFF2-40B4-BE49-F238E27FC236}">
                                <a16:creationId xmlns:a16="http://schemas.microsoft.com/office/drawing/2014/main" id="{43D74318-5D74-4C25-85FF-DF63540BE9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90" name="3D Model 7689" descr="Sphere">
                                <a:extLst>
                                  <a:ext uri="{FF2B5EF4-FFF2-40B4-BE49-F238E27FC236}">
                                    <a16:creationId xmlns:a16="http://schemas.microsoft.com/office/drawing/2014/main" id="{2EBF3872-5BEB-4E99-B4F6-17583FA2019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2364315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633" name="Group 7632">
                          <a:extLst>
                            <a:ext uri="{FF2B5EF4-FFF2-40B4-BE49-F238E27FC236}">
                              <a16:creationId xmlns:a16="http://schemas.microsoft.com/office/drawing/2014/main" id="{B508F2F9-8773-40FF-8AFA-FE4982A753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7667" name="Flowchart: Connector 7666">
                            <a:extLst>
                              <a:ext uri="{FF2B5EF4-FFF2-40B4-BE49-F238E27FC236}">
                                <a16:creationId xmlns:a16="http://schemas.microsoft.com/office/drawing/2014/main" id="{4747B06B-D005-4F93-AB4F-266BB93622D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68" name="Flowchart: Connector 7667">
                            <a:extLst>
                              <a:ext uri="{FF2B5EF4-FFF2-40B4-BE49-F238E27FC236}">
                                <a16:creationId xmlns:a16="http://schemas.microsoft.com/office/drawing/2014/main" id="{82AD423B-EE9C-4F46-9A5B-4C9CABE8AB1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69" name="Flowchart: Connector 7668">
                            <a:extLst>
                              <a:ext uri="{FF2B5EF4-FFF2-40B4-BE49-F238E27FC236}">
                                <a16:creationId xmlns:a16="http://schemas.microsoft.com/office/drawing/2014/main" id="{55A390FF-2514-4B6B-A769-EDA463D32B4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70" name="Flowchart: Connector 7669">
                            <a:extLst>
                              <a:ext uri="{FF2B5EF4-FFF2-40B4-BE49-F238E27FC236}">
                                <a16:creationId xmlns:a16="http://schemas.microsoft.com/office/drawing/2014/main" id="{7EFC3F00-FE43-4DF2-BDD4-217CB81654C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71" name="Flowchart: Connector 7670">
                            <a:extLst>
                              <a:ext uri="{FF2B5EF4-FFF2-40B4-BE49-F238E27FC236}">
                                <a16:creationId xmlns:a16="http://schemas.microsoft.com/office/drawing/2014/main" id="{0E17AC6E-8A52-48F2-848E-02034EB674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72" name="Flowchart: Connector 7671">
                            <a:extLst>
                              <a:ext uri="{FF2B5EF4-FFF2-40B4-BE49-F238E27FC236}">
                                <a16:creationId xmlns:a16="http://schemas.microsoft.com/office/drawing/2014/main" id="{7AAB331D-D0F6-4462-AC8F-C20AAAEFB9D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73" name="Flowchart: Connector 7672">
                            <a:extLst>
                              <a:ext uri="{FF2B5EF4-FFF2-40B4-BE49-F238E27FC236}">
                                <a16:creationId xmlns:a16="http://schemas.microsoft.com/office/drawing/2014/main" id="{89560443-9BD5-4152-BBB8-844748C1A2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74" name="Flowchart: Connector 7673">
                            <a:extLst>
                              <a:ext uri="{FF2B5EF4-FFF2-40B4-BE49-F238E27FC236}">
                                <a16:creationId xmlns:a16="http://schemas.microsoft.com/office/drawing/2014/main" id="{60E8E68F-B22B-48F9-BAB2-8A661BD579B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75" name="Flowchart: Connector 7674">
                            <a:extLst>
                              <a:ext uri="{FF2B5EF4-FFF2-40B4-BE49-F238E27FC236}">
                                <a16:creationId xmlns:a16="http://schemas.microsoft.com/office/drawing/2014/main" id="{25B11477-4F70-4342-AB03-941E73EA3D9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76" name="3D Model 7675" descr="Sphere">
                                <a:extLst>
                                  <a:ext uri="{FF2B5EF4-FFF2-40B4-BE49-F238E27FC236}">
                                    <a16:creationId xmlns:a16="http://schemas.microsoft.com/office/drawing/2014/main" id="{48398776-0346-4777-A640-34AF2893F3D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51557819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77" name="Flowchart: Connector 7676">
                            <a:extLst>
                              <a:ext uri="{FF2B5EF4-FFF2-40B4-BE49-F238E27FC236}">
                                <a16:creationId xmlns:a16="http://schemas.microsoft.com/office/drawing/2014/main" id="{C0716082-B199-426B-91D1-8ABBC147152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78" name="3D Model 7677" descr="Sphere">
                                <a:extLst>
                                  <a:ext uri="{FF2B5EF4-FFF2-40B4-BE49-F238E27FC236}">
                                    <a16:creationId xmlns:a16="http://schemas.microsoft.com/office/drawing/2014/main" id="{DDFAB94C-6C97-4903-9D32-FD7B9CB8C6E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6524193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79" name="Flowchart: Connector 7678">
                            <a:extLst>
                              <a:ext uri="{FF2B5EF4-FFF2-40B4-BE49-F238E27FC236}">
                                <a16:creationId xmlns:a16="http://schemas.microsoft.com/office/drawing/2014/main" id="{B282334D-83F7-48F8-A921-C15982BC9BB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80" name="3D Model 7679" descr="Sphere">
                                <a:extLst>
                                  <a:ext uri="{FF2B5EF4-FFF2-40B4-BE49-F238E27FC236}">
                                    <a16:creationId xmlns:a16="http://schemas.microsoft.com/office/drawing/2014/main" id="{661348BF-A6E5-48F9-8AF9-6A79D37B3EB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5659860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81" name="Flowchart: Connector 7680">
                            <a:extLst>
                              <a:ext uri="{FF2B5EF4-FFF2-40B4-BE49-F238E27FC236}">
                                <a16:creationId xmlns:a16="http://schemas.microsoft.com/office/drawing/2014/main" id="{AF8603C1-15EC-4CAB-A7CB-F26587C7B40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82" name="3D Model 7681" descr="Sphere">
                                <a:extLst>
                                  <a:ext uri="{FF2B5EF4-FFF2-40B4-BE49-F238E27FC236}">
                                    <a16:creationId xmlns:a16="http://schemas.microsoft.com/office/drawing/2014/main" id="{D7DA1345-9324-4E5A-B4C0-757F2F45946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9062185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634" name="Group 7633">
                          <a:extLst>
                            <a:ext uri="{FF2B5EF4-FFF2-40B4-BE49-F238E27FC236}">
                              <a16:creationId xmlns:a16="http://schemas.microsoft.com/office/drawing/2014/main" id="{45394C9B-A0E5-44CA-9F48-E2C6F96ECC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7651" name="Flowchart: Connector 7650">
                            <a:extLst>
                              <a:ext uri="{FF2B5EF4-FFF2-40B4-BE49-F238E27FC236}">
                                <a16:creationId xmlns:a16="http://schemas.microsoft.com/office/drawing/2014/main" id="{D4AD85F5-E38A-4AA5-8420-C47E49F48A8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52" name="Flowchart: Connector 7651">
                            <a:extLst>
                              <a:ext uri="{FF2B5EF4-FFF2-40B4-BE49-F238E27FC236}">
                                <a16:creationId xmlns:a16="http://schemas.microsoft.com/office/drawing/2014/main" id="{184A2402-6A39-4F43-9080-002EF079A1B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53" name="Flowchart: Connector 7652">
                            <a:extLst>
                              <a:ext uri="{FF2B5EF4-FFF2-40B4-BE49-F238E27FC236}">
                                <a16:creationId xmlns:a16="http://schemas.microsoft.com/office/drawing/2014/main" id="{1A2DE67C-9DB1-4D9F-B7F5-1A9C121B428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54" name="Flowchart: Connector 7653">
                            <a:extLst>
                              <a:ext uri="{FF2B5EF4-FFF2-40B4-BE49-F238E27FC236}">
                                <a16:creationId xmlns:a16="http://schemas.microsoft.com/office/drawing/2014/main" id="{72E46231-C9C1-4FE5-BDC6-0CFAA5C0A35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55" name="Flowchart: Connector 7654">
                            <a:extLst>
                              <a:ext uri="{FF2B5EF4-FFF2-40B4-BE49-F238E27FC236}">
                                <a16:creationId xmlns:a16="http://schemas.microsoft.com/office/drawing/2014/main" id="{F9E02185-9725-49FA-A79A-BEEC3EB529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56" name="Flowchart: Connector 7655">
                            <a:extLst>
                              <a:ext uri="{FF2B5EF4-FFF2-40B4-BE49-F238E27FC236}">
                                <a16:creationId xmlns:a16="http://schemas.microsoft.com/office/drawing/2014/main" id="{41EEB731-8F6C-450E-8BD7-68E6DA5749E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57" name="Flowchart: Connector 7656">
                            <a:extLst>
                              <a:ext uri="{FF2B5EF4-FFF2-40B4-BE49-F238E27FC236}">
                                <a16:creationId xmlns:a16="http://schemas.microsoft.com/office/drawing/2014/main" id="{49455A86-ECA6-4E86-B3A2-65EA8FA207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58" name="Flowchart: Connector 7657">
                            <a:extLst>
                              <a:ext uri="{FF2B5EF4-FFF2-40B4-BE49-F238E27FC236}">
                                <a16:creationId xmlns:a16="http://schemas.microsoft.com/office/drawing/2014/main" id="{F36A8296-1572-49EE-8985-6DC36608CDD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59" name="Flowchart: Connector 7658">
                            <a:extLst>
                              <a:ext uri="{FF2B5EF4-FFF2-40B4-BE49-F238E27FC236}">
                                <a16:creationId xmlns:a16="http://schemas.microsoft.com/office/drawing/2014/main" id="{AC535A11-56C6-481A-B361-17E9751DB1B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60" name="3D Model 7659" descr="Sphere">
                                <a:extLst>
                                  <a:ext uri="{FF2B5EF4-FFF2-40B4-BE49-F238E27FC236}">
                                    <a16:creationId xmlns:a16="http://schemas.microsoft.com/office/drawing/2014/main" id="{900E37B5-90B0-43B4-8DA1-C02B3DF7962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1822982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61" name="Flowchart: Connector 7660">
                            <a:extLst>
                              <a:ext uri="{FF2B5EF4-FFF2-40B4-BE49-F238E27FC236}">
                                <a16:creationId xmlns:a16="http://schemas.microsoft.com/office/drawing/2014/main" id="{F2B85092-BBA8-46DA-ABD6-46DEA5B43B8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62" name="3D Model 7661" descr="Sphere">
                                <a:extLst>
                                  <a:ext uri="{FF2B5EF4-FFF2-40B4-BE49-F238E27FC236}">
                                    <a16:creationId xmlns:a16="http://schemas.microsoft.com/office/drawing/2014/main" id="{4980FCC2-E8DE-4A97-8867-9C495B647ED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0420923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63" name="Flowchart: Connector 7662">
                            <a:extLst>
                              <a:ext uri="{FF2B5EF4-FFF2-40B4-BE49-F238E27FC236}">
                                <a16:creationId xmlns:a16="http://schemas.microsoft.com/office/drawing/2014/main" id="{4618B2B3-C8DE-4CF9-98F8-900FF9865D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64" name="3D Model 7663" descr="Sphere">
                                <a:extLst>
                                  <a:ext uri="{FF2B5EF4-FFF2-40B4-BE49-F238E27FC236}">
                                    <a16:creationId xmlns:a16="http://schemas.microsoft.com/office/drawing/2014/main" id="{2318E48C-EB50-4FC3-A498-4BF0E88D5F8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8685443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65" name="Flowchart: Connector 7664">
                            <a:extLst>
                              <a:ext uri="{FF2B5EF4-FFF2-40B4-BE49-F238E27FC236}">
                                <a16:creationId xmlns:a16="http://schemas.microsoft.com/office/drawing/2014/main" id="{16CDF88E-2586-447F-B64C-E0DC79E55F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66" name="3D Model 7665" descr="Sphere">
                                <a:extLst>
                                  <a:ext uri="{FF2B5EF4-FFF2-40B4-BE49-F238E27FC236}">
                                    <a16:creationId xmlns:a16="http://schemas.microsoft.com/office/drawing/2014/main" id="{1084BBDF-DB86-40A0-A6D5-1D58A355278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1485092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7635" name="Flowchart: Connector 7634">
                          <a:extLst>
                            <a:ext uri="{FF2B5EF4-FFF2-40B4-BE49-F238E27FC236}">
                              <a16:creationId xmlns:a16="http://schemas.microsoft.com/office/drawing/2014/main" id="{1E5C7D53-B2E6-46CC-B357-5AB09A919D2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36" name="Flowchart: Connector 7635">
                          <a:extLst>
                            <a:ext uri="{FF2B5EF4-FFF2-40B4-BE49-F238E27FC236}">
                              <a16:creationId xmlns:a16="http://schemas.microsoft.com/office/drawing/2014/main" id="{4AE0065E-22D8-47DF-878B-114BA69DEA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37" name="Flowchart: Connector 7636">
                          <a:extLst>
                            <a:ext uri="{FF2B5EF4-FFF2-40B4-BE49-F238E27FC236}">
                              <a16:creationId xmlns:a16="http://schemas.microsoft.com/office/drawing/2014/main" id="{A34C69A3-FC50-4D12-B690-53C067A670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38" name="Flowchart: Connector 7637">
                          <a:extLst>
                            <a:ext uri="{FF2B5EF4-FFF2-40B4-BE49-F238E27FC236}">
                              <a16:creationId xmlns:a16="http://schemas.microsoft.com/office/drawing/2014/main" id="{50BAFB8C-EF01-4CB1-B419-B69974A1D62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39" name="Flowchart: Connector 7638">
                          <a:extLst>
                            <a:ext uri="{FF2B5EF4-FFF2-40B4-BE49-F238E27FC236}">
                              <a16:creationId xmlns:a16="http://schemas.microsoft.com/office/drawing/2014/main" id="{CAD98FD0-8273-465B-9734-151822F811B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40" name="Flowchart: Connector 7639">
                          <a:extLst>
                            <a:ext uri="{FF2B5EF4-FFF2-40B4-BE49-F238E27FC236}">
                              <a16:creationId xmlns:a16="http://schemas.microsoft.com/office/drawing/2014/main" id="{1CC1124D-4051-4393-AA57-3A81C211A04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41" name="Flowchart: Connector 7640">
                          <a:extLst>
                            <a:ext uri="{FF2B5EF4-FFF2-40B4-BE49-F238E27FC236}">
                              <a16:creationId xmlns:a16="http://schemas.microsoft.com/office/drawing/2014/main" id="{E2519F65-A8C4-43BE-873F-36725FA4BF2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42" name="Flowchart: Connector 7641">
                          <a:extLst>
                            <a:ext uri="{FF2B5EF4-FFF2-40B4-BE49-F238E27FC236}">
                              <a16:creationId xmlns:a16="http://schemas.microsoft.com/office/drawing/2014/main" id="{5EEFB6C2-ED81-49BD-9D6E-6DE8F6D82E2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43" name="Flowchart: Connector 7642">
                          <a:extLst>
                            <a:ext uri="{FF2B5EF4-FFF2-40B4-BE49-F238E27FC236}">
                              <a16:creationId xmlns:a16="http://schemas.microsoft.com/office/drawing/2014/main" id="{7DA2756A-2616-4DDF-964F-30F43E45998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644" name="3D Model 7643" descr="Sphere">
                              <a:extLst>
                                <a:ext uri="{FF2B5EF4-FFF2-40B4-BE49-F238E27FC236}">
                                  <a16:creationId xmlns:a16="http://schemas.microsoft.com/office/drawing/2014/main" id="{15184F63-F9F6-4683-9FFD-A336F9996B8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42072746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645" name="Flowchart: Connector 7644">
                          <a:extLst>
                            <a:ext uri="{FF2B5EF4-FFF2-40B4-BE49-F238E27FC236}">
                              <a16:creationId xmlns:a16="http://schemas.microsoft.com/office/drawing/2014/main" id="{C1E43533-F16E-4755-B4D0-417BC396DD3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646" name="3D Model 7645" descr="Sphere">
                              <a:extLst>
                                <a:ext uri="{FF2B5EF4-FFF2-40B4-BE49-F238E27FC236}">
                                  <a16:creationId xmlns:a16="http://schemas.microsoft.com/office/drawing/2014/main" id="{0DDE7262-AA7B-4953-AA2C-19421C31C4F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9849745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647" name="Flowchart: Connector 7646">
                          <a:extLst>
                            <a:ext uri="{FF2B5EF4-FFF2-40B4-BE49-F238E27FC236}">
                              <a16:creationId xmlns:a16="http://schemas.microsoft.com/office/drawing/2014/main" id="{F123452E-19B2-4B91-A4E1-205534FB312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648" name="3D Model 7647" descr="Sphere">
                              <a:extLst>
                                <a:ext uri="{FF2B5EF4-FFF2-40B4-BE49-F238E27FC236}">
                                  <a16:creationId xmlns:a16="http://schemas.microsoft.com/office/drawing/2014/main" id="{D7A482F1-0957-41A2-87CE-72DC037B47B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93694749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649" name="Flowchart: Connector 7648">
                          <a:extLst>
                            <a:ext uri="{FF2B5EF4-FFF2-40B4-BE49-F238E27FC236}">
                              <a16:creationId xmlns:a16="http://schemas.microsoft.com/office/drawing/2014/main" id="{EB9C3142-CEC5-4127-8936-D77293EED3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650" name="3D Model 7649" descr="Sphere">
                              <a:extLst>
                                <a:ext uri="{FF2B5EF4-FFF2-40B4-BE49-F238E27FC236}">
                                  <a16:creationId xmlns:a16="http://schemas.microsoft.com/office/drawing/2014/main" id="{3F802BE0-0AC2-40B3-A2CF-B64E9380E6D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51378121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7486" name="Group 7485">
                      <a:extLst>
                        <a:ext uri="{FF2B5EF4-FFF2-40B4-BE49-F238E27FC236}">
                          <a16:creationId xmlns:a16="http://schemas.microsoft.com/office/drawing/2014/main" id="{21AA5F1A-5DCE-4CA6-AEA2-91D19EA5B6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7627" name="Flowchart: Connector 7626">
                        <a:extLst>
                          <a:ext uri="{FF2B5EF4-FFF2-40B4-BE49-F238E27FC236}">
                            <a16:creationId xmlns:a16="http://schemas.microsoft.com/office/drawing/2014/main" id="{E83F5A3B-1AEC-4D0C-959D-09255F117B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628" name="Flowchart: Connector 7627">
                        <a:extLst>
                          <a:ext uri="{FF2B5EF4-FFF2-40B4-BE49-F238E27FC236}">
                            <a16:creationId xmlns:a16="http://schemas.microsoft.com/office/drawing/2014/main" id="{117C7E69-B695-4709-8AA7-CB7BF2AF9A8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629" name="Flowchart: Connector 7628">
                        <a:extLst>
                          <a:ext uri="{FF2B5EF4-FFF2-40B4-BE49-F238E27FC236}">
                            <a16:creationId xmlns:a16="http://schemas.microsoft.com/office/drawing/2014/main" id="{887C5AA0-7614-4930-9481-E165C3CF79C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7487" name="Flowchart: Connector 7486">
                      <a:extLst>
                        <a:ext uri="{FF2B5EF4-FFF2-40B4-BE49-F238E27FC236}">
                          <a16:creationId xmlns:a16="http://schemas.microsoft.com/office/drawing/2014/main" id="{28A9D9E7-B768-4752-BE99-F8F67226FF6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7488" name="Flowchart: Connector 7487">
                      <a:extLst>
                        <a:ext uri="{FF2B5EF4-FFF2-40B4-BE49-F238E27FC236}">
                          <a16:creationId xmlns:a16="http://schemas.microsoft.com/office/drawing/2014/main" id="{0EE713BC-388A-4941-BDF6-E1A58D14A88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7489" name="Group 7488">
                      <a:extLst>
                        <a:ext uri="{FF2B5EF4-FFF2-40B4-BE49-F238E27FC236}">
                          <a16:creationId xmlns:a16="http://schemas.microsoft.com/office/drawing/2014/main" id="{D483AEA5-E2B8-4865-B0A0-88B820295744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7624" name="Flowchart: Connector 7623">
                        <a:extLst>
                          <a:ext uri="{FF2B5EF4-FFF2-40B4-BE49-F238E27FC236}">
                            <a16:creationId xmlns:a16="http://schemas.microsoft.com/office/drawing/2014/main" id="{9258F9D6-0ED9-48A8-8C77-BB5C940E738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625" name="Flowchart: Connector 7624">
                        <a:extLst>
                          <a:ext uri="{FF2B5EF4-FFF2-40B4-BE49-F238E27FC236}">
                            <a16:creationId xmlns:a16="http://schemas.microsoft.com/office/drawing/2014/main" id="{996DDE53-BE4F-4A4D-9D94-7240949A633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626" name="Flowchart: Connector 7625">
                        <a:extLst>
                          <a:ext uri="{FF2B5EF4-FFF2-40B4-BE49-F238E27FC236}">
                            <a16:creationId xmlns:a16="http://schemas.microsoft.com/office/drawing/2014/main" id="{85509BD4-3CD9-4620-B080-A83D6D619C0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7490" name="Group 7489">
                      <a:extLst>
                        <a:ext uri="{FF2B5EF4-FFF2-40B4-BE49-F238E27FC236}">
                          <a16:creationId xmlns:a16="http://schemas.microsoft.com/office/drawing/2014/main" id="{EAC295DE-4C6B-4B5E-91F1-E6073727CA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7559" name="Group 7558">
                        <a:extLst>
                          <a:ext uri="{FF2B5EF4-FFF2-40B4-BE49-F238E27FC236}">
                            <a16:creationId xmlns:a16="http://schemas.microsoft.com/office/drawing/2014/main" id="{8EDB1DAB-44FE-4336-91B7-84AC429BCC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7620" name="Flowchart: Connector 7619">
                          <a:extLst>
                            <a:ext uri="{FF2B5EF4-FFF2-40B4-BE49-F238E27FC236}">
                              <a16:creationId xmlns:a16="http://schemas.microsoft.com/office/drawing/2014/main" id="{C990E90A-E254-45D4-9782-F09B40B3454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21" name="Flowchart: Connector 7620">
                          <a:extLst>
                            <a:ext uri="{FF2B5EF4-FFF2-40B4-BE49-F238E27FC236}">
                              <a16:creationId xmlns:a16="http://schemas.microsoft.com/office/drawing/2014/main" id="{6A4186B5-E212-4274-BCB2-AA9D3011779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22" name="Flowchart: Connector 7621">
                          <a:extLst>
                            <a:ext uri="{FF2B5EF4-FFF2-40B4-BE49-F238E27FC236}">
                              <a16:creationId xmlns:a16="http://schemas.microsoft.com/office/drawing/2014/main" id="{9ACFA876-D767-4FB4-89CE-2DED070920A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623" name="Flowchart: Connector 7622">
                          <a:extLst>
                            <a:ext uri="{FF2B5EF4-FFF2-40B4-BE49-F238E27FC236}">
                              <a16:creationId xmlns:a16="http://schemas.microsoft.com/office/drawing/2014/main" id="{76534745-EA96-479D-8654-9D880BDD7D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7560" name="Group 7559">
                        <a:extLst>
                          <a:ext uri="{FF2B5EF4-FFF2-40B4-BE49-F238E27FC236}">
                            <a16:creationId xmlns:a16="http://schemas.microsoft.com/office/drawing/2014/main" id="{13118AC5-83BE-4543-AB8A-A5AA6377C8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7561" name="Group 7560">
                          <a:extLst>
                            <a:ext uri="{FF2B5EF4-FFF2-40B4-BE49-F238E27FC236}">
                              <a16:creationId xmlns:a16="http://schemas.microsoft.com/office/drawing/2014/main" id="{18733783-22D9-402B-9EE4-55222647C9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7612" name="Flowchart: Connector 7611">
                            <a:extLst>
                              <a:ext uri="{FF2B5EF4-FFF2-40B4-BE49-F238E27FC236}">
                                <a16:creationId xmlns:a16="http://schemas.microsoft.com/office/drawing/2014/main" id="{A3DBB271-C1C2-4163-BF8D-8478E85E0E2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13" name="3D Model 7612" descr="Sphere">
                                <a:extLst>
                                  <a:ext uri="{FF2B5EF4-FFF2-40B4-BE49-F238E27FC236}">
                                    <a16:creationId xmlns:a16="http://schemas.microsoft.com/office/drawing/2014/main" id="{8EBC8472-0FCF-4165-A306-3B137118E6C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3003409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14" name="Flowchart: Connector 7613">
                            <a:extLst>
                              <a:ext uri="{FF2B5EF4-FFF2-40B4-BE49-F238E27FC236}">
                                <a16:creationId xmlns:a16="http://schemas.microsoft.com/office/drawing/2014/main" id="{3FB4FBA2-E7AD-4152-AA8C-09F2553FF0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15" name="3D Model 7614" descr="Sphere">
                                <a:extLst>
                                  <a:ext uri="{FF2B5EF4-FFF2-40B4-BE49-F238E27FC236}">
                                    <a16:creationId xmlns:a16="http://schemas.microsoft.com/office/drawing/2014/main" id="{26D55B75-6E10-4137-9BE4-D4652D283F3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2950189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16" name="Flowchart: Connector 7615">
                            <a:extLst>
                              <a:ext uri="{FF2B5EF4-FFF2-40B4-BE49-F238E27FC236}">
                                <a16:creationId xmlns:a16="http://schemas.microsoft.com/office/drawing/2014/main" id="{EE870287-DEF0-4F1B-AEA3-F673FE91C35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17" name="3D Model 7616" descr="Sphere">
                                <a:extLst>
                                  <a:ext uri="{FF2B5EF4-FFF2-40B4-BE49-F238E27FC236}">
                                    <a16:creationId xmlns:a16="http://schemas.microsoft.com/office/drawing/2014/main" id="{28420C37-9528-4535-A2CF-5C07A5AE08B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6339933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18" name="Flowchart: Connector 7617">
                            <a:extLst>
                              <a:ext uri="{FF2B5EF4-FFF2-40B4-BE49-F238E27FC236}">
                                <a16:creationId xmlns:a16="http://schemas.microsoft.com/office/drawing/2014/main" id="{EF582D39-16E6-4F84-9B7E-75A4CB7F2C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19" name="3D Model 7618" descr="Sphere">
                                <a:extLst>
                                  <a:ext uri="{FF2B5EF4-FFF2-40B4-BE49-F238E27FC236}">
                                    <a16:creationId xmlns:a16="http://schemas.microsoft.com/office/drawing/2014/main" id="{B1866761-B8A2-4245-8780-B49811CAD7F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7587484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562" name="Group 7561">
                          <a:extLst>
                            <a:ext uri="{FF2B5EF4-FFF2-40B4-BE49-F238E27FC236}">
                              <a16:creationId xmlns:a16="http://schemas.microsoft.com/office/drawing/2014/main" id="{1EF6E209-FE67-4ABA-96D0-E708FA7D6B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7596" name="Flowchart: Connector 7595">
                            <a:extLst>
                              <a:ext uri="{FF2B5EF4-FFF2-40B4-BE49-F238E27FC236}">
                                <a16:creationId xmlns:a16="http://schemas.microsoft.com/office/drawing/2014/main" id="{D7FEEAA2-5F18-47B1-A608-A58D0A4EA25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97" name="Flowchart: Connector 7596">
                            <a:extLst>
                              <a:ext uri="{FF2B5EF4-FFF2-40B4-BE49-F238E27FC236}">
                                <a16:creationId xmlns:a16="http://schemas.microsoft.com/office/drawing/2014/main" id="{8D83B474-187A-4C9A-A6C9-9D56C1ECD43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98" name="Flowchart: Connector 7597">
                            <a:extLst>
                              <a:ext uri="{FF2B5EF4-FFF2-40B4-BE49-F238E27FC236}">
                                <a16:creationId xmlns:a16="http://schemas.microsoft.com/office/drawing/2014/main" id="{EA533A18-A561-4D25-BEB5-5EF5B3E0056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99" name="Flowchart: Connector 7598">
                            <a:extLst>
                              <a:ext uri="{FF2B5EF4-FFF2-40B4-BE49-F238E27FC236}">
                                <a16:creationId xmlns:a16="http://schemas.microsoft.com/office/drawing/2014/main" id="{CE0E2663-F783-4ECB-A85F-9AE9D3EDB72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00" name="Flowchart: Connector 7599">
                            <a:extLst>
                              <a:ext uri="{FF2B5EF4-FFF2-40B4-BE49-F238E27FC236}">
                                <a16:creationId xmlns:a16="http://schemas.microsoft.com/office/drawing/2014/main" id="{03761290-5EA4-42C5-B57F-52A100F761E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01" name="Flowchart: Connector 7600">
                            <a:extLst>
                              <a:ext uri="{FF2B5EF4-FFF2-40B4-BE49-F238E27FC236}">
                                <a16:creationId xmlns:a16="http://schemas.microsoft.com/office/drawing/2014/main" id="{C665E271-7935-4A3D-AF57-B88ABCA74E7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02" name="Flowchart: Connector 7601">
                            <a:extLst>
                              <a:ext uri="{FF2B5EF4-FFF2-40B4-BE49-F238E27FC236}">
                                <a16:creationId xmlns:a16="http://schemas.microsoft.com/office/drawing/2014/main" id="{119D68BC-7086-4F39-A8E6-3E688B9DC1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03" name="Flowchart: Connector 7602">
                            <a:extLst>
                              <a:ext uri="{FF2B5EF4-FFF2-40B4-BE49-F238E27FC236}">
                                <a16:creationId xmlns:a16="http://schemas.microsoft.com/office/drawing/2014/main" id="{0AC2613D-D297-4FA7-B5B8-789F8D1E122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604" name="Flowchart: Connector 7603">
                            <a:extLst>
                              <a:ext uri="{FF2B5EF4-FFF2-40B4-BE49-F238E27FC236}">
                                <a16:creationId xmlns:a16="http://schemas.microsoft.com/office/drawing/2014/main" id="{A19EA4C2-945F-4D08-840D-8F9AA2217E2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05" name="3D Model 7604" descr="Sphere">
                                <a:extLst>
                                  <a:ext uri="{FF2B5EF4-FFF2-40B4-BE49-F238E27FC236}">
                                    <a16:creationId xmlns:a16="http://schemas.microsoft.com/office/drawing/2014/main" id="{32F6AC3E-BBF4-432B-A6AD-55C1219B945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79425200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06" name="Flowchart: Connector 7605">
                            <a:extLst>
                              <a:ext uri="{FF2B5EF4-FFF2-40B4-BE49-F238E27FC236}">
                                <a16:creationId xmlns:a16="http://schemas.microsoft.com/office/drawing/2014/main" id="{DC1735CF-BEDB-46A9-875C-BF6A2B828B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07" name="3D Model 7606" descr="Sphere">
                                <a:extLst>
                                  <a:ext uri="{FF2B5EF4-FFF2-40B4-BE49-F238E27FC236}">
                                    <a16:creationId xmlns:a16="http://schemas.microsoft.com/office/drawing/2014/main" id="{034EED67-85EC-4757-B66B-20D63CD00ED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901039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08" name="Flowchart: Connector 7607">
                            <a:extLst>
                              <a:ext uri="{FF2B5EF4-FFF2-40B4-BE49-F238E27FC236}">
                                <a16:creationId xmlns:a16="http://schemas.microsoft.com/office/drawing/2014/main" id="{85875545-9779-4B0A-9B9E-A63DCDACD8C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09" name="3D Model 7608" descr="Sphere">
                                <a:extLst>
                                  <a:ext uri="{FF2B5EF4-FFF2-40B4-BE49-F238E27FC236}">
                                    <a16:creationId xmlns:a16="http://schemas.microsoft.com/office/drawing/2014/main" id="{BCB825BC-1A4F-4C64-A425-4093F9613AA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5670863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610" name="Flowchart: Connector 7609">
                            <a:extLst>
                              <a:ext uri="{FF2B5EF4-FFF2-40B4-BE49-F238E27FC236}">
                                <a16:creationId xmlns:a16="http://schemas.microsoft.com/office/drawing/2014/main" id="{6C1739A4-0085-49E6-B870-028D72F65FF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611" name="3D Model 7610" descr="Sphere">
                                <a:extLst>
                                  <a:ext uri="{FF2B5EF4-FFF2-40B4-BE49-F238E27FC236}">
                                    <a16:creationId xmlns:a16="http://schemas.microsoft.com/office/drawing/2014/main" id="{DE40B14B-8D5F-463F-A7FD-7B027D71FD9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7987818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563" name="Group 7562">
                          <a:extLst>
                            <a:ext uri="{FF2B5EF4-FFF2-40B4-BE49-F238E27FC236}">
                              <a16:creationId xmlns:a16="http://schemas.microsoft.com/office/drawing/2014/main" id="{2289E2A7-F0AA-45BE-B6B5-F508AEED05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7580" name="Flowchart: Connector 7579">
                            <a:extLst>
                              <a:ext uri="{FF2B5EF4-FFF2-40B4-BE49-F238E27FC236}">
                                <a16:creationId xmlns:a16="http://schemas.microsoft.com/office/drawing/2014/main" id="{5F5FAEEF-FCC2-40F3-9FC7-5B3D6A6DB2A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1" name="Flowchart: Connector 7580">
                            <a:extLst>
                              <a:ext uri="{FF2B5EF4-FFF2-40B4-BE49-F238E27FC236}">
                                <a16:creationId xmlns:a16="http://schemas.microsoft.com/office/drawing/2014/main" id="{D391A4CE-930A-41CA-8995-268F182221F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2" name="Flowchart: Connector 7581">
                            <a:extLst>
                              <a:ext uri="{FF2B5EF4-FFF2-40B4-BE49-F238E27FC236}">
                                <a16:creationId xmlns:a16="http://schemas.microsoft.com/office/drawing/2014/main" id="{32CD3E77-2B88-4FD5-8DEE-340AF358A28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3" name="Flowchart: Connector 7582">
                            <a:extLst>
                              <a:ext uri="{FF2B5EF4-FFF2-40B4-BE49-F238E27FC236}">
                                <a16:creationId xmlns:a16="http://schemas.microsoft.com/office/drawing/2014/main" id="{36097873-80AF-4E27-AB2C-0102D593E66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4" name="Flowchart: Connector 7583">
                            <a:extLst>
                              <a:ext uri="{FF2B5EF4-FFF2-40B4-BE49-F238E27FC236}">
                                <a16:creationId xmlns:a16="http://schemas.microsoft.com/office/drawing/2014/main" id="{DB14D768-C778-4CC7-975E-5FFD6DE623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5" name="Flowchart: Connector 7584">
                            <a:extLst>
                              <a:ext uri="{FF2B5EF4-FFF2-40B4-BE49-F238E27FC236}">
                                <a16:creationId xmlns:a16="http://schemas.microsoft.com/office/drawing/2014/main" id="{FD2951D2-751E-41B6-B2CF-2CCBBB6ED81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6" name="Flowchart: Connector 7585">
                            <a:extLst>
                              <a:ext uri="{FF2B5EF4-FFF2-40B4-BE49-F238E27FC236}">
                                <a16:creationId xmlns:a16="http://schemas.microsoft.com/office/drawing/2014/main" id="{20F3ED0C-0847-4C08-8D5E-F9A76E7A36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7" name="Flowchart: Connector 7586">
                            <a:extLst>
                              <a:ext uri="{FF2B5EF4-FFF2-40B4-BE49-F238E27FC236}">
                                <a16:creationId xmlns:a16="http://schemas.microsoft.com/office/drawing/2014/main" id="{7DDF859A-A4C3-44B4-A91B-CBF90A9B7E4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588" name="Flowchart: Connector 7587">
                            <a:extLst>
                              <a:ext uri="{FF2B5EF4-FFF2-40B4-BE49-F238E27FC236}">
                                <a16:creationId xmlns:a16="http://schemas.microsoft.com/office/drawing/2014/main" id="{1C78782C-5064-48FA-9F29-776D3F21A64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89" name="3D Model 7588" descr="Sphere">
                                <a:extLst>
                                  <a:ext uri="{FF2B5EF4-FFF2-40B4-BE49-F238E27FC236}">
                                    <a16:creationId xmlns:a16="http://schemas.microsoft.com/office/drawing/2014/main" id="{98DEE9A9-5D76-495D-B7BE-C91552836D4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2202551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590" name="Flowchart: Connector 7589">
                            <a:extLst>
                              <a:ext uri="{FF2B5EF4-FFF2-40B4-BE49-F238E27FC236}">
                                <a16:creationId xmlns:a16="http://schemas.microsoft.com/office/drawing/2014/main" id="{BC186585-82BA-4E6C-8769-13ECC719B7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91" name="3D Model 7590" descr="Sphere">
                                <a:extLst>
                                  <a:ext uri="{FF2B5EF4-FFF2-40B4-BE49-F238E27FC236}">
                                    <a16:creationId xmlns:a16="http://schemas.microsoft.com/office/drawing/2014/main" id="{9B6A6BEF-7F39-4711-A67F-44812F13F3C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6119447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592" name="Flowchart: Connector 7591">
                            <a:extLst>
                              <a:ext uri="{FF2B5EF4-FFF2-40B4-BE49-F238E27FC236}">
                                <a16:creationId xmlns:a16="http://schemas.microsoft.com/office/drawing/2014/main" id="{C4AC327A-763A-4040-8C51-CDDDF603888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93" name="3D Model 7592" descr="Sphere">
                                <a:extLst>
                                  <a:ext uri="{FF2B5EF4-FFF2-40B4-BE49-F238E27FC236}">
                                    <a16:creationId xmlns:a16="http://schemas.microsoft.com/office/drawing/2014/main" id="{A5B5F2D4-0412-4C76-A22A-27D3A0750CD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3113457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594" name="Flowchart: Connector 7593">
                            <a:extLst>
                              <a:ext uri="{FF2B5EF4-FFF2-40B4-BE49-F238E27FC236}">
                                <a16:creationId xmlns:a16="http://schemas.microsoft.com/office/drawing/2014/main" id="{F6BFB39A-8BD7-4D75-932C-E01F0D7747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595" name="3D Model 7594" descr="Sphere">
                                <a:extLst>
                                  <a:ext uri="{FF2B5EF4-FFF2-40B4-BE49-F238E27FC236}">
                                    <a16:creationId xmlns:a16="http://schemas.microsoft.com/office/drawing/2014/main" id="{F3C728D4-DA9E-4DEC-A173-4BBCF0B9396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1061176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7564" name="Flowchart: Connector 7563">
                          <a:extLst>
                            <a:ext uri="{FF2B5EF4-FFF2-40B4-BE49-F238E27FC236}">
                              <a16:creationId xmlns:a16="http://schemas.microsoft.com/office/drawing/2014/main" id="{1F9918F1-8E20-4DB2-BC58-53CBDD81891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65" name="Flowchart: Connector 7564">
                          <a:extLst>
                            <a:ext uri="{FF2B5EF4-FFF2-40B4-BE49-F238E27FC236}">
                              <a16:creationId xmlns:a16="http://schemas.microsoft.com/office/drawing/2014/main" id="{DF622AAF-9798-4755-B625-F65AC3EB03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66" name="Flowchart: Connector 7565">
                          <a:extLst>
                            <a:ext uri="{FF2B5EF4-FFF2-40B4-BE49-F238E27FC236}">
                              <a16:creationId xmlns:a16="http://schemas.microsoft.com/office/drawing/2014/main" id="{9A374DB9-4CB0-4EDC-AA3C-10EDAB6424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67" name="Flowchart: Connector 7566">
                          <a:extLst>
                            <a:ext uri="{FF2B5EF4-FFF2-40B4-BE49-F238E27FC236}">
                              <a16:creationId xmlns:a16="http://schemas.microsoft.com/office/drawing/2014/main" id="{20C815F3-AE36-44D5-B15D-391FFB40036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68" name="Flowchart: Connector 7567">
                          <a:extLst>
                            <a:ext uri="{FF2B5EF4-FFF2-40B4-BE49-F238E27FC236}">
                              <a16:creationId xmlns:a16="http://schemas.microsoft.com/office/drawing/2014/main" id="{E0083683-CF27-4302-862D-E7B3966340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69" name="Flowchart: Connector 7568">
                          <a:extLst>
                            <a:ext uri="{FF2B5EF4-FFF2-40B4-BE49-F238E27FC236}">
                              <a16:creationId xmlns:a16="http://schemas.microsoft.com/office/drawing/2014/main" id="{7187FDE5-BE61-40A7-A3EF-C045AA58BBA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70" name="Flowchart: Connector 7569">
                          <a:extLst>
                            <a:ext uri="{FF2B5EF4-FFF2-40B4-BE49-F238E27FC236}">
                              <a16:creationId xmlns:a16="http://schemas.microsoft.com/office/drawing/2014/main" id="{EA15CEB8-A4D5-4B7D-BD09-199AE010F62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71" name="Flowchart: Connector 7570">
                          <a:extLst>
                            <a:ext uri="{FF2B5EF4-FFF2-40B4-BE49-F238E27FC236}">
                              <a16:creationId xmlns:a16="http://schemas.microsoft.com/office/drawing/2014/main" id="{328B0144-5636-43B4-A413-C1F2CDF5BEE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72" name="Flowchart: Connector 7571">
                          <a:extLst>
                            <a:ext uri="{FF2B5EF4-FFF2-40B4-BE49-F238E27FC236}">
                              <a16:creationId xmlns:a16="http://schemas.microsoft.com/office/drawing/2014/main" id="{BBF2FD9D-3D53-4D09-AD35-2A8FC5CF5A4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73" name="3D Model 7572" descr="Sphere">
                              <a:extLst>
                                <a:ext uri="{FF2B5EF4-FFF2-40B4-BE49-F238E27FC236}">
                                  <a16:creationId xmlns:a16="http://schemas.microsoft.com/office/drawing/2014/main" id="{E6428BE5-9FED-4ED9-AC39-26B6B517237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64491496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574" name="Flowchart: Connector 7573">
                          <a:extLst>
                            <a:ext uri="{FF2B5EF4-FFF2-40B4-BE49-F238E27FC236}">
                              <a16:creationId xmlns:a16="http://schemas.microsoft.com/office/drawing/2014/main" id="{7FB144CA-662C-4724-A810-5A202BCED0F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75" name="3D Model 7574" descr="Sphere">
                              <a:extLst>
                                <a:ext uri="{FF2B5EF4-FFF2-40B4-BE49-F238E27FC236}">
                                  <a16:creationId xmlns:a16="http://schemas.microsoft.com/office/drawing/2014/main" id="{9D7EC437-C985-40A0-AF50-C1C899066B5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55416892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576" name="Flowchart: Connector 7575">
                          <a:extLst>
                            <a:ext uri="{FF2B5EF4-FFF2-40B4-BE49-F238E27FC236}">
                              <a16:creationId xmlns:a16="http://schemas.microsoft.com/office/drawing/2014/main" id="{90E4837A-18EC-404C-A218-6047F4EF058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77" name="3D Model 7576" descr="Sphere">
                              <a:extLst>
                                <a:ext uri="{FF2B5EF4-FFF2-40B4-BE49-F238E27FC236}">
                                  <a16:creationId xmlns:a16="http://schemas.microsoft.com/office/drawing/2014/main" id="{B4BFAEF8-71DD-4C14-87C5-78C5C798EB0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55207928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578" name="Flowchart: Connector 7577">
                          <a:extLst>
                            <a:ext uri="{FF2B5EF4-FFF2-40B4-BE49-F238E27FC236}">
                              <a16:creationId xmlns:a16="http://schemas.microsoft.com/office/drawing/2014/main" id="{0FF5B1AA-FCCF-47AC-80BB-C2E2F8FF157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79" name="3D Model 7578" descr="Sphere">
                              <a:extLst>
                                <a:ext uri="{FF2B5EF4-FFF2-40B4-BE49-F238E27FC236}">
                                  <a16:creationId xmlns:a16="http://schemas.microsoft.com/office/drawing/2014/main" id="{151FC1B6-FAE6-4DDF-8A7D-E5501F5D838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27457199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7491" name="Flowchart: Connector 7490">
                      <a:extLst>
                        <a:ext uri="{FF2B5EF4-FFF2-40B4-BE49-F238E27FC236}">
                          <a16:creationId xmlns:a16="http://schemas.microsoft.com/office/drawing/2014/main" id="{427BD308-6599-4CC1-AB74-F1A0A8F1025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492" name="Flowchart: Connector 7491">
                      <a:extLst>
                        <a:ext uri="{FF2B5EF4-FFF2-40B4-BE49-F238E27FC236}">
                          <a16:creationId xmlns:a16="http://schemas.microsoft.com/office/drawing/2014/main" id="{D9F0F85C-DDAF-4B60-B2F0-A554BEDA9D5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493" name="Flowchart: Connector 7492">
                      <a:extLst>
                        <a:ext uri="{FF2B5EF4-FFF2-40B4-BE49-F238E27FC236}">
                          <a16:creationId xmlns:a16="http://schemas.microsoft.com/office/drawing/2014/main" id="{B07B5FCD-6B48-416D-8400-F4EBEF22487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494" name="Flowchart: Connector 7493">
                      <a:extLst>
                        <a:ext uri="{FF2B5EF4-FFF2-40B4-BE49-F238E27FC236}">
                          <a16:creationId xmlns:a16="http://schemas.microsoft.com/office/drawing/2014/main" id="{71A20B3B-8F5F-4B4B-90FE-6FF1FB57DE2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495" name="Flowchart: Connector 7494">
                      <a:extLst>
                        <a:ext uri="{FF2B5EF4-FFF2-40B4-BE49-F238E27FC236}">
                          <a16:creationId xmlns:a16="http://schemas.microsoft.com/office/drawing/2014/main" id="{D206FE38-65AB-49E3-848A-B37C859545E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496" name="Flowchart: Connector 7495">
                      <a:extLst>
                        <a:ext uri="{FF2B5EF4-FFF2-40B4-BE49-F238E27FC236}">
                          <a16:creationId xmlns:a16="http://schemas.microsoft.com/office/drawing/2014/main" id="{921293B8-5BBC-4922-AF40-7B3E303219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7497" name="Flowchart: Connector 7496">
                      <a:extLst>
                        <a:ext uri="{FF2B5EF4-FFF2-40B4-BE49-F238E27FC236}">
                          <a16:creationId xmlns:a16="http://schemas.microsoft.com/office/drawing/2014/main" id="{ADC90945-C848-4FB1-A552-24680B33DBA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498" name="Flowchart: Connector 7497">
                      <a:extLst>
                        <a:ext uri="{FF2B5EF4-FFF2-40B4-BE49-F238E27FC236}">
                          <a16:creationId xmlns:a16="http://schemas.microsoft.com/office/drawing/2014/main" id="{96C26625-99A5-4840-81B1-F76939A385C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7499" name="Group 7498">
                      <a:extLst>
                        <a:ext uri="{FF2B5EF4-FFF2-40B4-BE49-F238E27FC236}">
                          <a16:creationId xmlns:a16="http://schemas.microsoft.com/office/drawing/2014/main" id="{F5AFD841-671F-4745-A367-3F87DBD747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7500" name="Group 7499">
                        <a:extLst>
                          <a:ext uri="{FF2B5EF4-FFF2-40B4-BE49-F238E27FC236}">
                            <a16:creationId xmlns:a16="http://schemas.microsoft.com/office/drawing/2014/main" id="{9493925F-B4F9-4843-A875-A4CA4B2DD5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7551" name="Flowchart: Connector 7550">
                          <a:extLst>
                            <a:ext uri="{FF2B5EF4-FFF2-40B4-BE49-F238E27FC236}">
                              <a16:creationId xmlns:a16="http://schemas.microsoft.com/office/drawing/2014/main" id="{2B7DA2E4-9DC8-4B08-944A-73A1B3F45C3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52" name="3D Model 7551" descr="Sphere">
                              <a:extLst>
                                <a:ext uri="{FF2B5EF4-FFF2-40B4-BE49-F238E27FC236}">
                                  <a16:creationId xmlns:a16="http://schemas.microsoft.com/office/drawing/2014/main" id="{62FD0225-842C-48EE-A34F-378E0F9054A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40878450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553" name="Flowchart: Connector 7552">
                          <a:extLst>
                            <a:ext uri="{FF2B5EF4-FFF2-40B4-BE49-F238E27FC236}">
                              <a16:creationId xmlns:a16="http://schemas.microsoft.com/office/drawing/2014/main" id="{A9CB286E-0B76-4526-8BBE-450D214B052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54" name="3D Model 7553" descr="Sphere">
                              <a:extLst>
                                <a:ext uri="{FF2B5EF4-FFF2-40B4-BE49-F238E27FC236}">
                                  <a16:creationId xmlns:a16="http://schemas.microsoft.com/office/drawing/2014/main" id="{73BE164D-BA92-418B-B52D-77609E0C419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0189413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555" name="Flowchart: Connector 7554">
                          <a:extLst>
                            <a:ext uri="{FF2B5EF4-FFF2-40B4-BE49-F238E27FC236}">
                              <a16:creationId xmlns:a16="http://schemas.microsoft.com/office/drawing/2014/main" id="{E7EA4581-AC92-41A5-B6BA-EFE5BE547AB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56" name="3D Model 7555" descr="Sphere">
                              <a:extLst>
                                <a:ext uri="{FF2B5EF4-FFF2-40B4-BE49-F238E27FC236}">
                                  <a16:creationId xmlns:a16="http://schemas.microsoft.com/office/drawing/2014/main" id="{5C66120B-75C1-430B-9CBF-90A6D320C8F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7485914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557" name="Flowchart: Connector 7556">
                          <a:extLst>
                            <a:ext uri="{FF2B5EF4-FFF2-40B4-BE49-F238E27FC236}">
                              <a16:creationId xmlns:a16="http://schemas.microsoft.com/office/drawing/2014/main" id="{3559F2C5-5707-49CE-B55C-640A35689F8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58" name="3D Model 7557" descr="Sphere">
                              <a:extLst>
                                <a:ext uri="{FF2B5EF4-FFF2-40B4-BE49-F238E27FC236}">
                                  <a16:creationId xmlns:a16="http://schemas.microsoft.com/office/drawing/2014/main" id="{43906210-C455-423F-8B38-27EA8792D6B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7653407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501" name="Group 7500">
                        <a:extLst>
                          <a:ext uri="{FF2B5EF4-FFF2-40B4-BE49-F238E27FC236}">
                            <a16:creationId xmlns:a16="http://schemas.microsoft.com/office/drawing/2014/main" id="{1B6449F1-BB33-4B50-83FD-A2330EC9B7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7535" name="Flowchart: Connector 7534">
                          <a:extLst>
                            <a:ext uri="{FF2B5EF4-FFF2-40B4-BE49-F238E27FC236}">
                              <a16:creationId xmlns:a16="http://schemas.microsoft.com/office/drawing/2014/main" id="{8A76D4C8-04B1-4AF7-8A9B-1CD166CE378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36" name="Flowchart: Connector 7535">
                          <a:extLst>
                            <a:ext uri="{FF2B5EF4-FFF2-40B4-BE49-F238E27FC236}">
                              <a16:creationId xmlns:a16="http://schemas.microsoft.com/office/drawing/2014/main" id="{8A180B61-1914-425D-8C1A-D9921E5752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37" name="Flowchart: Connector 7536">
                          <a:extLst>
                            <a:ext uri="{FF2B5EF4-FFF2-40B4-BE49-F238E27FC236}">
                              <a16:creationId xmlns:a16="http://schemas.microsoft.com/office/drawing/2014/main" id="{ACFEB473-68F9-4D39-8F81-2D83F86E18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38" name="Flowchart: Connector 7537">
                          <a:extLst>
                            <a:ext uri="{FF2B5EF4-FFF2-40B4-BE49-F238E27FC236}">
                              <a16:creationId xmlns:a16="http://schemas.microsoft.com/office/drawing/2014/main" id="{6B527AD8-11D0-4991-B203-BA8758C9B90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39" name="Flowchart: Connector 7538">
                          <a:extLst>
                            <a:ext uri="{FF2B5EF4-FFF2-40B4-BE49-F238E27FC236}">
                              <a16:creationId xmlns:a16="http://schemas.microsoft.com/office/drawing/2014/main" id="{11B83441-59E8-42AB-9C6E-F0475199462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40" name="Flowchart: Connector 7539">
                          <a:extLst>
                            <a:ext uri="{FF2B5EF4-FFF2-40B4-BE49-F238E27FC236}">
                              <a16:creationId xmlns:a16="http://schemas.microsoft.com/office/drawing/2014/main" id="{A1BFD545-B074-4371-ABB3-1F512EC2ACA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41" name="Flowchart: Connector 7540">
                          <a:extLst>
                            <a:ext uri="{FF2B5EF4-FFF2-40B4-BE49-F238E27FC236}">
                              <a16:creationId xmlns:a16="http://schemas.microsoft.com/office/drawing/2014/main" id="{9003E747-93A0-4CE0-B89F-4906966242B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42" name="Flowchart: Connector 7541">
                          <a:extLst>
                            <a:ext uri="{FF2B5EF4-FFF2-40B4-BE49-F238E27FC236}">
                              <a16:creationId xmlns:a16="http://schemas.microsoft.com/office/drawing/2014/main" id="{9AC629CD-980F-4E10-A198-32C6982179E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43" name="Flowchart: Connector 7542">
                          <a:extLst>
                            <a:ext uri="{FF2B5EF4-FFF2-40B4-BE49-F238E27FC236}">
                              <a16:creationId xmlns:a16="http://schemas.microsoft.com/office/drawing/2014/main" id="{13FD8DFD-9AD0-411B-8667-D9CECB26A77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44" name="3D Model 7543" descr="Sphere">
                              <a:extLst>
                                <a:ext uri="{FF2B5EF4-FFF2-40B4-BE49-F238E27FC236}">
                                  <a16:creationId xmlns:a16="http://schemas.microsoft.com/office/drawing/2014/main" id="{152F8F2E-9927-418C-9FB8-7F0B25AD89F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80577004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545" name="Flowchart: Connector 7544">
                          <a:extLst>
                            <a:ext uri="{FF2B5EF4-FFF2-40B4-BE49-F238E27FC236}">
                              <a16:creationId xmlns:a16="http://schemas.microsoft.com/office/drawing/2014/main" id="{DE760D94-59B0-4836-BF55-EB524410EA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46" name="3D Model 7545" descr="Sphere">
                              <a:extLst>
                                <a:ext uri="{FF2B5EF4-FFF2-40B4-BE49-F238E27FC236}">
                                  <a16:creationId xmlns:a16="http://schemas.microsoft.com/office/drawing/2014/main" id="{EAF12535-FD8B-45EC-98BC-9BC23FDC1DA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7377351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547" name="Flowchart: Connector 7546">
                          <a:extLst>
                            <a:ext uri="{FF2B5EF4-FFF2-40B4-BE49-F238E27FC236}">
                              <a16:creationId xmlns:a16="http://schemas.microsoft.com/office/drawing/2014/main" id="{31CF8E3F-89C5-4084-9CE3-7532295BCD0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48" name="3D Model 7547" descr="Sphere">
                              <a:extLst>
                                <a:ext uri="{FF2B5EF4-FFF2-40B4-BE49-F238E27FC236}">
                                  <a16:creationId xmlns:a16="http://schemas.microsoft.com/office/drawing/2014/main" id="{5CA4F166-8C13-4D3E-83C1-8C1D7DBA7FA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0068090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549" name="Flowchart: Connector 7548">
                          <a:extLst>
                            <a:ext uri="{FF2B5EF4-FFF2-40B4-BE49-F238E27FC236}">
                              <a16:creationId xmlns:a16="http://schemas.microsoft.com/office/drawing/2014/main" id="{187ED4B7-3434-4161-8861-9C5A3B610C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50" name="3D Model 7549" descr="Sphere">
                              <a:extLst>
                                <a:ext uri="{FF2B5EF4-FFF2-40B4-BE49-F238E27FC236}">
                                  <a16:creationId xmlns:a16="http://schemas.microsoft.com/office/drawing/2014/main" id="{C6263B8F-7584-442B-9CE7-AAAB99D2FC2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1633753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502" name="Group 7501">
                        <a:extLst>
                          <a:ext uri="{FF2B5EF4-FFF2-40B4-BE49-F238E27FC236}">
                            <a16:creationId xmlns:a16="http://schemas.microsoft.com/office/drawing/2014/main" id="{2772D9C7-B98D-4D1E-9262-ED0987DA9F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7519" name="Flowchart: Connector 7518">
                          <a:extLst>
                            <a:ext uri="{FF2B5EF4-FFF2-40B4-BE49-F238E27FC236}">
                              <a16:creationId xmlns:a16="http://schemas.microsoft.com/office/drawing/2014/main" id="{D88B443C-E186-4AAF-8E30-E183337D16A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20" name="Flowchart: Connector 7519">
                          <a:extLst>
                            <a:ext uri="{FF2B5EF4-FFF2-40B4-BE49-F238E27FC236}">
                              <a16:creationId xmlns:a16="http://schemas.microsoft.com/office/drawing/2014/main" id="{10E54473-9563-4A97-A1FB-B166AD49C1C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21" name="Flowchart: Connector 7520">
                          <a:extLst>
                            <a:ext uri="{FF2B5EF4-FFF2-40B4-BE49-F238E27FC236}">
                              <a16:creationId xmlns:a16="http://schemas.microsoft.com/office/drawing/2014/main" id="{F754C412-0611-40C7-A7BA-230795C7B30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22" name="Flowchart: Connector 7521">
                          <a:extLst>
                            <a:ext uri="{FF2B5EF4-FFF2-40B4-BE49-F238E27FC236}">
                              <a16:creationId xmlns:a16="http://schemas.microsoft.com/office/drawing/2014/main" id="{E79AB20B-B7A1-4836-9D22-3B73F57982C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23" name="Flowchart: Connector 7522">
                          <a:extLst>
                            <a:ext uri="{FF2B5EF4-FFF2-40B4-BE49-F238E27FC236}">
                              <a16:creationId xmlns:a16="http://schemas.microsoft.com/office/drawing/2014/main" id="{66803B02-0B24-4D56-867B-BF03B87C8B7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24" name="Flowchart: Connector 7523">
                          <a:extLst>
                            <a:ext uri="{FF2B5EF4-FFF2-40B4-BE49-F238E27FC236}">
                              <a16:creationId xmlns:a16="http://schemas.microsoft.com/office/drawing/2014/main" id="{EAE95362-AE1E-49E5-8BB4-3AD727BC07B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25" name="Flowchart: Connector 7524">
                          <a:extLst>
                            <a:ext uri="{FF2B5EF4-FFF2-40B4-BE49-F238E27FC236}">
                              <a16:creationId xmlns:a16="http://schemas.microsoft.com/office/drawing/2014/main" id="{11783418-7CBA-4A19-9449-91DC49FC2DC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26" name="Flowchart: Connector 7525">
                          <a:extLst>
                            <a:ext uri="{FF2B5EF4-FFF2-40B4-BE49-F238E27FC236}">
                              <a16:creationId xmlns:a16="http://schemas.microsoft.com/office/drawing/2014/main" id="{CA9AC8A9-3137-4E67-B337-C811310684B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527" name="Flowchart: Connector 7526">
                          <a:extLst>
                            <a:ext uri="{FF2B5EF4-FFF2-40B4-BE49-F238E27FC236}">
                              <a16:creationId xmlns:a16="http://schemas.microsoft.com/office/drawing/2014/main" id="{1FCE5417-C7B4-44FF-8FDC-A618D3226AE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28" name="3D Model 7527" descr="Sphere">
                              <a:extLst>
                                <a:ext uri="{FF2B5EF4-FFF2-40B4-BE49-F238E27FC236}">
                                  <a16:creationId xmlns:a16="http://schemas.microsoft.com/office/drawing/2014/main" id="{1A9E0C88-67F8-421E-8123-440C4ED6D91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9403415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529" name="Flowchart: Connector 7528">
                          <a:extLst>
                            <a:ext uri="{FF2B5EF4-FFF2-40B4-BE49-F238E27FC236}">
                              <a16:creationId xmlns:a16="http://schemas.microsoft.com/office/drawing/2014/main" id="{C5B5EC11-3FF4-4E6F-933D-D89C579833E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30" name="3D Model 7529" descr="Sphere">
                              <a:extLst>
                                <a:ext uri="{FF2B5EF4-FFF2-40B4-BE49-F238E27FC236}">
                                  <a16:creationId xmlns:a16="http://schemas.microsoft.com/office/drawing/2014/main" id="{37B97515-D888-4CAC-B60A-C9A84B993BC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3776654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531" name="Flowchart: Connector 7530">
                          <a:extLst>
                            <a:ext uri="{FF2B5EF4-FFF2-40B4-BE49-F238E27FC236}">
                              <a16:creationId xmlns:a16="http://schemas.microsoft.com/office/drawing/2014/main" id="{3C71763C-5CF0-4409-9BC6-23D85308D7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32" name="3D Model 7531" descr="Sphere">
                              <a:extLst>
                                <a:ext uri="{FF2B5EF4-FFF2-40B4-BE49-F238E27FC236}">
                                  <a16:creationId xmlns:a16="http://schemas.microsoft.com/office/drawing/2014/main" id="{5A148604-AD5B-461A-9D40-BE571F1DB44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0439460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533" name="Flowchart: Connector 7532">
                          <a:extLst>
                            <a:ext uri="{FF2B5EF4-FFF2-40B4-BE49-F238E27FC236}">
                              <a16:creationId xmlns:a16="http://schemas.microsoft.com/office/drawing/2014/main" id="{D6ABFF80-88DB-42FC-ABE7-00BAE69049C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534" name="3D Model 7533" descr="Sphere">
                              <a:extLst>
                                <a:ext uri="{FF2B5EF4-FFF2-40B4-BE49-F238E27FC236}">
                                  <a16:creationId xmlns:a16="http://schemas.microsoft.com/office/drawing/2014/main" id="{7ED8F9F1-DDFF-465D-B47B-73FB6D0009D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419136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7503" name="Flowchart: Connector 7502">
                        <a:extLst>
                          <a:ext uri="{FF2B5EF4-FFF2-40B4-BE49-F238E27FC236}">
                            <a16:creationId xmlns:a16="http://schemas.microsoft.com/office/drawing/2014/main" id="{D56BB195-3928-4C68-A16A-C07F3D4371F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504" name="Flowchart: Connector 7503">
                        <a:extLst>
                          <a:ext uri="{FF2B5EF4-FFF2-40B4-BE49-F238E27FC236}">
                            <a16:creationId xmlns:a16="http://schemas.microsoft.com/office/drawing/2014/main" id="{5522A15C-37E0-43AE-9E04-5AB240ED735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505" name="Flowchart: Connector 7504">
                        <a:extLst>
                          <a:ext uri="{FF2B5EF4-FFF2-40B4-BE49-F238E27FC236}">
                            <a16:creationId xmlns:a16="http://schemas.microsoft.com/office/drawing/2014/main" id="{4B76D5EE-F351-4F32-96C6-E40CCACAE2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506" name="Flowchart: Connector 7505">
                        <a:extLst>
                          <a:ext uri="{FF2B5EF4-FFF2-40B4-BE49-F238E27FC236}">
                            <a16:creationId xmlns:a16="http://schemas.microsoft.com/office/drawing/2014/main" id="{17B901F6-E1B2-4303-ADDD-A1A48B3A721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507" name="Flowchart: Connector 7506">
                        <a:extLst>
                          <a:ext uri="{FF2B5EF4-FFF2-40B4-BE49-F238E27FC236}">
                            <a16:creationId xmlns:a16="http://schemas.microsoft.com/office/drawing/2014/main" id="{C35A5E7E-357C-42F0-B5D6-466C0E5FCCF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508" name="Flowchart: Connector 7507">
                        <a:extLst>
                          <a:ext uri="{FF2B5EF4-FFF2-40B4-BE49-F238E27FC236}">
                            <a16:creationId xmlns:a16="http://schemas.microsoft.com/office/drawing/2014/main" id="{E887047B-D7C5-403E-8A4B-7ED6B304029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509" name="Flowchart: Connector 7508">
                        <a:extLst>
                          <a:ext uri="{FF2B5EF4-FFF2-40B4-BE49-F238E27FC236}">
                            <a16:creationId xmlns:a16="http://schemas.microsoft.com/office/drawing/2014/main" id="{A2BB78F8-AF84-4CE2-979E-8EE6FFAFA0D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510" name="Flowchart: Connector 7509">
                        <a:extLst>
                          <a:ext uri="{FF2B5EF4-FFF2-40B4-BE49-F238E27FC236}">
                            <a16:creationId xmlns:a16="http://schemas.microsoft.com/office/drawing/2014/main" id="{609637E3-37E2-47D0-9FD4-59DB8CA2473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511" name="Flowchart: Connector 7510">
                        <a:extLst>
                          <a:ext uri="{FF2B5EF4-FFF2-40B4-BE49-F238E27FC236}">
                            <a16:creationId xmlns:a16="http://schemas.microsoft.com/office/drawing/2014/main" id="{C71D4ED7-0423-4C11-85C6-AC039217FB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512" name="3D Model 7511" descr="Sphere">
                            <a:extLst>
                              <a:ext uri="{FF2B5EF4-FFF2-40B4-BE49-F238E27FC236}">
                                <a16:creationId xmlns:a16="http://schemas.microsoft.com/office/drawing/2014/main" id="{2A98711B-9C01-470B-962E-18394F72976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2984173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513" name="Flowchart: Connector 7512">
                        <a:extLst>
                          <a:ext uri="{FF2B5EF4-FFF2-40B4-BE49-F238E27FC236}">
                            <a16:creationId xmlns:a16="http://schemas.microsoft.com/office/drawing/2014/main" id="{16441158-5483-43DE-97C5-E36E586AB8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514" name="3D Model 7513" descr="Sphere">
                            <a:extLst>
                              <a:ext uri="{FF2B5EF4-FFF2-40B4-BE49-F238E27FC236}">
                                <a16:creationId xmlns:a16="http://schemas.microsoft.com/office/drawing/2014/main" id="{2A406155-8271-4F1E-AC9B-0257461DC86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81094684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515" name="Flowchart: Connector 7514">
                        <a:extLst>
                          <a:ext uri="{FF2B5EF4-FFF2-40B4-BE49-F238E27FC236}">
                            <a16:creationId xmlns:a16="http://schemas.microsoft.com/office/drawing/2014/main" id="{91725F96-7A32-48D9-BE6F-E4E0DDCDA6F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516" name="3D Model 7515" descr="Sphere">
                            <a:extLst>
                              <a:ext uri="{FF2B5EF4-FFF2-40B4-BE49-F238E27FC236}">
                                <a16:creationId xmlns:a16="http://schemas.microsoft.com/office/drawing/2014/main" id="{AC95730B-5AAC-43A4-B47E-133D2FCB501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37969085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517" name="Flowchart: Connector 7516">
                        <a:extLst>
                          <a:ext uri="{FF2B5EF4-FFF2-40B4-BE49-F238E27FC236}">
                            <a16:creationId xmlns:a16="http://schemas.microsoft.com/office/drawing/2014/main" id="{CD17EE6D-D956-4E85-BC6B-30ACE6A2D72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518" name="3D Model 7517" descr="Sphere">
                            <a:extLst>
                              <a:ext uri="{FF2B5EF4-FFF2-40B4-BE49-F238E27FC236}">
                                <a16:creationId xmlns:a16="http://schemas.microsoft.com/office/drawing/2014/main" id="{C31A9114-F6A5-49F8-BC09-F340C8B3B9B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04312512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7468" name="Freeform: Shape 7467">
                    <a:extLst>
                      <a:ext uri="{FF2B5EF4-FFF2-40B4-BE49-F238E27FC236}">
                        <a16:creationId xmlns:a16="http://schemas.microsoft.com/office/drawing/2014/main" id="{657F6EA5-BED3-4251-8DFB-B6365A7DC2F1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469" name="Freeform: Shape 7468">
                    <a:extLst>
                      <a:ext uri="{FF2B5EF4-FFF2-40B4-BE49-F238E27FC236}">
                        <a16:creationId xmlns:a16="http://schemas.microsoft.com/office/drawing/2014/main" id="{F271ECB2-36AA-4319-9339-EF7FB1A9DB8D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470" name="Freeform: Shape 7469">
                    <a:extLst>
                      <a:ext uri="{FF2B5EF4-FFF2-40B4-BE49-F238E27FC236}">
                        <a16:creationId xmlns:a16="http://schemas.microsoft.com/office/drawing/2014/main" id="{8AADB59D-C530-4568-AE42-0AC0EF43DA84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471" name="Freeform: Shape 7470">
                    <a:extLst>
                      <a:ext uri="{FF2B5EF4-FFF2-40B4-BE49-F238E27FC236}">
                        <a16:creationId xmlns:a16="http://schemas.microsoft.com/office/drawing/2014/main" id="{EC59EF69-B6D0-4984-A55F-04711C412B6C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472" name="Freeform: Shape 7471">
                    <a:extLst>
                      <a:ext uri="{FF2B5EF4-FFF2-40B4-BE49-F238E27FC236}">
                        <a16:creationId xmlns:a16="http://schemas.microsoft.com/office/drawing/2014/main" id="{0469056B-DD20-4A35-A7F7-3033BEBB9433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473" name="Freeform: Shape 7472">
                    <a:extLst>
                      <a:ext uri="{FF2B5EF4-FFF2-40B4-BE49-F238E27FC236}">
                        <a16:creationId xmlns:a16="http://schemas.microsoft.com/office/drawing/2014/main" id="{0A1BD088-7210-4ECD-84F8-7D575AC27265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474" name="Freeform: Shape 7473">
                    <a:extLst>
                      <a:ext uri="{FF2B5EF4-FFF2-40B4-BE49-F238E27FC236}">
                        <a16:creationId xmlns:a16="http://schemas.microsoft.com/office/drawing/2014/main" id="{D70FAE58-BC6C-42C8-B5BC-6B087245039C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475" name="Freeform: Shape 7474">
                    <a:extLst>
                      <a:ext uri="{FF2B5EF4-FFF2-40B4-BE49-F238E27FC236}">
                        <a16:creationId xmlns:a16="http://schemas.microsoft.com/office/drawing/2014/main" id="{2C5AEE3A-50F0-4A67-BFAD-2DAAC6BF99D0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476" name="Freeform: Shape 7475">
                    <a:extLst>
                      <a:ext uri="{FF2B5EF4-FFF2-40B4-BE49-F238E27FC236}">
                        <a16:creationId xmlns:a16="http://schemas.microsoft.com/office/drawing/2014/main" id="{51537F31-B7D0-4DF7-9FA9-1A0AF505BB78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477" name="Freeform: Shape 7476">
                    <a:extLst>
                      <a:ext uri="{FF2B5EF4-FFF2-40B4-BE49-F238E27FC236}">
                        <a16:creationId xmlns:a16="http://schemas.microsoft.com/office/drawing/2014/main" id="{8B7FB1A7-D60B-4E80-A603-4F21AF3D986C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478" name="Freeform: Shape 7477">
                    <a:extLst>
                      <a:ext uri="{FF2B5EF4-FFF2-40B4-BE49-F238E27FC236}">
                        <a16:creationId xmlns:a16="http://schemas.microsoft.com/office/drawing/2014/main" id="{F68FA328-E5F1-422D-9C25-543BBC2914A3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479" name="Freeform: Shape 7478">
                    <a:extLst>
                      <a:ext uri="{FF2B5EF4-FFF2-40B4-BE49-F238E27FC236}">
                        <a16:creationId xmlns:a16="http://schemas.microsoft.com/office/drawing/2014/main" id="{34F6B235-A2E7-4454-BADB-4679DE81FDF3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7464" name="Freeform: Shape 7463">
                  <a:extLst>
                    <a:ext uri="{FF2B5EF4-FFF2-40B4-BE49-F238E27FC236}">
                      <a16:creationId xmlns:a16="http://schemas.microsoft.com/office/drawing/2014/main" id="{CCAE6C33-AF7F-4F2F-A164-262BBD2EFAD4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465" name="Freeform: Shape 7464">
                  <a:extLst>
                    <a:ext uri="{FF2B5EF4-FFF2-40B4-BE49-F238E27FC236}">
                      <a16:creationId xmlns:a16="http://schemas.microsoft.com/office/drawing/2014/main" id="{09D74FA7-9C35-45B5-A7B7-EBF7F0ED96D4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466" name="Freeform: Shape 7465">
                  <a:extLst>
                    <a:ext uri="{FF2B5EF4-FFF2-40B4-BE49-F238E27FC236}">
                      <a16:creationId xmlns:a16="http://schemas.microsoft.com/office/drawing/2014/main" id="{93BBB353-7792-4675-BDD5-14616B4088AF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7762" name="Group 7761">
                <a:extLst>
                  <a:ext uri="{FF2B5EF4-FFF2-40B4-BE49-F238E27FC236}">
                    <a16:creationId xmlns:a16="http://schemas.microsoft.com/office/drawing/2014/main" id="{6EA46BED-ED0F-4933-9115-A72BEE005A7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566293" y="6040172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7763" name="Group 7762">
                  <a:extLst>
                    <a:ext uri="{FF2B5EF4-FFF2-40B4-BE49-F238E27FC236}">
                      <a16:creationId xmlns:a16="http://schemas.microsoft.com/office/drawing/2014/main" id="{CA009953-6C49-4D59-930D-9AF8506595F7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7767" name="Group 7766">
                    <a:extLst>
                      <a:ext uri="{FF2B5EF4-FFF2-40B4-BE49-F238E27FC236}">
                        <a16:creationId xmlns:a16="http://schemas.microsoft.com/office/drawing/2014/main" id="{DFDA5FB7-9008-4D2E-8275-56E4BA43D12E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7780" name="Group 7779">
                      <a:extLst>
                        <a:ext uri="{FF2B5EF4-FFF2-40B4-BE49-F238E27FC236}">
                          <a16:creationId xmlns:a16="http://schemas.microsoft.com/office/drawing/2014/main" id="{662BE548-65E2-4068-A977-6B65F9D0BD7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8001" name="Group 8000">
                        <a:extLst>
                          <a:ext uri="{FF2B5EF4-FFF2-40B4-BE49-F238E27FC236}">
                            <a16:creationId xmlns:a16="http://schemas.microsoft.com/office/drawing/2014/main" id="{79F8F9A0-9179-459F-862E-3CFC334047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8058" name="Flowchart: Connector 8057">
                          <a:extLst>
                            <a:ext uri="{FF2B5EF4-FFF2-40B4-BE49-F238E27FC236}">
                              <a16:creationId xmlns:a16="http://schemas.microsoft.com/office/drawing/2014/main" id="{F6D24E02-DD83-4583-9EC3-2455F089BCD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59" name="Flowchart: Connector 8058">
                          <a:extLst>
                            <a:ext uri="{FF2B5EF4-FFF2-40B4-BE49-F238E27FC236}">
                              <a16:creationId xmlns:a16="http://schemas.microsoft.com/office/drawing/2014/main" id="{7B5373EB-EE91-42A9-BCB3-0D07F0DFC36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60" name="Flowchart: Connector 8059">
                          <a:extLst>
                            <a:ext uri="{FF2B5EF4-FFF2-40B4-BE49-F238E27FC236}">
                              <a16:creationId xmlns:a16="http://schemas.microsoft.com/office/drawing/2014/main" id="{00F09737-042E-4045-8DF8-3D8B1E73907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61" name="Flowchart: Connector 8060">
                          <a:extLst>
                            <a:ext uri="{FF2B5EF4-FFF2-40B4-BE49-F238E27FC236}">
                              <a16:creationId xmlns:a16="http://schemas.microsoft.com/office/drawing/2014/main" id="{557125E3-D7DB-4DF8-9073-2D842DB8523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002" name="Group 8001">
                        <a:extLst>
                          <a:ext uri="{FF2B5EF4-FFF2-40B4-BE49-F238E27FC236}">
                            <a16:creationId xmlns:a16="http://schemas.microsoft.com/office/drawing/2014/main" id="{2EA8BD5F-84AC-4C3E-8C1D-CB2D77C9152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8003" name="Group 8002">
                          <a:extLst>
                            <a:ext uri="{FF2B5EF4-FFF2-40B4-BE49-F238E27FC236}">
                              <a16:creationId xmlns:a16="http://schemas.microsoft.com/office/drawing/2014/main" id="{187B1D20-8893-4E34-8CEA-68FD9D887C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51" name="3D Model 8050" descr="Sphere">
                                <a:extLst>
                                  <a:ext uri="{FF2B5EF4-FFF2-40B4-BE49-F238E27FC236}">
                                    <a16:creationId xmlns:a16="http://schemas.microsoft.com/office/drawing/2014/main" id="{60A620F2-06B3-4A50-B5B3-62EA26AC391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08930333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052" name="Flowchart: Connector 8051">
                            <a:extLst>
                              <a:ext uri="{FF2B5EF4-FFF2-40B4-BE49-F238E27FC236}">
                                <a16:creationId xmlns:a16="http://schemas.microsoft.com/office/drawing/2014/main" id="{B5DF2733-744E-4CBB-9AB2-8806CE4638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53" name="3D Model 8052" descr="Sphere">
                                <a:extLst>
                                  <a:ext uri="{FF2B5EF4-FFF2-40B4-BE49-F238E27FC236}">
                                    <a16:creationId xmlns:a16="http://schemas.microsoft.com/office/drawing/2014/main" id="{0FE867C7-9BB5-4F01-B701-35A70142802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6131739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054" name="Flowchart: Connector 8053">
                            <a:extLst>
                              <a:ext uri="{FF2B5EF4-FFF2-40B4-BE49-F238E27FC236}">
                                <a16:creationId xmlns:a16="http://schemas.microsoft.com/office/drawing/2014/main" id="{C29122A0-BA1A-4BED-8B74-05E296EDE3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55" name="3D Model 8054" descr="Sphere">
                                <a:extLst>
                                  <a:ext uri="{FF2B5EF4-FFF2-40B4-BE49-F238E27FC236}">
                                    <a16:creationId xmlns:a16="http://schemas.microsoft.com/office/drawing/2014/main" id="{0A22D506-6583-4E3D-B21F-A76356F715F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7667800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056" name="Flowchart: Connector 8055">
                            <a:extLst>
                              <a:ext uri="{FF2B5EF4-FFF2-40B4-BE49-F238E27FC236}">
                                <a16:creationId xmlns:a16="http://schemas.microsoft.com/office/drawing/2014/main" id="{8075E8AC-214C-4E60-A9E1-7C388B270E0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57" name="3D Model 8056" descr="Sphere">
                                <a:extLst>
                                  <a:ext uri="{FF2B5EF4-FFF2-40B4-BE49-F238E27FC236}">
                                    <a16:creationId xmlns:a16="http://schemas.microsoft.com/office/drawing/2014/main" id="{44CF8CC2-6B03-4B35-9E8B-EDF3D6F0B23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8392299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004" name="Group 8003">
                          <a:extLst>
                            <a:ext uri="{FF2B5EF4-FFF2-40B4-BE49-F238E27FC236}">
                              <a16:creationId xmlns:a16="http://schemas.microsoft.com/office/drawing/2014/main" id="{379D0DF0-DD0B-43CD-8AAD-23CAD29CA3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8036" name="Flowchart: Connector 8035">
                            <a:extLst>
                              <a:ext uri="{FF2B5EF4-FFF2-40B4-BE49-F238E27FC236}">
                                <a16:creationId xmlns:a16="http://schemas.microsoft.com/office/drawing/2014/main" id="{A1BF2B9B-729D-46D8-AEE2-49FF03A188F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37" name="Flowchart: Connector 8036">
                            <a:extLst>
                              <a:ext uri="{FF2B5EF4-FFF2-40B4-BE49-F238E27FC236}">
                                <a16:creationId xmlns:a16="http://schemas.microsoft.com/office/drawing/2014/main" id="{7D7C84F6-DB4F-44EF-9351-5BF4B143525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38" name="Flowchart: Connector 8037">
                            <a:extLst>
                              <a:ext uri="{FF2B5EF4-FFF2-40B4-BE49-F238E27FC236}">
                                <a16:creationId xmlns:a16="http://schemas.microsoft.com/office/drawing/2014/main" id="{38AD8F41-A233-400B-80A7-7FC802BBE01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39" name="Flowchart: Connector 8038">
                            <a:extLst>
                              <a:ext uri="{FF2B5EF4-FFF2-40B4-BE49-F238E27FC236}">
                                <a16:creationId xmlns:a16="http://schemas.microsoft.com/office/drawing/2014/main" id="{7A22F25D-DC3F-4873-B34F-8843F367F0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40" name="Flowchart: Connector 8039">
                            <a:extLst>
                              <a:ext uri="{FF2B5EF4-FFF2-40B4-BE49-F238E27FC236}">
                                <a16:creationId xmlns:a16="http://schemas.microsoft.com/office/drawing/2014/main" id="{4634B000-CEB6-46B7-9D75-32EDBC79153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41" name="Flowchart: Connector 8040">
                            <a:extLst>
                              <a:ext uri="{FF2B5EF4-FFF2-40B4-BE49-F238E27FC236}">
                                <a16:creationId xmlns:a16="http://schemas.microsoft.com/office/drawing/2014/main" id="{D21CEE2A-C081-4E03-80D3-FF6ECA4D3D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42" name="Flowchart: Connector 8041">
                            <a:extLst>
                              <a:ext uri="{FF2B5EF4-FFF2-40B4-BE49-F238E27FC236}">
                                <a16:creationId xmlns:a16="http://schemas.microsoft.com/office/drawing/2014/main" id="{C4E07638-DE75-4058-8207-356686BEA43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43" name="Flowchart: Connector 8042">
                            <a:extLst>
                              <a:ext uri="{FF2B5EF4-FFF2-40B4-BE49-F238E27FC236}">
                                <a16:creationId xmlns:a16="http://schemas.microsoft.com/office/drawing/2014/main" id="{94C5B48F-C43F-4302-A3EF-B59D8689E21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44" name="3D Model 8043" descr="Sphere">
                                <a:extLst>
                                  <a:ext uri="{FF2B5EF4-FFF2-40B4-BE49-F238E27FC236}">
                                    <a16:creationId xmlns:a16="http://schemas.microsoft.com/office/drawing/2014/main" id="{AF25C69E-8FAD-41A3-94F1-481B5EEF4EC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6210181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045" name="Flowchart: Connector 8044">
                            <a:extLst>
                              <a:ext uri="{FF2B5EF4-FFF2-40B4-BE49-F238E27FC236}">
                                <a16:creationId xmlns:a16="http://schemas.microsoft.com/office/drawing/2014/main" id="{62AF0AEB-08F4-48DC-9EB0-6CE08EED7AF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46" name="3D Model 8045" descr="Sphere">
                                <a:extLst>
                                  <a:ext uri="{FF2B5EF4-FFF2-40B4-BE49-F238E27FC236}">
                                    <a16:creationId xmlns:a16="http://schemas.microsoft.com/office/drawing/2014/main" id="{C64C896E-0E2D-4757-99AE-F64BFB8E035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3668429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047" name="Flowchart: Connector 8046">
                            <a:extLst>
                              <a:ext uri="{FF2B5EF4-FFF2-40B4-BE49-F238E27FC236}">
                                <a16:creationId xmlns:a16="http://schemas.microsoft.com/office/drawing/2014/main" id="{D570D22B-7340-4105-8E9B-9886825D7B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48" name="3D Model 8047" descr="Sphere">
                                <a:extLst>
                                  <a:ext uri="{FF2B5EF4-FFF2-40B4-BE49-F238E27FC236}">
                                    <a16:creationId xmlns:a16="http://schemas.microsoft.com/office/drawing/2014/main" id="{8EFADE9A-6400-475E-B85A-3124AAAF42E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1042496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049" name="Flowchart: Connector 8048">
                            <a:extLst>
                              <a:ext uri="{FF2B5EF4-FFF2-40B4-BE49-F238E27FC236}">
                                <a16:creationId xmlns:a16="http://schemas.microsoft.com/office/drawing/2014/main" id="{E5EA33B3-B2F9-4D42-8554-8CFAB3211DF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50" name="3D Model 8049" descr="Sphere">
                                <a:extLst>
                                  <a:ext uri="{FF2B5EF4-FFF2-40B4-BE49-F238E27FC236}">
                                    <a16:creationId xmlns:a16="http://schemas.microsoft.com/office/drawing/2014/main" id="{B2DC51A4-B621-4F9E-9F12-BD6AED8AE64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8792722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005" name="Group 8004">
                          <a:extLst>
                            <a:ext uri="{FF2B5EF4-FFF2-40B4-BE49-F238E27FC236}">
                              <a16:creationId xmlns:a16="http://schemas.microsoft.com/office/drawing/2014/main" id="{9A8F5065-E666-49B2-9BBE-E4F2D273A6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8021" name="Flowchart: Connector 8020">
                            <a:extLst>
                              <a:ext uri="{FF2B5EF4-FFF2-40B4-BE49-F238E27FC236}">
                                <a16:creationId xmlns:a16="http://schemas.microsoft.com/office/drawing/2014/main" id="{3125349E-6996-4FEB-844F-6F3E659E24E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2" name="Flowchart: Connector 8021">
                            <a:extLst>
                              <a:ext uri="{FF2B5EF4-FFF2-40B4-BE49-F238E27FC236}">
                                <a16:creationId xmlns:a16="http://schemas.microsoft.com/office/drawing/2014/main" id="{094D40FE-E8D4-4C67-99F6-DF0D38886AC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3" name="Flowchart: Connector 8022">
                            <a:extLst>
                              <a:ext uri="{FF2B5EF4-FFF2-40B4-BE49-F238E27FC236}">
                                <a16:creationId xmlns:a16="http://schemas.microsoft.com/office/drawing/2014/main" id="{435A65EB-25D9-4296-B6B8-F7B6DC8D97E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4" name="Flowchart: Connector 8023">
                            <a:extLst>
                              <a:ext uri="{FF2B5EF4-FFF2-40B4-BE49-F238E27FC236}">
                                <a16:creationId xmlns:a16="http://schemas.microsoft.com/office/drawing/2014/main" id="{8C7D03BA-C05C-4AF8-88F7-9E2B63F101C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5" name="Flowchart: Connector 8024">
                            <a:extLst>
                              <a:ext uri="{FF2B5EF4-FFF2-40B4-BE49-F238E27FC236}">
                                <a16:creationId xmlns:a16="http://schemas.microsoft.com/office/drawing/2014/main" id="{EC5D9F8D-B5DB-4CF2-946E-4B807BAE1BB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6" name="Flowchart: Connector 8025">
                            <a:extLst>
                              <a:ext uri="{FF2B5EF4-FFF2-40B4-BE49-F238E27FC236}">
                                <a16:creationId xmlns:a16="http://schemas.microsoft.com/office/drawing/2014/main" id="{E732BE53-4266-4834-BB6A-672AB1251C0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7" name="Flowchart: Connector 8026">
                            <a:extLst>
                              <a:ext uri="{FF2B5EF4-FFF2-40B4-BE49-F238E27FC236}">
                                <a16:creationId xmlns:a16="http://schemas.microsoft.com/office/drawing/2014/main" id="{606469C8-BE38-4587-857B-AF190C8125F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028" name="Flowchart: Connector 8027">
                            <a:extLst>
                              <a:ext uri="{FF2B5EF4-FFF2-40B4-BE49-F238E27FC236}">
                                <a16:creationId xmlns:a16="http://schemas.microsoft.com/office/drawing/2014/main" id="{73FAD642-E196-4FE0-8A5E-B721F077D0D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29" name="3D Model 8028" descr="Sphere">
                                <a:extLst>
                                  <a:ext uri="{FF2B5EF4-FFF2-40B4-BE49-F238E27FC236}">
                                    <a16:creationId xmlns:a16="http://schemas.microsoft.com/office/drawing/2014/main" id="{33CCABC4-9FF9-442D-A02F-B9BB1200354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8232740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030" name="Flowchart: Connector 8029">
                            <a:extLst>
                              <a:ext uri="{FF2B5EF4-FFF2-40B4-BE49-F238E27FC236}">
                                <a16:creationId xmlns:a16="http://schemas.microsoft.com/office/drawing/2014/main" id="{6B0ED260-FAB2-4909-96A8-A223DA7294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31" name="3D Model 8030" descr="Sphere">
                                <a:extLst>
                                  <a:ext uri="{FF2B5EF4-FFF2-40B4-BE49-F238E27FC236}">
                                    <a16:creationId xmlns:a16="http://schemas.microsoft.com/office/drawing/2014/main" id="{AB4D33F6-C370-420A-BCDA-28658E897C3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9228816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032" name="Flowchart: Connector 8031">
                            <a:extLst>
                              <a:ext uri="{FF2B5EF4-FFF2-40B4-BE49-F238E27FC236}">
                                <a16:creationId xmlns:a16="http://schemas.microsoft.com/office/drawing/2014/main" id="{433507A2-1D20-4ED7-8142-87DC8710A21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33" name="3D Model 8032" descr="Sphere">
                                <a:extLst>
                                  <a:ext uri="{FF2B5EF4-FFF2-40B4-BE49-F238E27FC236}">
                                    <a16:creationId xmlns:a16="http://schemas.microsoft.com/office/drawing/2014/main" id="{E1240F7A-C9C2-41DD-A84D-FA41923A0D3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1064253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034" name="Flowchart: Connector 8033">
                            <a:extLst>
                              <a:ext uri="{FF2B5EF4-FFF2-40B4-BE49-F238E27FC236}">
                                <a16:creationId xmlns:a16="http://schemas.microsoft.com/office/drawing/2014/main" id="{AFE6756C-0503-498A-8A51-780BF5F192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035" name="3D Model 8034" descr="Sphere">
                                <a:extLst>
                                  <a:ext uri="{FF2B5EF4-FFF2-40B4-BE49-F238E27FC236}">
                                    <a16:creationId xmlns:a16="http://schemas.microsoft.com/office/drawing/2014/main" id="{CACBB493-27DC-4B52-BAF9-7E33B2F332D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8588106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006" name="Flowchart: Connector 8005">
                          <a:extLst>
                            <a:ext uri="{FF2B5EF4-FFF2-40B4-BE49-F238E27FC236}">
                              <a16:creationId xmlns:a16="http://schemas.microsoft.com/office/drawing/2014/main" id="{57894485-E695-4F38-BCFA-1C178484B42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07" name="Flowchart: Connector 8006">
                          <a:extLst>
                            <a:ext uri="{FF2B5EF4-FFF2-40B4-BE49-F238E27FC236}">
                              <a16:creationId xmlns:a16="http://schemas.microsoft.com/office/drawing/2014/main" id="{EC138E04-B0D8-4B9A-9EEF-E979688021C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08" name="Flowchart: Connector 8007">
                          <a:extLst>
                            <a:ext uri="{FF2B5EF4-FFF2-40B4-BE49-F238E27FC236}">
                              <a16:creationId xmlns:a16="http://schemas.microsoft.com/office/drawing/2014/main" id="{408F1E69-3549-49D4-8C48-0B5863403F2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09" name="Flowchart: Connector 8008">
                          <a:extLst>
                            <a:ext uri="{FF2B5EF4-FFF2-40B4-BE49-F238E27FC236}">
                              <a16:creationId xmlns:a16="http://schemas.microsoft.com/office/drawing/2014/main" id="{7FFC7529-558D-4C03-A20A-0D0931084D5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10" name="Flowchart: Connector 8009">
                          <a:extLst>
                            <a:ext uri="{FF2B5EF4-FFF2-40B4-BE49-F238E27FC236}">
                              <a16:creationId xmlns:a16="http://schemas.microsoft.com/office/drawing/2014/main" id="{7A4CAA83-A9FE-4333-B111-472504A8617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11" name="Flowchart: Connector 8010">
                          <a:extLst>
                            <a:ext uri="{FF2B5EF4-FFF2-40B4-BE49-F238E27FC236}">
                              <a16:creationId xmlns:a16="http://schemas.microsoft.com/office/drawing/2014/main" id="{C41D658E-4A3F-4A92-932C-A912643E595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12" name="Flowchart: Connector 8011">
                          <a:extLst>
                            <a:ext uri="{FF2B5EF4-FFF2-40B4-BE49-F238E27FC236}">
                              <a16:creationId xmlns:a16="http://schemas.microsoft.com/office/drawing/2014/main" id="{77AEA1FC-EC1A-4D25-AF02-E70234340F2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013" name="Flowchart: Connector 8012">
                          <a:extLst>
                            <a:ext uri="{FF2B5EF4-FFF2-40B4-BE49-F238E27FC236}">
                              <a16:creationId xmlns:a16="http://schemas.microsoft.com/office/drawing/2014/main" id="{51B1F1D5-CE0D-4687-BD0E-8388773D245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014" name="3D Model 8013" descr="Sphere">
                              <a:extLst>
                                <a:ext uri="{FF2B5EF4-FFF2-40B4-BE49-F238E27FC236}">
                                  <a16:creationId xmlns:a16="http://schemas.microsoft.com/office/drawing/2014/main" id="{8738D947-5360-41B8-8453-F4CA702087D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82262056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015" name="Flowchart: Connector 8014">
                          <a:extLst>
                            <a:ext uri="{FF2B5EF4-FFF2-40B4-BE49-F238E27FC236}">
                              <a16:creationId xmlns:a16="http://schemas.microsoft.com/office/drawing/2014/main" id="{84787312-0B11-424A-960D-A1AD259A8D7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016" name="3D Model 8015" descr="Sphere">
                              <a:extLst>
                                <a:ext uri="{FF2B5EF4-FFF2-40B4-BE49-F238E27FC236}">
                                  <a16:creationId xmlns:a16="http://schemas.microsoft.com/office/drawing/2014/main" id="{3DBE4C24-2FEE-49AB-9AF6-7630E13F95B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30112474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017" name="Flowchart: Connector 8016">
                          <a:extLst>
                            <a:ext uri="{FF2B5EF4-FFF2-40B4-BE49-F238E27FC236}">
                              <a16:creationId xmlns:a16="http://schemas.microsoft.com/office/drawing/2014/main" id="{AEEC7DE8-BB3F-4B41-95AF-785B7FF85D4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018" name="3D Model 8017" descr="Sphere">
                              <a:extLst>
                                <a:ext uri="{FF2B5EF4-FFF2-40B4-BE49-F238E27FC236}">
                                  <a16:creationId xmlns:a16="http://schemas.microsoft.com/office/drawing/2014/main" id="{B54B56C2-0E25-4598-8F88-BB27427E4FE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5583016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019" name="Flowchart: Connector 8018">
                          <a:extLst>
                            <a:ext uri="{FF2B5EF4-FFF2-40B4-BE49-F238E27FC236}">
                              <a16:creationId xmlns:a16="http://schemas.microsoft.com/office/drawing/2014/main" id="{3CF079D5-0FB6-473B-94A4-BD91B3CBA4C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020" name="3D Model 8019" descr="Sphere">
                              <a:extLst>
                                <a:ext uri="{FF2B5EF4-FFF2-40B4-BE49-F238E27FC236}">
                                  <a16:creationId xmlns:a16="http://schemas.microsoft.com/office/drawing/2014/main" id="{9CC6BB11-B08E-4BA6-89F1-6C5E2D927FF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10853706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7781" name="Group 7780">
                      <a:extLst>
                        <a:ext uri="{FF2B5EF4-FFF2-40B4-BE49-F238E27FC236}">
                          <a16:creationId xmlns:a16="http://schemas.microsoft.com/office/drawing/2014/main" id="{392DE1C4-F4DA-4A5F-A5FD-11694FA33E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7998" name="Flowchart: Connector 7997">
                        <a:extLst>
                          <a:ext uri="{FF2B5EF4-FFF2-40B4-BE49-F238E27FC236}">
                            <a16:creationId xmlns:a16="http://schemas.microsoft.com/office/drawing/2014/main" id="{942CF264-1198-41D5-BDD8-7CDEF139996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999" name="Flowchart: Connector 7998">
                        <a:extLst>
                          <a:ext uri="{FF2B5EF4-FFF2-40B4-BE49-F238E27FC236}">
                            <a16:creationId xmlns:a16="http://schemas.microsoft.com/office/drawing/2014/main" id="{EA3CDFC9-05D7-48C5-930A-AA567E451D1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000" name="Flowchart: Connector 7999">
                        <a:extLst>
                          <a:ext uri="{FF2B5EF4-FFF2-40B4-BE49-F238E27FC236}">
                            <a16:creationId xmlns:a16="http://schemas.microsoft.com/office/drawing/2014/main" id="{860DBE34-11A9-4338-BFF1-7099F753993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7782" name="Flowchart: Connector 7781">
                      <a:extLst>
                        <a:ext uri="{FF2B5EF4-FFF2-40B4-BE49-F238E27FC236}">
                          <a16:creationId xmlns:a16="http://schemas.microsoft.com/office/drawing/2014/main" id="{EAD4F8A6-1E39-43ED-8B56-CD09438F369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7783" name="Flowchart: Connector 7782">
                      <a:extLst>
                        <a:ext uri="{FF2B5EF4-FFF2-40B4-BE49-F238E27FC236}">
                          <a16:creationId xmlns:a16="http://schemas.microsoft.com/office/drawing/2014/main" id="{38E2379F-544A-4164-A887-723B05C13F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7784" name="Group 7783">
                      <a:extLst>
                        <a:ext uri="{FF2B5EF4-FFF2-40B4-BE49-F238E27FC236}">
                          <a16:creationId xmlns:a16="http://schemas.microsoft.com/office/drawing/2014/main" id="{EF1792E8-E2DA-4524-ADEB-F8B98ED5AE27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7995" name="Flowchart: Connector 7994">
                        <a:extLst>
                          <a:ext uri="{FF2B5EF4-FFF2-40B4-BE49-F238E27FC236}">
                            <a16:creationId xmlns:a16="http://schemas.microsoft.com/office/drawing/2014/main" id="{B39875A5-85B0-4F02-A1AB-F85539D4B5B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996" name="Flowchart: Connector 7995">
                        <a:extLst>
                          <a:ext uri="{FF2B5EF4-FFF2-40B4-BE49-F238E27FC236}">
                            <a16:creationId xmlns:a16="http://schemas.microsoft.com/office/drawing/2014/main" id="{7DB6F485-2F10-4B5F-BC0C-534F1CA972A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997" name="Flowchart: Connector 7996">
                        <a:extLst>
                          <a:ext uri="{FF2B5EF4-FFF2-40B4-BE49-F238E27FC236}">
                            <a16:creationId xmlns:a16="http://schemas.microsoft.com/office/drawing/2014/main" id="{FA7CD942-46F4-41AD-B386-28E3077D815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7785" name="Group 7784">
                      <a:extLst>
                        <a:ext uri="{FF2B5EF4-FFF2-40B4-BE49-F238E27FC236}">
                          <a16:creationId xmlns:a16="http://schemas.microsoft.com/office/drawing/2014/main" id="{2E27D768-6A1D-459C-BCAB-A14ECC4699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7930" name="Group 7929">
                        <a:extLst>
                          <a:ext uri="{FF2B5EF4-FFF2-40B4-BE49-F238E27FC236}">
                            <a16:creationId xmlns:a16="http://schemas.microsoft.com/office/drawing/2014/main" id="{2F75199D-F044-446D-822C-70A72CF527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7991" name="Flowchart: Connector 7990">
                          <a:extLst>
                            <a:ext uri="{FF2B5EF4-FFF2-40B4-BE49-F238E27FC236}">
                              <a16:creationId xmlns:a16="http://schemas.microsoft.com/office/drawing/2014/main" id="{4703FF48-03A3-4ABA-9EA1-7CB02176F5D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92" name="Flowchart: Connector 7991">
                          <a:extLst>
                            <a:ext uri="{FF2B5EF4-FFF2-40B4-BE49-F238E27FC236}">
                              <a16:creationId xmlns:a16="http://schemas.microsoft.com/office/drawing/2014/main" id="{0677667C-4339-494E-ABFD-3FCC2EECC4B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93" name="Flowchart: Connector 7992">
                          <a:extLst>
                            <a:ext uri="{FF2B5EF4-FFF2-40B4-BE49-F238E27FC236}">
                              <a16:creationId xmlns:a16="http://schemas.microsoft.com/office/drawing/2014/main" id="{6143E3FE-FCFC-44C6-9C49-F96837CAFAD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94" name="Flowchart: Connector 7993">
                          <a:extLst>
                            <a:ext uri="{FF2B5EF4-FFF2-40B4-BE49-F238E27FC236}">
                              <a16:creationId xmlns:a16="http://schemas.microsoft.com/office/drawing/2014/main" id="{F5DD9EBC-CC3B-4AFB-B059-2387D3CBC4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7931" name="Group 7930">
                        <a:extLst>
                          <a:ext uri="{FF2B5EF4-FFF2-40B4-BE49-F238E27FC236}">
                            <a16:creationId xmlns:a16="http://schemas.microsoft.com/office/drawing/2014/main" id="{7E12AE8E-2248-4B65-A939-27E13B8D16F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7932" name="Group 7931">
                          <a:extLst>
                            <a:ext uri="{FF2B5EF4-FFF2-40B4-BE49-F238E27FC236}">
                              <a16:creationId xmlns:a16="http://schemas.microsoft.com/office/drawing/2014/main" id="{52BC1231-6B8F-4CF7-B810-648FCB52D8C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7983" name="Flowchart: Connector 7982">
                            <a:extLst>
                              <a:ext uri="{FF2B5EF4-FFF2-40B4-BE49-F238E27FC236}">
                                <a16:creationId xmlns:a16="http://schemas.microsoft.com/office/drawing/2014/main" id="{8ED64A54-7706-460F-8F24-B12F6F2C75B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84" name="3D Model 7983" descr="Sphere">
                                <a:extLst>
                                  <a:ext uri="{FF2B5EF4-FFF2-40B4-BE49-F238E27FC236}">
                                    <a16:creationId xmlns:a16="http://schemas.microsoft.com/office/drawing/2014/main" id="{DF0600ED-C38B-4BB9-B0B1-C7B7B8F5368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0656697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85" name="Flowchart: Connector 7984">
                            <a:extLst>
                              <a:ext uri="{FF2B5EF4-FFF2-40B4-BE49-F238E27FC236}">
                                <a16:creationId xmlns:a16="http://schemas.microsoft.com/office/drawing/2014/main" id="{D6787BEA-9A12-40E1-986E-B1356887E96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86" name="3D Model 7985" descr="Sphere">
                                <a:extLst>
                                  <a:ext uri="{FF2B5EF4-FFF2-40B4-BE49-F238E27FC236}">
                                    <a16:creationId xmlns:a16="http://schemas.microsoft.com/office/drawing/2014/main" id="{178FC1BA-08A2-48D6-B75B-9A096F8FA13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9020172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87" name="Flowchart: Connector 7986">
                            <a:extLst>
                              <a:ext uri="{FF2B5EF4-FFF2-40B4-BE49-F238E27FC236}">
                                <a16:creationId xmlns:a16="http://schemas.microsoft.com/office/drawing/2014/main" id="{81F475B4-BF00-4DC5-B0B6-EAFA7ABBD0A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88" name="3D Model 7987" descr="Sphere">
                                <a:extLst>
                                  <a:ext uri="{FF2B5EF4-FFF2-40B4-BE49-F238E27FC236}">
                                    <a16:creationId xmlns:a16="http://schemas.microsoft.com/office/drawing/2014/main" id="{F49D2048-0965-404C-96B9-207D1E503D3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5470319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89" name="Flowchart: Connector 7988">
                            <a:extLst>
                              <a:ext uri="{FF2B5EF4-FFF2-40B4-BE49-F238E27FC236}">
                                <a16:creationId xmlns:a16="http://schemas.microsoft.com/office/drawing/2014/main" id="{D4D08722-5FEC-4560-A9CD-047A38D7FF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90" name="3D Model 7989" descr="Sphere">
                                <a:extLst>
                                  <a:ext uri="{FF2B5EF4-FFF2-40B4-BE49-F238E27FC236}">
                                    <a16:creationId xmlns:a16="http://schemas.microsoft.com/office/drawing/2014/main" id="{2796A9C8-F73A-4D4F-B10A-0E39788C5B3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7430575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933" name="Group 7932">
                          <a:extLst>
                            <a:ext uri="{FF2B5EF4-FFF2-40B4-BE49-F238E27FC236}">
                              <a16:creationId xmlns:a16="http://schemas.microsoft.com/office/drawing/2014/main" id="{595AE2A4-BEBE-49B2-AA6E-9BFCF952C8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7967" name="Flowchart: Connector 7966">
                            <a:extLst>
                              <a:ext uri="{FF2B5EF4-FFF2-40B4-BE49-F238E27FC236}">
                                <a16:creationId xmlns:a16="http://schemas.microsoft.com/office/drawing/2014/main" id="{20F23FBD-DE95-44C1-A727-9D133AB2A7A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68" name="Flowchart: Connector 7967">
                            <a:extLst>
                              <a:ext uri="{FF2B5EF4-FFF2-40B4-BE49-F238E27FC236}">
                                <a16:creationId xmlns:a16="http://schemas.microsoft.com/office/drawing/2014/main" id="{800E3C08-1030-4109-A2BB-4CFAEAFDCD5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69" name="Flowchart: Connector 7968">
                            <a:extLst>
                              <a:ext uri="{FF2B5EF4-FFF2-40B4-BE49-F238E27FC236}">
                                <a16:creationId xmlns:a16="http://schemas.microsoft.com/office/drawing/2014/main" id="{8416B7A2-B3DB-4257-9904-B2D0B18BE2B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70" name="Flowchart: Connector 7969">
                            <a:extLst>
                              <a:ext uri="{FF2B5EF4-FFF2-40B4-BE49-F238E27FC236}">
                                <a16:creationId xmlns:a16="http://schemas.microsoft.com/office/drawing/2014/main" id="{6083BEBE-86D0-4112-99F2-02A3BB1F21F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71" name="Flowchart: Connector 7970">
                            <a:extLst>
                              <a:ext uri="{FF2B5EF4-FFF2-40B4-BE49-F238E27FC236}">
                                <a16:creationId xmlns:a16="http://schemas.microsoft.com/office/drawing/2014/main" id="{09FB1292-13E7-4CE7-AF69-7B6C34FF3EE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72" name="Flowchart: Connector 7971">
                            <a:extLst>
                              <a:ext uri="{FF2B5EF4-FFF2-40B4-BE49-F238E27FC236}">
                                <a16:creationId xmlns:a16="http://schemas.microsoft.com/office/drawing/2014/main" id="{E6013C42-2799-4523-951B-87BE22E0B1F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73" name="Flowchart: Connector 7972">
                            <a:extLst>
                              <a:ext uri="{FF2B5EF4-FFF2-40B4-BE49-F238E27FC236}">
                                <a16:creationId xmlns:a16="http://schemas.microsoft.com/office/drawing/2014/main" id="{89ECEC75-7DBC-4E47-8066-1A3CADF30A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74" name="Flowchart: Connector 7973">
                            <a:extLst>
                              <a:ext uri="{FF2B5EF4-FFF2-40B4-BE49-F238E27FC236}">
                                <a16:creationId xmlns:a16="http://schemas.microsoft.com/office/drawing/2014/main" id="{09A7AD97-7549-4838-9821-F24B38BD77B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75" name="Flowchart: Connector 7974">
                            <a:extLst>
                              <a:ext uri="{FF2B5EF4-FFF2-40B4-BE49-F238E27FC236}">
                                <a16:creationId xmlns:a16="http://schemas.microsoft.com/office/drawing/2014/main" id="{06503F2B-2026-4B3D-A151-1E53120FE34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76" name="3D Model 7975" descr="Sphere">
                                <a:extLst>
                                  <a:ext uri="{FF2B5EF4-FFF2-40B4-BE49-F238E27FC236}">
                                    <a16:creationId xmlns:a16="http://schemas.microsoft.com/office/drawing/2014/main" id="{BF02EE45-D5AD-4DD3-8CFE-345E5535FF3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2583582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77" name="Flowchart: Connector 7976">
                            <a:extLst>
                              <a:ext uri="{FF2B5EF4-FFF2-40B4-BE49-F238E27FC236}">
                                <a16:creationId xmlns:a16="http://schemas.microsoft.com/office/drawing/2014/main" id="{9A51CA9F-1E16-4092-BD16-23EA420E1A7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78" name="3D Model 7977" descr="Sphere">
                                <a:extLst>
                                  <a:ext uri="{FF2B5EF4-FFF2-40B4-BE49-F238E27FC236}">
                                    <a16:creationId xmlns:a16="http://schemas.microsoft.com/office/drawing/2014/main" id="{B72248A0-2CA0-4701-AAFA-BCED7FED076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3796001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79" name="Flowchart: Connector 7978">
                            <a:extLst>
                              <a:ext uri="{FF2B5EF4-FFF2-40B4-BE49-F238E27FC236}">
                                <a16:creationId xmlns:a16="http://schemas.microsoft.com/office/drawing/2014/main" id="{A55E6917-AE11-4156-A08E-6DF7D6E1AE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80" name="3D Model 7979" descr="Sphere">
                                <a:extLst>
                                  <a:ext uri="{FF2B5EF4-FFF2-40B4-BE49-F238E27FC236}">
                                    <a16:creationId xmlns:a16="http://schemas.microsoft.com/office/drawing/2014/main" id="{9295F5C6-CDBB-448C-8B51-445CB3DFDBA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5838473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81" name="Flowchart: Connector 7980">
                            <a:extLst>
                              <a:ext uri="{FF2B5EF4-FFF2-40B4-BE49-F238E27FC236}">
                                <a16:creationId xmlns:a16="http://schemas.microsoft.com/office/drawing/2014/main" id="{D2257503-085D-4E6C-85D9-D7A4EE6CBDE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82" name="3D Model 7981" descr="Sphere">
                                <a:extLst>
                                  <a:ext uri="{FF2B5EF4-FFF2-40B4-BE49-F238E27FC236}">
                                    <a16:creationId xmlns:a16="http://schemas.microsoft.com/office/drawing/2014/main" id="{BDB098E2-675B-4F04-BC51-C49E1E60725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2245826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934" name="Group 7933">
                          <a:extLst>
                            <a:ext uri="{FF2B5EF4-FFF2-40B4-BE49-F238E27FC236}">
                              <a16:creationId xmlns:a16="http://schemas.microsoft.com/office/drawing/2014/main" id="{743ECF21-39FF-4D43-BAB1-47843C1725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7951" name="Flowchart: Connector 7950">
                            <a:extLst>
                              <a:ext uri="{FF2B5EF4-FFF2-40B4-BE49-F238E27FC236}">
                                <a16:creationId xmlns:a16="http://schemas.microsoft.com/office/drawing/2014/main" id="{7B720995-3B82-4A7A-BE1B-2D90669212C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2" name="Flowchart: Connector 7951">
                            <a:extLst>
                              <a:ext uri="{FF2B5EF4-FFF2-40B4-BE49-F238E27FC236}">
                                <a16:creationId xmlns:a16="http://schemas.microsoft.com/office/drawing/2014/main" id="{CE2F07D0-65C6-445D-B1FF-1013A952E1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3" name="Flowchart: Connector 7952">
                            <a:extLst>
                              <a:ext uri="{FF2B5EF4-FFF2-40B4-BE49-F238E27FC236}">
                                <a16:creationId xmlns:a16="http://schemas.microsoft.com/office/drawing/2014/main" id="{541FC273-6126-4FCD-B448-22C4AF7F033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4" name="Flowchart: Connector 7953">
                            <a:extLst>
                              <a:ext uri="{FF2B5EF4-FFF2-40B4-BE49-F238E27FC236}">
                                <a16:creationId xmlns:a16="http://schemas.microsoft.com/office/drawing/2014/main" id="{87C5F84B-39EA-4157-A26C-2DB76D62FB2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5" name="Flowchart: Connector 7954">
                            <a:extLst>
                              <a:ext uri="{FF2B5EF4-FFF2-40B4-BE49-F238E27FC236}">
                                <a16:creationId xmlns:a16="http://schemas.microsoft.com/office/drawing/2014/main" id="{C58AD038-3C91-4D85-96DD-D3092058BBB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6" name="Flowchart: Connector 7955">
                            <a:extLst>
                              <a:ext uri="{FF2B5EF4-FFF2-40B4-BE49-F238E27FC236}">
                                <a16:creationId xmlns:a16="http://schemas.microsoft.com/office/drawing/2014/main" id="{4FF1711C-2860-42FD-8610-99A53A977F2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7" name="Flowchart: Connector 7956">
                            <a:extLst>
                              <a:ext uri="{FF2B5EF4-FFF2-40B4-BE49-F238E27FC236}">
                                <a16:creationId xmlns:a16="http://schemas.microsoft.com/office/drawing/2014/main" id="{3522CF12-6D63-479E-8185-2143FEEED53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8" name="Flowchart: Connector 7957">
                            <a:extLst>
                              <a:ext uri="{FF2B5EF4-FFF2-40B4-BE49-F238E27FC236}">
                                <a16:creationId xmlns:a16="http://schemas.microsoft.com/office/drawing/2014/main" id="{931451A6-C052-4A64-8118-2F9ABE976A4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59" name="Flowchart: Connector 7958">
                            <a:extLst>
                              <a:ext uri="{FF2B5EF4-FFF2-40B4-BE49-F238E27FC236}">
                                <a16:creationId xmlns:a16="http://schemas.microsoft.com/office/drawing/2014/main" id="{B2CA8752-6505-4A72-A337-4A16844859C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60" name="3D Model 7959" descr="Sphere">
                                <a:extLst>
                                  <a:ext uri="{FF2B5EF4-FFF2-40B4-BE49-F238E27FC236}">
                                    <a16:creationId xmlns:a16="http://schemas.microsoft.com/office/drawing/2014/main" id="{93F1503F-46DA-45B1-A761-DD7EF005614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58841561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61" name="Flowchart: Connector 7960">
                            <a:extLst>
                              <a:ext uri="{FF2B5EF4-FFF2-40B4-BE49-F238E27FC236}">
                                <a16:creationId xmlns:a16="http://schemas.microsoft.com/office/drawing/2014/main" id="{3C656DA3-D4A2-4C37-AC65-377656ED8B7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62" name="3D Model 7961" descr="Sphere">
                                <a:extLst>
                                  <a:ext uri="{FF2B5EF4-FFF2-40B4-BE49-F238E27FC236}">
                                    <a16:creationId xmlns:a16="http://schemas.microsoft.com/office/drawing/2014/main" id="{9C8F68A9-2A69-477E-8A97-903A455292A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7505913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63" name="Flowchart: Connector 7962">
                            <a:extLst>
                              <a:ext uri="{FF2B5EF4-FFF2-40B4-BE49-F238E27FC236}">
                                <a16:creationId xmlns:a16="http://schemas.microsoft.com/office/drawing/2014/main" id="{BCA8263E-3A7E-4F6C-85E2-68A2EB0EFF8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64" name="3D Model 7963" descr="Sphere">
                                <a:extLst>
                                  <a:ext uri="{FF2B5EF4-FFF2-40B4-BE49-F238E27FC236}">
                                    <a16:creationId xmlns:a16="http://schemas.microsoft.com/office/drawing/2014/main" id="{9809F1D0-A254-4CEA-BAB5-E610D4921F3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3298518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65" name="Flowchart: Connector 7964">
                            <a:extLst>
                              <a:ext uri="{FF2B5EF4-FFF2-40B4-BE49-F238E27FC236}">
                                <a16:creationId xmlns:a16="http://schemas.microsoft.com/office/drawing/2014/main" id="{2A5FF09C-8A8C-4E1A-A176-7FA06A4CC55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66" name="3D Model 7965" descr="Sphere">
                                <a:extLst>
                                  <a:ext uri="{FF2B5EF4-FFF2-40B4-BE49-F238E27FC236}">
                                    <a16:creationId xmlns:a16="http://schemas.microsoft.com/office/drawing/2014/main" id="{2ED83927-CFA4-41E8-A980-E068FC869F4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513482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7935" name="Flowchart: Connector 7934">
                          <a:extLst>
                            <a:ext uri="{FF2B5EF4-FFF2-40B4-BE49-F238E27FC236}">
                              <a16:creationId xmlns:a16="http://schemas.microsoft.com/office/drawing/2014/main" id="{133D3DBD-E26D-4BC9-A304-F26912B9F07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36" name="Flowchart: Connector 7935">
                          <a:extLst>
                            <a:ext uri="{FF2B5EF4-FFF2-40B4-BE49-F238E27FC236}">
                              <a16:creationId xmlns:a16="http://schemas.microsoft.com/office/drawing/2014/main" id="{42005085-B7BF-4E6B-83B5-50C71DD2609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37" name="Flowchart: Connector 7936">
                          <a:extLst>
                            <a:ext uri="{FF2B5EF4-FFF2-40B4-BE49-F238E27FC236}">
                              <a16:creationId xmlns:a16="http://schemas.microsoft.com/office/drawing/2014/main" id="{C365E178-99E8-449D-A7D2-E885BA1CDC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38" name="Flowchart: Connector 7937">
                          <a:extLst>
                            <a:ext uri="{FF2B5EF4-FFF2-40B4-BE49-F238E27FC236}">
                              <a16:creationId xmlns:a16="http://schemas.microsoft.com/office/drawing/2014/main" id="{6C1D5764-3DC1-4DE7-8765-3F82F8BB28F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39" name="Flowchart: Connector 7938">
                          <a:extLst>
                            <a:ext uri="{FF2B5EF4-FFF2-40B4-BE49-F238E27FC236}">
                              <a16:creationId xmlns:a16="http://schemas.microsoft.com/office/drawing/2014/main" id="{E78F0472-1D9C-4460-BDB4-D4771BCE551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40" name="Flowchart: Connector 7939">
                          <a:extLst>
                            <a:ext uri="{FF2B5EF4-FFF2-40B4-BE49-F238E27FC236}">
                              <a16:creationId xmlns:a16="http://schemas.microsoft.com/office/drawing/2014/main" id="{F344A280-E105-4F9D-BD4C-6CCE15C59B2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41" name="Flowchart: Connector 7940">
                          <a:extLst>
                            <a:ext uri="{FF2B5EF4-FFF2-40B4-BE49-F238E27FC236}">
                              <a16:creationId xmlns:a16="http://schemas.microsoft.com/office/drawing/2014/main" id="{711EE047-7519-4ACB-87E0-55ECC4EDD09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42" name="Flowchart: Connector 7941">
                          <a:extLst>
                            <a:ext uri="{FF2B5EF4-FFF2-40B4-BE49-F238E27FC236}">
                              <a16:creationId xmlns:a16="http://schemas.microsoft.com/office/drawing/2014/main" id="{CA24C547-349D-44AA-AA73-C0F43AF1906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43" name="Flowchart: Connector 7942">
                          <a:extLst>
                            <a:ext uri="{FF2B5EF4-FFF2-40B4-BE49-F238E27FC236}">
                              <a16:creationId xmlns:a16="http://schemas.microsoft.com/office/drawing/2014/main" id="{26F763F3-C1EF-489C-A8BD-1D0647395CD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944" name="3D Model 7943" descr="Sphere">
                              <a:extLst>
                                <a:ext uri="{FF2B5EF4-FFF2-40B4-BE49-F238E27FC236}">
                                  <a16:creationId xmlns:a16="http://schemas.microsoft.com/office/drawing/2014/main" id="{BD1C744F-7996-4D31-AEDA-6FAF2B9821A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96825178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945" name="Flowchart: Connector 7944">
                          <a:extLst>
                            <a:ext uri="{FF2B5EF4-FFF2-40B4-BE49-F238E27FC236}">
                              <a16:creationId xmlns:a16="http://schemas.microsoft.com/office/drawing/2014/main" id="{0D810CEA-0CBA-4AAD-99C0-1EC1431C07D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946" name="3D Model 7945" descr="Sphere">
                              <a:extLst>
                                <a:ext uri="{FF2B5EF4-FFF2-40B4-BE49-F238E27FC236}">
                                  <a16:creationId xmlns:a16="http://schemas.microsoft.com/office/drawing/2014/main" id="{9A5D04E9-C3BD-429F-9CF2-4AA940F664C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45860724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947" name="Flowchart: Connector 7946">
                          <a:extLst>
                            <a:ext uri="{FF2B5EF4-FFF2-40B4-BE49-F238E27FC236}">
                              <a16:creationId xmlns:a16="http://schemas.microsoft.com/office/drawing/2014/main" id="{BE72351F-FDEC-4572-ADA2-45430A9B5F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948" name="3D Model 7947" descr="Sphere">
                              <a:extLst>
                                <a:ext uri="{FF2B5EF4-FFF2-40B4-BE49-F238E27FC236}">
                                  <a16:creationId xmlns:a16="http://schemas.microsoft.com/office/drawing/2014/main" id="{641DF498-5572-48F8-B2C1-5CC115E79B2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68716319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949" name="Flowchart: Connector 7948">
                          <a:extLst>
                            <a:ext uri="{FF2B5EF4-FFF2-40B4-BE49-F238E27FC236}">
                              <a16:creationId xmlns:a16="http://schemas.microsoft.com/office/drawing/2014/main" id="{2FCF4513-185B-4753-AB03-50D98308D2A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950" name="3D Model 7949" descr="Sphere">
                              <a:extLst>
                                <a:ext uri="{FF2B5EF4-FFF2-40B4-BE49-F238E27FC236}">
                                  <a16:creationId xmlns:a16="http://schemas.microsoft.com/office/drawing/2014/main" id="{C5CD5D3A-DD23-4F6B-A1CC-FDEF94024CA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38155308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7786" name="Group 7785">
                      <a:extLst>
                        <a:ext uri="{FF2B5EF4-FFF2-40B4-BE49-F238E27FC236}">
                          <a16:creationId xmlns:a16="http://schemas.microsoft.com/office/drawing/2014/main" id="{283BA6B7-1766-458A-BE12-A926FF9A5B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7927" name="Flowchart: Connector 7926">
                        <a:extLst>
                          <a:ext uri="{FF2B5EF4-FFF2-40B4-BE49-F238E27FC236}">
                            <a16:creationId xmlns:a16="http://schemas.microsoft.com/office/drawing/2014/main" id="{C8DFFA4C-A403-4C7F-BCE1-B1BFC44CA03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928" name="Flowchart: Connector 7927">
                        <a:extLst>
                          <a:ext uri="{FF2B5EF4-FFF2-40B4-BE49-F238E27FC236}">
                            <a16:creationId xmlns:a16="http://schemas.microsoft.com/office/drawing/2014/main" id="{9F57D06C-FFC3-408F-A881-296D95A9282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929" name="Flowchart: Connector 7928">
                        <a:extLst>
                          <a:ext uri="{FF2B5EF4-FFF2-40B4-BE49-F238E27FC236}">
                            <a16:creationId xmlns:a16="http://schemas.microsoft.com/office/drawing/2014/main" id="{B0218EF1-AF99-4BA0-8A99-BA476A69FDB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7787" name="Flowchart: Connector 7786">
                      <a:extLst>
                        <a:ext uri="{FF2B5EF4-FFF2-40B4-BE49-F238E27FC236}">
                          <a16:creationId xmlns:a16="http://schemas.microsoft.com/office/drawing/2014/main" id="{E4A1E52B-38F0-4210-B951-D06A3373896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7788" name="Flowchart: Connector 7787">
                      <a:extLst>
                        <a:ext uri="{FF2B5EF4-FFF2-40B4-BE49-F238E27FC236}">
                          <a16:creationId xmlns:a16="http://schemas.microsoft.com/office/drawing/2014/main" id="{D0A78D75-30B5-4D31-8985-B4076E37CA1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7789" name="Group 7788">
                      <a:extLst>
                        <a:ext uri="{FF2B5EF4-FFF2-40B4-BE49-F238E27FC236}">
                          <a16:creationId xmlns:a16="http://schemas.microsoft.com/office/drawing/2014/main" id="{0CAC2189-3B6C-4F50-9C40-6AF5C0838B53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7924" name="Flowchart: Connector 7923">
                        <a:extLst>
                          <a:ext uri="{FF2B5EF4-FFF2-40B4-BE49-F238E27FC236}">
                            <a16:creationId xmlns:a16="http://schemas.microsoft.com/office/drawing/2014/main" id="{E1EDA3AE-DB16-4B3D-9227-F4BDC49B084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925" name="Flowchart: Connector 7924">
                        <a:extLst>
                          <a:ext uri="{FF2B5EF4-FFF2-40B4-BE49-F238E27FC236}">
                            <a16:creationId xmlns:a16="http://schemas.microsoft.com/office/drawing/2014/main" id="{D2F13D44-C4E3-4F36-AF7D-EA42349B752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926" name="Flowchart: Connector 7925">
                        <a:extLst>
                          <a:ext uri="{FF2B5EF4-FFF2-40B4-BE49-F238E27FC236}">
                            <a16:creationId xmlns:a16="http://schemas.microsoft.com/office/drawing/2014/main" id="{43DD67FB-9F31-4D68-933E-D8016BD34FC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7790" name="Group 7789">
                      <a:extLst>
                        <a:ext uri="{FF2B5EF4-FFF2-40B4-BE49-F238E27FC236}">
                          <a16:creationId xmlns:a16="http://schemas.microsoft.com/office/drawing/2014/main" id="{74DAE95C-BF62-4CA0-B989-CCEF9EDAE79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7859" name="Group 7858">
                        <a:extLst>
                          <a:ext uri="{FF2B5EF4-FFF2-40B4-BE49-F238E27FC236}">
                            <a16:creationId xmlns:a16="http://schemas.microsoft.com/office/drawing/2014/main" id="{74A286A7-E696-4BF7-ABB1-912DA0F0D1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7920" name="Flowchart: Connector 7919">
                          <a:extLst>
                            <a:ext uri="{FF2B5EF4-FFF2-40B4-BE49-F238E27FC236}">
                              <a16:creationId xmlns:a16="http://schemas.microsoft.com/office/drawing/2014/main" id="{AF29007B-4AF0-4882-BC17-E7E08098F23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21" name="Flowchart: Connector 7920">
                          <a:extLst>
                            <a:ext uri="{FF2B5EF4-FFF2-40B4-BE49-F238E27FC236}">
                              <a16:creationId xmlns:a16="http://schemas.microsoft.com/office/drawing/2014/main" id="{D492104E-0EA1-407A-80FF-B00CA58EF87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22" name="Flowchart: Connector 7921">
                          <a:extLst>
                            <a:ext uri="{FF2B5EF4-FFF2-40B4-BE49-F238E27FC236}">
                              <a16:creationId xmlns:a16="http://schemas.microsoft.com/office/drawing/2014/main" id="{90CDE0C8-675C-4767-B1D6-1A8E4F5521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923" name="Flowchart: Connector 7922">
                          <a:extLst>
                            <a:ext uri="{FF2B5EF4-FFF2-40B4-BE49-F238E27FC236}">
                              <a16:creationId xmlns:a16="http://schemas.microsoft.com/office/drawing/2014/main" id="{D74A390F-5DB4-4233-826A-46912D47BE3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7860" name="Group 7859">
                        <a:extLst>
                          <a:ext uri="{FF2B5EF4-FFF2-40B4-BE49-F238E27FC236}">
                            <a16:creationId xmlns:a16="http://schemas.microsoft.com/office/drawing/2014/main" id="{02F10FB3-FE54-439A-9ABB-81478677E65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7861" name="Group 7860">
                          <a:extLst>
                            <a:ext uri="{FF2B5EF4-FFF2-40B4-BE49-F238E27FC236}">
                              <a16:creationId xmlns:a16="http://schemas.microsoft.com/office/drawing/2014/main" id="{6400BD5D-32FF-4759-926A-B32C7F087E7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7912" name="Flowchart: Connector 7911">
                            <a:extLst>
                              <a:ext uri="{FF2B5EF4-FFF2-40B4-BE49-F238E27FC236}">
                                <a16:creationId xmlns:a16="http://schemas.microsoft.com/office/drawing/2014/main" id="{F7CD6847-4992-4409-AB89-4B0D869592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13" name="3D Model 7912" descr="Sphere">
                                <a:extLst>
                                  <a:ext uri="{FF2B5EF4-FFF2-40B4-BE49-F238E27FC236}">
                                    <a16:creationId xmlns:a16="http://schemas.microsoft.com/office/drawing/2014/main" id="{14920EB2-2FA2-4053-BF4B-A55CC84DBE8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1278119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14" name="Flowchart: Connector 7913">
                            <a:extLst>
                              <a:ext uri="{FF2B5EF4-FFF2-40B4-BE49-F238E27FC236}">
                                <a16:creationId xmlns:a16="http://schemas.microsoft.com/office/drawing/2014/main" id="{09C4E8E6-B569-460F-92B3-D3E3BA8317F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15" name="3D Model 7914" descr="Sphere">
                                <a:extLst>
                                  <a:ext uri="{FF2B5EF4-FFF2-40B4-BE49-F238E27FC236}">
                                    <a16:creationId xmlns:a16="http://schemas.microsoft.com/office/drawing/2014/main" id="{E3885011-BCEF-418D-B183-12D4266058B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5312012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16" name="Flowchart: Connector 7915">
                            <a:extLst>
                              <a:ext uri="{FF2B5EF4-FFF2-40B4-BE49-F238E27FC236}">
                                <a16:creationId xmlns:a16="http://schemas.microsoft.com/office/drawing/2014/main" id="{C4165086-E13D-48D2-AEEA-616B88C8365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17" name="3D Model 7916" descr="Sphere">
                                <a:extLst>
                                  <a:ext uri="{FF2B5EF4-FFF2-40B4-BE49-F238E27FC236}">
                                    <a16:creationId xmlns:a16="http://schemas.microsoft.com/office/drawing/2014/main" id="{B05155C3-618B-49DC-9290-66CE77F5108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7185958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18" name="Flowchart: Connector 7917">
                            <a:extLst>
                              <a:ext uri="{FF2B5EF4-FFF2-40B4-BE49-F238E27FC236}">
                                <a16:creationId xmlns:a16="http://schemas.microsoft.com/office/drawing/2014/main" id="{BB297928-75E6-450A-BF47-2AB0E4AF1E7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19" name="3D Model 7918" descr="Sphere">
                                <a:extLst>
                                  <a:ext uri="{FF2B5EF4-FFF2-40B4-BE49-F238E27FC236}">
                                    <a16:creationId xmlns:a16="http://schemas.microsoft.com/office/drawing/2014/main" id="{41F546DC-0F09-4D7B-B843-41FD229CD80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5000259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862" name="Group 7861">
                          <a:extLst>
                            <a:ext uri="{FF2B5EF4-FFF2-40B4-BE49-F238E27FC236}">
                              <a16:creationId xmlns:a16="http://schemas.microsoft.com/office/drawing/2014/main" id="{3218C535-E56A-4268-9753-4692ACD982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7896" name="Flowchart: Connector 7895">
                            <a:extLst>
                              <a:ext uri="{FF2B5EF4-FFF2-40B4-BE49-F238E27FC236}">
                                <a16:creationId xmlns:a16="http://schemas.microsoft.com/office/drawing/2014/main" id="{CE5238EC-DF12-4BFA-B68D-14A8E13FC99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97" name="Flowchart: Connector 7896">
                            <a:extLst>
                              <a:ext uri="{FF2B5EF4-FFF2-40B4-BE49-F238E27FC236}">
                                <a16:creationId xmlns:a16="http://schemas.microsoft.com/office/drawing/2014/main" id="{F084FAD1-4E85-4583-AA91-B01CD85D097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98" name="Flowchart: Connector 7897">
                            <a:extLst>
                              <a:ext uri="{FF2B5EF4-FFF2-40B4-BE49-F238E27FC236}">
                                <a16:creationId xmlns:a16="http://schemas.microsoft.com/office/drawing/2014/main" id="{E40E2887-B796-420B-8383-F66527718B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99" name="Flowchart: Connector 7898">
                            <a:extLst>
                              <a:ext uri="{FF2B5EF4-FFF2-40B4-BE49-F238E27FC236}">
                                <a16:creationId xmlns:a16="http://schemas.microsoft.com/office/drawing/2014/main" id="{F6B497A6-E39F-4451-8232-6E13C4DDB16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00" name="Flowchart: Connector 7899">
                            <a:extLst>
                              <a:ext uri="{FF2B5EF4-FFF2-40B4-BE49-F238E27FC236}">
                                <a16:creationId xmlns:a16="http://schemas.microsoft.com/office/drawing/2014/main" id="{0A9BB325-14AF-4D0B-93A4-AB2629B359C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01" name="Flowchart: Connector 7900">
                            <a:extLst>
                              <a:ext uri="{FF2B5EF4-FFF2-40B4-BE49-F238E27FC236}">
                                <a16:creationId xmlns:a16="http://schemas.microsoft.com/office/drawing/2014/main" id="{46BD520C-7512-4812-B3BE-F02ECDC1A75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02" name="Flowchart: Connector 7901">
                            <a:extLst>
                              <a:ext uri="{FF2B5EF4-FFF2-40B4-BE49-F238E27FC236}">
                                <a16:creationId xmlns:a16="http://schemas.microsoft.com/office/drawing/2014/main" id="{AD2BC0B7-1C33-4FFA-8B4D-2F615AA513D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03" name="Flowchart: Connector 7902">
                            <a:extLst>
                              <a:ext uri="{FF2B5EF4-FFF2-40B4-BE49-F238E27FC236}">
                                <a16:creationId xmlns:a16="http://schemas.microsoft.com/office/drawing/2014/main" id="{288DF2B8-C7C8-48B3-8F85-2763EE681C6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904" name="Flowchart: Connector 7903">
                            <a:extLst>
                              <a:ext uri="{FF2B5EF4-FFF2-40B4-BE49-F238E27FC236}">
                                <a16:creationId xmlns:a16="http://schemas.microsoft.com/office/drawing/2014/main" id="{8CF48D64-A74C-416C-933C-704D04BBF5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05" name="3D Model 7904" descr="Sphere">
                                <a:extLst>
                                  <a:ext uri="{FF2B5EF4-FFF2-40B4-BE49-F238E27FC236}">
                                    <a16:creationId xmlns:a16="http://schemas.microsoft.com/office/drawing/2014/main" id="{CB4F34D4-910B-46FA-8A69-A97A946F81B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5165156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06" name="Flowchart: Connector 7905">
                            <a:extLst>
                              <a:ext uri="{FF2B5EF4-FFF2-40B4-BE49-F238E27FC236}">
                                <a16:creationId xmlns:a16="http://schemas.microsoft.com/office/drawing/2014/main" id="{34851CAB-A7FA-441B-94E6-9634A995A7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07" name="3D Model 7906" descr="Sphere">
                                <a:extLst>
                                  <a:ext uri="{FF2B5EF4-FFF2-40B4-BE49-F238E27FC236}">
                                    <a16:creationId xmlns:a16="http://schemas.microsoft.com/office/drawing/2014/main" id="{9546D029-340F-44CB-980C-F2E2047DB00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543219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08" name="Flowchart: Connector 7907">
                            <a:extLst>
                              <a:ext uri="{FF2B5EF4-FFF2-40B4-BE49-F238E27FC236}">
                                <a16:creationId xmlns:a16="http://schemas.microsoft.com/office/drawing/2014/main" id="{E9735D55-49EC-492F-82E4-C9D74029F17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09" name="3D Model 7908" descr="Sphere">
                                <a:extLst>
                                  <a:ext uri="{FF2B5EF4-FFF2-40B4-BE49-F238E27FC236}">
                                    <a16:creationId xmlns:a16="http://schemas.microsoft.com/office/drawing/2014/main" id="{C7493453-D6C5-4050-9232-902BE02C76C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8319935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910" name="Flowchart: Connector 7909">
                            <a:extLst>
                              <a:ext uri="{FF2B5EF4-FFF2-40B4-BE49-F238E27FC236}">
                                <a16:creationId xmlns:a16="http://schemas.microsoft.com/office/drawing/2014/main" id="{0EF189E6-BEF5-4470-9ACB-1559C70DB00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911" name="3D Model 7910" descr="Sphere">
                                <a:extLst>
                                  <a:ext uri="{FF2B5EF4-FFF2-40B4-BE49-F238E27FC236}">
                                    <a16:creationId xmlns:a16="http://schemas.microsoft.com/office/drawing/2014/main" id="{BEB50EBB-B943-49C3-ADFA-45BDF5F38DD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6207556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7863" name="Group 7862">
                          <a:extLst>
                            <a:ext uri="{FF2B5EF4-FFF2-40B4-BE49-F238E27FC236}">
                              <a16:creationId xmlns:a16="http://schemas.microsoft.com/office/drawing/2014/main" id="{2CE0EC39-88E9-4C12-BB39-9AC3643F6CF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7880" name="Flowchart: Connector 7879">
                            <a:extLst>
                              <a:ext uri="{FF2B5EF4-FFF2-40B4-BE49-F238E27FC236}">
                                <a16:creationId xmlns:a16="http://schemas.microsoft.com/office/drawing/2014/main" id="{D7AE6F6C-4458-4D0E-8219-9E4BCF32039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1" name="Flowchart: Connector 7880">
                            <a:extLst>
                              <a:ext uri="{FF2B5EF4-FFF2-40B4-BE49-F238E27FC236}">
                                <a16:creationId xmlns:a16="http://schemas.microsoft.com/office/drawing/2014/main" id="{D03C4043-A06E-4EA6-B5FE-8F610FEDD0A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2" name="Flowchart: Connector 7881">
                            <a:extLst>
                              <a:ext uri="{FF2B5EF4-FFF2-40B4-BE49-F238E27FC236}">
                                <a16:creationId xmlns:a16="http://schemas.microsoft.com/office/drawing/2014/main" id="{1B473706-C7F2-4CE4-8C60-2AF3397592C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3" name="Flowchart: Connector 7882">
                            <a:extLst>
                              <a:ext uri="{FF2B5EF4-FFF2-40B4-BE49-F238E27FC236}">
                                <a16:creationId xmlns:a16="http://schemas.microsoft.com/office/drawing/2014/main" id="{42335F79-F6B3-4523-AD3A-14326AEF08A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4" name="Flowchart: Connector 7883">
                            <a:extLst>
                              <a:ext uri="{FF2B5EF4-FFF2-40B4-BE49-F238E27FC236}">
                                <a16:creationId xmlns:a16="http://schemas.microsoft.com/office/drawing/2014/main" id="{9189D5E4-B80F-40DC-AA05-95C7D5A7E47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5" name="Flowchart: Connector 7884">
                            <a:extLst>
                              <a:ext uri="{FF2B5EF4-FFF2-40B4-BE49-F238E27FC236}">
                                <a16:creationId xmlns:a16="http://schemas.microsoft.com/office/drawing/2014/main" id="{4056C9D5-565C-4E02-B407-2D11A270DBA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6" name="Flowchart: Connector 7885">
                            <a:extLst>
                              <a:ext uri="{FF2B5EF4-FFF2-40B4-BE49-F238E27FC236}">
                                <a16:creationId xmlns:a16="http://schemas.microsoft.com/office/drawing/2014/main" id="{599EF625-074B-4C7A-97C5-D0CE5A72016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7" name="Flowchart: Connector 7886">
                            <a:extLst>
                              <a:ext uri="{FF2B5EF4-FFF2-40B4-BE49-F238E27FC236}">
                                <a16:creationId xmlns:a16="http://schemas.microsoft.com/office/drawing/2014/main" id="{93AE8FE5-AB2D-4A56-9CCC-F08D6C116A1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7888" name="Flowchart: Connector 7887">
                            <a:extLst>
                              <a:ext uri="{FF2B5EF4-FFF2-40B4-BE49-F238E27FC236}">
                                <a16:creationId xmlns:a16="http://schemas.microsoft.com/office/drawing/2014/main" id="{B04EE18F-9D0A-4660-BE0E-E60B666F37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89" name="3D Model 7888" descr="Sphere">
                                <a:extLst>
                                  <a:ext uri="{FF2B5EF4-FFF2-40B4-BE49-F238E27FC236}">
                                    <a16:creationId xmlns:a16="http://schemas.microsoft.com/office/drawing/2014/main" id="{210A8AAE-FCE6-44AE-8B0E-B14F7435F23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05269428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90" name="Flowchart: Connector 7889">
                            <a:extLst>
                              <a:ext uri="{FF2B5EF4-FFF2-40B4-BE49-F238E27FC236}">
                                <a16:creationId xmlns:a16="http://schemas.microsoft.com/office/drawing/2014/main" id="{FA605D63-7603-4C3D-8AC4-61CDFDE6BA9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91" name="3D Model 7890" descr="Sphere">
                                <a:extLst>
                                  <a:ext uri="{FF2B5EF4-FFF2-40B4-BE49-F238E27FC236}">
                                    <a16:creationId xmlns:a16="http://schemas.microsoft.com/office/drawing/2014/main" id="{24055AAB-3D3D-4375-BC4C-E3870D31D14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5447741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92" name="Flowchart: Connector 7891">
                            <a:extLst>
                              <a:ext uri="{FF2B5EF4-FFF2-40B4-BE49-F238E27FC236}">
                                <a16:creationId xmlns:a16="http://schemas.microsoft.com/office/drawing/2014/main" id="{E8C9859D-DDCD-4629-BD19-FD9DF1E5B8D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93" name="3D Model 7892" descr="Sphere">
                                <a:extLst>
                                  <a:ext uri="{FF2B5EF4-FFF2-40B4-BE49-F238E27FC236}">
                                    <a16:creationId xmlns:a16="http://schemas.microsoft.com/office/drawing/2014/main" id="{616AB401-074A-4343-B336-3FEEF60ABC2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4765235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7894" name="Flowchart: Connector 7893">
                            <a:extLst>
                              <a:ext uri="{FF2B5EF4-FFF2-40B4-BE49-F238E27FC236}">
                                <a16:creationId xmlns:a16="http://schemas.microsoft.com/office/drawing/2014/main" id="{8C9F524E-94FE-4F8D-93F6-CF0E4FBB3CB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7895" name="3D Model 7894" descr="Sphere">
                                <a:extLst>
                                  <a:ext uri="{FF2B5EF4-FFF2-40B4-BE49-F238E27FC236}">
                                    <a16:creationId xmlns:a16="http://schemas.microsoft.com/office/drawing/2014/main" id="{85177758-7CD6-4D15-972E-85E8B0F7F13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6774299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7864" name="Flowchart: Connector 7863">
                          <a:extLst>
                            <a:ext uri="{FF2B5EF4-FFF2-40B4-BE49-F238E27FC236}">
                              <a16:creationId xmlns:a16="http://schemas.microsoft.com/office/drawing/2014/main" id="{6CC0911F-2FFC-4EA8-85F4-3D446F918A1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65" name="Flowchart: Connector 7864">
                          <a:extLst>
                            <a:ext uri="{FF2B5EF4-FFF2-40B4-BE49-F238E27FC236}">
                              <a16:creationId xmlns:a16="http://schemas.microsoft.com/office/drawing/2014/main" id="{7D1B0436-00CF-4380-9ABF-C8E133EAB3A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66" name="Flowchart: Connector 7865">
                          <a:extLst>
                            <a:ext uri="{FF2B5EF4-FFF2-40B4-BE49-F238E27FC236}">
                              <a16:creationId xmlns:a16="http://schemas.microsoft.com/office/drawing/2014/main" id="{0C4010AF-603F-4A2F-97E8-F811F5E4738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67" name="Flowchart: Connector 7866">
                          <a:extLst>
                            <a:ext uri="{FF2B5EF4-FFF2-40B4-BE49-F238E27FC236}">
                              <a16:creationId xmlns:a16="http://schemas.microsoft.com/office/drawing/2014/main" id="{74FBD587-A520-4CCC-BDFF-3F0FCFD38FB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68" name="Flowchart: Connector 7867">
                          <a:extLst>
                            <a:ext uri="{FF2B5EF4-FFF2-40B4-BE49-F238E27FC236}">
                              <a16:creationId xmlns:a16="http://schemas.microsoft.com/office/drawing/2014/main" id="{2B420714-B4E7-4705-BEE3-58D06DC8D6C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69" name="Flowchart: Connector 7868">
                          <a:extLst>
                            <a:ext uri="{FF2B5EF4-FFF2-40B4-BE49-F238E27FC236}">
                              <a16:creationId xmlns:a16="http://schemas.microsoft.com/office/drawing/2014/main" id="{D855FB49-6B5C-4C58-ABAA-08B336504FA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70" name="Flowchart: Connector 7869">
                          <a:extLst>
                            <a:ext uri="{FF2B5EF4-FFF2-40B4-BE49-F238E27FC236}">
                              <a16:creationId xmlns:a16="http://schemas.microsoft.com/office/drawing/2014/main" id="{2DF9395C-50A1-4CBF-A0E3-EACC0256AC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71" name="Flowchart: Connector 7870">
                          <a:extLst>
                            <a:ext uri="{FF2B5EF4-FFF2-40B4-BE49-F238E27FC236}">
                              <a16:creationId xmlns:a16="http://schemas.microsoft.com/office/drawing/2014/main" id="{AC5F38FF-CB0F-40A2-A778-9EA5E891835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72" name="Flowchart: Connector 7871">
                          <a:extLst>
                            <a:ext uri="{FF2B5EF4-FFF2-40B4-BE49-F238E27FC236}">
                              <a16:creationId xmlns:a16="http://schemas.microsoft.com/office/drawing/2014/main" id="{111270A8-C330-4AB8-AFC4-1C3ECF80BD0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73" name="3D Model 7872" descr="Sphere">
                              <a:extLst>
                                <a:ext uri="{FF2B5EF4-FFF2-40B4-BE49-F238E27FC236}">
                                  <a16:creationId xmlns:a16="http://schemas.microsoft.com/office/drawing/2014/main" id="{042196E7-3516-476E-89CA-442BBBDC213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23834439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74" name="Flowchart: Connector 7873">
                          <a:extLst>
                            <a:ext uri="{FF2B5EF4-FFF2-40B4-BE49-F238E27FC236}">
                              <a16:creationId xmlns:a16="http://schemas.microsoft.com/office/drawing/2014/main" id="{CAF16B75-9D60-483D-BCF6-0282975B8F6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75" name="3D Model 7874" descr="Sphere">
                              <a:extLst>
                                <a:ext uri="{FF2B5EF4-FFF2-40B4-BE49-F238E27FC236}">
                                  <a16:creationId xmlns:a16="http://schemas.microsoft.com/office/drawing/2014/main" id="{B3324C5E-367C-40A4-BC73-8AB56D850F0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70380513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76" name="Flowchart: Connector 7875">
                          <a:extLst>
                            <a:ext uri="{FF2B5EF4-FFF2-40B4-BE49-F238E27FC236}">
                              <a16:creationId xmlns:a16="http://schemas.microsoft.com/office/drawing/2014/main" id="{4CFFDC70-B8DE-4C2D-A026-548E181ABD8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77" name="3D Model 7876" descr="Sphere">
                              <a:extLst>
                                <a:ext uri="{FF2B5EF4-FFF2-40B4-BE49-F238E27FC236}">
                                  <a16:creationId xmlns:a16="http://schemas.microsoft.com/office/drawing/2014/main" id="{BFFAC7E5-D787-46A5-9173-3FA78FC1DA9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92546217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78" name="Flowchart: Connector 7877">
                          <a:extLst>
                            <a:ext uri="{FF2B5EF4-FFF2-40B4-BE49-F238E27FC236}">
                              <a16:creationId xmlns:a16="http://schemas.microsoft.com/office/drawing/2014/main" id="{F963AB80-B3A9-45D1-B961-078A280B50D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79" name="3D Model 7878" descr="Sphere">
                              <a:extLst>
                                <a:ext uri="{FF2B5EF4-FFF2-40B4-BE49-F238E27FC236}">
                                  <a16:creationId xmlns:a16="http://schemas.microsoft.com/office/drawing/2014/main" id="{378D92CF-D692-44CF-810A-33E7B07EBB2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60952764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7791" name="Flowchart: Connector 7790">
                      <a:extLst>
                        <a:ext uri="{FF2B5EF4-FFF2-40B4-BE49-F238E27FC236}">
                          <a16:creationId xmlns:a16="http://schemas.microsoft.com/office/drawing/2014/main" id="{1E9C52DE-60ED-4C58-8991-29757447942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792" name="Flowchart: Connector 7791">
                      <a:extLst>
                        <a:ext uri="{FF2B5EF4-FFF2-40B4-BE49-F238E27FC236}">
                          <a16:creationId xmlns:a16="http://schemas.microsoft.com/office/drawing/2014/main" id="{2C1BE09C-133F-4A08-B95E-26A5142F7D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793" name="Flowchart: Connector 7792">
                      <a:extLst>
                        <a:ext uri="{FF2B5EF4-FFF2-40B4-BE49-F238E27FC236}">
                          <a16:creationId xmlns:a16="http://schemas.microsoft.com/office/drawing/2014/main" id="{4C60A093-DA56-4CF8-81DE-B3B03137C8B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794" name="Flowchart: Connector 7793">
                      <a:extLst>
                        <a:ext uri="{FF2B5EF4-FFF2-40B4-BE49-F238E27FC236}">
                          <a16:creationId xmlns:a16="http://schemas.microsoft.com/office/drawing/2014/main" id="{971F234C-6222-41E8-BAC6-270257181BD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795" name="Flowchart: Connector 7794">
                      <a:extLst>
                        <a:ext uri="{FF2B5EF4-FFF2-40B4-BE49-F238E27FC236}">
                          <a16:creationId xmlns:a16="http://schemas.microsoft.com/office/drawing/2014/main" id="{8BE02D4A-1DD9-4731-9D84-CE55BFB3F70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796" name="Flowchart: Connector 7795">
                      <a:extLst>
                        <a:ext uri="{FF2B5EF4-FFF2-40B4-BE49-F238E27FC236}">
                          <a16:creationId xmlns:a16="http://schemas.microsoft.com/office/drawing/2014/main" id="{0BE95885-BC13-4916-BAB8-55A46DC71D1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7797" name="Flowchart: Connector 7796">
                      <a:extLst>
                        <a:ext uri="{FF2B5EF4-FFF2-40B4-BE49-F238E27FC236}">
                          <a16:creationId xmlns:a16="http://schemas.microsoft.com/office/drawing/2014/main" id="{39844826-BAC8-461B-9516-136FEE41D4E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7798" name="Flowchart: Connector 7797">
                      <a:extLst>
                        <a:ext uri="{FF2B5EF4-FFF2-40B4-BE49-F238E27FC236}">
                          <a16:creationId xmlns:a16="http://schemas.microsoft.com/office/drawing/2014/main" id="{8DB7B670-CAB7-4E8A-ABB4-5B3DEEC113E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7799" name="Group 7798">
                      <a:extLst>
                        <a:ext uri="{FF2B5EF4-FFF2-40B4-BE49-F238E27FC236}">
                          <a16:creationId xmlns:a16="http://schemas.microsoft.com/office/drawing/2014/main" id="{C8C00AE4-B5B0-4F4E-8B02-F04951C7CF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7800" name="Group 7799">
                        <a:extLst>
                          <a:ext uri="{FF2B5EF4-FFF2-40B4-BE49-F238E27FC236}">
                            <a16:creationId xmlns:a16="http://schemas.microsoft.com/office/drawing/2014/main" id="{B2F0D445-8D55-4495-A2BC-41EF87F3D0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7851" name="Flowchart: Connector 7850">
                          <a:extLst>
                            <a:ext uri="{FF2B5EF4-FFF2-40B4-BE49-F238E27FC236}">
                              <a16:creationId xmlns:a16="http://schemas.microsoft.com/office/drawing/2014/main" id="{2EC2156D-47C1-41D5-87D9-F157D4755A9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52" name="3D Model 7851" descr="Sphere">
                              <a:extLst>
                                <a:ext uri="{FF2B5EF4-FFF2-40B4-BE49-F238E27FC236}">
                                  <a16:creationId xmlns:a16="http://schemas.microsoft.com/office/drawing/2014/main" id="{62D5E139-646C-4DFA-A2F3-C40BDBE9376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32752423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53" name="Flowchart: Connector 7852">
                          <a:extLst>
                            <a:ext uri="{FF2B5EF4-FFF2-40B4-BE49-F238E27FC236}">
                              <a16:creationId xmlns:a16="http://schemas.microsoft.com/office/drawing/2014/main" id="{8B2402A0-6F18-4978-BF35-606321AE6B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54" name="3D Model 7853" descr="Sphere">
                              <a:extLst>
                                <a:ext uri="{FF2B5EF4-FFF2-40B4-BE49-F238E27FC236}">
                                  <a16:creationId xmlns:a16="http://schemas.microsoft.com/office/drawing/2014/main" id="{F3B3BAA4-01E9-41EE-8398-A5074A7A4EF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5879093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55" name="Flowchart: Connector 7854">
                          <a:extLst>
                            <a:ext uri="{FF2B5EF4-FFF2-40B4-BE49-F238E27FC236}">
                              <a16:creationId xmlns:a16="http://schemas.microsoft.com/office/drawing/2014/main" id="{FEEDACE3-7663-4102-B4E4-59B8A6CFF19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56" name="3D Model 7855" descr="Sphere">
                              <a:extLst>
                                <a:ext uri="{FF2B5EF4-FFF2-40B4-BE49-F238E27FC236}">
                                  <a16:creationId xmlns:a16="http://schemas.microsoft.com/office/drawing/2014/main" id="{DF52BE2C-76BB-4F26-90E8-FB53F8C53CD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0528704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57" name="Flowchart: Connector 7856">
                          <a:extLst>
                            <a:ext uri="{FF2B5EF4-FFF2-40B4-BE49-F238E27FC236}">
                              <a16:creationId xmlns:a16="http://schemas.microsoft.com/office/drawing/2014/main" id="{8CC379E6-71E6-47E1-988F-7AFBEC2FFC4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58" name="3D Model 7857" descr="Sphere">
                              <a:extLst>
                                <a:ext uri="{FF2B5EF4-FFF2-40B4-BE49-F238E27FC236}">
                                  <a16:creationId xmlns:a16="http://schemas.microsoft.com/office/drawing/2014/main" id="{53D9B470-2D7E-40BA-B106-842239B348D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736830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801" name="Group 7800">
                        <a:extLst>
                          <a:ext uri="{FF2B5EF4-FFF2-40B4-BE49-F238E27FC236}">
                            <a16:creationId xmlns:a16="http://schemas.microsoft.com/office/drawing/2014/main" id="{6CBEB22C-57FA-475A-9717-3A00972F82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7835" name="Flowchart: Connector 7834">
                          <a:extLst>
                            <a:ext uri="{FF2B5EF4-FFF2-40B4-BE49-F238E27FC236}">
                              <a16:creationId xmlns:a16="http://schemas.microsoft.com/office/drawing/2014/main" id="{954FED58-C727-4220-B056-9DA9990839B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36" name="Flowchart: Connector 7835">
                          <a:extLst>
                            <a:ext uri="{FF2B5EF4-FFF2-40B4-BE49-F238E27FC236}">
                              <a16:creationId xmlns:a16="http://schemas.microsoft.com/office/drawing/2014/main" id="{5E74D5E2-C5EB-4D48-B155-E6A4FA2FE6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37" name="Flowchart: Connector 7836">
                          <a:extLst>
                            <a:ext uri="{FF2B5EF4-FFF2-40B4-BE49-F238E27FC236}">
                              <a16:creationId xmlns:a16="http://schemas.microsoft.com/office/drawing/2014/main" id="{05F16E50-F0EC-4ED1-A7EA-5D1AB77479B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38" name="Flowchart: Connector 7837">
                          <a:extLst>
                            <a:ext uri="{FF2B5EF4-FFF2-40B4-BE49-F238E27FC236}">
                              <a16:creationId xmlns:a16="http://schemas.microsoft.com/office/drawing/2014/main" id="{C0EE226F-CE57-43BA-8C21-E659861C58C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39" name="Flowchart: Connector 7838">
                          <a:extLst>
                            <a:ext uri="{FF2B5EF4-FFF2-40B4-BE49-F238E27FC236}">
                              <a16:creationId xmlns:a16="http://schemas.microsoft.com/office/drawing/2014/main" id="{EFA8735B-84FB-4A65-9C4D-AC46995F874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40" name="Flowchart: Connector 7839">
                          <a:extLst>
                            <a:ext uri="{FF2B5EF4-FFF2-40B4-BE49-F238E27FC236}">
                              <a16:creationId xmlns:a16="http://schemas.microsoft.com/office/drawing/2014/main" id="{283953C4-7432-45FB-BE13-29106533BD4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41" name="Flowchart: Connector 7840">
                          <a:extLst>
                            <a:ext uri="{FF2B5EF4-FFF2-40B4-BE49-F238E27FC236}">
                              <a16:creationId xmlns:a16="http://schemas.microsoft.com/office/drawing/2014/main" id="{A0A802AA-7AB7-4FD8-8034-7388F352490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42" name="Flowchart: Connector 7841">
                          <a:extLst>
                            <a:ext uri="{FF2B5EF4-FFF2-40B4-BE49-F238E27FC236}">
                              <a16:creationId xmlns:a16="http://schemas.microsoft.com/office/drawing/2014/main" id="{ACC823B5-D963-41D2-87DE-4D5BA07C314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43" name="Flowchart: Connector 7842">
                          <a:extLst>
                            <a:ext uri="{FF2B5EF4-FFF2-40B4-BE49-F238E27FC236}">
                              <a16:creationId xmlns:a16="http://schemas.microsoft.com/office/drawing/2014/main" id="{2BC22B13-BA22-422B-82D6-1035A3BEB0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44" name="3D Model 7843" descr="Sphere">
                              <a:extLst>
                                <a:ext uri="{FF2B5EF4-FFF2-40B4-BE49-F238E27FC236}">
                                  <a16:creationId xmlns:a16="http://schemas.microsoft.com/office/drawing/2014/main" id="{6D000BE6-7E97-4148-8638-F0E52598670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66991470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45" name="Flowchart: Connector 7844">
                          <a:extLst>
                            <a:ext uri="{FF2B5EF4-FFF2-40B4-BE49-F238E27FC236}">
                              <a16:creationId xmlns:a16="http://schemas.microsoft.com/office/drawing/2014/main" id="{B82A02B0-569A-4837-B80B-C4B430EE098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46" name="3D Model 7845" descr="Sphere">
                              <a:extLst>
                                <a:ext uri="{FF2B5EF4-FFF2-40B4-BE49-F238E27FC236}">
                                  <a16:creationId xmlns:a16="http://schemas.microsoft.com/office/drawing/2014/main" id="{3C16C6BA-5D77-4B24-9141-B6967EBD89F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7768385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47" name="Flowchart: Connector 7846">
                          <a:extLst>
                            <a:ext uri="{FF2B5EF4-FFF2-40B4-BE49-F238E27FC236}">
                              <a16:creationId xmlns:a16="http://schemas.microsoft.com/office/drawing/2014/main" id="{270C6CD8-1E50-453E-AB80-7C82927ABE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48" name="3D Model 7847" descr="Sphere">
                              <a:extLst>
                                <a:ext uri="{FF2B5EF4-FFF2-40B4-BE49-F238E27FC236}">
                                  <a16:creationId xmlns:a16="http://schemas.microsoft.com/office/drawing/2014/main" id="{5BD0582E-89A5-4A40-90C2-F887CA410F3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7041316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49" name="Flowchart: Connector 7848">
                          <a:extLst>
                            <a:ext uri="{FF2B5EF4-FFF2-40B4-BE49-F238E27FC236}">
                              <a16:creationId xmlns:a16="http://schemas.microsoft.com/office/drawing/2014/main" id="{F40A1A81-0238-4AC2-81D1-FB26F215452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50" name="3D Model 7849" descr="Sphere">
                              <a:extLst>
                                <a:ext uri="{FF2B5EF4-FFF2-40B4-BE49-F238E27FC236}">
                                  <a16:creationId xmlns:a16="http://schemas.microsoft.com/office/drawing/2014/main" id="{F130745E-C895-4377-8F35-2A8C01D1F27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5008142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7802" name="Group 7801">
                        <a:extLst>
                          <a:ext uri="{FF2B5EF4-FFF2-40B4-BE49-F238E27FC236}">
                            <a16:creationId xmlns:a16="http://schemas.microsoft.com/office/drawing/2014/main" id="{F8DCB909-1826-4209-BFF2-6481186B8AE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7819" name="Flowchart: Connector 7818">
                          <a:extLst>
                            <a:ext uri="{FF2B5EF4-FFF2-40B4-BE49-F238E27FC236}">
                              <a16:creationId xmlns:a16="http://schemas.microsoft.com/office/drawing/2014/main" id="{1AA0B2A7-82B8-4CAD-8D0E-1EA98449D54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20" name="Flowchart: Connector 7819">
                          <a:extLst>
                            <a:ext uri="{FF2B5EF4-FFF2-40B4-BE49-F238E27FC236}">
                              <a16:creationId xmlns:a16="http://schemas.microsoft.com/office/drawing/2014/main" id="{14774F16-D45D-49C9-ABC2-787BE15F521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21" name="Flowchart: Connector 7820">
                          <a:extLst>
                            <a:ext uri="{FF2B5EF4-FFF2-40B4-BE49-F238E27FC236}">
                              <a16:creationId xmlns:a16="http://schemas.microsoft.com/office/drawing/2014/main" id="{E2B1337D-C15E-46E3-85CE-14912D83317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22" name="Flowchart: Connector 7821">
                          <a:extLst>
                            <a:ext uri="{FF2B5EF4-FFF2-40B4-BE49-F238E27FC236}">
                              <a16:creationId xmlns:a16="http://schemas.microsoft.com/office/drawing/2014/main" id="{CA9DD08A-0302-46B6-BB74-A35A2D6F4F4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23" name="Flowchart: Connector 7822">
                          <a:extLst>
                            <a:ext uri="{FF2B5EF4-FFF2-40B4-BE49-F238E27FC236}">
                              <a16:creationId xmlns:a16="http://schemas.microsoft.com/office/drawing/2014/main" id="{780BB204-B6F3-49D4-AED3-9FF05C887CD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24" name="Flowchart: Connector 7823">
                          <a:extLst>
                            <a:ext uri="{FF2B5EF4-FFF2-40B4-BE49-F238E27FC236}">
                              <a16:creationId xmlns:a16="http://schemas.microsoft.com/office/drawing/2014/main" id="{E6494031-4910-404D-BA8C-1205AC08DE9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25" name="Flowchart: Connector 7824">
                          <a:extLst>
                            <a:ext uri="{FF2B5EF4-FFF2-40B4-BE49-F238E27FC236}">
                              <a16:creationId xmlns:a16="http://schemas.microsoft.com/office/drawing/2014/main" id="{970C60DB-0DB2-45B8-83E4-3E3EC00456C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26" name="Flowchart: Connector 7825">
                          <a:extLst>
                            <a:ext uri="{FF2B5EF4-FFF2-40B4-BE49-F238E27FC236}">
                              <a16:creationId xmlns:a16="http://schemas.microsoft.com/office/drawing/2014/main" id="{8D87D54E-252A-4046-BD87-1F7E1ED9BF1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7827" name="Flowchart: Connector 7826">
                          <a:extLst>
                            <a:ext uri="{FF2B5EF4-FFF2-40B4-BE49-F238E27FC236}">
                              <a16:creationId xmlns:a16="http://schemas.microsoft.com/office/drawing/2014/main" id="{D3597F28-E699-4E47-A26D-FD735C339D2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28" name="3D Model 7827" descr="Sphere">
                              <a:extLst>
                                <a:ext uri="{FF2B5EF4-FFF2-40B4-BE49-F238E27FC236}">
                                  <a16:creationId xmlns:a16="http://schemas.microsoft.com/office/drawing/2014/main" id="{3ACF1F93-EC09-4194-B8CB-A2807A5C668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57096858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29" name="Flowchart: Connector 7828">
                          <a:extLst>
                            <a:ext uri="{FF2B5EF4-FFF2-40B4-BE49-F238E27FC236}">
                              <a16:creationId xmlns:a16="http://schemas.microsoft.com/office/drawing/2014/main" id="{2EF8359C-5B58-437E-A563-1A4D4A4B194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30" name="3D Model 7829" descr="Sphere">
                              <a:extLst>
                                <a:ext uri="{FF2B5EF4-FFF2-40B4-BE49-F238E27FC236}">
                                  <a16:creationId xmlns:a16="http://schemas.microsoft.com/office/drawing/2014/main" id="{2EF724FF-2D1F-49A1-97BF-F1A8999EB65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6198645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31" name="Flowchart: Connector 7830">
                          <a:extLst>
                            <a:ext uri="{FF2B5EF4-FFF2-40B4-BE49-F238E27FC236}">
                              <a16:creationId xmlns:a16="http://schemas.microsoft.com/office/drawing/2014/main" id="{CAE37072-0FD7-4D2C-98BE-50A0BC68BA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32" name="3D Model 7831" descr="Sphere">
                              <a:extLst>
                                <a:ext uri="{FF2B5EF4-FFF2-40B4-BE49-F238E27FC236}">
                                  <a16:creationId xmlns:a16="http://schemas.microsoft.com/office/drawing/2014/main" id="{9CB2DE63-38A1-4223-AB7D-135609BEDB1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57229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7833" name="Flowchart: Connector 7832">
                          <a:extLst>
                            <a:ext uri="{FF2B5EF4-FFF2-40B4-BE49-F238E27FC236}">
                              <a16:creationId xmlns:a16="http://schemas.microsoft.com/office/drawing/2014/main" id="{E7475E11-2099-4A93-A46F-C0736A69AAB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7834" name="3D Model 7833" descr="Sphere">
                              <a:extLst>
                                <a:ext uri="{FF2B5EF4-FFF2-40B4-BE49-F238E27FC236}">
                                  <a16:creationId xmlns:a16="http://schemas.microsoft.com/office/drawing/2014/main" id="{E14A4AC0-ED0E-4367-B878-F4795E74760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5279519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7803" name="Flowchart: Connector 7802">
                        <a:extLst>
                          <a:ext uri="{FF2B5EF4-FFF2-40B4-BE49-F238E27FC236}">
                            <a16:creationId xmlns:a16="http://schemas.microsoft.com/office/drawing/2014/main" id="{B0A6C5A5-A037-4F31-AA97-22BEF690AD1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04" name="Flowchart: Connector 7803">
                        <a:extLst>
                          <a:ext uri="{FF2B5EF4-FFF2-40B4-BE49-F238E27FC236}">
                            <a16:creationId xmlns:a16="http://schemas.microsoft.com/office/drawing/2014/main" id="{71EC46FA-6575-42A0-8CE3-A8E6DB6A06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05" name="Flowchart: Connector 7804">
                        <a:extLst>
                          <a:ext uri="{FF2B5EF4-FFF2-40B4-BE49-F238E27FC236}">
                            <a16:creationId xmlns:a16="http://schemas.microsoft.com/office/drawing/2014/main" id="{28D06BB3-0DF6-4ED8-8C5D-22CE22EB185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06" name="Flowchart: Connector 7805">
                        <a:extLst>
                          <a:ext uri="{FF2B5EF4-FFF2-40B4-BE49-F238E27FC236}">
                            <a16:creationId xmlns:a16="http://schemas.microsoft.com/office/drawing/2014/main" id="{6E6FDC33-E3B6-47FA-8AF7-05CBAF5C30F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07" name="Flowchart: Connector 7806">
                        <a:extLst>
                          <a:ext uri="{FF2B5EF4-FFF2-40B4-BE49-F238E27FC236}">
                            <a16:creationId xmlns:a16="http://schemas.microsoft.com/office/drawing/2014/main" id="{FB530BFE-2572-400A-9D4A-74687D600A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08" name="Flowchart: Connector 7807">
                        <a:extLst>
                          <a:ext uri="{FF2B5EF4-FFF2-40B4-BE49-F238E27FC236}">
                            <a16:creationId xmlns:a16="http://schemas.microsoft.com/office/drawing/2014/main" id="{35D394B4-1834-475A-B779-08C74EFF388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09" name="Flowchart: Connector 7808">
                        <a:extLst>
                          <a:ext uri="{FF2B5EF4-FFF2-40B4-BE49-F238E27FC236}">
                            <a16:creationId xmlns:a16="http://schemas.microsoft.com/office/drawing/2014/main" id="{E6B61709-6123-4CA2-BC0F-AF2B383076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10" name="Flowchart: Connector 7809">
                        <a:extLst>
                          <a:ext uri="{FF2B5EF4-FFF2-40B4-BE49-F238E27FC236}">
                            <a16:creationId xmlns:a16="http://schemas.microsoft.com/office/drawing/2014/main" id="{B51D379F-369A-4692-83B8-9CCE57B3DFC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7811" name="Flowchart: Connector 7810">
                        <a:extLst>
                          <a:ext uri="{FF2B5EF4-FFF2-40B4-BE49-F238E27FC236}">
                            <a16:creationId xmlns:a16="http://schemas.microsoft.com/office/drawing/2014/main" id="{BD725DE2-DA6D-424C-84EB-F8F1C40DE8F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812" name="3D Model 7811" descr="Sphere">
                            <a:extLst>
                              <a:ext uri="{FF2B5EF4-FFF2-40B4-BE49-F238E27FC236}">
                                <a16:creationId xmlns:a16="http://schemas.microsoft.com/office/drawing/2014/main" id="{097CBB00-A719-4473-A4CF-EC7A9F1CF7A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5222826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813" name="Flowchart: Connector 7812">
                        <a:extLst>
                          <a:ext uri="{FF2B5EF4-FFF2-40B4-BE49-F238E27FC236}">
                            <a16:creationId xmlns:a16="http://schemas.microsoft.com/office/drawing/2014/main" id="{82947774-DD40-46F0-B0EA-7B9B32221C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814" name="3D Model 7813" descr="Sphere">
                            <a:extLst>
                              <a:ext uri="{FF2B5EF4-FFF2-40B4-BE49-F238E27FC236}">
                                <a16:creationId xmlns:a16="http://schemas.microsoft.com/office/drawing/2014/main" id="{8233ED42-0DF7-4EC1-8605-4929FC02AE5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68235246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815" name="Flowchart: Connector 7814">
                        <a:extLst>
                          <a:ext uri="{FF2B5EF4-FFF2-40B4-BE49-F238E27FC236}">
                            <a16:creationId xmlns:a16="http://schemas.microsoft.com/office/drawing/2014/main" id="{0AA20D5F-1903-4824-8A93-F1C7C0F1280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816" name="3D Model 7815" descr="Sphere">
                            <a:extLst>
                              <a:ext uri="{FF2B5EF4-FFF2-40B4-BE49-F238E27FC236}">
                                <a16:creationId xmlns:a16="http://schemas.microsoft.com/office/drawing/2014/main" id="{B277E3EC-3734-4AC4-B39B-CFE562CF16C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17304782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7817" name="Flowchart: Connector 7816">
                        <a:extLst>
                          <a:ext uri="{FF2B5EF4-FFF2-40B4-BE49-F238E27FC236}">
                            <a16:creationId xmlns:a16="http://schemas.microsoft.com/office/drawing/2014/main" id="{F3828F96-15AA-46B1-BAC5-6911BC374A2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7818" name="3D Model 7817" descr="Sphere">
                            <a:extLst>
                              <a:ext uri="{FF2B5EF4-FFF2-40B4-BE49-F238E27FC236}">
                                <a16:creationId xmlns:a16="http://schemas.microsoft.com/office/drawing/2014/main" id="{53C88EBE-7F95-461F-8697-080C3528C44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11708220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7768" name="Freeform: Shape 7767">
                    <a:extLst>
                      <a:ext uri="{FF2B5EF4-FFF2-40B4-BE49-F238E27FC236}">
                        <a16:creationId xmlns:a16="http://schemas.microsoft.com/office/drawing/2014/main" id="{150F28CB-467B-4D7E-AD33-F04C58298933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769" name="Freeform: Shape 7768">
                    <a:extLst>
                      <a:ext uri="{FF2B5EF4-FFF2-40B4-BE49-F238E27FC236}">
                        <a16:creationId xmlns:a16="http://schemas.microsoft.com/office/drawing/2014/main" id="{B5F583B3-3F82-4CDD-A1D6-29BEEDE37F4C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770" name="Freeform: Shape 7769">
                    <a:extLst>
                      <a:ext uri="{FF2B5EF4-FFF2-40B4-BE49-F238E27FC236}">
                        <a16:creationId xmlns:a16="http://schemas.microsoft.com/office/drawing/2014/main" id="{678E33BD-97B0-4D34-A0E3-88C712BA0EEE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771" name="Freeform: Shape 7770">
                    <a:extLst>
                      <a:ext uri="{FF2B5EF4-FFF2-40B4-BE49-F238E27FC236}">
                        <a16:creationId xmlns:a16="http://schemas.microsoft.com/office/drawing/2014/main" id="{43564966-3FA4-4AF5-8F74-65CB73480F22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772" name="Freeform: Shape 7771">
                    <a:extLst>
                      <a:ext uri="{FF2B5EF4-FFF2-40B4-BE49-F238E27FC236}">
                        <a16:creationId xmlns:a16="http://schemas.microsoft.com/office/drawing/2014/main" id="{219ADC74-C799-47E8-99BC-57A4B510C944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773" name="Freeform: Shape 7772">
                    <a:extLst>
                      <a:ext uri="{FF2B5EF4-FFF2-40B4-BE49-F238E27FC236}">
                        <a16:creationId xmlns:a16="http://schemas.microsoft.com/office/drawing/2014/main" id="{DAF35867-BAD1-4C4C-A169-8E1192734532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774" name="Freeform: Shape 7773">
                    <a:extLst>
                      <a:ext uri="{FF2B5EF4-FFF2-40B4-BE49-F238E27FC236}">
                        <a16:creationId xmlns:a16="http://schemas.microsoft.com/office/drawing/2014/main" id="{0A8EA27E-33ED-4FA8-A47A-2E03411E54BF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775" name="Freeform: Shape 7774">
                    <a:extLst>
                      <a:ext uri="{FF2B5EF4-FFF2-40B4-BE49-F238E27FC236}">
                        <a16:creationId xmlns:a16="http://schemas.microsoft.com/office/drawing/2014/main" id="{1CFE9941-C6D9-4E8E-A8C9-508DE78B6FFD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776" name="Freeform: Shape 7775">
                    <a:extLst>
                      <a:ext uri="{FF2B5EF4-FFF2-40B4-BE49-F238E27FC236}">
                        <a16:creationId xmlns:a16="http://schemas.microsoft.com/office/drawing/2014/main" id="{DDBCDCA7-4BBE-4395-B975-B356ACBEC4FB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777" name="Freeform: Shape 7776">
                    <a:extLst>
                      <a:ext uri="{FF2B5EF4-FFF2-40B4-BE49-F238E27FC236}">
                        <a16:creationId xmlns:a16="http://schemas.microsoft.com/office/drawing/2014/main" id="{092B0952-0FC6-45B7-A8AD-B13739FBF3BE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778" name="Freeform: Shape 7777">
                    <a:extLst>
                      <a:ext uri="{FF2B5EF4-FFF2-40B4-BE49-F238E27FC236}">
                        <a16:creationId xmlns:a16="http://schemas.microsoft.com/office/drawing/2014/main" id="{36F10B9D-8102-46A6-A627-8C80849C0481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7779" name="Freeform: Shape 7778">
                    <a:extLst>
                      <a:ext uri="{FF2B5EF4-FFF2-40B4-BE49-F238E27FC236}">
                        <a16:creationId xmlns:a16="http://schemas.microsoft.com/office/drawing/2014/main" id="{B75AF86C-9033-488B-B0B9-4D2C30F30B12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7764" name="Freeform: Shape 7763">
                  <a:extLst>
                    <a:ext uri="{FF2B5EF4-FFF2-40B4-BE49-F238E27FC236}">
                      <a16:creationId xmlns:a16="http://schemas.microsoft.com/office/drawing/2014/main" id="{2C0A6CD0-81AA-449A-A72D-D174D301A870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765" name="Freeform: Shape 7764">
                  <a:extLst>
                    <a:ext uri="{FF2B5EF4-FFF2-40B4-BE49-F238E27FC236}">
                      <a16:creationId xmlns:a16="http://schemas.microsoft.com/office/drawing/2014/main" id="{B7437420-6F90-43F2-A6C6-B94619B38CE5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766" name="Freeform: Shape 7765">
                  <a:extLst>
                    <a:ext uri="{FF2B5EF4-FFF2-40B4-BE49-F238E27FC236}">
                      <a16:creationId xmlns:a16="http://schemas.microsoft.com/office/drawing/2014/main" id="{EE9B9766-400A-4742-AAF7-E93E3C239E7D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8062" name="Group 8061">
                <a:extLst>
                  <a:ext uri="{FF2B5EF4-FFF2-40B4-BE49-F238E27FC236}">
                    <a16:creationId xmlns:a16="http://schemas.microsoft.com/office/drawing/2014/main" id="{9662535A-4E25-4B8C-8822-45E0955E3E5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996065" y="6027249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8063" name="Group 8062">
                  <a:extLst>
                    <a:ext uri="{FF2B5EF4-FFF2-40B4-BE49-F238E27FC236}">
                      <a16:creationId xmlns:a16="http://schemas.microsoft.com/office/drawing/2014/main" id="{54DDBA3E-FE6A-429C-A678-3F536471C02F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8067" name="Group 8066">
                    <a:extLst>
                      <a:ext uri="{FF2B5EF4-FFF2-40B4-BE49-F238E27FC236}">
                        <a16:creationId xmlns:a16="http://schemas.microsoft.com/office/drawing/2014/main" id="{D11FD836-98D5-4872-961F-9F725EE2544E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8080" name="Group 8079">
                      <a:extLst>
                        <a:ext uri="{FF2B5EF4-FFF2-40B4-BE49-F238E27FC236}">
                          <a16:creationId xmlns:a16="http://schemas.microsoft.com/office/drawing/2014/main" id="{C7E9B501-CDD3-4650-898B-E58C4E1F7C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8301" name="Group 8300">
                        <a:extLst>
                          <a:ext uri="{FF2B5EF4-FFF2-40B4-BE49-F238E27FC236}">
                            <a16:creationId xmlns:a16="http://schemas.microsoft.com/office/drawing/2014/main" id="{5156FB48-85BF-4D09-AFC3-52D459A8F0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8358" name="Flowchart: Connector 8357">
                          <a:extLst>
                            <a:ext uri="{FF2B5EF4-FFF2-40B4-BE49-F238E27FC236}">
                              <a16:creationId xmlns:a16="http://schemas.microsoft.com/office/drawing/2014/main" id="{23ACBE7A-B59C-4501-B5D9-6025B247D14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59" name="Flowchart: Connector 8358">
                          <a:extLst>
                            <a:ext uri="{FF2B5EF4-FFF2-40B4-BE49-F238E27FC236}">
                              <a16:creationId xmlns:a16="http://schemas.microsoft.com/office/drawing/2014/main" id="{321353AE-AA05-483F-B74B-520B11E93D9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60" name="Flowchart: Connector 8359">
                          <a:extLst>
                            <a:ext uri="{FF2B5EF4-FFF2-40B4-BE49-F238E27FC236}">
                              <a16:creationId xmlns:a16="http://schemas.microsoft.com/office/drawing/2014/main" id="{DC98B18C-BD18-4D55-9CA5-BE53C128DB4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61" name="Flowchart: Connector 8360">
                          <a:extLst>
                            <a:ext uri="{FF2B5EF4-FFF2-40B4-BE49-F238E27FC236}">
                              <a16:creationId xmlns:a16="http://schemas.microsoft.com/office/drawing/2014/main" id="{741AC48F-7F23-4D01-B09C-FDF9218171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302" name="Group 8301">
                        <a:extLst>
                          <a:ext uri="{FF2B5EF4-FFF2-40B4-BE49-F238E27FC236}">
                            <a16:creationId xmlns:a16="http://schemas.microsoft.com/office/drawing/2014/main" id="{35F9F545-270C-469E-B297-B3E21744DA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8303" name="Group 8302">
                          <a:extLst>
                            <a:ext uri="{FF2B5EF4-FFF2-40B4-BE49-F238E27FC236}">
                              <a16:creationId xmlns:a16="http://schemas.microsoft.com/office/drawing/2014/main" id="{58B59E8C-A6A5-4B37-BD6A-064E026435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51" name="3D Model 8350" descr="Sphere">
                                <a:extLst>
                                  <a:ext uri="{FF2B5EF4-FFF2-40B4-BE49-F238E27FC236}">
                                    <a16:creationId xmlns:a16="http://schemas.microsoft.com/office/drawing/2014/main" id="{66DBE2B3-AF2E-4E09-AD3F-AE5455250FB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8009574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52" name="Flowchart: Connector 8351">
                            <a:extLst>
                              <a:ext uri="{FF2B5EF4-FFF2-40B4-BE49-F238E27FC236}">
                                <a16:creationId xmlns:a16="http://schemas.microsoft.com/office/drawing/2014/main" id="{91CBEA2B-DB54-48DB-BBB3-6159235D9B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53" name="3D Model 8352" descr="Sphere">
                                <a:extLst>
                                  <a:ext uri="{FF2B5EF4-FFF2-40B4-BE49-F238E27FC236}">
                                    <a16:creationId xmlns:a16="http://schemas.microsoft.com/office/drawing/2014/main" id="{C7E1E3F3-3D7C-45AF-A420-40BD37F4265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3739572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54" name="Flowchart: Connector 8353">
                            <a:extLst>
                              <a:ext uri="{FF2B5EF4-FFF2-40B4-BE49-F238E27FC236}">
                                <a16:creationId xmlns:a16="http://schemas.microsoft.com/office/drawing/2014/main" id="{2FAFE3D5-36C9-4FE0-830C-DA9F68E55B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55" name="3D Model 8354" descr="Sphere">
                                <a:extLst>
                                  <a:ext uri="{FF2B5EF4-FFF2-40B4-BE49-F238E27FC236}">
                                    <a16:creationId xmlns:a16="http://schemas.microsoft.com/office/drawing/2014/main" id="{A51D3E01-5591-46DF-A1E2-06C0A09926F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9101206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56" name="Flowchart: Connector 8355">
                            <a:extLst>
                              <a:ext uri="{FF2B5EF4-FFF2-40B4-BE49-F238E27FC236}">
                                <a16:creationId xmlns:a16="http://schemas.microsoft.com/office/drawing/2014/main" id="{17D1C9FC-91EC-4353-9BD3-ADF6087D47D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57" name="3D Model 8356" descr="Sphere">
                                <a:extLst>
                                  <a:ext uri="{FF2B5EF4-FFF2-40B4-BE49-F238E27FC236}">
                                    <a16:creationId xmlns:a16="http://schemas.microsoft.com/office/drawing/2014/main" id="{A242E73A-3D05-42BC-B79A-F20EB6AAAD3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3955573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304" name="Group 8303">
                          <a:extLst>
                            <a:ext uri="{FF2B5EF4-FFF2-40B4-BE49-F238E27FC236}">
                              <a16:creationId xmlns:a16="http://schemas.microsoft.com/office/drawing/2014/main" id="{13BEF8FE-905D-4721-8576-AA92C6796E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8336" name="Flowchart: Connector 8335">
                            <a:extLst>
                              <a:ext uri="{FF2B5EF4-FFF2-40B4-BE49-F238E27FC236}">
                                <a16:creationId xmlns:a16="http://schemas.microsoft.com/office/drawing/2014/main" id="{688AC39C-8C9A-4883-82CA-CD89E5E455B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37" name="Flowchart: Connector 8336">
                            <a:extLst>
                              <a:ext uri="{FF2B5EF4-FFF2-40B4-BE49-F238E27FC236}">
                                <a16:creationId xmlns:a16="http://schemas.microsoft.com/office/drawing/2014/main" id="{07D3EAED-E18B-4182-9A22-9F72487EEC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38" name="Flowchart: Connector 8337">
                            <a:extLst>
                              <a:ext uri="{FF2B5EF4-FFF2-40B4-BE49-F238E27FC236}">
                                <a16:creationId xmlns:a16="http://schemas.microsoft.com/office/drawing/2014/main" id="{9A4DEC3C-8322-44EE-A799-D25EDD2D748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39" name="Flowchart: Connector 8338">
                            <a:extLst>
                              <a:ext uri="{FF2B5EF4-FFF2-40B4-BE49-F238E27FC236}">
                                <a16:creationId xmlns:a16="http://schemas.microsoft.com/office/drawing/2014/main" id="{960F7FA4-E485-433C-9137-52A4B2167D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40" name="Flowchart: Connector 8339">
                            <a:extLst>
                              <a:ext uri="{FF2B5EF4-FFF2-40B4-BE49-F238E27FC236}">
                                <a16:creationId xmlns:a16="http://schemas.microsoft.com/office/drawing/2014/main" id="{B652FC5E-5CE7-4B1A-A13C-11F6B8031C1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41" name="Flowchart: Connector 8340">
                            <a:extLst>
                              <a:ext uri="{FF2B5EF4-FFF2-40B4-BE49-F238E27FC236}">
                                <a16:creationId xmlns:a16="http://schemas.microsoft.com/office/drawing/2014/main" id="{BEF0AAEC-CE73-4079-BAAD-FEFBC1250F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42" name="Flowchart: Connector 8341">
                            <a:extLst>
                              <a:ext uri="{FF2B5EF4-FFF2-40B4-BE49-F238E27FC236}">
                                <a16:creationId xmlns:a16="http://schemas.microsoft.com/office/drawing/2014/main" id="{467D2E77-0BE1-4A0D-A7B5-B23EBAA08E0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43" name="Flowchart: Connector 8342">
                            <a:extLst>
                              <a:ext uri="{FF2B5EF4-FFF2-40B4-BE49-F238E27FC236}">
                                <a16:creationId xmlns:a16="http://schemas.microsoft.com/office/drawing/2014/main" id="{61DFCE12-0825-43C7-ACC8-CA81862395E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44" name="3D Model 8343" descr="Sphere">
                                <a:extLst>
                                  <a:ext uri="{FF2B5EF4-FFF2-40B4-BE49-F238E27FC236}">
                                    <a16:creationId xmlns:a16="http://schemas.microsoft.com/office/drawing/2014/main" id="{00303A1A-39F1-4F3B-8ADA-8181F4242BA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18995989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45" name="Flowchart: Connector 8344">
                            <a:extLst>
                              <a:ext uri="{FF2B5EF4-FFF2-40B4-BE49-F238E27FC236}">
                                <a16:creationId xmlns:a16="http://schemas.microsoft.com/office/drawing/2014/main" id="{731AD14D-307C-44DD-B953-A8A3E252EA9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46" name="3D Model 8345" descr="Sphere">
                                <a:extLst>
                                  <a:ext uri="{FF2B5EF4-FFF2-40B4-BE49-F238E27FC236}">
                                    <a16:creationId xmlns:a16="http://schemas.microsoft.com/office/drawing/2014/main" id="{640B31AF-3FA8-40CE-89D2-67619D1CFBA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2000209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47" name="Flowchart: Connector 8346">
                            <a:extLst>
                              <a:ext uri="{FF2B5EF4-FFF2-40B4-BE49-F238E27FC236}">
                                <a16:creationId xmlns:a16="http://schemas.microsoft.com/office/drawing/2014/main" id="{0CED5026-CBCD-47E4-859D-92599FA365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48" name="3D Model 8347" descr="Sphere">
                                <a:extLst>
                                  <a:ext uri="{FF2B5EF4-FFF2-40B4-BE49-F238E27FC236}">
                                    <a16:creationId xmlns:a16="http://schemas.microsoft.com/office/drawing/2014/main" id="{B5B7D5F4-88A3-4983-A493-2F04F00B7BF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9718706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49" name="Flowchart: Connector 8348">
                            <a:extLst>
                              <a:ext uri="{FF2B5EF4-FFF2-40B4-BE49-F238E27FC236}">
                                <a16:creationId xmlns:a16="http://schemas.microsoft.com/office/drawing/2014/main" id="{5390ECD5-599A-4884-A062-49654893123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50" name="3D Model 8349" descr="Sphere">
                                <a:extLst>
                                  <a:ext uri="{FF2B5EF4-FFF2-40B4-BE49-F238E27FC236}">
                                    <a16:creationId xmlns:a16="http://schemas.microsoft.com/office/drawing/2014/main" id="{6435EDA3-CC44-41B4-B3FD-2DF14A034EE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0851791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305" name="Group 8304">
                          <a:extLst>
                            <a:ext uri="{FF2B5EF4-FFF2-40B4-BE49-F238E27FC236}">
                              <a16:creationId xmlns:a16="http://schemas.microsoft.com/office/drawing/2014/main" id="{1C9DF9DB-69BD-4749-B04D-5B661887852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8321" name="Flowchart: Connector 8320">
                            <a:extLst>
                              <a:ext uri="{FF2B5EF4-FFF2-40B4-BE49-F238E27FC236}">
                                <a16:creationId xmlns:a16="http://schemas.microsoft.com/office/drawing/2014/main" id="{60461803-9E93-485D-9DAD-0BCA371C88F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22" name="Flowchart: Connector 8321">
                            <a:extLst>
                              <a:ext uri="{FF2B5EF4-FFF2-40B4-BE49-F238E27FC236}">
                                <a16:creationId xmlns:a16="http://schemas.microsoft.com/office/drawing/2014/main" id="{C9DA6D9E-E7C4-4A6C-AC14-A94A6E60E3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23" name="Flowchart: Connector 8322">
                            <a:extLst>
                              <a:ext uri="{FF2B5EF4-FFF2-40B4-BE49-F238E27FC236}">
                                <a16:creationId xmlns:a16="http://schemas.microsoft.com/office/drawing/2014/main" id="{9C0E883D-9E37-4055-B980-22937343A75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24" name="Flowchart: Connector 8323">
                            <a:extLst>
                              <a:ext uri="{FF2B5EF4-FFF2-40B4-BE49-F238E27FC236}">
                                <a16:creationId xmlns:a16="http://schemas.microsoft.com/office/drawing/2014/main" id="{9869E028-C94F-43DA-921E-6DBED40A6F0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25" name="Flowchart: Connector 8324">
                            <a:extLst>
                              <a:ext uri="{FF2B5EF4-FFF2-40B4-BE49-F238E27FC236}">
                                <a16:creationId xmlns:a16="http://schemas.microsoft.com/office/drawing/2014/main" id="{D1C47192-C068-454B-9779-31665E399F3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26" name="Flowchart: Connector 8325">
                            <a:extLst>
                              <a:ext uri="{FF2B5EF4-FFF2-40B4-BE49-F238E27FC236}">
                                <a16:creationId xmlns:a16="http://schemas.microsoft.com/office/drawing/2014/main" id="{205176F0-27D8-4536-B7EC-378E34324C4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27" name="Flowchart: Connector 8326">
                            <a:extLst>
                              <a:ext uri="{FF2B5EF4-FFF2-40B4-BE49-F238E27FC236}">
                                <a16:creationId xmlns:a16="http://schemas.microsoft.com/office/drawing/2014/main" id="{70C46D31-2803-4961-9D2C-6E3111AECEB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328" name="Flowchart: Connector 8327">
                            <a:extLst>
                              <a:ext uri="{FF2B5EF4-FFF2-40B4-BE49-F238E27FC236}">
                                <a16:creationId xmlns:a16="http://schemas.microsoft.com/office/drawing/2014/main" id="{EB353179-6CF9-45E5-977E-71474B8176D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29" name="3D Model 8328" descr="Sphere">
                                <a:extLst>
                                  <a:ext uri="{FF2B5EF4-FFF2-40B4-BE49-F238E27FC236}">
                                    <a16:creationId xmlns:a16="http://schemas.microsoft.com/office/drawing/2014/main" id="{8CB8372E-0622-4BCE-9600-C83C28C701C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0230440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30" name="Flowchart: Connector 8329">
                            <a:extLst>
                              <a:ext uri="{FF2B5EF4-FFF2-40B4-BE49-F238E27FC236}">
                                <a16:creationId xmlns:a16="http://schemas.microsoft.com/office/drawing/2014/main" id="{D5071E68-42C6-449C-98D7-9B7A571F27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31" name="3D Model 8330" descr="Sphere">
                                <a:extLst>
                                  <a:ext uri="{FF2B5EF4-FFF2-40B4-BE49-F238E27FC236}">
                                    <a16:creationId xmlns:a16="http://schemas.microsoft.com/office/drawing/2014/main" id="{20E4CA68-C0E4-4894-A3D8-F39B6BA44DF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3209800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32" name="Flowchart: Connector 8331">
                            <a:extLst>
                              <a:ext uri="{FF2B5EF4-FFF2-40B4-BE49-F238E27FC236}">
                                <a16:creationId xmlns:a16="http://schemas.microsoft.com/office/drawing/2014/main" id="{2322F4D6-125D-4192-9EC0-0E86E03A96B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33" name="3D Model 8332" descr="Sphere">
                                <a:extLst>
                                  <a:ext uri="{FF2B5EF4-FFF2-40B4-BE49-F238E27FC236}">
                                    <a16:creationId xmlns:a16="http://schemas.microsoft.com/office/drawing/2014/main" id="{134BA718-E917-4778-899E-A7413681697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9141662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334" name="Flowchart: Connector 8333">
                            <a:extLst>
                              <a:ext uri="{FF2B5EF4-FFF2-40B4-BE49-F238E27FC236}">
                                <a16:creationId xmlns:a16="http://schemas.microsoft.com/office/drawing/2014/main" id="{72BE671D-E541-453B-844A-4BE1909E35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335" name="3D Model 8334" descr="Sphere">
                                <a:extLst>
                                  <a:ext uri="{FF2B5EF4-FFF2-40B4-BE49-F238E27FC236}">
                                    <a16:creationId xmlns:a16="http://schemas.microsoft.com/office/drawing/2014/main" id="{7B1975BB-2039-489A-AB3C-9451155881E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7706946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306" name="Flowchart: Connector 8305">
                          <a:extLst>
                            <a:ext uri="{FF2B5EF4-FFF2-40B4-BE49-F238E27FC236}">
                              <a16:creationId xmlns:a16="http://schemas.microsoft.com/office/drawing/2014/main" id="{6F12B846-0E70-4653-8EE0-EC6B706519F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07" name="Flowchart: Connector 8306">
                          <a:extLst>
                            <a:ext uri="{FF2B5EF4-FFF2-40B4-BE49-F238E27FC236}">
                              <a16:creationId xmlns:a16="http://schemas.microsoft.com/office/drawing/2014/main" id="{E63EC590-19C4-49A4-9BE1-D93632B181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08" name="Flowchart: Connector 8307">
                          <a:extLst>
                            <a:ext uri="{FF2B5EF4-FFF2-40B4-BE49-F238E27FC236}">
                              <a16:creationId xmlns:a16="http://schemas.microsoft.com/office/drawing/2014/main" id="{6229CD3C-2F0E-4F7A-8E9B-8C956C9AC91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09" name="Flowchart: Connector 8308">
                          <a:extLst>
                            <a:ext uri="{FF2B5EF4-FFF2-40B4-BE49-F238E27FC236}">
                              <a16:creationId xmlns:a16="http://schemas.microsoft.com/office/drawing/2014/main" id="{BC2AB618-B793-46B4-9818-53B74C1806F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10" name="Flowchart: Connector 8309">
                          <a:extLst>
                            <a:ext uri="{FF2B5EF4-FFF2-40B4-BE49-F238E27FC236}">
                              <a16:creationId xmlns:a16="http://schemas.microsoft.com/office/drawing/2014/main" id="{5AB8E9D7-F708-4E13-9AA4-FDEE231AA7F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11" name="Flowchart: Connector 8310">
                          <a:extLst>
                            <a:ext uri="{FF2B5EF4-FFF2-40B4-BE49-F238E27FC236}">
                              <a16:creationId xmlns:a16="http://schemas.microsoft.com/office/drawing/2014/main" id="{725C1813-33E0-44D4-9546-BE7154D187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12" name="Flowchart: Connector 8311">
                          <a:extLst>
                            <a:ext uri="{FF2B5EF4-FFF2-40B4-BE49-F238E27FC236}">
                              <a16:creationId xmlns:a16="http://schemas.microsoft.com/office/drawing/2014/main" id="{C3E216D7-60FF-476D-985B-1A01C1998D3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313" name="Flowchart: Connector 8312">
                          <a:extLst>
                            <a:ext uri="{FF2B5EF4-FFF2-40B4-BE49-F238E27FC236}">
                              <a16:creationId xmlns:a16="http://schemas.microsoft.com/office/drawing/2014/main" id="{946142DE-E457-458F-940C-4B71CA0F15D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314" name="3D Model 8313" descr="Sphere">
                              <a:extLst>
                                <a:ext uri="{FF2B5EF4-FFF2-40B4-BE49-F238E27FC236}">
                                  <a16:creationId xmlns:a16="http://schemas.microsoft.com/office/drawing/2014/main" id="{D1C1419A-DF6E-4680-903F-A52446A1BAA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26157330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315" name="Flowchart: Connector 8314">
                          <a:extLst>
                            <a:ext uri="{FF2B5EF4-FFF2-40B4-BE49-F238E27FC236}">
                              <a16:creationId xmlns:a16="http://schemas.microsoft.com/office/drawing/2014/main" id="{01810B5C-1FC0-4774-B73C-D15D66F1A9D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316" name="3D Model 8315" descr="Sphere">
                              <a:extLst>
                                <a:ext uri="{FF2B5EF4-FFF2-40B4-BE49-F238E27FC236}">
                                  <a16:creationId xmlns:a16="http://schemas.microsoft.com/office/drawing/2014/main" id="{536AB5E9-0149-4008-8FDD-ED140A78C9F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70670241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317" name="Flowchart: Connector 8316">
                          <a:extLst>
                            <a:ext uri="{FF2B5EF4-FFF2-40B4-BE49-F238E27FC236}">
                              <a16:creationId xmlns:a16="http://schemas.microsoft.com/office/drawing/2014/main" id="{3EE9C109-3844-4B21-8B01-AD7B511C889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318" name="3D Model 8317" descr="Sphere">
                              <a:extLst>
                                <a:ext uri="{FF2B5EF4-FFF2-40B4-BE49-F238E27FC236}">
                                  <a16:creationId xmlns:a16="http://schemas.microsoft.com/office/drawing/2014/main" id="{2294FA4F-4005-4491-BA81-711E0295D8C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61776037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319" name="Flowchart: Connector 8318">
                          <a:extLst>
                            <a:ext uri="{FF2B5EF4-FFF2-40B4-BE49-F238E27FC236}">
                              <a16:creationId xmlns:a16="http://schemas.microsoft.com/office/drawing/2014/main" id="{92D27625-7DFE-4FF1-AEF0-4A29C3EFAE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320" name="3D Model 8319" descr="Sphere">
                              <a:extLst>
                                <a:ext uri="{FF2B5EF4-FFF2-40B4-BE49-F238E27FC236}">
                                  <a16:creationId xmlns:a16="http://schemas.microsoft.com/office/drawing/2014/main" id="{7C0989E1-6B28-48CC-A087-05E3D301A1F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20569686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8081" name="Group 8080">
                      <a:extLst>
                        <a:ext uri="{FF2B5EF4-FFF2-40B4-BE49-F238E27FC236}">
                          <a16:creationId xmlns:a16="http://schemas.microsoft.com/office/drawing/2014/main" id="{7C2745D1-CB01-44DE-A5B5-ED13E458D95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8298" name="Flowchart: Connector 8297">
                        <a:extLst>
                          <a:ext uri="{FF2B5EF4-FFF2-40B4-BE49-F238E27FC236}">
                            <a16:creationId xmlns:a16="http://schemas.microsoft.com/office/drawing/2014/main" id="{F6ACE470-85D3-42E6-B3AC-4E9EC480BBA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299" name="Flowchart: Connector 8298">
                        <a:extLst>
                          <a:ext uri="{FF2B5EF4-FFF2-40B4-BE49-F238E27FC236}">
                            <a16:creationId xmlns:a16="http://schemas.microsoft.com/office/drawing/2014/main" id="{A70ED4CD-35D3-4D0A-98DE-047BFC94BC7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300" name="Flowchart: Connector 8299">
                        <a:extLst>
                          <a:ext uri="{FF2B5EF4-FFF2-40B4-BE49-F238E27FC236}">
                            <a16:creationId xmlns:a16="http://schemas.microsoft.com/office/drawing/2014/main" id="{90518E41-4FEA-4CDE-9C16-A506789690E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8082" name="Flowchart: Connector 8081">
                      <a:extLst>
                        <a:ext uri="{FF2B5EF4-FFF2-40B4-BE49-F238E27FC236}">
                          <a16:creationId xmlns:a16="http://schemas.microsoft.com/office/drawing/2014/main" id="{573F81CD-78BC-4675-A85A-94DFBDB8BF2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8083" name="Flowchart: Connector 8082">
                      <a:extLst>
                        <a:ext uri="{FF2B5EF4-FFF2-40B4-BE49-F238E27FC236}">
                          <a16:creationId xmlns:a16="http://schemas.microsoft.com/office/drawing/2014/main" id="{8A8F3699-66F1-4CA3-B262-D0763D6622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8084" name="Group 8083">
                      <a:extLst>
                        <a:ext uri="{FF2B5EF4-FFF2-40B4-BE49-F238E27FC236}">
                          <a16:creationId xmlns:a16="http://schemas.microsoft.com/office/drawing/2014/main" id="{EBBAF0C4-2315-477D-A21E-919DFF3CEB25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8295" name="Flowchart: Connector 8294">
                        <a:extLst>
                          <a:ext uri="{FF2B5EF4-FFF2-40B4-BE49-F238E27FC236}">
                            <a16:creationId xmlns:a16="http://schemas.microsoft.com/office/drawing/2014/main" id="{FBBE7377-C479-4E85-83D6-403C05CB2EB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296" name="Flowchart: Connector 8295">
                        <a:extLst>
                          <a:ext uri="{FF2B5EF4-FFF2-40B4-BE49-F238E27FC236}">
                            <a16:creationId xmlns:a16="http://schemas.microsoft.com/office/drawing/2014/main" id="{BC16EEE9-4731-4446-BC64-DDB6AE23A4D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297" name="Flowchart: Connector 8296">
                        <a:extLst>
                          <a:ext uri="{FF2B5EF4-FFF2-40B4-BE49-F238E27FC236}">
                            <a16:creationId xmlns:a16="http://schemas.microsoft.com/office/drawing/2014/main" id="{BF3E83DD-4204-44F7-B8DD-475799349C1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8085" name="Group 8084">
                      <a:extLst>
                        <a:ext uri="{FF2B5EF4-FFF2-40B4-BE49-F238E27FC236}">
                          <a16:creationId xmlns:a16="http://schemas.microsoft.com/office/drawing/2014/main" id="{1559D4BA-837C-4F95-801B-3B045AA506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8230" name="Group 8229">
                        <a:extLst>
                          <a:ext uri="{FF2B5EF4-FFF2-40B4-BE49-F238E27FC236}">
                            <a16:creationId xmlns:a16="http://schemas.microsoft.com/office/drawing/2014/main" id="{C40E046B-F8AF-408B-9EA5-12482BBA990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8291" name="Flowchart: Connector 8290">
                          <a:extLst>
                            <a:ext uri="{FF2B5EF4-FFF2-40B4-BE49-F238E27FC236}">
                              <a16:creationId xmlns:a16="http://schemas.microsoft.com/office/drawing/2014/main" id="{0786781B-3747-4A29-A7C0-58B1AF51AB0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92" name="Flowchart: Connector 8291">
                          <a:extLst>
                            <a:ext uri="{FF2B5EF4-FFF2-40B4-BE49-F238E27FC236}">
                              <a16:creationId xmlns:a16="http://schemas.microsoft.com/office/drawing/2014/main" id="{697636B8-1BA4-4CB7-8566-CB1DAB87909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93" name="Flowchart: Connector 8292">
                          <a:extLst>
                            <a:ext uri="{FF2B5EF4-FFF2-40B4-BE49-F238E27FC236}">
                              <a16:creationId xmlns:a16="http://schemas.microsoft.com/office/drawing/2014/main" id="{D5B9B688-43E7-43F3-B871-26E2F54A633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94" name="Flowchart: Connector 8293">
                          <a:extLst>
                            <a:ext uri="{FF2B5EF4-FFF2-40B4-BE49-F238E27FC236}">
                              <a16:creationId xmlns:a16="http://schemas.microsoft.com/office/drawing/2014/main" id="{B6B97920-2688-43D0-A1BD-C0B604F7490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231" name="Group 8230">
                        <a:extLst>
                          <a:ext uri="{FF2B5EF4-FFF2-40B4-BE49-F238E27FC236}">
                            <a16:creationId xmlns:a16="http://schemas.microsoft.com/office/drawing/2014/main" id="{4073343A-1A86-4BDC-AFED-EE6DFC7039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8232" name="Group 8231">
                          <a:extLst>
                            <a:ext uri="{FF2B5EF4-FFF2-40B4-BE49-F238E27FC236}">
                              <a16:creationId xmlns:a16="http://schemas.microsoft.com/office/drawing/2014/main" id="{89BF70DE-865D-487B-B7A4-7874CBCCF4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8283" name="Flowchart: Connector 8282">
                            <a:extLst>
                              <a:ext uri="{FF2B5EF4-FFF2-40B4-BE49-F238E27FC236}">
                                <a16:creationId xmlns:a16="http://schemas.microsoft.com/office/drawing/2014/main" id="{5C13F3D8-6C3A-4D47-9EC1-9D62F52F90C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84" name="3D Model 8283" descr="Sphere">
                                <a:extLst>
                                  <a:ext uri="{FF2B5EF4-FFF2-40B4-BE49-F238E27FC236}">
                                    <a16:creationId xmlns:a16="http://schemas.microsoft.com/office/drawing/2014/main" id="{AA9F1A35-6819-4911-9354-8809403A810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6543176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85" name="Flowchart: Connector 8284">
                            <a:extLst>
                              <a:ext uri="{FF2B5EF4-FFF2-40B4-BE49-F238E27FC236}">
                                <a16:creationId xmlns:a16="http://schemas.microsoft.com/office/drawing/2014/main" id="{D900BF68-240D-4939-BEA9-738322FB68F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86" name="3D Model 8285" descr="Sphere">
                                <a:extLst>
                                  <a:ext uri="{FF2B5EF4-FFF2-40B4-BE49-F238E27FC236}">
                                    <a16:creationId xmlns:a16="http://schemas.microsoft.com/office/drawing/2014/main" id="{92C8BDE1-69A8-40DF-81A8-9DF2DCA034B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3458852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87" name="Flowchart: Connector 8286">
                            <a:extLst>
                              <a:ext uri="{FF2B5EF4-FFF2-40B4-BE49-F238E27FC236}">
                                <a16:creationId xmlns:a16="http://schemas.microsoft.com/office/drawing/2014/main" id="{AB28D670-7773-42CE-AC16-7BE8DA07529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88" name="3D Model 8287" descr="Sphere">
                                <a:extLst>
                                  <a:ext uri="{FF2B5EF4-FFF2-40B4-BE49-F238E27FC236}">
                                    <a16:creationId xmlns:a16="http://schemas.microsoft.com/office/drawing/2014/main" id="{13F908F6-BB07-4E80-A28E-5B658F1C6D7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2508184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89" name="Flowchart: Connector 8288">
                            <a:extLst>
                              <a:ext uri="{FF2B5EF4-FFF2-40B4-BE49-F238E27FC236}">
                                <a16:creationId xmlns:a16="http://schemas.microsoft.com/office/drawing/2014/main" id="{CB61EFC8-F914-42AA-BFE5-3D401B404AF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90" name="3D Model 8289" descr="Sphere">
                                <a:extLst>
                                  <a:ext uri="{FF2B5EF4-FFF2-40B4-BE49-F238E27FC236}">
                                    <a16:creationId xmlns:a16="http://schemas.microsoft.com/office/drawing/2014/main" id="{D79F9F29-677C-4513-9354-AB0C7100210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2190945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233" name="Group 8232">
                          <a:extLst>
                            <a:ext uri="{FF2B5EF4-FFF2-40B4-BE49-F238E27FC236}">
                              <a16:creationId xmlns:a16="http://schemas.microsoft.com/office/drawing/2014/main" id="{F5047993-7D80-41CF-A905-E8D0058553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8267" name="Flowchart: Connector 8266">
                            <a:extLst>
                              <a:ext uri="{FF2B5EF4-FFF2-40B4-BE49-F238E27FC236}">
                                <a16:creationId xmlns:a16="http://schemas.microsoft.com/office/drawing/2014/main" id="{7A1EDC44-EC7A-411E-B966-E658D9709D0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68" name="Flowchart: Connector 8267">
                            <a:extLst>
                              <a:ext uri="{FF2B5EF4-FFF2-40B4-BE49-F238E27FC236}">
                                <a16:creationId xmlns:a16="http://schemas.microsoft.com/office/drawing/2014/main" id="{DDFE9204-3375-4101-B4DC-8A48EB3BC2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69" name="Flowchart: Connector 8268">
                            <a:extLst>
                              <a:ext uri="{FF2B5EF4-FFF2-40B4-BE49-F238E27FC236}">
                                <a16:creationId xmlns:a16="http://schemas.microsoft.com/office/drawing/2014/main" id="{14C8CDCD-F1B1-46F0-8D98-0BDEE9F1916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70" name="Flowchart: Connector 8269">
                            <a:extLst>
                              <a:ext uri="{FF2B5EF4-FFF2-40B4-BE49-F238E27FC236}">
                                <a16:creationId xmlns:a16="http://schemas.microsoft.com/office/drawing/2014/main" id="{B6389FF1-F763-4263-979E-A58F13C0E6E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71" name="Flowchart: Connector 8270">
                            <a:extLst>
                              <a:ext uri="{FF2B5EF4-FFF2-40B4-BE49-F238E27FC236}">
                                <a16:creationId xmlns:a16="http://schemas.microsoft.com/office/drawing/2014/main" id="{F7A42BCA-6B1F-4871-A39C-DE36BDB7CE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72" name="Flowchart: Connector 8271">
                            <a:extLst>
                              <a:ext uri="{FF2B5EF4-FFF2-40B4-BE49-F238E27FC236}">
                                <a16:creationId xmlns:a16="http://schemas.microsoft.com/office/drawing/2014/main" id="{CC89088E-C9AF-4C1E-9A21-1E867D76EB3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73" name="Flowchart: Connector 8272">
                            <a:extLst>
                              <a:ext uri="{FF2B5EF4-FFF2-40B4-BE49-F238E27FC236}">
                                <a16:creationId xmlns:a16="http://schemas.microsoft.com/office/drawing/2014/main" id="{35DAB223-68FE-4CEF-8230-32369FE59DF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74" name="Flowchart: Connector 8273">
                            <a:extLst>
                              <a:ext uri="{FF2B5EF4-FFF2-40B4-BE49-F238E27FC236}">
                                <a16:creationId xmlns:a16="http://schemas.microsoft.com/office/drawing/2014/main" id="{98C4D198-73E4-4FA3-9830-FF55B3D244B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75" name="Flowchart: Connector 8274">
                            <a:extLst>
                              <a:ext uri="{FF2B5EF4-FFF2-40B4-BE49-F238E27FC236}">
                                <a16:creationId xmlns:a16="http://schemas.microsoft.com/office/drawing/2014/main" id="{7555B2E6-D490-4F10-A74F-16BA215F65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76" name="3D Model 8275" descr="Sphere">
                                <a:extLst>
                                  <a:ext uri="{FF2B5EF4-FFF2-40B4-BE49-F238E27FC236}">
                                    <a16:creationId xmlns:a16="http://schemas.microsoft.com/office/drawing/2014/main" id="{60B88A67-052F-4F83-B9CE-65A74E621F2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87374728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77" name="Flowchart: Connector 8276">
                            <a:extLst>
                              <a:ext uri="{FF2B5EF4-FFF2-40B4-BE49-F238E27FC236}">
                                <a16:creationId xmlns:a16="http://schemas.microsoft.com/office/drawing/2014/main" id="{8398E8C9-E2EC-46A8-B96B-365BD2E8DE8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78" name="3D Model 8277" descr="Sphere">
                                <a:extLst>
                                  <a:ext uri="{FF2B5EF4-FFF2-40B4-BE49-F238E27FC236}">
                                    <a16:creationId xmlns:a16="http://schemas.microsoft.com/office/drawing/2014/main" id="{57481639-F34D-40C5-BD1B-7CD310D7020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615036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79" name="Flowchart: Connector 8278">
                            <a:extLst>
                              <a:ext uri="{FF2B5EF4-FFF2-40B4-BE49-F238E27FC236}">
                                <a16:creationId xmlns:a16="http://schemas.microsoft.com/office/drawing/2014/main" id="{58110BAC-D6DD-4A25-9942-2BEDBC1483F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80" name="3D Model 8279" descr="Sphere">
                                <a:extLst>
                                  <a:ext uri="{FF2B5EF4-FFF2-40B4-BE49-F238E27FC236}">
                                    <a16:creationId xmlns:a16="http://schemas.microsoft.com/office/drawing/2014/main" id="{A5A84D5F-6DE5-4417-B131-0670567D3CC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6775231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81" name="Flowchart: Connector 8280">
                            <a:extLst>
                              <a:ext uri="{FF2B5EF4-FFF2-40B4-BE49-F238E27FC236}">
                                <a16:creationId xmlns:a16="http://schemas.microsoft.com/office/drawing/2014/main" id="{2DBB081D-96EF-4496-BC3D-04C07B1787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82" name="3D Model 8281" descr="Sphere">
                                <a:extLst>
                                  <a:ext uri="{FF2B5EF4-FFF2-40B4-BE49-F238E27FC236}">
                                    <a16:creationId xmlns:a16="http://schemas.microsoft.com/office/drawing/2014/main" id="{1FE171D8-3FC2-43EA-8A08-AADA26B7B01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8300535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234" name="Group 8233">
                          <a:extLst>
                            <a:ext uri="{FF2B5EF4-FFF2-40B4-BE49-F238E27FC236}">
                              <a16:creationId xmlns:a16="http://schemas.microsoft.com/office/drawing/2014/main" id="{C943A739-4095-4D1B-A97D-1F517771A6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8251" name="Flowchart: Connector 8250">
                            <a:extLst>
                              <a:ext uri="{FF2B5EF4-FFF2-40B4-BE49-F238E27FC236}">
                                <a16:creationId xmlns:a16="http://schemas.microsoft.com/office/drawing/2014/main" id="{45976CC6-FFE2-4376-AFFD-9807426AF4C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52" name="Flowchart: Connector 8251">
                            <a:extLst>
                              <a:ext uri="{FF2B5EF4-FFF2-40B4-BE49-F238E27FC236}">
                                <a16:creationId xmlns:a16="http://schemas.microsoft.com/office/drawing/2014/main" id="{AFC1413C-A54C-4933-B24E-A5F35DBA12E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53" name="Flowchart: Connector 8252">
                            <a:extLst>
                              <a:ext uri="{FF2B5EF4-FFF2-40B4-BE49-F238E27FC236}">
                                <a16:creationId xmlns:a16="http://schemas.microsoft.com/office/drawing/2014/main" id="{C9046232-1223-43D0-AA7F-36865FEB629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54" name="Flowchart: Connector 8253">
                            <a:extLst>
                              <a:ext uri="{FF2B5EF4-FFF2-40B4-BE49-F238E27FC236}">
                                <a16:creationId xmlns:a16="http://schemas.microsoft.com/office/drawing/2014/main" id="{9173F49A-CD87-49A6-B0D5-375DD2DAEC0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55" name="Flowchart: Connector 8254">
                            <a:extLst>
                              <a:ext uri="{FF2B5EF4-FFF2-40B4-BE49-F238E27FC236}">
                                <a16:creationId xmlns:a16="http://schemas.microsoft.com/office/drawing/2014/main" id="{5F81B9CC-E111-4352-B0F0-A775918F936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56" name="Flowchart: Connector 8255">
                            <a:extLst>
                              <a:ext uri="{FF2B5EF4-FFF2-40B4-BE49-F238E27FC236}">
                                <a16:creationId xmlns:a16="http://schemas.microsoft.com/office/drawing/2014/main" id="{86C2F8CE-1646-4971-BF5D-5D431489217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57" name="Flowchart: Connector 8256">
                            <a:extLst>
                              <a:ext uri="{FF2B5EF4-FFF2-40B4-BE49-F238E27FC236}">
                                <a16:creationId xmlns:a16="http://schemas.microsoft.com/office/drawing/2014/main" id="{F3205498-5A48-49CC-8D88-E072BF1DE74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58" name="Flowchart: Connector 8257">
                            <a:extLst>
                              <a:ext uri="{FF2B5EF4-FFF2-40B4-BE49-F238E27FC236}">
                                <a16:creationId xmlns:a16="http://schemas.microsoft.com/office/drawing/2014/main" id="{33902473-4255-4C03-BE9E-D67B0DE9591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59" name="Flowchart: Connector 8258">
                            <a:extLst>
                              <a:ext uri="{FF2B5EF4-FFF2-40B4-BE49-F238E27FC236}">
                                <a16:creationId xmlns:a16="http://schemas.microsoft.com/office/drawing/2014/main" id="{66C58686-9805-48E7-B4CE-A14C497CA2A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60" name="3D Model 8259" descr="Sphere">
                                <a:extLst>
                                  <a:ext uri="{FF2B5EF4-FFF2-40B4-BE49-F238E27FC236}">
                                    <a16:creationId xmlns:a16="http://schemas.microsoft.com/office/drawing/2014/main" id="{B4756248-9224-4AA1-9908-851E5CADA35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3800748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61" name="Flowchart: Connector 8260">
                            <a:extLst>
                              <a:ext uri="{FF2B5EF4-FFF2-40B4-BE49-F238E27FC236}">
                                <a16:creationId xmlns:a16="http://schemas.microsoft.com/office/drawing/2014/main" id="{CD53FE17-1BA5-4F3C-AFC5-B0FA1285ED7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62" name="3D Model 8261" descr="Sphere">
                                <a:extLst>
                                  <a:ext uri="{FF2B5EF4-FFF2-40B4-BE49-F238E27FC236}">
                                    <a16:creationId xmlns:a16="http://schemas.microsoft.com/office/drawing/2014/main" id="{F1E82DCC-1907-4318-AB60-ACEDA3A7F19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0737204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63" name="Flowchart: Connector 8262">
                            <a:extLst>
                              <a:ext uri="{FF2B5EF4-FFF2-40B4-BE49-F238E27FC236}">
                                <a16:creationId xmlns:a16="http://schemas.microsoft.com/office/drawing/2014/main" id="{EA0B498C-F2B9-4F51-A6C5-D5D52485DFF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64" name="3D Model 8263" descr="Sphere">
                                <a:extLst>
                                  <a:ext uri="{FF2B5EF4-FFF2-40B4-BE49-F238E27FC236}">
                                    <a16:creationId xmlns:a16="http://schemas.microsoft.com/office/drawing/2014/main" id="{FBC2ECFC-A8A6-4669-A277-02B8C238EE3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7407380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65" name="Flowchart: Connector 8264">
                            <a:extLst>
                              <a:ext uri="{FF2B5EF4-FFF2-40B4-BE49-F238E27FC236}">
                                <a16:creationId xmlns:a16="http://schemas.microsoft.com/office/drawing/2014/main" id="{8FC88415-4794-4D8F-ACC6-B3BDE6BF42E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66" name="3D Model 8265" descr="Sphere">
                                <a:extLst>
                                  <a:ext uri="{FF2B5EF4-FFF2-40B4-BE49-F238E27FC236}">
                                    <a16:creationId xmlns:a16="http://schemas.microsoft.com/office/drawing/2014/main" id="{71BF50EC-2253-467E-9C7E-AD890D63D5D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7812286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235" name="Flowchart: Connector 8234">
                          <a:extLst>
                            <a:ext uri="{FF2B5EF4-FFF2-40B4-BE49-F238E27FC236}">
                              <a16:creationId xmlns:a16="http://schemas.microsoft.com/office/drawing/2014/main" id="{26D0C684-5A70-4C24-B70B-0CF85F9DC86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36" name="Flowchart: Connector 8235">
                          <a:extLst>
                            <a:ext uri="{FF2B5EF4-FFF2-40B4-BE49-F238E27FC236}">
                              <a16:creationId xmlns:a16="http://schemas.microsoft.com/office/drawing/2014/main" id="{7D6DAFF1-4A8C-4CC2-8F12-47E79E34750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37" name="Flowchart: Connector 8236">
                          <a:extLst>
                            <a:ext uri="{FF2B5EF4-FFF2-40B4-BE49-F238E27FC236}">
                              <a16:creationId xmlns:a16="http://schemas.microsoft.com/office/drawing/2014/main" id="{456FDAF2-6F48-41C1-85CD-0D0F99EF73A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38" name="Flowchart: Connector 8237">
                          <a:extLst>
                            <a:ext uri="{FF2B5EF4-FFF2-40B4-BE49-F238E27FC236}">
                              <a16:creationId xmlns:a16="http://schemas.microsoft.com/office/drawing/2014/main" id="{B4E05B8E-777A-4A66-9390-57FA338E550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39" name="Flowchart: Connector 8238">
                          <a:extLst>
                            <a:ext uri="{FF2B5EF4-FFF2-40B4-BE49-F238E27FC236}">
                              <a16:creationId xmlns:a16="http://schemas.microsoft.com/office/drawing/2014/main" id="{8478E6D3-3DEF-415C-ACA4-0CF9B3CEA63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40" name="Flowchart: Connector 8239">
                          <a:extLst>
                            <a:ext uri="{FF2B5EF4-FFF2-40B4-BE49-F238E27FC236}">
                              <a16:creationId xmlns:a16="http://schemas.microsoft.com/office/drawing/2014/main" id="{86E21FA0-ADC1-4396-89FB-DE3A671EF69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41" name="Flowchart: Connector 8240">
                          <a:extLst>
                            <a:ext uri="{FF2B5EF4-FFF2-40B4-BE49-F238E27FC236}">
                              <a16:creationId xmlns:a16="http://schemas.microsoft.com/office/drawing/2014/main" id="{B1E87CD4-98E1-48B7-93A1-28F7697B882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42" name="Flowchart: Connector 8241">
                          <a:extLst>
                            <a:ext uri="{FF2B5EF4-FFF2-40B4-BE49-F238E27FC236}">
                              <a16:creationId xmlns:a16="http://schemas.microsoft.com/office/drawing/2014/main" id="{C47FD9FE-959A-46FD-9093-20A523E60B9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43" name="Flowchart: Connector 8242">
                          <a:extLst>
                            <a:ext uri="{FF2B5EF4-FFF2-40B4-BE49-F238E27FC236}">
                              <a16:creationId xmlns:a16="http://schemas.microsoft.com/office/drawing/2014/main" id="{93AAC16F-8E8C-4140-A6BC-21194D2EC2A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244" name="3D Model 8243" descr="Sphere">
                              <a:extLst>
                                <a:ext uri="{FF2B5EF4-FFF2-40B4-BE49-F238E27FC236}">
                                  <a16:creationId xmlns:a16="http://schemas.microsoft.com/office/drawing/2014/main" id="{C8E5D1E1-17B2-43CF-A9DA-5EBFE8C6006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29339143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245" name="Flowchart: Connector 8244">
                          <a:extLst>
                            <a:ext uri="{FF2B5EF4-FFF2-40B4-BE49-F238E27FC236}">
                              <a16:creationId xmlns:a16="http://schemas.microsoft.com/office/drawing/2014/main" id="{E76AD6EF-C6CD-4F96-B05B-97D26D51FCE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246" name="3D Model 8245" descr="Sphere">
                              <a:extLst>
                                <a:ext uri="{FF2B5EF4-FFF2-40B4-BE49-F238E27FC236}">
                                  <a16:creationId xmlns:a16="http://schemas.microsoft.com/office/drawing/2014/main" id="{782AC094-B181-460B-91A4-0DC3576729A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55082769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247" name="Flowchart: Connector 8246">
                          <a:extLst>
                            <a:ext uri="{FF2B5EF4-FFF2-40B4-BE49-F238E27FC236}">
                              <a16:creationId xmlns:a16="http://schemas.microsoft.com/office/drawing/2014/main" id="{1F5D7D38-60C2-4B8A-A3C1-82E74B4E096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248" name="3D Model 8247" descr="Sphere">
                              <a:extLst>
                                <a:ext uri="{FF2B5EF4-FFF2-40B4-BE49-F238E27FC236}">
                                  <a16:creationId xmlns:a16="http://schemas.microsoft.com/office/drawing/2014/main" id="{609C4D80-37DF-45C9-B461-28752D2A9E1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95892566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249" name="Flowchart: Connector 8248">
                          <a:extLst>
                            <a:ext uri="{FF2B5EF4-FFF2-40B4-BE49-F238E27FC236}">
                              <a16:creationId xmlns:a16="http://schemas.microsoft.com/office/drawing/2014/main" id="{3F68B099-2BBC-488B-AFE5-84468EE1F33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250" name="3D Model 8249" descr="Sphere">
                              <a:extLst>
                                <a:ext uri="{FF2B5EF4-FFF2-40B4-BE49-F238E27FC236}">
                                  <a16:creationId xmlns:a16="http://schemas.microsoft.com/office/drawing/2014/main" id="{D03BC200-7BBE-4641-8354-B11C3728E2E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406465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8086" name="Group 8085">
                      <a:extLst>
                        <a:ext uri="{FF2B5EF4-FFF2-40B4-BE49-F238E27FC236}">
                          <a16:creationId xmlns:a16="http://schemas.microsoft.com/office/drawing/2014/main" id="{32899AAA-4B99-4E36-961A-28DA83612D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8227" name="Flowchart: Connector 8226">
                        <a:extLst>
                          <a:ext uri="{FF2B5EF4-FFF2-40B4-BE49-F238E27FC236}">
                            <a16:creationId xmlns:a16="http://schemas.microsoft.com/office/drawing/2014/main" id="{B306F8B7-506A-428A-AE30-9F19708A35B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228" name="Flowchart: Connector 8227">
                        <a:extLst>
                          <a:ext uri="{FF2B5EF4-FFF2-40B4-BE49-F238E27FC236}">
                            <a16:creationId xmlns:a16="http://schemas.microsoft.com/office/drawing/2014/main" id="{B5889FAC-4578-41A2-A432-287144B01C7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229" name="Flowchart: Connector 8228">
                        <a:extLst>
                          <a:ext uri="{FF2B5EF4-FFF2-40B4-BE49-F238E27FC236}">
                            <a16:creationId xmlns:a16="http://schemas.microsoft.com/office/drawing/2014/main" id="{CE0C3A35-47A7-4B75-9015-1C75900FE17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8087" name="Flowchart: Connector 8086">
                      <a:extLst>
                        <a:ext uri="{FF2B5EF4-FFF2-40B4-BE49-F238E27FC236}">
                          <a16:creationId xmlns:a16="http://schemas.microsoft.com/office/drawing/2014/main" id="{A2238A1B-0434-41C7-9F8F-AAADD84213A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8088" name="Flowchart: Connector 8087">
                      <a:extLst>
                        <a:ext uri="{FF2B5EF4-FFF2-40B4-BE49-F238E27FC236}">
                          <a16:creationId xmlns:a16="http://schemas.microsoft.com/office/drawing/2014/main" id="{127BDDF9-45DF-4A8E-A919-B897D88D180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8089" name="Group 8088">
                      <a:extLst>
                        <a:ext uri="{FF2B5EF4-FFF2-40B4-BE49-F238E27FC236}">
                          <a16:creationId xmlns:a16="http://schemas.microsoft.com/office/drawing/2014/main" id="{F8DB44E2-59F9-42C2-9F87-99661D449F4A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8224" name="Flowchart: Connector 8223">
                        <a:extLst>
                          <a:ext uri="{FF2B5EF4-FFF2-40B4-BE49-F238E27FC236}">
                            <a16:creationId xmlns:a16="http://schemas.microsoft.com/office/drawing/2014/main" id="{01CD31D5-797F-444B-BA77-D8BE7448EC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225" name="Flowchart: Connector 8224">
                        <a:extLst>
                          <a:ext uri="{FF2B5EF4-FFF2-40B4-BE49-F238E27FC236}">
                            <a16:creationId xmlns:a16="http://schemas.microsoft.com/office/drawing/2014/main" id="{8E1B8D58-1376-4595-B807-95A0BAED0A9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226" name="Flowchart: Connector 8225">
                        <a:extLst>
                          <a:ext uri="{FF2B5EF4-FFF2-40B4-BE49-F238E27FC236}">
                            <a16:creationId xmlns:a16="http://schemas.microsoft.com/office/drawing/2014/main" id="{63E274BD-86E0-4514-AB5F-64B51E102E2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8090" name="Group 8089">
                      <a:extLst>
                        <a:ext uri="{FF2B5EF4-FFF2-40B4-BE49-F238E27FC236}">
                          <a16:creationId xmlns:a16="http://schemas.microsoft.com/office/drawing/2014/main" id="{933B4586-8308-4013-993E-38BBA159BB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8159" name="Group 8158">
                        <a:extLst>
                          <a:ext uri="{FF2B5EF4-FFF2-40B4-BE49-F238E27FC236}">
                            <a16:creationId xmlns:a16="http://schemas.microsoft.com/office/drawing/2014/main" id="{23F289E9-8061-4250-A77C-5DAC8B5A6B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8220" name="Flowchart: Connector 8219">
                          <a:extLst>
                            <a:ext uri="{FF2B5EF4-FFF2-40B4-BE49-F238E27FC236}">
                              <a16:creationId xmlns:a16="http://schemas.microsoft.com/office/drawing/2014/main" id="{A3DCA25F-6EA5-42D8-BE85-9D947F40819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21" name="Flowchart: Connector 8220">
                          <a:extLst>
                            <a:ext uri="{FF2B5EF4-FFF2-40B4-BE49-F238E27FC236}">
                              <a16:creationId xmlns:a16="http://schemas.microsoft.com/office/drawing/2014/main" id="{9022A64A-E27F-4DFA-90E3-BC7EEFBEEF3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22" name="Flowchart: Connector 8221">
                          <a:extLst>
                            <a:ext uri="{FF2B5EF4-FFF2-40B4-BE49-F238E27FC236}">
                              <a16:creationId xmlns:a16="http://schemas.microsoft.com/office/drawing/2014/main" id="{62B7D8ED-F729-4302-A629-1BC42AABFF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223" name="Flowchart: Connector 8222">
                          <a:extLst>
                            <a:ext uri="{FF2B5EF4-FFF2-40B4-BE49-F238E27FC236}">
                              <a16:creationId xmlns:a16="http://schemas.microsoft.com/office/drawing/2014/main" id="{5525DFB6-03D4-459E-BB39-843DD58BD7B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160" name="Group 8159">
                        <a:extLst>
                          <a:ext uri="{FF2B5EF4-FFF2-40B4-BE49-F238E27FC236}">
                            <a16:creationId xmlns:a16="http://schemas.microsoft.com/office/drawing/2014/main" id="{E50B4388-23E6-41CB-BB78-CF10710A87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8161" name="Group 8160">
                          <a:extLst>
                            <a:ext uri="{FF2B5EF4-FFF2-40B4-BE49-F238E27FC236}">
                              <a16:creationId xmlns:a16="http://schemas.microsoft.com/office/drawing/2014/main" id="{B69921C8-045E-4EBD-BDEA-26CEC11FB11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8212" name="Flowchart: Connector 8211">
                            <a:extLst>
                              <a:ext uri="{FF2B5EF4-FFF2-40B4-BE49-F238E27FC236}">
                                <a16:creationId xmlns:a16="http://schemas.microsoft.com/office/drawing/2014/main" id="{4B9BF646-F192-464C-9E43-20B4C59056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13" name="3D Model 8212" descr="Sphere">
                                <a:extLst>
                                  <a:ext uri="{FF2B5EF4-FFF2-40B4-BE49-F238E27FC236}">
                                    <a16:creationId xmlns:a16="http://schemas.microsoft.com/office/drawing/2014/main" id="{41494CB4-580F-4C6E-9982-03900AF72A5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21430593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14" name="Flowchart: Connector 8213">
                            <a:extLst>
                              <a:ext uri="{FF2B5EF4-FFF2-40B4-BE49-F238E27FC236}">
                                <a16:creationId xmlns:a16="http://schemas.microsoft.com/office/drawing/2014/main" id="{FD96884D-D64F-4E17-9320-3A6A4C5162C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15" name="3D Model 8214" descr="Sphere">
                                <a:extLst>
                                  <a:ext uri="{FF2B5EF4-FFF2-40B4-BE49-F238E27FC236}">
                                    <a16:creationId xmlns:a16="http://schemas.microsoft.com/office/drawing/2014/main" id="{8854CB9C-EF08-4642-A98B-86B87F58FD9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5634554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16" name="Flowchart: Connector 8215">
                            <a:extLst>
                              <a:ext uri="{FF2B5EF4-FFF2-40B4-BE49-F238E27FC236}">
                                <a16:creationId xmlns:a16="http://schemas.microsoft.com/office/drawing/2014/main" id="{FD9247EA-B513-4123-B7DB-846D8365FE2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17" name="3D Model 8216" descr="Sphere">
                                <a:extLst>
                                  <a:ext uri="{FF2B5EF4-FFF2-40B4-BE49-F238E27FC236}">
                                    <a16:creationId xmlns:a16="http://schemas.microsoft.com/office/drawing/2014/main" id="{36B79EEA-F708-4E45-84E5-A6417CCFDF8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3769056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18" name="Flowchart: Connector 8217">
                            <a:extLst>
                              <a:ext uri="{FF2B5EF4-FFF2-40B4-BE49-F238E27FC236}">
                                <a16:creationId xmlns:a16="http://schemas.microsoft.com/office/drawing/2014/main" id="{687EA9F3-1715-4017-B973-3D51372CBB1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19" name="3D Model 8218" descr="Sphere">
                                <a:extLst>
                                  <a:ext uri="{FF2B5EF4-FFF2-40B4-BE49-F238E27FC236}">
                                    <a16:creationId xmlns:a16="http://schemas.microsoft.com/office/drawing/2014/main" id="{A35F7D36-A63D-4963-8767-37C4D6F4188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5583622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162" name="Group 8161">
                          <a:extLst>
                            <a:ext uri="{FF2B5EF4-FFF2-40B4-BE49-F238E27FC236}">
                              <a16:creationId xmlns:a16="http://schemas.microsoft.com/office/drawing/2014/main" id="{6906E7EB-7A87-4BF6-BED0-C4446C8636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8196" name="Flowchart: Connector 8195">
                            <a:extLst>
                              <a:ext uri="{FF2B5EF4-FFF2-40B4-BE49-F238E27FC236}">
                                <a16:creationId xmlns:a16="http://schemas.microsoft.com/office/drawing/2014/main" id="{0D8300E4-5B16-4E85-93D8-392D318B00E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197" name="Flowchart: Connector 8196">
                            <a:extLst>
                              <a:ext uri="{FF2B5EF4-FFF2-40B4-BE49-F238E27FC236}">
                                <a16:creationId xmlns:a16="http://schemas.microsoft.com/office/drawing/2014/main" id="{37641E94-1F3E-442C-9813-297F6DE181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198" name="Flowchart: Connector 8197">
                            <a:extLst>
                              <a:ext uri="{FF2B5EF4-FFF2-40B4-BE49-F238E27FC236}">
                                <a16:creationId xmlns:a16="http://schemas.microsoft.com/office/drawing/2014/main" id="{B30B9BEE-67C6-4BD6-8E50-A2824D6EC66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199" name="Flowchart: Connector 8198">
                            <a:extLst>
                              <a:ext uri="{FF2B5EF4-FFF2-40B4-BE49-F238E27FC236}">
                                <a16:creationId xmlns:a16="http://schemas.microsoft.com/office/drawing/2014/main" id="{135D6591-E732-4263-A838-FF6F69F764A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00" name="Flowchart: Connector 8199">
                            <a:extLst>
                              <a:ext uri="{FF2B5EF4-FFF2-40B4-BE49-F238E27FC236}">
                                <a16:creationId xmlns:a16="http://schemas.microsoft.com/office/drawing/2014/main" id="{4DFD6DB9-3D67-41D7-BCC5-510FBA2D181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01" name="Flowchart: Connector 8200">
                            <a:extLst>
                              <a:ext uri="{FF2B5EF4-FFF2-40B4-BE49-F238E27FC236}">
                                <a16:creationId xmlns:a16="http://schemas.microsoft.com/office/drawing/2014/main" id="{AF86DD7C-D636-4EF2-8803-52D11A61022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02" name="Flowchart: Connector 8201">
                            <a:extLst>
                              <a:ext uri="{FF2B5EF4-FFF2-40B4-BE49-F238E27FC236}">
                                <a16:creationId xmlns:a16="http://schemas.microsoft.com/office/drawing/2014/main" id="{D4664947-EB1F-4FBA-AA1F-2EDFB2861AF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03" name="Flowchart: Connector 8202">
                            <a:extLst>
                              <a:ext uri="{FF2B5EF4-FFF2-40B4-BE49-F238E27FC236}">
                                <a16:creationId xmlns:a16="http://schemas.microsoft.com/office/drawing/2014/main" id="{F52A00EA-BC9F-4A85-A3DB-F5446F24FA7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204" name="Flowchart: Connector 8203">
                            <a:extLst>
                              <a:ext uri="{FF2B5EF4-FFF2-40B4-BE49-F238E27FC236}">
                                <a16:creationId xmlns:a16="http://schemas.microsoft.com/office/drawing/2014/main" id="{CCED6B7C-799D-4A0E-B90A-D60E52E52F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05" name="3D Model 8204" descr="Sphere">
                                <a:extLst>
                                  <a:ext uri="{FF2B5EF4-FFF2-40B4-BE49-F238E27FC236}">
                                    <a16:creationId xmlns:a16="http://schemas.microsoft.com/office/drawing/2014/main" id="{015C8399-6668-40E1-8E7D-229879006C8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91309138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06" name="Flowchart: Connector 8205">
                            <a:extLst>
                              <a:ext uri="{FF2B5EF4-FFF2-40B4-BE49-F238E27FC236}">
                                <a16:creationId xmlns:a16="http://schemas.microsoft.com/office/drawing/2014/main" id="{94190DA7-C8AF-4ABA-A4B5-E26CAEA87E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07" name="3D Model 8206" descr="Sphere">
                                <a:extLst>
                                  <a:ext uri="{FF2B5EF4-FFF2-40B4-BE49-F238E27FC236}">
                                    <a16:creationId xmlns:a16="http://schemas.microsoft.com/office/drawing/2014/main" id="{FAE1B5EC-9901-42C3-A9AC-5653556D4AB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6427200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08" name="Flowchart: Connector 8207">
                            <a:extLst>
                              <a:ext uri="{FF2B5EF4-FFF2-40B4-BE49-F238E27FC236}">
                                <a16:creationId xmlns:a16="http://schemas.microsoft.com/office/drawing/2014/main" id="{562A9F51-BE23-4178-BE0D-D93DBAC927F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09" name="3D Model 8208" descr="Sphere">
                                <a:extLst>
                                  <a:ext uri="{FF2B5EF4-FFF2-40B4-BE49-F238E27FC236}">
                                    <a16:creationId xmlns:a16="http://schemas.microsoft.com/office/drawing/2014/main" id="{4CB5D065-540B-49D4-A296-93A3D531650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2522968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210" name="Flowchart: Connector 8209">
                            <a:extLst>
                              <a:ext uri="{FF2B5EF4-FFF2-40B4-BE49-F238E27FC236}">
                                <a16:creationId xmlns:a16="http://schemas.microsoft.com/office/drawing/2014/main" id="{E7666113-95ED-4C16-A145-4555C60853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211" name="3D Model 8210" descr="Sphere">
                                <a:extLst>
                                  <a:ext uri="{FF2B5EF4-FFF2-40B4-BE49-F238E27FC236}">
                                    <a16:creationId xmlns:a16="http://schemas.microsoft.com/office/drawing/2014/main" id="{40B2BF1E-F940-4924-BC50-DD88BC3D752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3803600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163" name="Group 8162">
                          <a:extLst>
                            <a:ext uri="{FF2B5EF4-FFF2-40B4-BE49-F238E27FC236}">
                              <a16:creationId xmlns:a16="http://schemas.microsoft.com/office/drawing/2014/main" id="{8A66E9D2-E382-47BE-90F0-889A70E651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8180" name="Flowchart: Connector 8179">
                            <a:extLst>
                              <a:ext uri="{FF2B5EF4-FFF2-40B4-BE49-F238E27FC236}">
                                <a16:creationId xmlns:a16="http://schemas.microsoft.com/office/drawing/2014/main" id="{52021829-C778-45D8-82B8-6F77EAD620E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181" name="Flowchart: Connector 8180">
                            <a:extLst>
                              <a:ext uri="{FF2B5EF4-FFF2-40B4-BE49-F238E27FC236}">
                                <a16:creationId xmlns:a16="http://schemas.microsoft.com/office/drawing/2014/main" id="{096BD703-5F1D-44A0-9959-BCD0BC02478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182" name="Flowchart: Connector 8181">
                            <a:extLst>
                              <a:ext uri="{FF2B5EF4-FFF2-40B4-BE49-F238E27FC236}">
                                <a16:creationId xmlns:a16="http://schemas.microsoft.com/office/drawing/2014/main" id="{FCA87585-1F04-4393-8437-E812B9C4839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183" name="Flowchart: Connector 8182">
                            <a:extLst>
                              <a:ext uri="{FF2B5EF4-FFF2-40B4-BE49-F238E27FC236}">
                                <a16:creationId xmlns:a16="http://schemas.microsoft.com/office/drawing/2014/main" id="{94DE35E1-C097-41B7-966E-91822BEDFFF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184" name="Flowchart: Connector 8183">
                            <a:extLst>
                              <a:ext uri="{FF2B5EF4-FFF2-40B4-BE49-F238E27FC236}">
                                <a16:creationId xmlns:a16="http://schemas.microsoft.com/office/drawing/2014/main" id="{B69CEF08-5FE2-461E-849F-67AF766EA8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185" name="Flowchart: Connector 8184">
                            <a:extLst>
                              <a:ext uri="{FF2B5EF4-FFF2-40B4-BE49-F238E27FC236}">
                                <a16:creationId xmlns:a16="http://schemas.microsoft.com/office/drawing/2014/main" id="{7110B804-9F62-45C7-80E1-9B73B50B9B1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186" name="Flowchart: Connector 8185">
                            <a:extLst>
                              <a:ext uri="{FF2B5EF4-FFF2-40B4-BE49-F238E27FC236}">
                                <a16:creationId xmlns:a16="http://schemas.microsoft.com/office/drawing/2014/main" id="{62E7B02C-A99B-4D43-ABA5-CD5ED8D2770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187" name="Flowchart: Connector 8186">
                            <a:extLst>
                              <a:ext uri="{FF2B5EF4-FFF2-40B4-BE49-F238E27FC236}">
                                <a16:creationId xmlns:a16="http://schemas.microsoft.com/office/drawing/2014/main" id="{85E351D5-6995-4032-96C7-69320FF7E9E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188" name="Flowchart: Connector 8187">
                            <a:extLst>
                              <a:ext uri="{FF2B5EF4-FFF2-40B4-BE49-F238E27FC236}">
                                <a16:creationId xmlns:a16="http://schemas.microsoft.com/office/drawing/2014/main" id="{2067CEE1-493F-4304-B6D2-60C713F146F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189" name="3D Model 8188" descr="Sphere">
                                <a:extLst>
                                  <a:ext uri="{FF2B5EF4-FFF2-40B4-BE49-F238E27FC236}">
                                    <a16:creationId xmlns:a16="http://schemas.microsoft.com/office/drawing/2014/main" id="{98AA3D04-443D-4FCC-8DD1-6D780F51F5A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82732673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190" name="Flowchart: Connector 8189">
                            <a:extLst>
                              <a:ext uri="{FF2B5EF4-FFF2-40B4-BE49-F238E27FC236}">
                                <a16:creationId xmlns:a16="http://schemas.microsoft.com/office/drawing/2014/main" id="{27F37C3D-245D-4833-99F7-29E971C995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191" name="3D Model 8190" descr="Sphere">
                                <a:extLst>
                                  <a:ext uri="{FF2B5EF4-FFF2-40B4-BE49-F238E27FC236}">
                                    <a16:creationId xmlns:a16="http://schemas.microsoft.com/office/drawing/2014/main" id="{A99803AE-190B-4D8C-B71D-E354D7B32BB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0776577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192" name="Flowchart: Connector 8191">
                            <a:extLst>
                              <a:ext uri="{FF2B5EF4-FFF2-40B4-BE49-F238E27FC236}">
                                <a16:creationId xmlns:a16="http://schemas.microsoft.com/office/drawing/2014/main" id="{CEB2B0F1-670B-47BF-9DF4-8B47827B6F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193" name="3D Model 8192" descr="Sphere">
                                <a:extLst>
                                  <a:ext uri="{FF2B5EF4-FFF2-40B4-BE49-F238E27FC236}">
                                    <a16:creationId xmlns:a16="http://schemas.microsoft.com/office/drawing/2014/main" id="{046FD128-2862-49AC-A4D2-5ED2F444088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421404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194" name="Flowchart: Connector 8193">
                            <a:extLst>
                              <a:ext uri="{FF2B5EF4-FFF2-40B4-BE49-F238E27FC236}">
                                <a16:creationId xmlns:a16="http://schemas.microsoft.com/office/drawing/2014/main" id="{9EE75F6C-6DDB-455F-AB44-163532758C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195" name="3D Model 8194" descr="Sphere">
                                <a:extLst>
                                  <a:ext uri="{FF2B5EF4-FFF2-40B4-BE49-F238E27FC236}">
                                    <a16:creationId xmlns:a16="http://schemas.microsoft.com/office/drawing/2014/main" id="{8F876943-F42E-439E-9962-A385C6CB626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5506812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164" name="Flowchart: Connector 8163">
                          <a:extLst>
                            <a:ext uri="{FF2B5EF4-FFF2-40B4-BE49-F238E27FC236}">
                              <a16:creationId xmlns:a16="http://schemas.microsoft.com/office/drawing/2014/main" id="{984EE51B-CD4C-4305-817C-0945424C153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65" name="Flowchart: Connector 8164">
                          <a:extLst>
                            <a:ext uri="{FF2B5EF4-FFF2-40B4-BE49-F238E27FC236}">
                              <a16:creationId xmlns:a16="http://schemas.microsoft.com/office/drawing/2014/main" id="{6B6266E6-DA5D-4ACB-9F36-FFA63734FBA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66" name="Flowchart: Connector 8165">
                          <a:extLst>
                            <a:ext uri="{FF2B5EF4-FFF2-40B4-BE49-F238E27FC236}">
                              <a16:creationId xmlns:a16="http://schemas.microsoft.com/office/drawing/2014/main" id="{B2C96077-D933-4750-96AD-F908A684F9C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67" name="Flowchart: Connector 8166">
                          <a:extLst>
                            <a:ext uri="{FF2B5EF4-FFF2-40B4-BE49-F238E27FC236}">
                              <a16:creationId xmlns:a16="http://schemas.microsoft.com/office/drawing/2014/main" id="{9EE7D2E3-0E0A-4423-B478-3C88D51E29C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68" name="Flowchart: Connector 8167">
                          <a:extLst>
                            <a:ext uri="{FF2B5EF4-FFF2-40B4-BE49-F238E27FC236}">
                              <a16:creationId xmlns:a16="http://schemas.microsoft.com/office/drawing/2014/main" id="{7C53821D-D4FD-4223-8121-A4946F3B7A9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69" name="Flowchart: Connector 8168">
                          <a:extLst>
                            <a:ext uri="{FF2B5EF4-FFF2-40B4-BE49-F238E27FC236}">
                              <a16:creationId xmlns:a16="http://schemas.microsoft.com/office/drawing/2014/main" id="{1A444726-8259-454C-8DEC-7FD11C79526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70" name="Flowchart: Connector 8169">
                          <a:extLst>
                            <a:ext uri="{FF2B5EF4-FFF2-40B4-BE49-F238E27FC236}">
                              <a16:creationId xmlns:a16="http://schemas.microsoft.com/office/drawing/2014/main" id="{1B6F1C56-4EA6-439D-AA88-C8199F84C35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71" name="Flowchart: Connector 8170">
                          <a:extLst>
                            <a:ext uri="{FF2B5EF4-FFF2-40B4-BE49-F238E27FC236}">
                              <a16:creationId xmlns:a16="http://schemas.microsoft.com/office/drawing/2014/main" id="{C1A1130C-594D-46C2-967D-81316708560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72" name="Flowchart: Connector 8171">
                          <a:extLst>
                            <a:ext uri="{FF2B5EF4-FFF2-40B4-BE49-F238E27FC236}">
                              <a16:creationId xmlns:a16="http://schemas.microsoft.com/office/drawing/2014/main" id="{0F6667D2-B555-430F-BE96-11C7A7DFE9A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73" name="3D Model 8172" descr="Sphere">
                              <a:extLst>
                                <a:ext uri="{FF2B5EF4-FFF2-40B4-BE49-F238E27FC236}">
                                  <a16:creationId xmlns:a16="http://schemas.microsoft.com/office/drawing/2014/main" id="{A3B57085-62BC-49AA-96BF-305B9B95CD2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81468504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74" name="Flowchart: Connector 8173">
                          <a:extLst>
                            <a:ext uri="{FF2B5EF4-FFF2-40B4-BE49-F238E27FC236}">
                              <a16:creationId xmlns:a16="http://schemas.microsoft.com/office/drawing/2014/main" id="{7920C910-0440-4136-9E09-30D0CFACAC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75" name="3D Model 8174" descr="Sphere">
                              <a:extLst>
                                <a:ext uri="{FF2B5EF4-FFF2-40B4-BE49-F238E27FC236}">
                                  <a16:creationId xmlns:a16="http://schemas.microsoft.com/office/drawing/2014/main" id="{DC8A4243-FE65-4A92-8B13-EC177FF479C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61729405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76" name="Flowchart: Connector 8175">
                          <a:extLst>
                            <a:ext uri="{FF2B5EF4-FFF2-40B4-BE49-F238E27FC236}">
                              <a16:creationId xmlns:a16="http://schemas.microsoft.com/office/drawing/2014/main" id="{F6A73720-664D-43F2-A24E-7ABC614A240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77" name="3D Model 8176" descr="Sphere">
                              <a:extLst>
                                <a:ext uri="{FF2B5EF4-FFF2-40B4-BE49-F238E27FC236}">
                                  <a16:creationId xmlns:a16="http://schemas.microsoft.com/office/drawing/2014/main" id="{5F1906CE-D0DE-4871-BB6B-2E02ACA954D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98088283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78" name="Flowchart: Connector 8177">
                          <a:extLst>
                            <a:ext uri="{FF2B5EF4-FFF2-40B4-BE49-F238E27FC236}">
                              <a16:creationId xmlns:a16="http://schemas.microsoft.com/office/drawing/2014/main" id="{2D3F6693-8660-49CA-98F3-9A6EBC6618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79" name="3D Model 8178" descr="Sphere">
                              <a:extLst>
                                <a:ext uri="{FF2B5EF4-FFF2-40B4-BE49-F238E27FC236}">
                                  <a16:creationId xmlns:a16="http://schemas.microsoft.com/office/drawing/2014/main" id="{F6C87ADE-5860-4BC3-ADB3-6ECF1A51FD0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13877503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8091" name="Flowchart: Connector 8090">
                      <a:extLst>
                        <a:ext uri="{FF2B5EF4-FFF2-40B4-BE49-F238E27FC236}">
                          <a16:creationId xmlns:a16="http://schemas.microsoft.com/office/drawing/2014/main" id="{EAD0F00B-ED41-4730-9C35-54BEF2C08FC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092" name="Flowchart: Connector 8091">
                      <a:extLst>
                        <a:ext uri="{FF2B5EF4-FFF2-40B4-BE49-F238E27FC236}">
                          <a16:creationId xmlns:a16="http://schemas.microsoft.com/office/drawing/2014/main" id="{47E0AFF5-BFC6-4913-A366-21DB2C8B747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093" name="Flowchart: Connector 8092">
                      <a:extLst>
                        <a:ext uri="{FF2B5EF4-FFF2-40B4-BE49-F238E27FC236}">
                          <a16:creationId xmlns:a16="http://schemas.microsoft.com/office/drawing/2014/main" id="{2151DDFA-2DAC-42E4-A887-27E63AC42B3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094" name="Flowchart: Connector 8093">
                      <a:extLst>
                        <a:ext uri="{FF2B5EF4-FFF2-40B4-BE49-F238E27FC236}">
                          <a16:creationId xmlns:a16="http://schemas.microsoft.com/office/drawing/2014/main" id="{0CEE2099-30F3-489C-A625-76865BD699A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095" name="Flowchart: Connector 8094">
                      <a:extLst>
                        <a:ext uri="{FF2B5EF4-FFF2-40B4-BE49-F238E27FC236}">
                          <a16:creationId xmlns:a16="http://schemas.microsoft.com/office/drawing/2014/main" id="{A2EDDE4B-4886-4474-8340-A05588ECE60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096" name="Flowchart: Connector 8095">
                      <a:extLst>
                        <a:ext uri="{FF2B5EF4-FFF2-40B4-BE49-F238E27FC236}">
                          <a16:creationId xmlns:a16="http://schemas.microsoft.com/office/drawing/2014/main" id="{B20BDA36-9333-4D82-9373-3BC45DF1D4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8097" name="Flowchart: Connector 8096">
                      <a:extLst>
                        <a:ext uri="{FF2B5EF4-FFF2-40B4-BE49-F238E27FC236}">
                          <a16:creationId xmlns:a16="http://schemas.microsoft.com/office/drawing/2014/main" id="{71C0798D-D674-4593-9DD4-B580278C8B5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098" name="Flowchart: Connector 8097">
                      <a:extLst>
                        <a:ext uri="{FF2B5EF4-FFF2-40B4-BE49-F238E27FC236}">
                          <a16:creationId xmlns:a16="http://schemas.microsoft.com/office/drawing/2014/main" id="{2B66B6B0-D4BC-4A2E-81EF-B503E349556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8099" name="Group 8098">
                      <a:extLst>
                        <a:ext uri="{FF2B5EF4-FFF2-40B4-BE49-F238E27FC236}">
                          <a16:creationId xmlns:a16="http://schemas.microsoft.com/office/drawing/2014/main" id="{79981C34-FDC6-4864-B987-EA9747FB0E4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8100" name="Group 8099">
                        <a:extLst>
                          <a:ext uri="{FF2B5EF4-FFF2-40B4-BE49-F238E27FC236}">
                            <a16:creationId xmlns:a16="http://schemas.microsoft.com/office/drawing/2014/main" id="{42301FB9-3E4B-43F7-B7E7-193F9587EC7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8151" name="Flowchart: Connector 8150">
                          <a:extLst>
                            <a:ext uri="{FF2B5EF4-FFF2-40B4-BE49-F238E27FC236}">
                              <a16:creationId xmlns:a16="http://schemas.microsoft.com/office/drawing/2014/main" id="{940C92E0-9C0E-4BF9-880C-99FF77D6C50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52" name="3D Model 8151" descr="Sphere">
                              <a:extLst>
                                <a:ext uri="{FF2B5EF4-FFF2-40B4-BE49-F238E27FC236}">
                                  <a16:creationId xmlns:a16="http://schemas.microsoft.com/office/drawing/2014/main" id="{25C3094E-2F9E-416A-8CED-B184EA0B212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89900166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53" name="Flowchart: Connector 8152">
                          <a:extLst>
                            <a:ext uri="{FF2B5EF4-FFF2-40B4-BE49-F238E27FC236}">
                              <a16:creationId xmlns:a16="http://schemas.microsoft.com/office/drawing/2014/main" id="{438D97B3-FF04-43CD-97CD-29D71F87BC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54" name="3D Model 8153" descr="Sphere">
                              <a:extLst>
                                <a:ext uri="{FF2B5EF4-FFF2-40B4-BE49-F238E27FC236}">
                                  <a16:creationId xmlns:a16="http://schemas.microsoft.com/office/drawing/2014/main" id="{E5008088-2ADA-4BD9-8CAC-E8A5AC8CB34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8318970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55" name="Flowchart: Connector 8154">
                          <a:extLst>
                            <a:ext uri="{FF2B5EF4-FFF2-40B4-BE49-F238E27FC236}">
                              <a16:creationId xmlns:a16="http://schemas.microsoft.com/office/drawing/2014/main" id="{01A33E0D-CE8D-47A6-8216-BA6EAB19214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56" name="3D Model 8155" descr="Sphere">
                              <a:extLst>
                                <a:ext uri="{FF2B5EF4-FFF2-40B4-BE49-F238E27FC236}">
                                  <a16:creationId xmlns:a16="http://schemas.microsoft.com/office/drawing/2014/main" id="{86203578-A70E-4E05-955A-4ADADD6B069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1129161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57" name="Flowchart: Connector 8156">
                          <a:extLst>
                            <a:ext uri="{FF2B5EF4-FFF2-40B4-BE49-F238E27FC236}">
                              <a16:creationId xmlns:a16="http://schemas.microsoft.com/office/drawing/2014/main" id="{46098D49-BB28-4AB7-9440-90BFFA8155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58" name="3D Model 8157" descr="Sphere">
                              <a:extLst>
                                <a:ext uri="{FF2B5EF4-FFF2-40B4-BE49-F238E27FC236}">
                                  <a16:creationId xmlns:a16="http://schemas.microsoft.com/office/drawing/2014/main" id="{7FA65A9F-2138-40B8-9C4D-001017D9C4F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5742372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8101" name="Group 8100">
                        <a:extLst>
                          <a:ext uri="{FF2B5EF4-FFF2-40B4-BE49-F238E27FC236}">
                            <a16:creationId xmlns:a16="http://schemas.microsoft.com/office/drawing/2014/main" id="{00A26808-D742-4103-B929-C9B3961065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8135" name="Flowchart: Connector 8134">
                          <a:extLst>
                            <a:ext uri="{FF2B5EF4-FFF2-40B4-BE49-F238E27FC236}">
                              <a16:creationId xmlns:a16="http://schemas.microsoft.com/office/drawing/2014/main" id="{4F0B68AD-4607-4618-99AD-71AEA896F14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36" name="Flowchart: Connector 8135">
                          <a:extLst>
                            <a:ext uri="{FF2B5EF4-FFF2-40B4-BE49-F238E27FC236}">
                              <a16:creationId xmlns:a16="http://schemas.microsoft.com/office/drawing/2014/main" id="{DFCD70A4-D459-41FC-856F-5199F64A22E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37" name="Flowchart: Connector 8136">
                          <a:extLst>
                            <a:ext uri="{FF2B5EF4-FFF2-40B4-BE49-F238E27FC236}">
                              <a16:creationId xmlns:a16="http://schemas.microsoft.com/office/drawing/2014/main" id="{01E148D9-2A46-4218-9C4D-C31E48E72C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38" name="Flowchart: Connector 8137">
                          <a:extLst>
                            <a:ext uri="{FF2B5EF4-FFF2-40B4-BE49-F238E27FC236}">
                              <a16:creationId xmlns:a16="http://schemas.microsoft.com/office/drawing/2014/main" id="{E96E9D5A-9DDA-4708-8F2D-8393331EF48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39" name="Flowchart: Connector 8138">
                          <a:extLst>
                            <a:ext uri="{FF2B5EF4-FFF2-40B4-BE49-F238E27FC236}">
                              <a16:creationId xmlns:a16="http://schemas.microsoft.com/office/drawing/2014/main" id="{820E10B0-A195-4260-A80B-AFEC670E789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40" name="Flowchart: Connector 8139">
                          <a:extLst>
                            <a:ext uri="{FF2B5EF4-FFF2-40B4-BE49-F238E27FC236}">
                              <a16:creationId xmlns:a16="http://schemas.microsoft.com/office/drawing/2014/main" id="{E4862EA4-945C-4E2A-956D-2A88D155E5F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41" name="Flowchart: Connector 8140">
                          <a:extLst>
                            <a:ext uri="{FF2B5EF4-FFF2-40B4-BE49-F238E27FC236}">
                              <a16:creationId xmlns:a16="http://schemas.microsoft.com/office/drawing/2014/main" id="{4B52759B-288B-4563-A835-2812827F53A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42" name="Flowchart: Connector 8141">
                          <a:extLst>
                            <a:ext uri="{FF2B5EF4-FFF2-40B4-BE49-F238E27FC236}">
                              <a16:creationId xmlns:a16="http://schemas.microsoft.com/office/drawing/2014/main" id="{EC07AC62-9A7F-4325-9014-21FF56A046D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43" name="Flowchart: Connector 8142">
                          <a:extLst>
                            <a:ext uri="{FF2B5EF4-FFF2-40B4-BE49-F238E27FC236}">
                              <a16:creationId xmlns:a16="http://schemas.microsoft.com/office/drawing/2014/main" id="{CD77EAED-303B-43EC-AE0A-72890819B53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44" name="3D Model 8143" descr="Sphere">
                              <a:extLst>
                                <a:ext uri="{FF2B5EF4-FFF2-40B4-BE49-F238E27FC236}">
                                  <a16:creationId xmlns:a16="http://schemas.microsoft.com/office/drawing/2014/main" id="{7A0AF28D-CE2D-4576-85A4-965F40E5EDC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44014068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45" name="Flowchart: Connector 8144">
                          <a:extLst>
                            <a:ext uri="{FF2B5EF4-FFF2-40B4-BE49-F238E27FC236}">
                              <a16:creationId xmlns:a16="http://schemas.microsoft.com/office/drawing/2014/main" id="{16253D3E-4AE0-4770-B384-E29A670373A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46" name="3D Model 8145" descr="Sphere">
                              <a:extLst>
                                <a:ext uri="{FF2B5EF4-FFF2-40B4-BE49-F238E27FC236}">
                                  <a16:creationId xmlns:a16="http://schemas.microsoft.com/office/drawing/2014/main" id="{BAC4431D-B270-43B6-91B9-2FA1AA0AC91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845018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47" name="Flowchart: Connector 8146">
                          <a:extLst>
                            <a:ext uri="{FF2B5EF4-FFF2-40B4-BE49-F238E27FC236}">
                              <a16:creationId xmlns:a16="http://schemas.microsoft.com/office/drawing/2014/main" id="{36E18B1F-B252-4AC6-BE79-7D2E3C82E83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48" name="3D Model 8147" descr="Sphere">
                              <a:extLst>
                                <a:ext uri="{FF2B5EF4-FFF2-40B4-BE49-F238E27FC236}">
                                  <a16:creationId xmlns:a16="http://schemas.microsoft.com/office/drawing/2014/main" id="{ADC285CF-AF9E-4844-A6F7-653C2A78BEF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9538968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49" name="Flowchart: Connector 8148">
                          <a:extLst>
                            <a:ext uri="{FF2B5EF4-FFF2-40B4-BE49-F238E27FC236}">
                              <a16:creationId xmlns:a16="http://schemas.microsoft.com/office/drawing/2014/main" id="{CD1D82FB-5E9E-477E-9FD8-4FBA22BD1D2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50" name="3D Model 8149" descr="Sphere">
                              <a:extLst>
                                <a:ext uri="{FF2B5EF4-FFF2-40B4-BE49-F238E27FC236}">
                                  <a16:creationId xmlns:a16="http://schemas.microsoft.com/office/drawing/2014/main" id="{CD940BDA-78FF-4113-8D6B-768C0727535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8639841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8102" name="Group 8101">
                        <a:extLst>
                          <a:ext uri="{FF2B5EF4-FFF2-40B4-BE49-F238E27FC236}">
                            <a16:creationId xmlns:a16="http://schemas.microsoft.com/office/drawing/2014/main" id="{B2B58DDE-6C2B-472E-84A1-13852AE7A4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8119" name="Flowchart: Connector 8118">
                          <a:extLst>
                            <a:ext uri="{FF2B5EF4-FFF2-40B4-BE49-F238E27FC236}">
                              <a16:creationId xmlns:a16="http://schemas.microsoft.com/office/drawing/2014/main" id="{233CC750-028B-49B7-AAE3-7EC5D4B7202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20" name="Flowchart: Connector 8119">
                          <a:extLst>
                            <a:ext uri="{FF2B5EF4-FFF2-40B4-BE49-F238E27FC236}">
                              <a16:creationId xmlns:a16="http://schemas.microsoft.com/office/drawing/2014/main" id="{A206A895-EF96-4171-8F7F-E2FDA0CE3E1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21" name="Flowchart: Connector 8120">
                          <a:extLst>
                            <a:ext uri="{FF2B5EF4-FFF2-40B4-BE49-F238E27FC236}">
                              <a16:creationId xmlns:a16="http://schemas.microsoft.com/office/drawing/2014/main" id="{63378D45-C86D-44F9-A886-A88900A4F88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22" name="Flowchart: Connector 8121">
                          <a:extLst>
                            <a:ext uri="{FF2B5EF4-FFF2-40B4-BE49-F238E27FC236}">
                              <a16:creationId xmlns:a16="http://schemas.microsoft.com/office/drawing/2014/main" id="{4755AE99-13C7-4390-8617-0EAD7A90EBD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23" name="Flowchart: Connector 8122">
                          <a:extLst>
                            <a:ext uri="{FF2B5EF4-FFF2-40B4-BE49-F238E27FC236}">
                              <a16:creationId xmlns:a16="http://schemas.microsoft.com/office/drawing/2014/main" id="{6D93162B-711B-4D67-AD31-4FD4D84069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24" name="Flowchart: Connector 8123">
                          <a:extLst>
                            <a:ext uri="{FF2B5EF4-FFF2-40B4-BE49-F238E27FC236}">
                              <a16:creationId xmlns:a16="http://schemas.microsoft.com/office/drawing/2014/main" id="{8FB0D587-1763-4124-8147-393CD862443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25" name="Flowchart: Connector 8124">
                          <a:extLst>
                            <a:ext uri="{FF2B5EF4-FFF2-40B4-BE49-F238E27FC236}">
                              <a16:creationId xmlns:a16="http://schemas.microsoft.com/office/drawing/2014/main" id="{C40DD9BB-C06F-40DD-A303-F2F849198FF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26" name="Flowchart: Connector 8125">
                          <a:extLst>
                            <a:ext uri="{FF2B5EF4-FFF2-40B4-BE49-F238E27FC236}">
                              <a16:creationId xmlns:a16="http://schemas.microsoft.com/office/drawing/2014/main" id="{A3447BF4-64AB-46CB-88D4-A9DB439AAB5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127" name="Flowchart: Connector 8126">
                          <a:extLst>
                            <a:ext uri="{FF2B5EF4-FFF2-40B4-BE49-F238E27FC236}">
                              <a16:creationId xmlns:a16="http://schemas.microsoft.com/office/drawing/2014/main" id="{100A9468-A325-4B2A-9C0B-97DE7E535EE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28" name="3D Model 8127" descr="Sphere">
                              <a:extLst>
                                <a:ext uri="{FF2B5EF4-FFF2-40B4-BE49-F238E27FC236}">
                                  <a16:creationId xmlns:a16="http://schemas.microsoft.com/office/drawing/2014/main" id="{0F81B858-CA49-4645-93A6-177F65847CB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39969918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29" name="Flowchart: Connector 8128">
                          <a:extLst>
                            <a:ext uri="{FF2B5EF4-FFF2-40B4-BE49-F238E27FC236}">
                              <a16:creationId xmlns:a16="http://schemas.microsoft.com/office/drawing/2014/main" id="{E55F40FF-EA6F-4016-A33D-0AC6537AE4D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30" name="3D Model 8129" descr="Sphere">
                              <a:extLst>
                                <a:ext uri="{FF2B5EF4-FFF2-40B4-BE49-F238E27FC236}">
                                  <a16:creationId xmlns:a16="http://schemas.microsoft.com/office/drawing/2014/main" id="{05F762CC-CC90-40F2-A465-5D87E9A5421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8157043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31" name="Flowchart: Connector 8130">
                          <a:extLst>
                            <a:ext uri="{FF2B5EF4-FFF2-40B4-BE49-F238E27FC236}">
                              <a16:creationId xmlns:a16="http://schemas.microsoft.com/office/drawing/2014/main" id="{8F0D8FDC-D2C2-4A16-9481-3A42F1B56CB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32" name="3D Model 8131" descr="Sphere">
                              <a:extLst>
                                <a:ext uri="{FF2B5EF4-FFF2-40B4-BE49-F238E27FC236}">
                                  <a16:creationId xmlns:a16="http://schemas.microsoft.com/office/drawing/2014/main" id="{8DD2EA0A-06D6-4EA9-AC30-625D03E49F9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3308652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133" name="Flowchart: Connector 8132">
                          <a:extLst>
                            <a:ext uri="{FF2B5EF4-FFF2-40B4-BE49-F238E27FC236}">
                              <a16:creationId xmlns:a16="http://schemas.microsoft.com/office/drawing/2014/main" id="{6E7FE6B7-C42F-4724-AD07-BE76EAEEE4D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134" name="3D Model 8133" descr="Sphere">
                              <a:extLst>
                                <a:ext uri="{FF2B5EF4-FFF2-40B4-BE49-F238E27FC236}">
                                  <a16:creationId xmlns:a16="http://schemas.microsoft.com/office/drawing/2014/main" id="{D484E7FB-6CAF-43B1-90ED-2ECF8112DFE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5636326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8103" name="Flowchart: Connector 8102">
                        <a:extLst>
                          <a:ext uri="{FF2B5EF4-FFF2-40B4-BE49-F238E27FC236}">
                            <a16:creationId xmlns:a16="http://schemas.microsoft.com/office/drawing/2014/main" id="{67D7687A-6FB6-407A-833E-D78E9390975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04" name="Flowchart: Connector 8103">
                        <a:extLst>
                          <a:ext uri="{FF2B5EF4-FFF2-40B4-BE49-F238E27FC236}">
                            <a16:creationId xmlns:a16="http://schemas.microsoft.com/office/drawing/2014/main" id="{2CE1BAFF-C0C9-4590-B733-FBEE94BB648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05" name="Flowchart: Connector 8104">
                        <a:extLst>
                          <a:ext uri="{FF2B5EF4-FFF2-40B4-BE49-F238E27FC236}">
                            <a16:creationId xmlns:a16="http://schemas.microsoft.com/office/drawing/2014/main" id="{F02194DE-1770-419D-A9D2-F8B2A3746AF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06" name="Flowchart: Connector 8105">
                        <a:extLst>
                          <a:ext uri="{FF2B5EF4-FFF2-40B4-BE49-F238E27FC236}">
                            <a16:creationId xmlns:a16="http://schemas.microsoft.com/office/drawing/2014/main" id="{257295B8-E7F1-4FAC-8E3D-5B57800F0A3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07" name="Flowchart: Connector 8106">
                        <a:extLst>
                          <a:ext uri="{FF2B5EF4-FFF2-40B4-BE49-F238E27FC236}">
                            <a16:creationId xmlns:a16="http://schemas.microsoft.com/office/drawing/2014/main" id="{459BA9C3-5D3D-4475-9AAE-48E012CCBE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08" name="Flowchart: Connector 8107">
                        <a:extLst>
                          <a:ext uri="{FF2B5EF4-FFF2-40B4-BE49-F238E27FC236}">
                            <a16:creationId xmlns:a16="http://schemas.microsoft.com/office/drawing/2014/main" id="{F1B686E7-0070-485C-82F9-3F6143DF3EC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09" name="Flowchart: Connector 8108">
                        <a:extLst>
                          <a:ext uri="{FF2B5EF4-FFF2-40B4-BE49-F238E27FC236}">
                            <a16:creationId xmlns:a16="http://schemas.microsoft.com/office/drawing/2014/main" id="{5242E527-485B-4367-830B-6E697D6F62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10" name="Flowchart: Connector 8109">
                        <a:extLst>
                          <a:ext uri="{FF2B5EF4-FFF2-40B4-BE49-F238E27FC236}">
                            <a16:creationId xmlns:a16="http://schemas.microsoft.com/office/drawing/2014/main" id="{88B75C76-7B9A-4E37-BDB6-E37B97B7269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111" name="Flowchart: Connector 8110">
                        <a:extLst>
                          <a:ext uri="{FF2B5EF4-FFF2-40B4-BE49-F238E27FC236}">
                            <a16:creationId xmlns:a16="http://schemas.microsoft.com/office/drawing/2014/main" id="{527FDB69-89A5-439C-BA3A-756DC6DA91F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8112" name="3D Model 8111" descr="Sphere">
                            <a:extLst>
                              <a:ext uri="{FF2B5EF4-FFF2-40B4-BE49-F238E27FC236}">
                                <a16:creationId xmlns:a16="http://schemas.microsoft.com/office/drawing/2014/main" id="{EE1E08A2-ABC1-4B66-9FD3-6EAFF69EE87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45694961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8113" name="Flowchart: Connector 8112">
                        <a:extLst>
                          <a:ext uri="{FF2B5EF4-FFF2-40B4-BE49-F238E27FC236}">
                            <a16:creationId xmlns:a16="http://schemas.microsoft.com/office/drawing/2014/main" id="{A251B0BE-6D89-4F7E-B65F-DEEFC1E609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8114" name="3D Model 8113" descr="Sphere">
                            <a:extLst>
                              <a:ext uri="{FF2B5EF4-FFF2-40B4-BE49-F238E27FC236}">
                                <a16:creationId xmlns:a16="http://schemas.microsoft.com/office/drawing/2014/main" id="{C4D7438A-90EF-458F-A088-457CF1DF864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05495920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8115" name="Flowchart: Connector 8114">
                        <a:extLst>
                          <a:ext uri="{FF2B5EF4-FFF2-40B4-BE49-F238E27FC236}">
                            <a16:creationId xmlns:a16="http://schemas.microsoft.com/office/drawing/2014/main" id="{D85638E3-3039-46C1-930B-CA7CA57655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8116" name="3D Model 8115" descr="Sphere">
                            <a:extLst>
                              <a:ext uri="{FF2B5EF4-FFF2-40B4-BE49-F238E27FC236}">
                                <a16:creationId xmlns:a16="http://schemas.microsoft.com/office/drawing/2014/main" id="{7C32395F-6F85-4B51-AEAB-9BD5CC6308E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77559303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8117" name="Flowchart: Connector 8116">
                        <a:extLst>
                          <a:ext uri="{FF2B5EF4-FFF2-40B4-BE49-F238E27FC236}">
                            <a16:creationId xmlns:a16="http://schemas.microsoft.com/office/drawing/2014/main" id="{389B7E9D-0F12-42D5-BED0-9D1561DFE78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8118" name="3D Model 8117" descr="Sphere">
                            <a:extLst>
                              <a:ext uri="{FF2B5EF4-FFF2-40B4-BE49-F238E27FC236}">
                                <a16:creationId xmlns:a16="http://schemas.microsoft.com/office/drawing/2014/main" id="{3B023D76-6409-45E5-A043-E416465AB4D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7761293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8068" name="Freeform: Shape 8067">
                    <a:extLst>
                      <a:ext uri="{FF2B5EF4-FFF2-40B4-BE49-F238E27FC236}">
                        <a16:creationId xmlns:a16="http://schemas.microsoft.com/office/drawing/2014/main" id="{AF3A9013-31C0-4E57-ABB6-E4364FF4826B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069" name="Freeform: Shape 8068">
                    <a:extLst>
                      <a:ext uri="{FF2B5EF4-FFF2-40B4-BE49-F238E27FC236}">
                        <a16:creationId xmlns:a16="http://schemas.microsoft.com/office/drawing/2014/main" id="{5988DA82-4A85-4511-8910-9411A27D9FFB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070" name="Freeform: Shape 8069">
                    <a:extLst>
                      <a:ext uri="{FF2B5EF4-FFF2-40B4-BE49-F238E27FC236}">
                        <a16:creationId xmlns:a16="http://schemas.microsoft.com/office/drawing/2014/main" id="{15825D5A-551B-43B1-866A-DA675D5858F7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071" name="Freeform: Shape 8070">
                    <a:extLst>
                      <a:ext uri="{FF2B5EF4-FFF2-40B4-BE49-F238E27FC236}">
                        <a16:creationId xmlns:a16="http://schemas.microsoft.com/office/drawing/2014/main" id="{37492DA0-1A12-4816-AD15-7C86E14C31A2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072" name="Freeform: Shape 8071">
                    <a:extLst>
                      <a:ext uri="{FF2B5EF4-FFF2-40B4-BE49-F238E27FC236}">
                        <a16:creationId xmlns:a16="http://schemas.microsoft.com/office/drawing/2014/main" id="{1D05D5AA-728E-41BA-9F2F-A856253FFAAE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073" name="Freeform: Shape 8072">
                    <a:extLst>
                      <a:ext uri="{FF2B5EF4-FFF2-40B4-BE49-F238E27FC236}">
                        <a16:creationId xmlns:a16="http://schemas.microsoft.com/office/drawing/2014/main" id="{D111E906-E58B-430C-B545-17627335C826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074" name="Freeform: Shape 8073">
                    <a:extLst>
                      <a:ext uri="{FF2B5EF4-FFF2-40B4-BE49-F238E27FC236}">
                        <a16:creationId xmlns:a16="http://schemas.microsoft.com/office/drawing/2014/main" id="{4AA67FF4-5AD8-43D0-AD55-DBC26F412380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075" name="Freeform: Shape 8074">
                    <a:extLst>
                      <a:ext uri="{FF2B5EF4-FFF2-40B4-BE49-F238E27FC236}">
                        <a16:creationId xmlns:a16="http://schemas.microsoft.com/office/drawing/2014/main" id="{58B86569-5197-4CA0-AC47-849475F08278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076" name="Freeform: Shape 8075">
                    <a:extLst>
                      <a:ext uri="{FF2B5EF4-FFF2-40B4-BE49-F238E27FC236}">
                        <a16:creationId xmlns:a16="http://schemas.microsoft.com/office/drawing/2014/main" id="{87D610C0-E06B-4A72-88E2-F63CC9FF14DA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077" name="Freeform: Shape 8076">
                    <a:extLst>
                      <a:ext uri="{FF2B5EF4-FFF2-40B4-BE49-F238E27FC236}">
                        <a16:creationId xmlns:a16="http://schemas.microsoft.com/office/drawing/2014/main" id="{6E8890E1-E3E1-44EC-A413-E898341D2439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078" name="Freeform: Shape 8077">
                    <a:extLst>
                      <a:ext uri="{FF2B5EF4-FFF2-40B4-BE49-F238E27FC236}">
                        <a16:creationId xmlns:a16="http://schemas.microsoft.com/office/drawing/2014/main" id="{9DBE0F5E-2982-4082-A037-2B503BFF73AC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079" name="Freeform: Shape 8078">
                    <a:extLst>
                      <a:ext uri="{FF2B5EF4-FFF2-40B4-BE49-F238E27FC236}">
                        <a16:creationId xmlns:a16="http://schemas.microsoft.com/office/drawing/2014/main" id="{08B55C8B-D0C5-4E1F-BAC3-5DF74FB377DD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8064" name="Freeform: Shape 8063">
                  <a:extLst>
                    <a:ext uri="{FF2B5EF4-FFF2-40B4-BE49-F238E27FC236}">
                      <a16:creationId xmlns:a16="http://schemas.microsoft.com/office/drawing/2014/main" id="{03608140-4E0E-4EB9-A4CE-F59DA2CCC8FD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065" name="Freeform: Shape 8064">
                  <a:extLst>
                    <a:ext uri="{FF2B5EF4-FFF2-40B4-BE49-F238E27FC236}">
                      <a16:creationId xmlns:a16="http://schemas.microsoft.com/office/drawing/2014/main" id="{963FCBB5-8960-4854-86B1-6D1F1D0AABB0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066" name="Freeform: Shape 8065">
                  <a:extLst>
                    <a:ext uri="{FF2B5EF4-FFF2-40B4-BE49-F238E27FC236}">
                      <a16:creationId xmlns:a16="http://schemas.microsoft.com/office/drawing/2014/main" id="{77B71DFC-8E34-425B-93E3-A7B1FD4F5574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8362" name="Group 8361">
                <a:extLst>
                  <a:ext uri="{FF2B5EF4-FFF2-40B4-BE49-F238E27FC236}">
                    <a16:creationId xmlns:a16="http://schemas.microsoft.com/office/drawing/2014/main" id="{4EBC1BE3-54D8-4E20-B101-7C89DB86935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418034" y="6027249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8363" name="Group 8362">
                  <a:extLst>
                    <a:ext uri="{FF2B5EF4-FFF2-40B4-BE49-F238E27FC236}">
                      <a16:creationId xmlns:a16="http://schemas.microsoft.com/office/drawing/2014/main" id="{2D4049B3-39F2-40C6-9959-A5285700E665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8367" name="Group 8366">
                    <a:extLst>
                      <a:ext uri="{FF2B5EF4-FFF2-40B4-BE49-F238E27FC236}">
                        <a16:creationId xmlns:a16="http://schemas.microsoft.com/office/drawing/2014/main" id="{4C980F6C-D3A1-42DB-AB1C-B3786E63E779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8380" name="Group 8379">
                      <a:extLst>
                        <a:ext uri="{FF2B5EF4-FFF2-40B4-BE49-F238E27FC236}">
                          <a16:creationId xmlns:a16="http://schemas.microsoft.com/office/drawing/2014/main" id="{621A0120-5768-473C-A353-A89627252E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8601" name="Group 8600">
                        <a:extLst>
                          <a:ext uri="{FF2B5EF4-FFF2-40B4-BE49-F238E27FC236}">
                            <a16:creationId xmlns:a16="http://schemas.microsoft.com/office/drawing/2014/main" id="{78CC2441-FE7F-4DA9-8C3C-A510CBE1FF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8658" name="Flowchart: Connector 8657">
                          <a:extLst>
                            <a:ext uri="{FF2B5EF4-FFF2-40B4-BE49-F238E27FC236}">
                              <a16:creationId xmlns:a16="http://schemas.microsoft.com/office/drawing/2014/main" id="{F68BF6AE-54BD-4892-8670-CD7F39BC483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59" name="Flowchart: Connector 8658">
                          <a:extLst>
                            <a:ext uri="{FF2B5EF4-FFF2-40B4-BE49-F238E27FC236}">
                              <a16:creationId xmlns:a16="http://schemas.microsoft.com/office/drawing/2014/main" id="{55F0B949-CA17-4F8D-A22B-F709D01B268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60" name="Flowchart: Connector 8659">
                          <a:extLst>
                            <a:ext uri="{FF2B5EF4-FFF2-40B4-BE49-F238E27FC236}">
                              <a16:creationId xmlns:a16="http://schemas.microsoft.com/office/drawing/2014/main" id="{7B2AB25E-246A-4629-AC54-BDCEEA85784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61" name="Flowchart: Connector 8660">
                          <a:extLst>
                            <a:ext uri="{FF2B5EF4-FFF2-40B4-BE49-F238E27FC236}">
                              <a16:creationId xmlns:a16="http://schemas.microsoft.com/office/drawing/2014/main" id="{DBDF9F99-8C0B-4376-AB7C-5008605AB89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602" name="Group 8601">
                        <a:extLst>
                          <a:ext uri="{FF2B5EF4-FFF2-40B4-BE49-F238E27FC236}">
                            <a16:creationId xmlns:a16="http://schemas.microsoft.com/office/drawing/2014/main" id="{C3272FBA-C682-4CEA-86D5-A3718B1DADC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8603" name="Group 8602">
                          <a:extLst>
                            <a:ext uri="{FF2B5EF4-FFF2-40B4-BE49-F238E27FC236}">
                              <a16:creationId xmlns:a16="http://schemas.microsoft.com/office/drawing/2014/main" id="{B036BE00-4637-4738-83A4-AAE307F4B7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51" name="3D Model 8650" descr="Sphere">
                                <a:extLst>
                                  <a:ext uri="{FF2B5EF4-FFF2-40B4-BE49-F238E27FC236}">
                                    <a16:creationId xmlns:a16="http://schemas.microsoft.com/office/drawing/2014/main" id="{96A58394-C13B-41C7-85EF-469A4AA2033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0297172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52" name="Flowchart: Connector 8651">
                            <a:extLst>
                              <a:ext uri="{FF2B5EF4-FFF2-40B4-BE49-F238E27FC236}">
                                <a16:creationId xmlns:a16="http://schemas.microsoft.com/office/drawing/2014/main" id="{03A66100-065F-4508-B462-6646E79D7C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53" name="3D Model 8652" descr="Sphere">
                                <a:extLst>
                                  <a:ext uri="{FF2B5EF4-FFF2-40B4-BE49-F238E27FC236}">
                                    <a16:creationId xmlns:a16="http://schemas.microsoft.com/office/drawing/2014/main" id="{C391E570-F500-4FBF-BED0-73614B013D7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9910252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54" name="Flowchart: Connector 8653">
                            <a:extLst>
                              <a:ext uri="{FF2B5EF4-FFF2-40B4-BE49-F238E27FC236}">
                                <a16:creationId xmlns:a16="http://schemas.microsoft.com/office/drawing/2014/main" id="{5DF46306-DDFB-4693-84AA-AD5127ED469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55" name="3D Model 8654" descr="Sphere">
                                <a:extLst>
                                  <a:ext uri="{FF2B5EF4-FFF2-40B4-BE49-F238E27FC236}">
                                    <a16:creationId xmlns:a16="http://schemas.microsoft.com/office/drawing/2014/main" id="{E5654CD8-7AAE-45B6-918F-C7508BFD6D0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800699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56" name="Flowchart: Connector 8655">
                            <a:extLst>
                              <a:ext uri="{FF2B5EF4-FFF2-40B4-BE49-F238E27FC236}">
                                <a16:creationId xmlns:a16="http://schemas.microsoft.com/office/drawing/2014/main" id="{A479C17D-5791-4C53-9111-6D4E1D11A4F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57" name="3D Model 8656" descr="Sphere">
                                <a:extLst>
                                  <a:ext uri="{FF2B5EF4-FFF2-40B4-BE49-F238E27FC236}">
                                    <a16:creationId xmlns:a16="http://schemas.microsoft.com/office/drawing/2014/main" id="{88D17F1B-7FAC-4036-B691-25EA6B257CE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6309135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604" name="Group 8603">
                          <a:extLst>
                            <a:ext uri="{FF2B5EF4-FFF2-40B4-BE49-F238E27FC236}">
                              <a16:creationId xmlns:a16="http://schemas.microsoft.com/office/drawing/2014/main" id="{2184EAAB-4157-4198-BA94-35CB14C618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8636" name="Flowchart: Connector 8635">
                            <a:extLst>
                              <a:ext uri="{FF2B5EF4-FFF2-40B4-BE49-F238E27FC236}">
                                <a16:creationId xmlns:a16="http://schemas.microsoft.com/office/drawing/2014/main" id="{938096E6-1669-4609-AF1C-1A67C840749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37" name="Flowchart: Connector 8636">
                            <a:extLst>
                              <a:ext uri="{FF2B5EF4-FFF2-40B4-BE49-F238E27FC236}">
                                <a16:creationId xmlns:a16="http://schemas.microsoft.com/office/drawing/2014/main" id="{407F0C8F-A618-4C25-9247-7635399153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38" name="Flowchart: Connector 8637">
                            <a:extLst>
                              <a:ext uri="{FF2B5EF4-FFF2-40B4-BE49-F238E27FC236}">
                                <a16:creationId xmlns:a16="http://schemas.microsoft.com/office/drawing/2014/main" id="{B66DB554-1FFA-4329-B327-B0C10F6EDB2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39" name="Flowchart: Connector 8638">
                            <a:extLst>
                              <a:ext uri="{FF2B5EF4-FFF2-40B4-BE49-F238E27FC236}">
                                <a16:creationId xmlns:a16="http://schemas.microsoft.com/office/drawing/2014/main" id="{24A212AD-E7FC-45B6-BB22-F816A292409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40" name="Flowchart: Connector 8639">
                            <a:extLst>
                              <a:ext uri="{FF2B5EF4-FFF2-40B4-BE49-F238E27FC236}">
                                <a16:creationId xmlns:a16="http://schemas.microsoft.com/office/drawing/2014/main" id="{EA4EA7DB-EDC5-48DB-92D4-374813C8C38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41" name="Flowchart: Connector 8640">
                            <a:extLst>
                              <a:ext uri="{FF2B5EF4-FFF2-40B4-BE49-F238E27FC236}">
                                <a16:creationId xmlns:a16="http://schemas.microsoft.com/office/drawing/2014/main" id="{B5AED144-2B64-4528-B350-70B3CD8BE13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42" name="Flowchart: Connector 8641">
                            <a:extLst>
                              <a:ext uri="{FF2B5EF4-FFF2-40B4-BE49-F238E27FC236}">
                                <a16:creationId xmlns:a16="http://schemas.microsoft.com/office/drawing/2014/main" id="{F5CCD19F-4055-408F-83A0-6DF21C2F154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43" name="Flowchart: Connector 8642">
                            <a:extLst>
                              <a:ext uri="{FF2B5EF4-FFF2-40B4-BE49-F238E27FC236}">
                                <a16:creationId xmlns:a16="http://schemas.microsoft.com/office/drawing/2014/main" id="{62731090-A044-42F8-BF5F-8190A8E4033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44" name="3D Model 8643" descr="Sphere">
                                <a:extLst>
                                  <a:ext uri="{FF2B5EF4-FFF2-40B4-BE49-F238E27FC236}">
                                    <a16:creationId xmlns:a16="http://schemas.microsoft.com/office/drawing/2014/main" id="{5E6211A7-F51F-4D78-9CFE-10AE708839B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314684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45" name="Flowchart: Connector 8644">
                            <a:extLst>
                              <a:ext uri="{FF2B5EF4-FFF2-40B4-BE49-F238E27FC236}">
                                <a16:creationId xmlns:a16="http://schemas.microsoft.com/office/drawing/2014/main" id="{5C025C08-9BA6-4ABB-B92D-5371C935B58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46" name="3D Model 8645" descr="Sphere">
                                <a:extLst>
                                  <a:ext uri="{FF2B5EF4-FFF2-40B4-BE49-F238E27FC236}">
                                    <a16:creationId xmlns:a16="http://schemas.microsoft.com/office/drawing/2014/main" id="{434D1546-F34A-44F6-B381-8230F5D77E8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4380783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47" name="Flowchart: Connector 8646">
                            <a:extLst>
                              <a:ext uri="{FF2B5EF4-FFF2-40B4-BE49-F238E27FC236}">
                                <a16:creationId xmlns:a16="http://schemas.microsoft.com/office/drawing/2014/main" id="{9DA98C3B-E21B-4A1A-B028-5B439A9008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48" name="3D Model 8647" descr="Sphere">
                                <a:extLst>
                                  <a:ext uri="{FF2B5EF4-FFF2-40B4-BE49-F238E27FC236}">
                                    <a16:creationId xmlns:a16="http://schemas.microsoft.com/office/drawing/2014/main" id="{DD36A52F-E0A0-44E7-A413-F0E91F02094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9392570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49" name="Flowchart: Connector 8648">
                            <a:extLst>
                              <a:ext uri="{FF2B5EF4-FFF2-40B4-BE49-F238E27FC236}">
                                <a16:creationId xmlns:a16="http://schemas.microsoft.com/office/drawing/2014/main" id="{92B76085-5DA8-4C3C-A3FB-E4EF522BDA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50" name="3D Model 8649" descr="Sphere">
                                <a:extLst>
                                  <a:ext uri="{FF2B5EF4-FFF2-40B4-BE49-F238E27FC236}">
                                    <a16:creationId xmlns:a16="http://schemas.microsoft.com/office/drawing/2014/main" id="{28EB96E9-A7BE-4421-AD03-F8E81985896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1768644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605" name="Group 8604">
                          <a:extLst>
                            <a:ext uri="{FF2B5EF4-FFF2-40B4-BE49-F238E27FC236}">
                              <a16:creationId xmlns:a16="http://schemas.microsoft.com/office/drawing/2014/main" id="{D6011D62-9E94-4E0D-898A-83F8A31BCC3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8621" name="Flowchart: Connector 8620">
                            <a:extLst>
                              <a:ext uri="{FF2B5EF4-FFF2-40B4-BE49-F238E27FC236}">
                                <a16:creationId xmlns:a16="http://schemas.microsoft.com/office/drawing/2014/main" id="{25AF1CEC-B4AA-450D-B392-B73E0B922C7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22" name="Flowchart: Connector 8621">
                            <a:extLst>
                              <a:ext uri="{FF2B5EF4-FFF2-40B4-BE49-F238E27FC236}">
                                <a16:creationId xmlns:a16="http://schemas.microsoft.com/office/drawing/2014/main" id="{62246B09-533D-4CB4-9E0A-3082BB15EFF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23" name="Flowchart: Connector 8622">
                            <a:extLst>
                              <a:ext uri="{FF2B5EF4-FFF2-40B4-BE49-F238E27FC236}">
                                <a16:creationId xmlns:a16="http://schemas.microsoft.com/office/drawing/2014/main" id="{BFA791BD-9FDB-4094-BCD0-DE78CAFC2A6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24" name="Flowchart: Connector 8623">
                            <a:extLst>
                              <a:ext uri="{FF2B5EF4-FFF2-40B4-BE49-F238E27FC236}">
                                <a16:creationId xmlns:a16="http://schemas.microsoft.com/office/drawing/2014/main" id="{3C530636-A7DF-4F69-ABD1-8CB6D6D8BF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25" name="Flowchart: Connector 8624">
                            <a:extLst>
                              <a:ext uri="{FF2B5EF4-FFF2-40B4-BE49-F238E27FC236}">
                                <a16:creationId xmlns:a16="http://schemas.microsoft.com/office/drawing/2014/main" id="{4C08E965-4207-4675-B763-028376ABD0E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26" name="Flowchart: Connector 8625">
                            <a:extLst>
                              <a:ext uri="{FF2B5EF4-FFF2-40B4-BE49-F238E27FC236}">
                                <a16:creationId xmlns:a16="http://schemas.microsoft.com/office/drawing/2014/main" id="{60957D47-AA44-4F28-998E-589A8F335E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27" name="Flowchart: Connector 8626">
                            <a:extLst>
                              <a:ext uri="{FF2B5EF4-FFF2-40B4-BE49-F238E27FC236}">
                                <a16:creationId xmlns:a16="http://schemas.microsoft.com/office/drawing/2014/main" id="{BFDA41BB-BB19-494A-8BA7-C7E586C40BE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628" name="Flowchart: Connector 8627">
                            <a:extLst>
                              <a:ext uri="{FF2B5EF4-FFF2-40B4-BE49-F238E27FC236}">
                                <a16:creationId xmlns:a16="http://schemas.microsoft.com/office/drawing/2014/main" id="{BAA83434-FFC2-4DD3-AF04-FEA344423CB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29" name="3D Model 8628" descr="Sphere">
                                <a:extLst>
                                  <a:ext uri="{FF2B5EF4-FFF2-40B4-BE49-F238E27FC236}">
                                    <a16:creationId xmlns:a16="http://schemas.microsoft.com/office/drawing/2014/main" id="{D0F38497-C2D6-44F5-A209-D5AF05CF94A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66041881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30" name="Flowchart: Connector 8629">
                            <a:extLst>
                              <a:ext uri="{FF2B5EF4-FFF2-40B4-BE49-F238E27FC236}">
                                <a16:creationId xmlns:a16="http://schemas.microsoft.com/office/drawing/2014/main" id="{739F6CCF-4FAB-4ED0-80AE-6AE5DF4AA22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31" name="3D Model 8630" descr="Sphere">
                                <a:extLst>
                                  <a:ext uri="{FF2B5EF4-FFF2-40B4-BE49-F238E27FC236}">
                                    <a16:creationId xmlns:a16="http://schemas.microsoft.com/office/drawing/2014/main" id="{C3381945-FC04-46D0-855C-37A7A2DCC00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6182573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32" name="Flowchart: Connector 8631">
                            <a:extLst>
                              <a:ext uri="{FF2B5EF4-FFF2-40B4-BE49-F238E27FC236}">
                                <a16:creationId xmlns:a16="http://schemas.microsoft.com/office/drawing/2014/main" id="{7521214B-B51F-4A75-958C-9F58885DAD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33" name="3D Model 8632" descr="Sphere">
                                <a:extLst>
                                  <a:ext uri="{FF2B5EF4-FFF2-40B4-BE49-F238E27FC236}">
                                    <a16:creationId xmlns:a16="http://schemas.microsoft.com/office/drawing/2014/main" id="{C19FCAAA-210B-489A-AA40-BA6E74CE6C4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1711865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634" name="Flowchart: Connector 8633">
                            <a:extLst>
                              <a:ext uri="{FF2B5EF4-FFF2-40B4-BE49-F238E27FC236}">
                                <a16:creationId xmlns:a16="http://schemas.microsoft.com/office/drawing/2014/main" id="{D2A2BF69-58D8-488F-AF31-41E70CDCDC3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635" name="3D Model 8634" descr="Sphere">
                                <a:extLst>
                                  <a:ext uri="{FF2B5EF4-FFF2-40B4-BE49-F238E27FC236}">
                                    <a16:creationId xmlns:a16="http://schemas.microsoft.com/office/drawing/2014/main" id="{3B02BC44-5332-45C6-83DC-EF8B3260227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3488629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606" name="Flowchart: Connector 8605">
                          <a:extLst>
                            <a:ext uri="{FF2B5EF4-FFF2-40B4-BE49-F238E27FC236}">
                              <a16:creationId xmlns:a16="http://schemas.microsoft.com/office/drawing/2014/main" id="{F5B41A52-92CA-45D8-9EFC-93B85FC4580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07" name="Flowchart: Connector 8606">
                          <a:extLst>
                            <a:ext uri="{FF2B5EF4-FFF2-40B4-BE49-F238E27FC236}">
                              <a16:creationId xmlns:a16="http://schemas.microsoft.com/office/drawing/2014/main" id="{380AE226-7A7C-4323-BB7C-FDA4999E550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08" name="Flowchart: Connector 8607">
                          <a:extLst>
                            <a:ext uri="{FF2B5EF4-FFF2-40B4-BE49-F238E27FC236}">
                              <a16:creationId xmlns:a16="http://schemas.microsoft.com/office/drawing/2014/main" id="{19B650EF-DCDF-4FA1-BCC6-216E90844A0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09" name="Flowchart: Connector 8608">
                          <a:extLst>
                            <a:ext uri="{FF2B5EF4-FFF2-40B4-BE49-F238E27FC236}">
                              <a16:creationId xmlns:a16="http://schemas.microsoft.com/office/drawing/2014/main" id="{4A5E1E3F-8B58-4F4F-9EB7-68978DEED3D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10" name="Flowchart: Connector 8609">
                          <a:extLst>
                            <a:ext uri="{FF2B5EF4-FFF2-40B4-BE49-F238E27FC236}">
                              <a16:creationId xmlns:a16="http://schemas.microsoft.com/office/drawing/2014/main" id="{5234E523-137F-4FCC-B1C6-1442A0FF451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11" name="Flowchart: Connector 8610">
                          <a:extLst>
                            <a:ext uri="{FF2B5EF4-FFF2-40B4-BE49-F238E27FC236}">
                              <a16:creationId xmlns:a16="http://schemas.microsoft.com/office/drawing/2014/main" id="{B92B0216-34B7-4533-9D33-701AF1457EA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12" name="Flowchart: Connector 8611">
                          <a:extLst>
                            <a:ext uri="{FF2B5EF4-FFF2-40B4-BE49-F238E27FC236}">
                              <a16:creationId xmlns:a16="http://schemas.microsoft.com/office/drawing/2014/main" id="{D23E08F4-682A-4534-9C84-17075560B26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613" name="Flowchart: Connector 8612">
                          <a:extLst>
                            <a:ext uri="{FF2B5EF4-FFF2-40B4-BE49-F238E27FC236}">
                              <a16:creationId xmlns:a16="http://schemas.microsoft.com/office/drawing/2014/main" id="{59BBF6B5-C660-4EFB-ACC1-79179228318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614" name="3D Model 8613" descr="Sphere">
                              <a:extLst>
                                <a:ext uri="{FF2B5EF4-FFF2-40B4-BE49-F238E27FC236}">
                                  <a16:creationId xmlns:a16="http://schemas.microsoft.com/office/drawing/2014/main" id="{4C9F90BA-A1A8-44C0-B113-23F7F6BF7A0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24008586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615" name="Flowchart: Connector 8614">
                          <a:extLst>
                            <a:ext uri="{FF2B5EF4-FFF2-40B4-BE49-F238E27FC236}">
                              <a16:creationId xmlns:a16="http://schemas.microsoft.com/office/drawing/2014/main" id="{E6772386-8F4F-42B5-BFAB-8FEDE04F48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616" name="3D Model 8615" descr="Sphere">
                              <a:extLst>
                                <a:ext uri="{FF2B5EF4-FFF2-40B4-BE49-F238E27FC236}">
                                  <a16:creationId xmlns:a16="http://schemas.microsoft.com/office/drawing/2014/main" id="{E518D226-CFD8-49B0-823F-746AB5FB7CE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32162451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617" name="Flowchart: Connector 8616">
                          <a:extLst>
                            <a:ext uri="{FF2B5EF4-FFF2-40B4-BE49-F238E27FC236}">
                              <a16:creationId xmlns:a16="http://schemas.microsoft.com/office/drawing/2014/main" id="{CA9E8124-AAB9-4530-89EF-C3C1745E121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618" name="3D Model 8617" descr="Sphere">
                              <a:extLst>
                                <a:ext uri="{FF2B5EF4-FFF2-40B4-BE49-F238E27FC236}">
                                  <a16:creationId xmlns:a16="http://schemas.microsoft.com/office/drawing/2014/main" id="{A2DAA843-EA2E-4C64-97B1-4E4823DE267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68272565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619" name="Flowchart: Connector 8618">
                          <a:extLst>
                            <a:ext uri="{FF2B5EF4-FFF2-40B4-BE49-F238E27FC236}">
                              <a16:creationId xmlns:a16="http://schemas.microsoft.com/office/drawing/2014/main" id="{C7EC70D8-42B5-4C67-BF0D-8996F2B5D37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620" name="3D Model 8619" descr="Sphere">
                              <a:extLst>
                                <a:ext uri="{FF2B5EF4-FFF2-40B4-BE49-F238E27FC236}">
                                  <a16:creationId xmlns:a16="http://schemas.microsoft.com/office/drawing/2014/main" id="{03CCF935-8D83-4604-9233-575363F65AF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11205249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8381" name="Group 8380">
                      <a:extLst>
                        <a:ext uri="{FF2B5EF4-FFF2-40B4-BE49-F238E27FC236}">
                          <a16:creationId xmlns:a16="http://schemas.microsoft.com/office/drawing/2014/main" id="{6DE20CE8-DB27-49E0-B918-4806A19476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8598" name="Flowchart: Connector 8597">
                        <a:extLst>
                          <a:ext uri="{FF2B5EF4-FFF2-40B4-BE49-F238E27FC236}">
                            <a16:creationId xmlns:a16="http://schemas.microsoft.com/office/drawing/2014/main" id="{EE6A800B-9F5E-4D05-91E5-D9EA22B5538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599" name="Flowchart: Connector 8598">
                        <a:extLst>
                          <a:ext uri="{FF2B5EF4-FFF2-40B4-BE49-F238E27FC236}">
                            <a16:creationId xmlns:a16="http://schemas.microsoft.com/office/drawing/2014/main" id="{9B045D78-5CB0-40DC-BFF6-0D9DA13DFA2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600" name="Flowchart: Connector 8599">
                        <a:extLst>
                          <a:ext uri="{FF2B5EF4-FFF2-40B4-BE49-F238E27FC236}">
                            <a16:creationId xmlns:a16="http://schemas.microsoft.com/office/drawing/2014/main" id="{C3F725DF-06B3-40FF-90B1-8D2234C466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8382" name="Flowchart: Connector 8381">
                      <a:extLst>
                        <a:ext uri="{FF2B5EF4-FFF2-40B4-BE49-F238E27FC236}">
                          <a16:creationId xmlns:a16="http://schemas.microsoft.com/office/drawing/2014/main" id="{859AF954-7A52-4644-AFC8-1484F939C5D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8383" name="Flowchart: Connector 8382">
                      <a:extLst>
                        <a:ext uri="{FF2B5EF4-FFF2-40B4-BE49-F238E27FC236}">
                          <a16:creationId xmlns:a16="http://schemas.microsoft.com/office/drawing/2014/main" id="{3DF332EF-6723-4940-A308-803F740C895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8384" name="Group 8383">
                      <a:extLst>
                        <a:ext uri="{FF2B5EF4-FFF2-40B4-BE49-F238E27FC236}">
                          <a16:creationId xmlns:a16="http://schemas.microsoft.com/office/drawing/2014/main" id="{3EC5625A-1C44-42C1-950F-942139727F93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8595" name="Flowchart: Connector 8594">
                        <a:extLst>
                          <a:ext uri="{FF2B5EF4-FFF2-40B4-BE49-F238E27FC236}">
                            <a16:creationId xmlns:a16="http://schemas.microsoft.com/office/drawing/2014/main" id="{0A5CC5AD-1950-4677-81EE-FD98CAA8CF5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596" name="Flowchart: Connector 8595">
                        <a:extLst>
                          <a:ext uri="{FF2B5EF4-FFF2-40B4-BE49-F238E27FC236}">
                            <a16:creationId xmlns:a16="http://schemas.microsoft.com/office/drawing/2014/main" id="{00A79407-A123-49D6-98AD-F92BE1D8B5F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597" name="Flowchart: Connector 8596">
                        <a:extLst>
                          <a:ext uri="{FF2B5EF4-FFF2-40B4-BE49-F238E27FC236}">
                            <a16:creationId xmlns:a16="http://schemas.microsoft.com/office/drawing/2014/main" id="{6913F166-A7B6-4E85-B933-FB88F2C3CB6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8385" name="Group 8384">
                      <a:extLst>
                        <a:ext uri="{FF2B5EF4-FFF2-40B4-BE49-F238E27FC236}">
                          <a16:creationId xmlns:a16="http://schemas.microsoft.com/office/drawing/2014/main" id="{9914B84D-AA7A-4BEE-8615-C67F95F2C1A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8530" name="Group 8529">
                        <a:extLst>
                          <a:ext uri="{FF2B5EF4-FFF2-40B4-BE49-F238E27FC236}">
                            <a16:creationId xmlns:a16="http://schemas.microsoft.com/office/drawing/2014/main" id="{71062287-D99C-4505-B1FC-402CA14B6CB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8591" name="Flowchart: Connector 8590">
                          <a:extLst>
                            <a:ext uri="{FF2B5EF4-FFF2-40B4-BE49-F238E27FC236}">
                              <a16:creationId xmlns:a16="http://schemas.microsoft.com/office/drawing/2014/main" id="{07CE8BAE-D981-41D1-8F02-39D33522C4F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92" name="Flowchart: Connector 8591">
                          <a:extLst>
                            <a:ext uri="{FF2B5EF4-FFF2-40B4-BE49-F238E27FC236}">
                              <a16:creationId xmlns:a16="http://schemas.microsoft.com/office/drawing/2014/main" id="{C4B629E3-18BC-41EB-B9F2-8EC9FEF3EC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93" name="Flowchart: Connector 8592">
                          <a:extLst>
                            <a:ext uri="{FF2B5EF4-FFF2-40B4-BE49-F238E27FC236}">
                              <a16:creationId xmlns:a16="http://schemas.microsoft.com/office/drawing/2014/main" id="{846138B9-F05C-4702-8F38-19243DE6C7A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94" name="Flowchart: Connector 8593">
                          <a:extLst>
                            <a:ext uri="{FF2B5EF4-FFF2-40B4-BE49-F238E27FC236}">
                              <a16:creationId xmlns:a16="http://schemas.microsoft.com/office/drawing/2014/main" id="{54C05716-DE83-4D05-9AF6-3213EB41DEB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531" name="Group 8530">
                        <a:extLst>
                          <a:ext uri="{FF2B5EF4-FFF2-40B4-BE49-F238E27FC236}">
                            <a16:creationId xmlns:a16="http://schemas.microsoft.com/office/drawing/2014/main" id="{C9ECED40-E312-4987-A51C-C56C0559DE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8532" name="Group 8531">
                          <a:extLst>
                            <a:ext uri="{FF2B5EF4-FFF2-40B4-BE49-F238E27FC236}">
                              <a16:creationId xmlns:a16="http://schemas.microsoft.com/office/drawing/2014/main" id="{0D3E05E5-8EA2-44F9-8D4F-F0258F3CE2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8583" name="Flowchart: Connector 8582">
                            <a:extLst>
                              <a:ext uri="{FF2B5EF4-FFF2-40B4-BE49-F238E27FC236}">
                                <a16:creationId xmlns:a16="http://schemas.microsoft.com/office/drawing/2014/main" id="{61AD1273-1DDA-42E6-AA9E-B994C0946D9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84" name="3D Model 8583" descr="Sphere">
                                <a:extLst>
                                  <a:ext uri="{FF2B5EF4-FFF2-40B4-BE49-F238E27FC236}">
                                    <a16:creationId xmlns:a16="http://schemas.microsoft.com/office/drawing/2014/main" id="{BAEF6CCF-88A9-4D55-B118-C0FCCFEF651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1471298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85" name="Flowchart: Connector 8584">
                            <a:extLst>
                              <a:ext uri="{FF2B5EF4-FFF2-40B4-BE49-F238E27FC236}">
                                <a16:creationId xmlns:a16="http://schemas.microsoft.com/office/drawing/2014/main" id="{4FA07704-5D45-4A41-A2EB-BF63DE06FDB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86" name="3D Model 8585" descr="Sphere">
                                <a:extLst>
                                  <a:ext uri="{FF2B5EF4-FFF2-40B4-BE49-F238E27FC236}">
                                    <a16:creationId xmlns:a16="http://schemas.microsoft.com/office/drawing/2014/main" id="{588F71CC-BDFE-44CD-8241-CB98B613035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4257568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87" name="Flowchart: Connector 8586">
                            <a:extLst>
                              <a:ext uri="{FF2B5EF4-FFF2-40B4-BE49-F238E27FC236}">
                                <a16:creationId xmlns:a16="http://schemas.microsoft.com/office/drawing/2014/main" id="{0A48B232-B05A-4867-8AB0-BD2AB7646C8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88" name="3D Model 8587" descr="Sphere">
                                <a:extLst>
                                  <a:ext uri="{FF2B5EF4-FFF2-40B4-BE49-F238E27FC236}">
                                    <a16:creationId xmlns:a16="http://schemas.microsoft.com/office/drawing/2014/main" id="{06107104-BC85-4471-A0B6-66DBAD6A99B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7455190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89" name="Flowchart: Connector 8588">
                            <a:extLst>
                              <a:ext uri="{FF2B5EF4-FFF2-40B4-BE49-F238E27FC236}">
                                <a16:creationId xmlns:a16="http://schemas.microsoft.com/office/drawing/2014/main" id="{F1F13D1A-AA52-4B62-87A0-676B4463C5E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90" name="3D Model 8589" descr="Sphere">
                                <a:extLst>
                                  <a:ext uri="{FF2B5EF4-FFF2-40B4-BE49-F238E27FC236}">
                                    <a16:creationId xmlns:a16="http://schemas.microsoft.com/office/drawing/2014/main" id="{65B7FD2A-44D0-4860-A3D4-FA76F1C27A2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2556861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533" name="Group 8532">
                          <a:extLst>
                            <a:ext uri="{FF2B5EF4-FFF2-40B4-BE49-F238E27FC236}">
                              <a16:creationId xmlns:a16="http://schemas.microsoft.com/office/drawing/2014/main" id="{6FCED91B-4908-4970-9035-50D172BCBB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8567" name="Flowchart: Connector 8566">
                            <a:extLst>
                              <a:ext uri="{FF2B5EF4-FFF2-40B4-BE49-F238E27FC236}">
                                <a16:creationId xmlns:a16="http://schemas.microsoft.com/office/drawing/2014/main" id="{873856AF-4030-40BF-B344-E4CB7E7023C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68" name="Flowchart: Connector 8567">
                            <a:extLst>
                              <a:ext uri="{FF2B5EF4-FFF2-40B4-BE49-F238E27FC236}">
                                <a16:creationId xmlns:a16="http://schemas.microsoft.com/office/drawing/2014/main" id="{803077FE-D478-403F-8C4B-C9BBC6BC8A4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69" name="Flowchart: Connector 8568">
                            <a:extLst>
                              <a:ext uri="{FF2B5EF4-FFF2-40B4-BE49-F238E27FC236}">
                                <a16:creationId xmlns:a16="http://schemas.microsoft.com/office/drawing/2014/main" id="{37A771D7-CC8A-464E-A4D6-0BD2DBCA24E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70" name="Flowchart: Connector 8569">
                            <a:extLst>
                              <a:ext uri="{FF2B5EF4-FFF2-40B4-BE49-F238E27FC236}">
                                <a16:creationId xmlns:a16="http://schemas.microsoft.com/office/drawing/2014/main" id="{70857189-6F07-47C5-BBA5-9B06E8EBA7E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71" name="Flowchart: Connector 8570">
                            <a:extLst>
                              <a:ext uri="{FF2B5EF4-FFF2-40B4-BE49-F238E27FC236}">
                                <a16:creationId xmlns:a16="http://schemas.microsoft.com/office/drawing/2014/main" id="{4B1ABCDE-549F-46F0-8051-A0630F58B09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72" name="Flowchart: Connector 8571">
                            <a:extLst>
                              <a:ext uri="{FF2B5EF4-FFF2-40B4-BE49-F238E27FC236}">
                                <a16:creationId xmlns:a16="http://schemas.microsoft.com/office/drawing/2014/main" id="{84EF66F5-7B09-4954-AC0F-B513CCBB4E6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73" name="Flowchart: Connector 8572">
                            <a:extLst>
                              <a:ext uri="{FF2B5EF4-FFF2-40B4-BE49-F238E27FC236}">
                                <a16:creationId xmlns:a16="http://schemas.microsoft.com/office/drawing/2014/main" id="{DA13FC5E-591B-45C2-B6E7-6D82AD1F0D2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74" name="Flowchart: Connector 8573">
                            <a:extLst>
                              <a:ext uri="{FF2B5EF4-FFF2-40B4-BE49-F238E27FC236}">
                                <a16:creationId xmlns:a16="http://schemas.microsoft.com/office/drawing/2014/main" id="{219879D5-E348-4571-9FA3-AB01FDC8B54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75" name="Flowchart: Connector 8574">
                            <a:extLst>
                              <a:ext uri="{FF2B5EF4-FFF2-40B4-BE49-F238E27FC236}">
                                <a16:creationId xmlns:a16="http://schemas.microsoft.com/office/drawing/2014/main" id="{50925979-0B4E-4DE3-8F85-9530F0263F0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76" name="3D Model 8575" descr="Sphere">
                                <a:extLst>
                                  <a:ext uri="{FF2B5EF4-FFF2-40B4-BE49-F238E27FC236}">
                                    <a16:creationId xmlns:a16="http://schemas.microsoft.com/office/drawing/2014/main" id="{6444903A-946A-4F7E-9C8A-B5E4733FA08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64343971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77" name="Flowchart: Connector 8576">
                            <a:extLst>
                              <a:ext uri="{FF2B5EF4-FFF2-40B4-BE49-F238E27FC236}">
                                <a16:creationId xmlns:a16="http://schemas.microsoft.com/office/drawing/2014/main" id="{59BE9195-DAB1-4DAC-A5E3-44EE54A01E6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78" name="3D Model 8577" descr="Sphere">
                                <a:extLst>
                                  <a:ext uri="{FF2B5EF4-FFF2-40B4-BE49-F238E27FC236}">
                                    <a16:creationId xmlns:a16="http://schemas.microsoft.com/office/drawing/2014/main" id="{27307F8E-1477-49DE-870C-5928C39FFDB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2613709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79" name="Flowchart: Connector 8578">
                            <a:extLst>
                              <a:ext uri="{FF2B5EF4-FFF2-40B4-BE49-F238E27FC236}">
                                <a16:creationId xmlns:a16="http://schemas.microsoft.com/office/drawing/2014/main" id="{988B3EA9-7BC8-4D70-9E86-D4BB4D2C805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80" name="3D Model 8579" descr="Sphere">
                                <a:extLst>
                                  <a:ext uri="{FF2B5EF4-FFF2-40B4-BE49-F238E27FC236}">
                                    <a16:creationId xmlns:a16="http://schemas.microsoft.com/office/drawing/2014/main" id="{0B0342C5-B5C7-40B3-98F8-7438BBE0ABC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7673459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81" name="Flowchart: Connector 8580">
                            <a:extLst>
                              <a:ext uri="{FF2B5EF4-FFF2-40B4-BE49-F238E27FC236}">
                                <a16:creationId xmlns:a16="http://schemas.microsoft.com/office/drawing/2014/main" id="{5D080F66-E544-455C-827A-7C91266B4E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82" name="3D Model 8581" descr="Sphere">
                                <a:extLst>
                                  <a:ext uri="{FF2B5EF4-FFF2-40B4-BE49-F238E27FC236}">
                                    <a16:creationId xmlns:a16="http://schemas.microsoft.com/office/drawing/2014/main" id="{10372BA7-1F4A-4E6F-BB0B-DE9C90E7728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5298700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534" name="Group 8533">
                          <a:extLst>
                            <a:ext uri="{FF2B5EF4-FFF2-40B4-BE49-F238E27FC236}">
                              <a16:creationId xmlns:a16="http://schemas.microsoft.com/office/drawing/2014/main" id="{910A451A-267D-4BAB-A504-522D7F7261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8551" name="Flowchart: Connector 8550">
                            <a:extLst>
                              <a:ext uri="{FF2B5EF4-FFF2-40B4-BE49-F238E27FC236}">
                                <a16:creationId xmlns:a16="http://schemas.microsoft.com/office/drawing/2014/main" id="{A30ACD6A-3F0B-47EA-839F-5514199EF41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52" name="Flowchart: Connector 8551">
                            <a:extLst>
                              <a:ext uri="{FF2B5EF4-FFF2-40B4-BE49-F238E27FC236}">
                                <a16:creationId xmlns:a16="http://schemas.microsoft.com/office/drawing/2014/main" id="{8E3D5428-BBD5-4F2D-B5AB-6A4EA4BBEB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53" name="Flowchart: Connector 8552">
                            <a:extLst>
                              <a:ext uri="{FF2B5EF4-FFF2-40B4-BE49-F238E27FC236}">
                                <a16:creationId xmlns:a16="http://schemas.microsoft.com/office/drawing/2014/main" id="{3E7A7475-E4D6-4AF5-9FA1-5B2B37FEB30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54" name="Flowchart: Connector 8553">
                            <a:extLst>
                              <a:ext uri="{FF2B5EF4-FFF2-40B4-BE49-F238E27FC236}">
                                <a16:creationId xmlns:a16="http://schemas.microsoft.com/office/drawing/2014/main" id="{B78590EA-0ADF-45F2-B339-64AE21E2D48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55" name="Flowchart: Connector 8554">
                            <a:extLst>
                              <a:ext uri="{FF2B5EF4-FFF2-40B4-BE49-F238E27FC236}">
                                <a16:creationId xmlns:a16="http://schemas.microsoft.com/office/drawing/2014/main" id="{236B9758-81E1-4D77-94A0-4F441625D23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56" name="Flowchart: Connector 8555">
                            <a:extLst>
                              <a:ext uri="{FF2B5EF4-FFF2-40B4-BE49-F238E27FC236}">
                                <a16:creationId xmlns:a16="http://schemas.microsoft.com/office/drawing/2014/main" id="{0679079D-A1D0-4532-953E-CED8E88B0FF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57" name="Flowchart: Connector 8556">
                            <a:extLst>
                              <a:ext uri="{FF2B5EF4-FFF2-40B4-BE49-F238E27FC236}">
                                <a16:creationId xmlns:a16="http://schemas.microsoft.com/office/drawing/2014/main" id="{6CEC7CB7-063F-4040-9172-1DDBDDBE61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58" name="Flowchart: Connector 8557">
                            <a:extLst>
                              <a:ext uri="{FF2B5EF4-FFF2-40B4-BE49-F238E27FC236}">
                                <a16:creationId xmlns:a16="http://schemas.microsoft.com/office/drawing/2014/main" id="{6E68334D-FA8C-4DE1-A15B-51B02BEAB52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59" name="Flowchart: Connector 8558">
                            <a:extLst>
                              <a:ext uri="{FF2B5EF4-FFF2-40B4-BE49-F238E27FC236}">
                                <a16:creationId xmlns:a16="http://schemas.microsoft.com/office/drawing/2014/main" id="{4ADD5FA8-04B2-4BA0-931B-E381B9F1044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60" name="3D Model 8559" descr="Sphere">
                                <a:extLst>
                                  <a:ext uri="{FF2B5EF4-FFF2-40B4-BE49-F238E27FC236}">
                                    <a16:creationId xmlns:a16="http://schemas.microsoft.com/office/drawing/2014/main" id="{48C3E82C-384D-45ED-90AA-2A0A8B1FE04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5012639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61" name="Flowchart: Connector 8560">
                            <a:extLst>
                              <a:ext uri="{FF2B5EF4-FFF2-40B4-BE49-F238E27FC236}">
                                <a16:creationId xmlns:a16="http://schemas.microsoft.com/office/drawing/2014/main" id="{E5902114-7FA2-4C13-B1F3-57A31A040C9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62" name="3D Model 8561" descr="Sphere">
                                <a:extLst>
                                  <a:ext uri="{FF2B5EF4-FFF2-40B4-BE49-F238E27FC236}">
                                    <a16:creationId xmlns:a16="http://schemas.microsoft.com/office/drawing/2014/main" id="{77965296-51E9-4B99-B81B-A06856394F4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7685273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63" name="Flowchart: Connector 8562">
                            <a:extLst>
                              <a:ext uri="{FF2B5EF4-FFF2-40B4-BE49-F238E27FC236}">
                                <a16:creationId xmlns:a16="http://schemas.microsoft.com/office/drawing/2014/main" id="{112C52E5-898C-449C-A72C-E7B1BCD5B8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64" name="3D Model 8563" descr="Sphere">
                                <a:extLst>
                                  <a:ext uri="{FF2B5EF4-FFF2-40B4-BE49-F238E27FC236}">
                                    <a16:creationId xmlns:a16="http://schemas.microsoft.com/office/drawing/2014/main" id="{D0F1ED2C-DF6A-4524-A4E0-7A544887A51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2760619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65" name="Flowchart: Connector 8564">
                            <a:extLst>
                              <a:ext uri="{FF2B5EF4-FFF2-40B4-BE49-F238E27FC236}">
                                <a16:creationId xmlns:a16="http://schemas.microsoft.com/office/drawing/2014/main" id="{60E81BD1-7C00-4762-B332-18BCCD19DC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66" name="3D Model 8565" descr="Sphere">
                                <a:extLst>
                                  <a:ext uri="{FF2B5EF4-FFF2-40B4-BE49-F238E27FC236}">
                                    <a16:creationId xmlns:a16="http://schemas.microsoft.com/office/drawing/2014/main" id="{0093FE50-F1D9-484E-BB82-1D9AC2DF307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9852641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535" name="Flowchart: Connector 8534">
                          <a:extLst>
                            <a:ext uri="{FF2B5EF4-FFF2-40B4-BE49-F238E27FC236}">
                              <a16:creationId xmlns:a16="http://schemas.microsoft.com/office/drawing/2014/main" id="{139AD234-CB89-4305-9498-4888A38EF8E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36" name="Flowchart: Connector 8535">
                          <a:extLst>
                            <a:ext uri="{FF2B5EF4-FFF2-40B4-BE49-F238E27FC236}">
                              <a16:creationId xmlns:a16="http://schemas.microsoft.com/office/drawing/2014/main" id="{6A154137-DE52-4934-A20F-CF9BA1020E7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37" name="Flowchart: Connector 8536">
                          <a:extLst>
                            <a:ext uri="{FF2B5EF4-FFF2-40B4-BE49-F238E27FC236}">
                              <a16:creationId xmlns:a16="http://schemas.microsoft.com/office/drawing/2014/main" id="{EA3EB100-22EE-4100-823C-D83D6E0EB82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38" name="Flowchart: Connector 8537">
                          <a:extLst>
                            <a:ext uri="{FF2B5EF4-FFF2-40B4-BE49-F238E27FC236}">
                              <a16:creationId xmlns:a16="http://schemas.microsoft.com/office/drawing/2014/main" id="{DF1611B3-9E0B-41E3-B940-338AAFDB5FF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39" name="Flowchart: Connector 8538">
                          <a:extLst>
                            <a:ext uri="{FF2B5EF4-FFF2-40B4-BE49-F238E27FC236}">
                              <a16:creationId xmlns:a16="http://schemas.microsoft.com/office/drawing/2014/main" id="{F2650470-9EA5-4FBC-94F7-A0EA5B7C08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40" name="Flowchart: Connector 8539">
                          <a:extLst>
                            <a:ext uri="{FF2B5EF4-FFF2-40B4-BE49-F238E27FC236}">
                              <a16:creationId xmlns:a16="http://schemas.microsoft.com/office/drawing/2014/main" id="{CB453C55-A4BC-4BD5-82DC-4F31DB0E252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41" name="Flowchart: Connector 8540">
                          <a:extLst>
                            <a:ext uri="{FF2B5EF4-FFF2-40B4-BE49-F238E27FC236}">
                              <a16:creationId xmlns:a16="http://schemas.microsoft.com/office/drawing/2014/main" id="{E930A47B-9DF7-40C7-8FBA-091322124D5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42" name="Flowchart: Connector 8541">
                          <a:extLst>
                            <a:ext uri="{FF2B5EF4-FFF2-40B4-BE49-F238E27FC236}">
                              <a16:creationId xmlns:a16="http://schemas.microsoft.com/office/drawing/2014/main" id="{86C30758-167F-4207-ABC8-56C11169E27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43" name="Flowchart: Connector 8542">
                          <a:extLst>
                            <a:ext uri="{FF2B5EF4-FFF2-40B4-BE49-F238E27FC236}">
                              <a16:creationId xmlns:a16="http://schemas.microsoft.com/office/drawing/2014/main" id="{580A24DD-F0E1-4B30-92C3-5EC6D3507AA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544" name="3D Model 8543" descr="Sphere">
                              <a:extLst>
                                <a:ext uri="{FF2B5EF4-FFF2-40B4-BE49-F238E27FC236}">
                                  <a16:creationId xmlns:a16="http://schemas.microsoft.com/office/drawing/2014/main" id="{A6F088A2-BDEB-4B4B-A77D-9A90BFDA377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47164652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545" name="Flowchart: Connector 8544">
                          <a:extLst>
                            <a:ext uri="{FF2B5EF4-FFF2-40B4-BE49-F238E27FC236}">
                              <a16:creationId xmlns:a16="http://schemas.microsoft.com/office/drawing/2014/main" id="{F14F4F09-0400-4326-AFDE-48D45201A68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546" name="3D Model 8545" descr="Sphere">
                              <a:extLst>
                                <a:ext uri="{FF2B5EF4-FFF2-40B4-BE49-F238E27FC236}">
                                  <a16:creationId xmlns:a16="http://schemas.microsoft.com/office/drawing/2014/main" id="{E8DB6DB6-21C7-4CCE-95E9-D00F71401D4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56310666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547" name="Flowchart: Connector 8546">
                          <a:extLst>
                            <a:ext uri="{FF2B5EF4-FFF2-40B4-BE49-F238E27FC236}">
                              <a16:creationId xmlns:a16="http://schemas.microsoft.com/office/drawing/2014/main" id="{3C93B378-8E7D-45E8-99BB-0D457F6C7D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548" name="3D Model 8547" descr="Sphere">
                              <a:extLst>
                                <a:ext uri="{FF2B5EF4-FFF2-40B4-BE49-F238E27FC236}">
                                  <a16:creationId xmlns:a16="http://schemas.microsoft.com/office/drawing/2014/main" id="{C6D9718B-9147-4325-89E0-5E5FDE49C7B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05589805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549" name="Flowchart: Connector 8548">
                          <a:extLst>
                            <a:ext uri="{FF2B5EF4-FFF2-40B4-BE49-F238E27FC236}">
                              <a16:creationId xmlns:a16="http://schemas.microsoft.com/office/drawing/2014/main" id="{FEE9206B-A3A4-4745-884F-9C01BF3940A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550" name="3D Model 8549" descr="Sphere">
                              <a:extLst>
                                <a:ext uri="{FF2B5EF4-FFF2-40B4-BE49-F238E27FC236}">
                                  <a16:creationId xmlns:a16="http://schemas.microsoft.com/office/drawing/2014/main" id="{D73FBE5B-4BEF-454F-96D2-20472475313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42613744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8386" name="Group 8385">
                      <a:extLst>
                        <a:ext uri="{FF2B5EF4-FFF2-40B4-BE49-F238E27FC236}">
                          <a16:creationId xmlns:a16="http://schemas.microsoft.com/office/drawing/2014/main" id="{847838A5-648C-415D-9427-FA8E980637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8527" name="Flowchart: Connector 8526">
                        <a:extLst>
                          <a:ext uri="{FF2B5EF4-FFF2-40B4-BE49-F238E27FC236}">
                            <a16:creationId xmlns:a16="http://schemas.microsoft.com/office/drawing/2014/main" id="{B04B01CD-D840-41D2-AC7F-71CD6F1D198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528" name="Flowchart: Connector 8527">
                        <a:extLst>
                          <a:ext uri="{FF2B5EF4-FFF2-40B4-BE49-F238E27FC236}">
                            <a16:creationId xmlns:a16="http://schemas.microsoft.com/office/drawing/2014/main" id="{1BBCE0AB-1BCB-43DB-B016-5909AD93FDD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529" name="Flowchart: Connector 8528">
                        <a:extLst>
                          <a:ext uri="{FF2B5EF4-FFF2-40B4-BE49-F238E27FC236}">
                            <a16:creationId xmlns:a16="http://schemas.microsoft.com/office/drawing/2014/main" id="{B3ACAFD1-5659-44DF-A285-C4172F63FED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8387" name="Flowchart: Connector 8386">
                      <a:extLst>
                        <a:ext uri="{FF2B5EF4-FFF2-40B4-BE49-F238E27FC236}">
                          <a16:creationId xmlns:a16="http://schemas.microsoft.com/office/drawing/2014/main" id="{373FE47A-F1DB-430D-9AFB-C0897AF3CF2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8388" name="Flowchart: Connector 8387">
                      <a:extLst>
                        <a:ext uri="{FF2B5EF4-FFF2-40B4-BE49-F238E27FC236}">
                          <a16:creationId xmlns:a16="http://schemas.microsoft.com/office/drawing/2014/main" id="{E91A9E3B-3643-49EC-85CF-E870D1FF048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8389" name="Group 8388">
                      <a:extLst>
                        <a:ext uri="{FF2B5EF4-FFF2-40B4-BE49-F238E27FC236}">
                          <a16:creationId xmlns:a16="http://schemas.microsoft.com/office/drawing/2014/main" id="{8DF8175D-027D-4AED-AA4D-D287E3F927B4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8524" name="Flowchart: Connector 8523">
                        <a:extLst>
                          <a:ext uri="{FF2B5EF4-FFF2-40B4-BE49-F238E27FC236}">
                            <a16:creationId xmlns:a16="http://schemas.microsoft.com/office/drawing/2014/main" id="{B2E6943F-33D6-4E57-A331-71F51FD717B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525" name="Flowchart: Connector 8524">
                        <a:extLst>
                          <a:ext uri="{FF2B5EF4-FFF2-40B4-BE49-F238E27FC236}">
                            <a16:creationId xmlns:a16="http://schemas.microsoft.com/office/drawing/2014/main" id="{24E97BC6-63B8-4C91-8E72-2866FE8E2AF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526" name="Flowchart: Connector 8525">
                        <a:extLst>
                          <a:ext uri="{FF2B5EF4-FFF2-40B4-BE49-F238E27FC236}">
                            <a16:creationId xmlns:a16="http://schemas.microsoft.com/office/drawing/2014/main" id="{2D612483-6155-4328-B251-AD314A763CE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8390" name="Group 8389">
                      <a:extLst>
                        <a:ext uri="{FF2B5EF4-FFF2-40B4-BE49-F238E27FC236}">
                          <a16:creationId xmlns:a16="http://schemas.microsoft.com/office/drawing/2014/main" id="{95E34581-0FE3-4453-A9E8-893E8E7FEE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8459" name="Group 8458">
                        <a:extLst>
                          <a:ext uri="{FF2B5EF4-FFF2-40B4-BE49-F238E27FC236}">
                            <a16:creationId xmlns:a16="http://schemas.microsoft.com/office/drawing/2014/main" id="{3AAF64BE-4E6F-4D3F-B376-D8894471EC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8520" name="Flowchart: Connector 8519">
                          <a:extLst>
                            <a:ext uri="{FF2B5EF4-FFF2-40B4-BE49-F238E27FC236}">
                              <a16:creationId xmlns:a16="http://schemas.microsoft.com/office/drawing/2014/main" id="{C4BED9E5-D531-42A6-ACCC-D3852B309F1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21" name="Flowchart: Connector 8520">
                          <a:extLst>
                            <a:ext uri="{FF2B5EF4-FFF2-40B4-BE49-F238E27FC236}">
                              <a16:creationId xmlns:a16="http://schemas.microsoft.com/office/drawing/2014/main" id="{97DB72FC-007E-4869-A036-5DE1E8B3E07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22" name="Flowchart: Connector 8521">
                          <a:extLst>
                            <a:ext uri="{FF2B5EF4-FFF2-40B4-BE49-F238E27FC236}">
                              <a16:creationId xmlns:a16="http://schemas.microsoft.com/office/drawing/2014/main" id="{BF804D8C-D30E-41BF-B0C6-1D3EC730858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523" name="Flowchart: Connector 8522">
                          <a:extLst>
                            <a:ext uri="{FF2B5EF4-FFF2-40B4-BE49-F238E27FC236}">
                              <a16:creationId xmlns:a16="http://schemas.microsoft.com/office/drawing/2014/main" id="{D8248A80-4E58-4A43-BE60-E729619A96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460" name="Group 8459">
                        <a:extLst>
                          <a:ext uri="{FF2B5EF4-FFF2-40B4-BE49-F238E27FC236}">
                            <a16:creationId xmlns:a16="http://schemas.microsoft.com/office/drawing/2014/main" id="{4851D693-7D7F-4970-A81C-46E60BE4E4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8461" name="Group 8460">
                          <a:extLst>
                            <a:ext uri="{FF2B5EF4-FFF2-40B4-BE49-F238E27FC236}">
                              <a16:creationId xmlns:a16="http://schemas.microsoft.com/office/drawing/2014/main" id="{3E10CD07-7FE1-44D3-98FE-E67A2014378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8512" name="Flowchart: Connector 8511">
                            <a:extLst>
                              <a:ext uri="{FF2B5EF4-FFF2-40B4-BE49-F238E27FC236}">
                                <a16:creationId xmlns:a16="http://schemas.microsoft.com/office/drawing/2014/main" id="{E961EC0F-4375-48DA-8BDD-C67FBE218B4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13" name="3D Model 8512" descr="Sphere">
                                <a:extLst>
                                  <a:ext uri="{FF2B5EF4-FFF2-40B4-BE49-F238E27FC236}">
                                    <a16:creationId xmlns:a16="http://schemas.microsoft.com/office/drawing/2014/main" id="{BA9D3610-8999-461B-9DA7-C4976908494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1103178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14" name="Flowchart: Connector 8513">
                            <a:extLst>
                              <a:ext uri="{FF2B5EF4-FFF2-40B4-BE49-F238E27FC236}">
                                <a16:creationId xmlns:a16="http://schemas.microsoft.com/office/drawing/2014/main" id="{E0D9706B-7CE0-49B1-B9CE-CD44D204ED4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15" name="3D Model 8514" descr="Sphere">
                                <a:extLst>
                                  <a:ext uri="{FF2B5EF4-FFF2-40B4-BE49-F238E27FC236}">
                                    <a16:creationId xmlns:a16="http://schemas.microsoft.com/office/drawing/2014/main" id="{275428C8-23BE-4856-A3FA-A3524320A3F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2081616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16" name="Flowchart: Connector 8515">
                            <a:extLst>
                              <a:ext uri="{FF2B5EF4-FFF2-40B4-BE49-F238E27FC236}">
                                <a16:creationId xmlns:a16="http://schemas.microsoft.com/office/drawing/2014/main" id="{08CCD4D5-44EA-4976-AECE-1B6BEE56426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17" name="3D Model 8516" descr="Sphere">
                                <a:extLst>
                                  <a:ext uri="{FF2B5EF4-FFF2-40B4-BE49-F238E27FC236}">
                                    <a16:creationId xmlns:a16="http://schemas.microsoft.com/office/drawing/2014/main" id="{C8E15F84-1E23-4F18-9E68-0443878CFAB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8132176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18" name="Flowchart: Connector 8517">
                            <a:extLst>
                              <a:ext uri="{FF2B5EF4-FFF2-40B4-BE49-F238E27FC236}">
                                <a16:creationId xmlns:a16="http://schemas.microsoft.com/office/drawing/2014/main" id="{31C213E1-1AB2-4F08-93DE-802F2BD641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19" name="3D Model 8518" descr="Sphere">
                                <a:extLst>
                                  <a:ext uri="{FF2B5EF4-FFF2-40B4-BE49-F238E27FC236}">
                                    <a16:creationId xmlns:a16="http://schemas.microsoft.com/office/drawing/2014/main" id="{EB579A7A-CD56-4358-9016-B10DFC24615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3999435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462" name="Group 8461">
                          <a:extLst>
                            <a:ext uri="{FF2B5EF4-FFF2-40B4-BE49-F238E27FC236}">
                              <a16:creationId xmlns:a16="http://schemas.microsoft.com/office/drawing/2014/main" id="{299943AB-294B-4C64-9B71-21EFECDDEC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8496" name="Flowchart: Connector 8495">
                            <a:extLst>
                              <a:ext uri="{FF2B5EF4-FFF2-40B4-BE49-F238E27FC236}">
                                <a16:creationId xmlns:a16="http://schemas.microsoft.com/office/drawing/2014/main" id="{6FFA31DD-59FE-4F6E-87A7-6650C1F33B8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97" name="Flowchart: Connector 8496">
                            <a:extLst>
                              <a:ext uri="{FF2B5EF4-FFF2-40B4-BE49-F238E27FC236}">
                                <a16:creationId xmlns:a16="http://schemas.microsoft.com/office/drawing/2014/main" id="{590D3F0F-B038-440C-B186-168AAF45A4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98" name="Flowchart: Connector 8497">
                            <a:extLst>
                              <a:ext uri="{FF2B5EF4-FFF2-40B4-BE49-F238E27FC236}">
                                <a16:creationId xmlns:a16="http://schemas.microsoft.com/office/drawing/2014/main" id="{A7A1F4F1-C69A-43B0-947E-4C9CAD6A0F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99" name="Flowchart: Connector 8498">
                            <a:extLst>
                              <a:ext uri="{FF2B5EF4-FFF2-40B4-BE49-F238E27FC236}">
                                <a16:creationId xmlns:a16="http://schemas.microsoft.com/office/drawing/2014/main" id="{CAD3FEDA-CB08-49C3-A995-F755F61B804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00" name="Flowchart: Connector 8499">
                            <a:extLst>
                              <a:ext uri="{FF2B5EF4-FFF2-40B4-BE49-F238E27FC236}">
                                <a16:creationId xmlns:a16="http://schemas.microsoft.com/office/drawing/2014/main" id="{F9AB8B1D-A285-4FE3-9B64-7F17FEF072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01" name="Flowchart: Connector 8500">
                            <a:extLst>
                              <a:ext uri="{FF2B5EF4-FFF2-40B4-BE49-F238E27FC236}">
                                <a16:creationId xmlns:a16="http://schemas.microsoft.com/office/drawing/2014/main" id="{71B1F1A6-9131-4E70-96EA-04529C1B3FF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02" name="Flowchart: Connector 8501">
                            <a:extLst>
                              <a:ext uri="{FF2B5EF4-FFF2-40B4-BE49-F238E27FC236}">
                                <a16:creationId xmlns:a16="http://schemas.microsoft.com/office/drawing/2014/main" id="{98AABAD0-A389-4934-AB3C-F83D0BE298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03" name="Flowchart: Connector 8502">
                            <a:extLst>
                              <a:ext uri="{FF2B5EF4-FFF2-40B4-BE49-F238E27FC236}">
                                <a16:creationId xmlns:a16="http://schemas.microsoft.com/office/drawing/2014/main" id="{A5869A36-CFD1-4F3E-BDB9-5AAF53A0BBC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504" name="Flowchart: Connector 8503">
                            <a:extLst>
                              <a:ext uri="{FF2B5EF4-FFF2-40B4-BE49-F238E27FC236}">
                                <a16:creationId xmlns:a16="http://schemas.microsoft.com/office/drawing/2014/main" id="{F9E13FAB-8162-44C6-86F8-55BD9638D95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05" name="3D Model 8504" descr="Sphere">
                                <a:extLst>
                                  <a:ext uri="{FF2B5EF4-FFF2-40B4-BE49-F238E27FC236}">
                                    <a16:creationId xmlns:a16="http://schemas.microsoft.com/office/drawing/2014/main" id="{74D2B750-EAF9-47B1-92DD-92FA9BE235C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7311688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06" name="Flowchart: Connector 8505">
                            <a:extLst>
                              <a:ext uri="{FF2B5EF4-FFF2-40B4-BE49-F238E27FC236}">
                                <a16:creationId xmlns:a16="http://schemas.microsoft.com/office/drawing/2014/main" id="{22B3081E-03BC-476C-BF7A-01D8D0A67C5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07" name="3D Model 8506" descr="Sphere">
                                <a:extLst>
                                  <a:ext uri="{FF2B5EF4-FFF2-40B4-BE49-F238E27FC236}">
                                    <a16:creationId xmlns:a16="http://schemas.microsoft.com/office/drawing/2014/main" id="{78BBEFEF-B394-41CE-9740-423918B50DE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8726467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08" name="Flowchart: Connector 8507">
                            <a:extLst>
                              <a:ext uri="{FF2B5EF4-FFF2-40B4-BE49-F238E27FC236}">
                                <a16:creationId xmlns:a16="http://schemas.microsoft.com/office/drawing/2014/main" id="{A7D8C943-FB62-41AE-9AD0-5D36D05E040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09" name="3D Model 8508" descr="Sphere">
                                <a:extLst>
                                  <a:ext uri="{FF2B5EF4-FFF2-40B4-BE49-F238E27FC236}">
                                    <a16:creationId xmlns:a16="http://schemas.microsoft.com/office/drawing/2014/main" id="{C5E2807E-06C3-4E9E-A568-E88BA274612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4157758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510" name="Flowchart: Connector 8509">
                            <a:extLst>
                              <a:ext uri="{FF2B5EF4-FFF2-40B4-BE49-F238E27FC236}">
                                <a16:creationId xmlns:a16="http://schemas.microsoft.com/office/drawing/2014/main" id="{E029E5EC-E327-4267-8B6E-67209573E6D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511" name="3D Model 8510" descr="Sphere">
                                <a:extLst>
                                  <a:ext uri="{FF2B5EF4-FFF2-40B4-BE49-F238E27FC236}">
                                    <a16:creationId xmlns:a16="http://schemas.microsoft.com/office/drawing/2014/main" id="{9A6B7C24-7FFC-4423-8B72-5EF072424ED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9804819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463" name="Group 8462">
                          <a:extLst>
                            <a:ext uri="{FF2B5EF4-FFF2-40B4-BE49-F238E27FC236}">
                              <a16:creationId xmlns:a16="http://schemas.microsoft.com/office/drawing/2014/main" id="{031D5C6B-5B99-434E-9040-E8FC0774B55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8480" name="Flowchart: Connector 8479">
                            <a:extLst>
                              <a:ext uri="{FF2B5EF4-FFF2-40B4-BE49-F238E27FC236}">
                                <a16:creationId xmlns:a16="http://schemas.microsoft.com/office/drawing/2014/main" id="{0DB68101-3662-4436-9450-A12C9BF63B9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81" name="Flowchart: Connector 8480">
                            <a:extLst>
                              <a:ext uri="{FF2B5EF4-FFF2-40B4-BE49-F238E27FC236}">
                                <a16:creationId xmlns:a16="http://schemas.microsoft.com/office/drawing/2014/main" id="{07DEE73D-6B0D-4A89-84DC-8852BEFE0CB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82" name="Flowchart: Connector 8481">
                            <a:extLst>
                              <a:ext uri="{FF2B5EF4-FFF2-40B4-BE49-F238E27FC236}">
                                <a16:creationId xmlns:a16="http://schemas.microsoft.com/office/drawing/2014/main" id="{2F27310A-DE7E-48E0-A81E-85EEBA1A9F7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83" name="Flowchart: Connector 8482">
                            <a:extLst>
                              <a:ext uri="{FF2B5EF4-FFF2-40B4-BE49-F238E27FC236}">
                                <a16:creationId xmlns:a16="http://schemas.microsoft.com/office/drawing/2014/main" id="{2BFBC1D3-A6DD-41DD-89F7-3CED47F36F5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84" name="Flowchart: Connector 8483">
                            <a:extLst>
                              <a:ext uri="{FF2B5EF4-FFF2-40B4-BE49-F238E27FC236}">
                                <a16:creationId xmlns:a16="http://schemas.microsoft.com/office/drawing/2014/main" id="{95581EC0-B361-4808-AC45-FE24E046D13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85" name="Flowchart: Connector 8484">
                            <a:extLst>
                              <a:ext uri="{FF2B5EF4-FFF2-40B4-BE49-F238E27FC236}">
                                <a16:creationId xmlns:a16="http://schemas.microsoft.com/office/drawing/2014/main" id="{804B1BC4-77D2-4A09-B038-999B626B709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86" name="Flowchart: Connector 8485">
                            <a:extLst>
                              <a:ext uri="{FF2B5EF4-FFF2-40B4-BE49-F238E27FC236}">
                                <a16:creationId xmlns:a16="http://schemas.microsoft.com/office/drawing/2014/main" id="{2C2A357A-CA08-4611-99A4-7C971DE83A1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87" name="Flowchart: Connector 8486">
                            <a:extLst>
                              <a:ext uri="{FF2B5EF4-FFF2-40B4-BE49-F238E27FC236}">
                                <a16:creationId xmlns:a16="http://schemas.microsoft.com/office/drawing/2014/main" id="{9D332BF5-5560-4DB2-AAE0-DCBACEC172A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488" name="Flowchart: Connector 8487">
                            <a:extLst>
                              <a:ext uri="{FF2B5EF4-FFF2-40B4-BE49-F238E27FC236}">
                                <a16:creationId xmlns:a16="http://schemas.microsoft.com/office/drawing/2014/main" id="{C7BB09A7-16D1-4BC8-85D9-2C9393356F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489" name="3D Model 8488" descr="Sphere">
                                <a:extLst>
                                  <a:ext uri="{FF2B5EF4-FFF2-40B4-BE49-F238E27FC236}">
                                    <a16:creationId xmlns:a16="http://schemas.microsoft.com/office/drawing/2014/main" id="{F50641AC-BE06-47DA-A535-EEBE48127E0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29274433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490" name="Flowchart: Connector 8489">
                            <a:extLst>
                              <a:ext uri="{FF2B5EF4-FFF2-40B4-BE49-F238E27FC236}">
                                <a16:creationId xmlns:a16="http://schemas.microsoft.com/office/drawing/2014/main" id="{A385C711-8BBA-4F06-9BC6-478AE966D7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491" name="3D Model 8490" descr="Sphere">
                                <a:extLst>
                                  <a:ext uri="{FF2B5EF4-FFF2-40B4-BE49-F238E27FC236}">
                                    <a16:creationId xmlns:a16="http://schemas.microsoft.com/office/drawing/2014/main" id="{63178330-C443-4A6C-A46B-2CBB0FD6C8B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6980862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492" name="Flowchart: Connector 8491">
                            <a:extLst>
                              <a:ext uri="{FF2B5EF4-FFF2-40B4-BE49-F238E27FC236}">
                                <a16:creationId xmlns:a16="http://schemas.microsoft.com/office/drawing/2014/main" id="{3D547454-2BF6-409B-8D00-D43BBDF60B3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493" name="3D Model 8492" descr="Sphere">
                                <a:extLst>
                                  <a:ext uri="{FF2B5EF4-FFF2-40B4-BE49-F238E27FC236}">
                                    <a16:creationId xmlns:a16="http://schemas.microsoft.com/office/drawing/2014/main" id="{BE53EA81-ED77-4589-96A5-8F43649F751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8363366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494" name="Flowchart: Connector 8493">
                            <a:extLst>
                              <a:ext uri="{FF2B5EF4-FFF2-40B4-BE49-F238E27FC236}">
                                <a16:creationId xmlns:a16="http://schemas.microsoft.com/office/drawing/2014/main" id="{96323B27-75BE-42C5-BB3C-E7A99312B6C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495" name="3D Model 8494" descr="Sphere">
                                <a:extLst>
                                  <a:ext uri="{FF2B5EF4-FFF2-40B4-BE49-F238E27FC236}">
                                    <a16:creationId xmlns:a16="http://schemas.microsoft.com/office/drawing/2014/main" id="{DD3B17CE-FF63-497D-92AE-B8D265031BA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7862361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464" name="Flowchart: Connector 8463">
                          <a:extLst>
                            <a:ext uri="{FF2B5EF4-FFF2-40B4-BE49-F238E27FC236}">
                              <a16:creationId xmlns:a16="http://schemas.microsoft.com/office/drawing/2014/main" id="{273BAE16-4F38-4807-B00F-28443A39446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65" name="Flowchart: Connector 8464">
                          <a:extLst>
                            <a:ext uri="{FF2B5EF4-FFF2-40B4-BE49-F238E27FC236}">
                              <a16:creationId xmlns:a16="http://schemas.microsoft.com/office/drawing/2014/main" id="{4215283E-7C45-4A8D-A723-D8A9B2199A7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66" name="Flowchart: Connector 8465">
                          <a:extLst>
                            <a:ext uri="{FF2B5EF4-FFF2-40B4-BE49-F238E27FC236}">
                              <a16:creationId xmlns:a16="http://schemas.microsoft.com/office/drawing/2014/main" id="{697A5E10-FB8C-449E-8598-E29AF9B0250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67" name="Flowchart: Connector 8466">
                          <a:extLst>
                            <a:ext uri="{FF2B5EF4-FFF2-40B4-BE49-F238E27FC236}">
                              <a16:creationId xmlns:a16="http://schemas.microsoft.com/office/drawing/2014/main" id="{3169A94B-A828-4B8E-BB15-9791CA2BB7B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68" name="Flowchart: Connector 8467">
                          <a:extLst>
                            <a:ext uri="{FF2B5EF4-FFF2-40B4-BE49-F238E27FC236}">
                              <a16:creationId xmlns:a16="http://schemas.microsoft.com/office/drawing/2014/main" id="{897DCADE-4526-44C1-AA49-27A57FD519B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69" name="Flowchart: Connector 8468">
                          <a:extLst>
                            <a:ext uri="{FF2B5EF4-FFF2-40B4-BE49-F238E27FC236}">
                              <a16:creationId xmlns:a16="http://schemas.microsoft.com/office/drawing/2014/main" id="{224FE0ED-D25C-4364-8E8A-2545217B234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70" name="Flowchart: Connector 8469">
                          <a:extLst>
                            <a:ext uri="{FF2B5EF4-FFF2-40B4-BE49-F238E27FC236}">
                              <a16:creationId xmlns:a16="http://schemas.microsoft.com/office/drawing/2014/main" id="{915729B5-8928-41EE-A56A-8B145EC60CE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71" name="Flowchart: Connector 8470">
                          <a:extLst>
                            <a:ext uri="{FF2B5EF4-FFF2-40B4-BE49-F238E27FC236}">
                              <a16:creationId xmlns:a16="http://schemas.microsoft.com/office/drawing/2014/main" id="{C5346B00-C5AD-4C9D-B1A0-DBE705564FB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72" name="Flowchart: Connector 8471">
                          <a:extLst>
                            <a:ext uri="{FF2B5EF4-FFF2-40B4-BE49-F238E27FC236}">
                              <a16:creationId xmlns:a16="http://schemas.microsoft.com/office/drawing/2014/main" id="{15E17CB5-2626-4058-B5B7-764DE99BC9D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73" name="3D Model 8472" descr="Sphere">
                              <a:extLst>
                                <a:ext uri="{FF2B5EF4-FFF2-40B4-BE49-F238E27FC236}">
                                  <a16:creationId xmlns:a16="http://schemas.microsoft.com/office/drawing/2014/main" id="{EAF46CD7-6C28-4FF9-A5B1-F9C9A18E369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71958650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474" name="Flowchart: Connector 8473">
                          <a:extLst>
                            <a:ext uri="{FF2B5EF4-FFF2-40B4-BE49-F238E27FC236}">
                              <a16:creationId xmlns:a16="http://schemas.microsoft.com/office/drawing/2014/main" id="{578FECE6-A97D-4AB6-A797-37DB8A7B729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75" name="3D Model 8474" descr="Sphere">
                              <a:extLst>
                                <a:ext uri="{FF2B5EF4-FFF2-40B4-BE49-F238E27FC236}">
                                  <a16:creationId xmlns:a16="http://schemas.microsoft.com/office/drawing/2014/main" id="{6C354903-29A7-45A2-B799-BA6C281CF3A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84161005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476" name="Flowchart: Connector 8475">
                          <a:extLst>
                            <a:ext uri="{FF2B5EF4-FFF2-40B4-BE49-F238E27FC236}">
                              <a16:creationId xmlns:a16="http://schemas.microsoft.com/office/drawing/2014/main" id="{43EC03E0-57D3-480F-BEF9-AA062F1710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77" name="3D Model 8476" descr="Sphere">
                              <a:extLst>
                                <a:ext uri="{FF2B5EF4-FFF2-40B4-BE49-F238E27FC236}">
                                  <a16:creationId xmlns:a16="http://schemas.microsoft.com/office/drawing/2014/main" id="{55CA6058-AAB3-4236-9B34-612A684783A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44988257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478" name="Flowchart: Connector 8477">
                          <a:extLst>
                            <a:ext uri="{FF2B5EF4-FFF2-40B4-BE49-F238E27FC236}">
                              <a16:creationId xmlns:a16="http://schemas.microsoft.com/office/drawing/2014/main" id="{8633930B-5558-4737-A6E0-C187FFFB61B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79" name="3D Model 8478" descr="Sphere">
                              <a:extLst>
                                <a:ext uri="{FF2B5EF4-FFF2-40B4-BE49-F238E27FC236}">
                                  <a16:creationId xmlns:a16="http://schemas.microsoft.com/office/drawing/2014/main" id="{230C0D6F-15F3-445A-81A3-52048ABA89D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24770623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8391" name="Flowchart: Connector 8390">
                      <a:extLst>
                        <a:ext uri="{FF2B5EF4-FFF2-40B4-BE49-F238E27FC236}">
                          <a16:creationId xmlns:a16="http://schemas.microsoft.com/office/drawing/2014/main" id="{B49E2F39-541B-46BA-964E-B8D3566D708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392" name="Flowchart: Connector 8391">
                      <a:extLst>
                        <a:ext uri="{FF2B5EF4-FFF2-40B4-BE49-F238E27FC236}">
                          <a16:creationId xmlns:a16="http://schemas.microsoft.com/office/drawing/2014/main" id="{EB0F5993-7ADE-4973-96CC-E1F79EAF92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393" name="Flowchart: Connector 8392">
                      <a:extLst>
                        <a:ext uri="{FF2B5EF4-FFF2-40B4-BE49-F238E27FC236}">
                          <a16:creationId xmlns:a16="http://schemas.microsoft.com/office/drawing/2014/main" id="{B224C198-361A-4DEF-98D7-4192E03A7CB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394" name="Flowchart: Connector 8393">
                      <a:extLst>
                        <a:ext uri="{FF2B5EF4-FFF2-40B4-BE49-F238E27FC236}">
                          <a16:creationId xmlns:a16="http://schemas.microsoft.com/office/drawing/2014/main" id="{46F6B7BD-0BE7-4147-924A-1517A8AA4CC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395" name="Flowchart: Connector 8394">
                      <a:extLst>
                        <a:ext uri="{FF2B5EF4-FFF2-40B4-BE49-F238E27FC236}">
                          <a16:creationId xmlns:a16="http://schemas.microsoft.com/office/drawing/2014/main" id="{F5E5CE5A-6770-4184-BA5B-8261A1F6860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396" name="Flowchart: Connector 8395">
                      <a:extLst>
                        <a:ext uri="{FF2B5EF4-FFF2-40B4-BE49-F238E27FC236}">
                          <a16:creationId xmlns:a16="http://schemas.microsoft.com/office/drawing/2014/main" id="{EC50A367-E5CC-4F55-AB36-5DFFADB6300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8397" name="Flowchart: Connector 8396">
                      <a:extLst>
                        <a:ext uri="{FF2B5EF4-FFF2-40B4-BE49-F238E27FC236}">
                          <a16:creationId xmlns:a16="http://schemas.microsoft.com/office/drawing/2014/main" id="{D1499E68-F81F-4FD2-B03E-59BD339F166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398" name="Flowchart: Connector 8397">
                      <a:extLst>
                        <a:ext uri="{FF2B5EF4-FFF2-40B4-BE49-F238E27FC236}">
                          <a16:creationId xmlns:a16="http://schemas.microsoft.com/office/drawing/2014/main" id="{23F7C62E-0E9C-4F24-9CE1-3D89C9229CB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8399" name="Group 8398">
                      <a:extLst>
                        <a:ext uri="{FF2B5EF4-FFF2-40B4-BE49-F238E27FC236}">
                          <a16:creationId xmlns:a16="http://schemas.microsoft.com/office/drawing/2014/main" id="{9F020920-6E3F-43EE-A5DF-CAFF0266CC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8400" name="Group 8399">
                        <a:extLst>
                          <a:ext uri="{FF2B5EF4-FFF2-40B4-BE49-F238E27FC236}">
                            <a16:creationId xmlns:a16="http://schemas.microsoft.com/office/drawing/2014/main" id="{18A6FFF4-0A61-4EDD-885A-D7A2F74170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8451" name="Flowchart: Connector 8450">
                          <a:extLst>
                            <a:ext uri="{FF2B5EF4-FFF2-40B4-BE49-F238E27FC236}">
                              <a16:creationId xmlns:a16="http://schemas.microsoft.com/office/drawing/2014/main" id="{2FD7BC0C-0FEF-4AAF-A1FC-EB34443E04E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52" name="3D Model 8451" descr="Sphere">
                              <a:extLst>
                                <a:ext uri="{FF2B5EF4-FFF2-40B4-BE49-F238E27FC236}">
                                  <a16:creationId xmlns:a16="http://schemas.microsoft.com/office/drawing/2014/main" id="{26EC52D4-B26E-4703-A3BB-92202B71F4D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48648477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453" name="Flowchart: Connector 8452">
                          <a:extLst>
                            <a:ext uri="{FF2B5EF4-FFF2-40B4-BE49-F238E27FC236}">
                              <a16:creationId xmlns:a16="http://schemas.microsoft.com/office/drawing/2014/main" id="{7C42F9A3-D6AD-4FB0-B1CD-B54323A45F7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54" name="3D Model 8453" descr="Sphere">
                              <a:extLst>
                                <a:ext uri="{FF2B5EF4-FFF2-40B4-BE49-F238E27FC236}">
                                  <a16:creationId xmlns:a16="http://schemas.microsoft.com/office/drawing/2014/main" id="{CA018A15-5486-4446-8145-D87DA1F2372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9193468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455" name="Flowchart: Connector 8454">
                          <a:extLst>
                            <a:ext uri="{FF2B5EF4-FFF2-40B4-BE49-F238E27FC236}">
                              <a16:creationId xmlns:a16="http://schemas.microsoft.com/office/drawing/2014/main" id="{480A3CC0-687E-4A47-A6AF-06E6D4211C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56" name="3D Model 8455" descr="Sphere">
                              <a:extLst>
                                <a:ext uri="{FF2B5EF4-FFF2-40B4-BE49-F238E27FC236}">
                                  <a16:creationId xmlns:a16="http://schemas.microsoft.com/office/drawing/2014/main" id="{796AED16-D854-4B59-9A51-9AD85235A89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3424900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457" name="Flowchart: Connector 8456">
                          <a:extLst>
                            <a:ext uri="{FF2B5EF4-FFF2-40B4-BE49-F238E27FC236}">
                              <a16:creationId xmlns:a16="http://schemas.microsoft.com/office/drawing/2014/main" id="{9C2F289C-7BDF-4982-A389-6CE734BBBF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58" name="3D Model 8457" descr="Sphere">
                              <a:extLst>
                                <a:ext uri="{FF2B5EF4-FFF2-40B4-BE49-F238E27FC236}">
                                  <a16:creationId xmlns:a16="http://schemas.microsoft.com/office/drawing/2014/main" id="{58B098D6-D7CE-4419-ACCA-42D8831187E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5233468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8401" name="Group 8400">
                        <a:extLst>
                          <a:ext uri="{FF2B5EF4-FFF2-40B4-BE49-F238E27FC236}">
                            <a16:creationId xmlns:a16="http://schemas.microsoft.com/office/drawing/2014/main" id="{01E215B3-F244-4174-B0F0-7222E5F497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8435" name="Flowchart: Connector 8434">
                          <a:extLst>
                            <a:ext uri="{FF2B5EF4-FFF2-40B4-BE49-F238E27FC236}">
                              <a16:creationId xmlns:a16="http://schemas.microsoft.com/office/drawing/2014/main" id="{33966E2F-2330-42A3-B96E-E11C02E0DEA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36" name="Flowchart: Connector 8435">
                          <a:extLst>
                            <a:ext uri="{FF2B5EF4-FFF2-40B4-BE49-F238E27FC236}">
                              <a16:creationId xmlns:a16="http://schemas.microsoft.com/office/drawing/2014/main" id="{73FC5750-40DF-404A-B76C-40342CAC892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37" name="Flowchart: Connector 8436">
                          <a:extLst>
                            <a:ext uri="{FF2B5EF4-FFF2-40B4-BE49-F238E27FC236}">
                              <a16:creationId xmlns:a16="http://schemas.microsoft.com/office/drawing/2014/main" id="{B76922A7-1552-4558-9FC2-F991411899A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38" name="Flowchart: Connector 8437">
                          <a:extLst>
                            <a:ext uri="{FF2B5EF4-FFF2-40B4-BE49-F238E27FC236}">
                              <a16:creationId xmlns:a16="http://schemas.microsoft.com/office/drawing/2014/main" id="{A566E0AC-4AEC-41EB-B645-736F36B54E3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39" name="Flowchart: Connector 8438">
                          <a:extLst>
                            <a:ext uri="{FF2B5EF4-FFF2-40B4-BE49-F238E27FC236}">
                              <a16:creationId xmlns:a16="http://schemas.microsoft.com/office/drawing/2014/main" id="{F2C92784-BA2C-4527-A513-9E377FBA87A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40" name="Flowchart: Connector 8439">
                          <a:extLst>
                            <a:ext uri="{FF2B5EF4-FFF2-40B4-BE49-F238E27FC236}">
                              <a16:creationId xmlns:a16="http://schemas.microsoft.com/office/drawing/2014/main" id="{90CF0F56-0BCF-4A16-BF9B-44CA0BC3C8F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41" name="Flowchart: Connector 8440">
                          <a:extLst>
                            <a:ext uri="{FF2B5EF4-FFF2-40B4-BE49-F238E27FC236}">
                              <a16:creationId xmlns:a16="http://schemas.microsoft.com/office/drawing/2014/main" id="{58805388-9B50-4CFA-98C0-0D31FD33609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42" name="Flowchart: Connector 8441">
                          <a:extLst>
                            <a:ext uri="{FF2B5EF4-FFF2-40B4-BE49-F238E27FC236}">
                              <a16:creationId xmlns:a16="http://schemas.microsoft.com/office/drawing/2014/main" id="{2A2C0CE2-CBD3-441D-8C0A-EDE68ACE97D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43" name="Flowchart: Connector 8442">
                          <a:extLst>
                            <a:ext uri="{FF2B5EF4-FFF2-40B4-BE49-F238E27FC236}">
                              <a16:creationId xmlns:a16="http://schemas.microsoft.com/office/drawing/2014/main" id="{A43BFF9F-C77C-4437-BE46-DC96EEE9ABF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44" name="3D Model 8443" descr="Sphere">
                              <a:extLst>
                                <a:ext uri="{FF2B5EF4-FFF2-40B4-BE49-F238E27FC236}">
                                  <a16:creationId xmlns:a16="http://schemas.microsoft.com/office/drawing/2014/main" id="{CF30F7D3-2E1A-4858-9729-B5C66CD990D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76220485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445" name="Flowchart: Connector 8444">
                          <a:extLst>
                            <a:ext uri="{FF2B5EF4-FFF2-40B4-BE49-F238E27FC236}">
                              <a16:creationId xmlns:a16="http://schemas.microsoft.com/office/drawing/2014/main" id="{A76FEC2E-4291-4600-B637-2F5E92CECBC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46" name="3D Model 8445" descr="Sphere">
                              <a:extLst>
                                <a:ext uri="{FF2B5EF4-FFF2-40B4-BE49-F238E27FC236}">
                                  <a16:creationId xmlns:a16="http://schemas.microsoft.com/office/drawing/2014/main" id="{15D05FBE-16E2-4670-9470-22E9E0FEEBE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683471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447" name="Flowchart: Connector 8446">
                          <a:extLst>
                            <a:ext uri="{FF2B5EF4-FFF2-40B4-BE49-F238E27FC236}">
                              <a16:creationId xmlns:a16="http://schemas.microsoft.com/office/drawing/2014/main" id="{34329808-75C8-4D5C-A471-FF5AA5F3ED7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48" name="3D Model 8447" descr="Sphere">
                              <a:extLst>
                                <a:ext uri="{FF2B5EF4-FFF2-40B4-BE49-F238E27FC236}">
                                  <a16:creationId xmlns:a16="http://schemas.microsoft.com/office/drawing/2014/main" id="{07175F0A-9C1F-4DA5-8C13-624A28425FC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1317102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449" name="Flowchart: Connector 8448">
                          <a:extLst>
                            <a:ext uri="{FF2B5EF4-FFF2-40B4-BE49-F238E27FC236}">
                              <a16:creationId xmlns:a16="http://schemas.microsoft.com/office/drawing/2014/main" id="{0F461499-303F-4C7D-920E-7C615FA92D9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50" name="3D Model 8449" descr="Sphere">
                              <a:extLst>
                                <a:ext uri="{FF2B5EF4-FFF2-40B4-BE49-F238E27FC236}">
                                  <a16:creationId xmlns:a16="http://schemas.microsoft.com/office/drawing/2014/main" id="{8A046E42-B3CD-43DD-9841-9C9FB8094CB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2595934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8402" name="Group 8401">
                        <a:extLst>
                          <a:ext uri="{FF2B5EF4-FFF2-40B4-BE49-F238E27FC236}">
                            <a16:creationId xmlns:a16="http://schemas.microsoft.com/office/drawing/2014/main" id="{2349671E-3BEC-42F2-9538-9AC7A51736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8419" name="Flowchart: Connector 8418">
                          <a:extLst>
                            <a:ext uri="{FF2B5EF4-FFF2-40B4-BE49-F238E27FC236}">
                              <a16:creationId xmlns:a16="http://schemas.microsoft.com/office/drawing/2014/main" id="{31FBD2A6-EBAB-4E38-8ADD-8EB1C542EC5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20" name="Flowchart: Connector 8419">
                          <a:extLst>
                            <a:ext uri="{FF2B5EF4-FFF2-40B4-BE49-F238E27FC236}">
                              <a16:creationId xmlns:a16="http://schemas.microsoft.com/office/drawing/2014/main" id="{58264A17-801A-419F-AD24-782C7941F99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21" name="Flowchart: Connector 8420">
                          <a:extLst>
                            <a:ext uri="{FF2B5EF4-FFF2-40B4-BE49-F238E27FC236}">
                              <a16:creationId xmlns:a16="http://schemas.microsoft.com/office/drawing/2014/main" id="{BC203B0D-E158-4712-BA2A-1F0A3C4479F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22" name="Flowchart: Connector 8421">
                          <a:extLst>
                            <a:ext uri="{FF2B5EF4-FFF2-40B4-BE49-F238E27FC236}">
                              <a16:creationId xmlns:a16="http://schemas.microsoft.com/office/drawing/2014/main" id="{1A7435BB-4476-4370-9E49-1276A782E4F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23" name="Flowchart: Connector 8422">
                          <a:extLst>
                            <a:ext uri="{FF2B5EF4-FFF2-40B4-BE49-F238E27FC236}">
                              <a16:creationId xmlns:a16="http://schemas.microsoft.com/office/drawing/2014/main" id="{724A22D7-8ECB-4368-95F7-192458CE99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24" name="Flowchart: Connector 8423">
                          <a:extLst>
                            <a:ext uri="{FF2B5EF4-FFF2-40B4-BE49-F238E27FC236}">
                              <a16:creationId xmlns:a16="http://schemas.microsoft.com/office/drawing/2014/main" id="{D417E1CC-90D8-4F88-9439-15965E2F1D1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25" name="Flowchart: Connector 8424">
                          <a:extLst>
                            <a:ext uri="{FF2B5EF4-FFF2-40B4-BE49-F238E27FC236}">
                              <a16:creationId xmlns:a16="http://schemas.microsoft.com/office/drawing/2014/main" id="{E3274702-66DF-4597-9CB7-A7433D04DF0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26" name="Flowchart: Connector 8425">
                          <a:extLst>
                            <a:ext uri="{FF2B5EF4-FFF2-40B4-BE49-F238E27FC236}">
                              <a16:creationId xmlns:a16="http://schemas.microsoft.com/office/drawing/2014/main" id="{61096AC2-0C89-4B5F-A3C8-DD5A35FA75C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427" name="Flowchart: Connector 8426">
                          <a:extLst>
                            <a:ext uri="{FF2B5EF4-FFF2-40B4-BE49-F238E27FC236}">
                              <a16:creationId xmlns:a16="http://schemas.microsoft.com/office/drawing/2014/main" id="{9872D416-F14E-4344-B7AC-0A02E5392A1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28" name="3D Model 8427" descr="Sphere">
                              <a:extLst>
                                <a:ext uri="{FF2B5EF4-FFF2-40B4-BE49-F238E27FC236}">
                                  <a16:creationId xmlns:a16="http://schemas.microsoft.com/office/drawing/2014/main" id="{4EFFBE12-AAD9-4385-9CF8-4AAA41F2312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65831693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429" name="Flowchart: Connector 8428">
                          <a:extLst>
                            <a:ext uri="{FF2B5EF4-FFF2-40B4-BE49-F238E27FC236}">
                              <a16:creationId xmlns:a16="http://schemas.microsoft.com/office/drawing/2014/main" id="{855415C3-A27D-4E66-BE8F-5AA7098A2CD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30" name="3D Model 8429" descr="Sphere">
                              <a:extLst>
                                <a:ext uri="{FF2B5EF4-FFF2-40B4-BE49-F238E27FC236}">
                                  <a16:creationId xmlns:a16="http://schemas.microsoft.com/office/drawing/2014/main" id="{9A1314E1-A60D-4DB2-8A72-106D8E8686B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0854972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431" name="Flowchart: Connector 8430">
                          <a:extLst>
                            <a:ext uri="{FF2B5EF4-FFF2-40B4-BE49-F238E27FC236}">
                              <a16:creationId xmlns:a16="http://schemas.microsoft.com/office/drawing/2014/main" id="{984167CE-2D81-4D83-9981-049C2F86D6A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32" name="3D Model 8431" descr="Sphere">
                              <a:extLst>
                                <a:ext uri="{FF2B5EF4-FFF2-40B4-BE49-F238E27FC236}">
                                  <a16:creationId xmlns:a16="http://schemas.microsoft.com/office/drawing/2014/main" id="{F54302B3-D686-4527-9707-DC816578C52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7030613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433" name="Flowchart: Connector 8432">
                          <a:extLst>
                            <a:ext uri="{FF2B5EF4-FFF2-40B4-BE49-F238E27FC236}">
                              <a16:creationId xmlns:a16="http://schemas.microsoft.com/office/drawing/2014/main" id="{0BD2A204-D9E0-4BF1-A664-61EA41A0D50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434" name="3D Model 8433" descr="Sphere">
                              <a:extLst>
                                <a:ext uri="{FF2B5EF4-FFF2-40B4-BE49-F238E27FC236}">
                                  <a16:creationId xmlns:a16="http://schemas.microsoft.com/office/drawing/2014/main" id="{433DEF78-C935-48C8-B25E-05275A765FA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8181684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8403" name="Flowchart: Connector 8402">
                        <a:extLst>
                          <a:ext uri="{FF2B5EF4-FFF2-40B4-BE49-F238E27FC236}">
                            <a16:creationId xmlns:a16="http://schemas.microsoft.com/office/drawing/2014/main" id="{2ED8F3CB-E486-4A48-AE6F-70A090F64C7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404" name="Flowchart: Connector 8403">
                        <a:extLst>
                          <a:ext uri="{FF2B5EF4-FFF2-40B4-BE49-F238E27FC236}">
                            <a16:creationId xmlns:a16="http://schemas.microsoft.com/office/drawing/2014/main" id="{49B0CA1A-BAB9-4CE5-9641-F04AC563CBF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405" name="Flowchart: Connector 8404">
                        <a:extLst>
                          <a:ext uri="{FF2B5EF4-FFF2-40B4-BE49-F238E27FC236}">
                            <a16:creationId xmlns:a16="http://schemas.microsoft.com/office/drawing/2014/main" id="{8CB1F993-5120-40BA-8AC0-35FE847BA8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406" name="Flowchart: Connector 8405">
                        <a:extLst>
                          <a:ext uri="{FF2B5EF4-FFF2-40B4-BE49-F238E27FC236}">
                            <a16:creationId xmlns:a16="http://schemas.microsoft.com/office/drawing/2014/main" id="{F9A7A600-C113-4545-8C3F-ECFA249025D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407" name="Flowchart: Connector 8406">
                        <a:extLst>
                          <a:ext uri="{FF2B5EF4-FFF2-40B4-BE49-F238E27FC236}">
                            <a16:creationId xmlns:a16="http://schemas.microsoft.com/office/drawing/2014/main" id="{84637DB9-F3F0-4B7C-8C9E-2756B383DF3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408" name="Flowchart: Connector 8407">
                        <a:extLst>
                          <a:ext uri="{FF2B5EF4-FFF2-40B4-BE49-F238E27FC236}">
                            <a16:creationId xmlns:a16="http://schemas.microsoft.com/office/drawing/2014/main" id="{D3E74203-D8F2-4886-A6B5-55809C8CB6C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409" name="Flowchart: Connector 8408">
                        <a:extLst>
                          <a:ext uri="{FF2B5EF4-FFF2-40B4-BE49-F238E27FC236}">
                            <a16:creationId xmlns:a16="http://schemas.microsoft.com/office/drawing/2014/main" id="{1411064E-2781-4067-9950-E0943D8F3BD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410" name="Flowchart: Connector 8409">
                        <a:extLst>
                          <a:ext uri="{FF2B5EF4-FFF2-40B4-BE49-F238E27FC236}">
                            <a16:creationId xmlns:a16="http://schemas.microsoft.com/office/drawing/2014/main" id="{F8C7398A-71C8-4F17-AAD5-B4CDBECC431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411" name="Flowchart: Connector 8410">
                        <a:extLst>
                          <a:ext uri="{FF2B5EF4-FFF2-40B4-BE49-F238E27FC236}">
                            <a16:creationId xmlns:a16="http://schemas.microsoft.com/office/drawing/2014/main" id="{0CD6308E-70CC-424B-8057-0A89792FF8A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8412" name="3D Model 8411" descr="Sphere">
                            <a:extLst>
                              <a:ext uri="{FF2B5EF4-FFF2-40B4-BE49-F238E27FC236}">
                                <a16:creationId xmlns:a16="http://schemas.microsoft.com/office/drawing/2014/main" id="{EB8A55DB-FE1E-42DC-B693-FBA31548B73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440746635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8413" name="Flowchart: Connector 8412">
                        <a:extLst>
                          <a:ext uri="{FF2B5EF4-FFF2-40B4-BE49-F238E27FC236}">
                            <a16:creationId xmlns:a16="http://schemas.microsoft.com/office/drawing/2014/main" id="{3E82ECFA-9767-4E12-A016-0061E3F4BC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8414" name="3D Model 8413" descr="Sphere">
                            <a:extLst>
                              <a:ext uri="{FF2B5EF4-FFF2-40B4-BE49-F238E27FC236}">
                                <a16:creationId xmlns:a16="http://schemas.microsoft.com/office/drawing/2014/main" id="{3E1C4B4B-3744-4771-9553-B0A700B8A3F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36893287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8415" name="Flowchart: Connector 8414">
                        <a:extLst>
                          <a:ext uri="{FF2B5EF4-FFF2-40B4-BE49-F238E27FC236}">
                            <a16:creationId xmlns:a16="http://schemas.microsoft.com/office/drawing/2014/main" id="{DE8C1610-81C9-4199-A3CF-61EE7C8732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8416" name="3D Model 8415" descr="Sphere">
                            <a:extLst>
                              <a:ext uri="{FF2B5EF4-FFF2-40B4-BE49-F238E27FC236}">
                                <a16:creationId xmlns:a16="http://schemas.microsoft.com/office/drawing/2014/main" id="{B92A3162-3CB9-42F2-8DF8-D629B674556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99887595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8417" name="Flowchart: Connector 8416">
                        <a:extLst>
                          <a:ext uri="{FF2B5EF4-FFF2-40B4-BE49-F238E27FC236}">
                            <a16:creationId xmlns:a16="http://schemas.microsoft.com/office/drawing/2014/main" id="{3DBA9A0E-325E-4311-8DEE-E3FC9D1FA2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8418" name="3D Model 8417" descr="Sphere">
                            <a:extLst>
                              <a:ext uri="{FF2B5EF4-FFF2-40B4-BE49-F238E27FC236}">
                                <a16:creationId xmlns:a16="http://schemas.microsoft.com/office/drawing/2014/main" id="{61193FCA-CFDF-4DB4-9FA8-354A7881810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34348336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8368" name="Freeform: Shape 8367">
                    <a:extLst>
                      <a:ext uri="{FF2B5EF4-FFF2-40B4-BE49-F238E27FC236}">
                        <a16:creationId xmlns:a16="http://schemas.microsoft.com/office/drawing/2014/main" id="{B998742B-3269-4940-986C-02EE3F8D22BC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369" name="Freeform: Shape 8368">
                    <a:extLst>
                      <a:ext uri="{FF2B5EF4-FFF2-40B4-BE49-F238E27FC236}">
                        <a16:creationId xmlns:a16="http://schemas.microsoft.com/office/drawing/2014/main" id="{3480CDB8-F7A8-498E-B378-1B42393EE7F1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370" name="Freeform: Shape 8369">
                    <a:extLst>
                      <a:ext uri="{FF2B5EF4-FFF2-40B4-BE49-F238E27FC236}">
                        <a16:creationId xmlns:a16="http://schemas.microsoft.com/office/drawing/2014/main" id="{DEEE3DCA-F51A-4F8B-9BCA-09611367746B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371" name="Freeform: Shape 8370">
                    <a:extLst>
                      <a:ext uri="{FF2B5EF4-FFF2-40B4-BE49-F238E27FC236}">
                        <a16:creationId xmlns:a16="http://schemas.microsoft.com/office/drawing/2014/main" id="{AC7213BF-0457-41B8-A510-9FC13CC8FDBB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372" name="Freeform: Shape 8371">
                    <a:extLst>
                      <a:ext uri="{FF2B5EF4-FFF2-40B4-BE49-F238E27FC236}">
                        <a16:creationId xmlns:a16="http://schemas.microsoft.com/office/drawing/2014/main" id="{7E7656C5-A553-46A9-BF7A-A734659D1398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373" name="Freeform: Shape 8372">
                    <a:extLst>
                      <a:ext uri="{FF2B5EF4-FFF2-40B4-BE49-F238E27FC236}">
                        <a16:creationId xmlns:a16="http://schemas.microsoft.com/office/drawing/2014/main" id="{2EF2C162-69A3-4AFD-BAEC-5A61C5DE4295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374" name="Freeform: Shape 8373">
                    <a:extLst>
                      <a:ext uri="{FF2B5EF4-FFF2-40B4-BE49-F238E27FC236}">
                        <a16:creationId xmlns:a16="http://schemas.microsoft.com/office/drawing/2014/main" id="{BC7F24C5-8B0D-4964-A765-BBFF8524EFCD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375" name="Freeform: Shape 8374">
                    <a:extLst>
                      <a:ext uri="{FF2B5EF4-FFF2-40B4-BE49-F238E27FC236}">
                        <a16:creationId xmlns:a16="http://schemas.microsoft.com/office/drawing/2014/main" id="{D4478F3E-145A-4413-B03D-BAC18CF74D65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376" name="Freeform: Shape 8375">
                    <a:extLst>
                      <a:ext uri="{FF2B5EF4-FFF2-40B4-BE49-F238E27FC236}">
                        <a16:creationId xmlns:a16="http://schemas.microsoft.com/office/drawing/2014/main" id="{3F6A2CA3-5ACF-4BAB-B236-1400F435A18D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377" name="Freeform: Shape 8376">
                    <a:extLst>
                      <a:ext uri="{FF2B5EF4-FFF2-40B4-BE49-F238E27FC236}">
                        <a16:creationId xmlns:a16="http://schemas.microsoft.com/office/drawing/2014/main" id="{281296B7-2A56-4114-A96A-77AA7BBB2852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378" name="Freeform: Shape 8377">
                    <a:extLst>
                      <a:ext uri="{FF2B5EF4-FFF2-40B4-BE49-F238E27FC236}">
                        <a16:creationId xmlns:a16="http://schemas.microsoft.com/office/drawing/2014/main" id="{02F6976E-6397-4E90-91C2-63CB01F976D8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379" name="Freeform: Shape 8378">
                    <a:extLst>
                      <a:ext uri="{FF2B5EF4-FFF2-40B4-BE49-F238E27FC236}">
                        <a16:creationId xmlns:a16="http://schemas.microsoft.com/office/drawing/2014/main" id="{543DA424-EF21-4A79-9AA6-FBDF33F73018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8364" name="Freeform: Shape 8363">
                  <a:extLst>
                    <a:ext uri="{FF2B5EF4-FFF2-40B4-BE49-F238E27FC236}">
                      <a16:creationId xmlns:a16="http://schemas.microsoft.com/office/drawing/2014/main" id="{9DC240E4-4F97-4577-BA36-3E1D6C39056A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365" name="Freeform: Shape 8364">
                  <a:extLst>
                    <a:ext uri="{FF2B5EF4-FFF2-40B4-BE49-F238E27FC236}">
                      <a16:creationId xmlns:a16="http://schemas.microsoft.com/office/drawing/2014/main" id="{D147A2FD-43F0-49E7-9BB6-ABB7A34E42C0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366" name="Freeform: Shape 8365">
                  <a:extLst>
                    <a:ext uri="{FF2B5EF4-FFF2-40B4-BE49-F238E27FC236}">
                      <a16:creationId xmlns:a16="http://schemas.microsoft.com/office/drawing/2014/main" id="{E5DFF2AE-47AD-4EF9-9E73-5F790B15BC3E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8662" name="Group 8661">
                <a:extLst>
                  <a:ext uri="{FF2B5EF4-FFF2-40B4-BE49-F238E27FC236}">
                    <a16:creationId xmlns:a16="http://schemas.microsoft.com/office/drawing/2014/main" id="{F48D604F-9B85-4EEF-BAD2-F46EEB2A34D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840653" y="6038624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8663" name="Group 8662">
                  <a:extLst>
                    <a:ext uri="{FF2B5EF4-FFF2-40B4-BE49-F238E27FC236}">
                      <a16:creationId xmlns:a16="http://schemas.microsoft.com/office/drawing/2014/main" id="{B7B62C21-DBDD-43BC-8ED9-089965F4992A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8667" name="Group 8666">
                    <a:extLst>
                      <a:ext uri="{FF2B5EF4-FFF2-40B4-BE49-F238E27FC236}">
                        <a16:creationId xmlns:a16="http://schemas.microsoft.com/office/drawing/2014/main" id="{3748CF9E-E034-45BE-B2C2-DF5B80A24904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8680" name="Group 8679">
                      <a:extLst>
                        <a:ext uri="{FF2B5EF4-FFF2-40B4-BE49-F238E27FC236}">
                          <a16:creationId xmlns:a16="http://schemas.microsoft.com/office/drawing/2014/main" id="{17081C39-8623-433C-A4FB-29CB83F5D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8901" name="Group 8900">
                        <a:extLst>
                          <a:ext uri="{FF2B5EF4-FFF2-40B4-BE49-F238E27FC236}">
                            <a16:creationId xmlns:a16="http://schemas.microsoft.com/office/drawing/2014/main" id="{5488AC2A-D608-4FDA-9622-42CA9D3C49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8958" name="Flowchart: Connector 8957">
                          <a:extLst>
                            <a:ext uri="{FF2B5EF4-FFF2-40B4-BE49-F238E27FC236}">
                              <a16:creationId xmlns:a16="http://schemas.microsoft.com/office/drawing/2014/main" id="{CBB30D44-18CD-475C-84C4-B7B11B7F532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59" name="Flowchart: Connector 8958">
                          <a:extLst>
                            <a:ext uri="{FF2B5EF4-FFF2-40B4-BE49-F238E27FC236}">
                              <a16:creationId xmlns:a16="http://schemas.microsoft.com/office/drawing/2014/main" id="{156154D6-F4DA-4D8D-B952-B31377F6D83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60" name="Flowchart: Connector 8959">
                          <a:extLst>
                            <a:ext uri="{FF2B5EF4-FFF2-40B4-BE49-F238E27FC236}">
                              <a16:creationId xmlns:a16="http://schemas.microsoft.com/office/drawing/2014/main" id="{F07FF9EB-9C08-4814-9289-CBF8CB3113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61" name="Flowchart: Connector 8960">
                          <a:extLst>
                            <a:ext uri="{FF2B5EF4-FFF2-40B4-BE49-F238E27FC236}">
                              <a16:creationId xmlns:a16="http://schemas.microsoft.com/office/drawing/2014/main" id="{DE7970B7-91CF-4D47-88C2-32D3DD58D14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902" name="Group 8901">
                        <a:extLst>
                          <a:ext uri="{FF2B5EF4-FFF2-40B4-BE49-F238E27FC236}">
                            <a16:creationId xmlns:a16="http://schemas.microsoft.com/office/drawing/2014/main" id="{BAA57F16-1C19-4EFC-86D3-36E0970205F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8903" name="Group 8902">
                          <a:extLst>
                            <a:ext uri="{FF2B5EF4-FFF2-40B4-BE49-F238E27FC236}">
                              <a16:creationId xmlns:a16="http://schemas.microsoft.com/office/drawing/2014/main" id="{7C5D3AAF-FFFC-43A4-B37D-CD558EECC8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51" name="3D Model 8950" descr="Sphere">
                                <a:extLst>
                                  <a:ext uri="{FF2B5EF4-FFF2-40B4-BE49-F238E27FC236}">
                                    <a16:creationId xmlns:a16="http://schemas.microsoft.com/office/drawing/2014/main" id="{59E7BF78-FB0D-4A03-88C7-3AB3E35B7D3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3734229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52" name="Flowchart: Connector 8951">
                            <a:extLst>
                              <a:ext uri="{FF2B5EF4-FFF2-40B4-BE49-F238E27FC236}">
                                <a16:creationId xmlns:a16="http://schemas.microsoft.com/office/drawing/2014/main" id="{6ABC974D-009C-4B5E-BAA7-C7308AF1168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53" name="3D Model 8952" descr="Sphere">
                                <a:extLst>
                                  <a:ext uri="{FF2B5EF4-FFF2-40B4-BE49-F238E27FC236}">
                                    <a16:creationId xmlns:a16="http://schemas.microsoft.com/office/drawing/2014/main" id="{9956D8F7-1C7A-47C4-972E-4F8226FEF64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0276700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54" name="Flowchart: Connector 8953">
                            <a:extLst>
                              <a:ext uri="{FF2B5EF4-FFF2-40B4-BE49-F238E27FC236}">
                                <a16:creationId xmlns:a16="http://schemas.microsoft.com/office/drawing/2014/main" id="{24BEA1A3-199E-4DEC-8C5B-BA8CAEC8274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55" name="3D Model 8954" descr="Sphere">
                                <a:extLst>
                                  <a:ext uri="{FF2B5EF4-FFF2-40B4-BE49-F238E27FC236}">
                                    <a16:creationId xmlns:a16="http://schemas.microsoft.com/office/drawing/2014/main" id="{979EF8FE-0033-457E-88FE-813AF04023C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6069919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56" name="Flowchart: Connector 8955">
                            <a:extLst>
                              <a:ext uri="{FF2B5EF4-FFF2-40B4-BE49-F238E27FC236}">
                                <a16:creationId xmlns:a16="http://schemas.microsoft.com/office/drawing/2014/main" id="{B6497DF5-C4C6-4B43-9174-3F9F43A4F1F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57" name="3D Model 8956" descr="Sphere">
                                <a:extLst>
                                  <a:ext uri="{FF2B5EF4-FFF2-40B4-BE49-F238E27FC236}">
                                    <a16:creationId xmlns:a16="http://schemas.microsoft.com/office/drawing/2014/main" id="{35BB13BD-8F94-4064-9336-FAEC77ECFC6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3432667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904" name="Group 8903">
                          <a:extLst>
                            <a:ext uri="{FF2B5EF4-FFF2-40B4-BE49-F238E27FC236}">
                              <a16:creationId xmlns:a16="http://schemas.microsoft.com/office/drawing/2014/main" id="{C47F7447-F232-4C85-B8F1-7E11C09625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8936" name="Flowchart: Connector 8935">
                            <a:extLst>
                              <a:ext uri="{FF2B5EF4-FFF2-40B4-BE49-F238E27FC236}">
                                <a16:creationId xmlns:a16="http://schemas.microsoft.com/office/drawing/2014/main" id="{614C2D99-F80C-474A-A5F2-3C3518DA9BA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37" name="Flowchart: Connector 8936">
                            <a:extLst>
                              <a:ext uri="{FF2B5EF4-FFF2-40B4-BE49-F238E27FC236}">
                                <a16:creationId xmlns:a16="http://schemas.microsoft.com/office/drawing/2014/main" id="{D5CD9EB6-9B5A-4AAE-B798-DA8779FEF95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38" name="Flowchart: Connector 8937">
                            <a:extLst>
                              <a:ext uri="{FF2B5EF4-FFF2-40B4-BE49-F238E27FC236}">
                                <a16:creationId xmlns:a16="http://schemas.microsoft.com/office/drawing/2014/main" id="{D0D3923B-3AB1-40F1-BAEB-90B9E612F41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39" name="Flowchart: Connector 8938">
                            <a:extLst>
                              <a:ext uri="{FF2B5EF4-FFF2-40B4-BE49-F238E27FC236}">
                                <a16:creationId xmlns:a16="http://schemas.microsoft.com/office/drawing/2014/main" id="{5CD7AA7F-160D-4835-B934-FC1EC150FC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40" name="Flowchart: Connector 8939">
                            <a:extLst>
                              <a:ext uri="{FF2B5EF4-FFF2-40B4-BE49-F238E27FC236}">
                                <a16:creationId xmlns:a16="http://schemas.microsoft.com/office/drawing/2014/main" id="{4E8F8D7D-D3E2-4628-B76E-12354F4775D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41" name="Flowchart: Connector 8940">
                            <a:extLst>
                              <a:ext uri="{FF2B5EF4-FFF2-40B4-BE49-F238E27FC236}">
                                <a16:creationId xmlns:a16="http://schemas.microsoft.com/office/drawing/2014/main" id="{885817F5-7777-464D-B62D-4B583288CBA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42" name="Flowchart: Connector 8941">
                            <a:extLst>
                              <a:ext uri="{FF2B5EF4-FFF2-40B4-BE49-F238E27FC236}">
                                <a16:creationId xmlns:a16="http://schemas.microsoft.com/office/drawing/2014/main" id="{940DA3D1-550F-4D28-B6E1-0D7556DF705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43" name="Flowchart: Connector 8942">
                            <a:extLst>
                              <a:ext uri="{FF2B5EF4-FFF2-40B4-BE49-F238E27FC236}">
                                <a16:creationId xmlns:a16="http://schemas.microsoft.com/office/drawing/2014/main" id="{C44DF4B1-F12B-4808-9AAD-7F7594C381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44" name="3D Model 8943" descr="Sphere">
                                <a:extLst>
                                  <a:ext uri="{FF2B5EF4-FFF2-40B4-BE49-F238E27FC236}">
                                    <a16:creationId xmlns:a16="http://schemas.microsoft.com/office/drawing/2014/main" id="{92DDA3B0-7587-4829-8794-4E1565E5D3F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54631451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45" name="Flowchart: Connector 8944">
                            <a:extLst>
                              <a:ext uri="{FF2B5EF4-FFF2-40B4-BE49-F238E27FC236}">
                                <a16:creationId xmlns:a16="http://schemas.microsoft.com/office/drawing/2014/main" id="{B13E6E7F-DC01-4DDF-BE37-4AFFDDD9073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46" name="3D Model 8945" descr="Sphere">
                                <a:extLst>
                                  <a:ext uri="{FF2B5EF4-FFF2-40B4-BE49-F238E27FC236}">
                                    <a16:creationId xmlns:a16="http://schemas.microsoft.com/office/drawing/2014/main" id="{1A6DFFCC-85F6-43DB-A456-CD8518A8B4A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5057816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47" name="Flowchart: Connector 8946">
                            <a:extLst>
                              <a:ext uri="{FF2B5EF4-FFF2-40B4-BE49-F238E27FC236}">
                                <a16:creationId xmlns:a16="http://schemas.microsoft.com/office/drawing/2014/main" id="{03FC5B86-97F5-430C-9687-C5FC0B73628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48" name="3D Model 8947" descr="Sphere">
                                <a:extLst>
                                  <a:ext uri="{FF2B5EF4-FFF2-40B4-BE49-F238E27FC236}">
                                    <a16:creationId xmlns:a16="http://schemas.microsoft.com/office/drawing/2014/main" id="{672AEC4E-F3D5-4814-B486-02B69AD2A84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016226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49" name="Flowchart: Connector 8948">
                            <a:extLst>
                              <a:ext uri="{FF2B5EF4-FFF2-40B4-BE49-F238E27FC236}">
                                <a16:creationId xmlns:a16="http://schemas.microsoft.com/office/drawing/2014/main" id="{4900C05E-D457-4427-804D-EBF848030CF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50" name="3D Model 8949" descr="Sphere">
                                <a:extLst>
                                  <a:ext uri="{FF2B5EF4-FFF2-40B4-BE49-F238E27FC236}">
                                    <a16:creationId xmlns:a16="http://schemas.microsoft.com/office/drawing/2014/main" id="{8C340413-9416-4795-B83A-8E1677F9B46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6181596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905" name="Group 8904">
                          <a:extLst>
                            <a:ext uri="{FF2B5EF4-FFF2-40B4-BE49-F238E27FC236}">
                              <a16:creationId xmlns:a16="http://schemas.microsoft.com/office/drawing/2014/main" id="{80E41A00-321B-488F-80CA-0E2EB00941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8921" name="Flowchart: Connector 8920">
                            <a:extLst>
                              <a:ext uri="{FF2B5EF4-FFF2-40B4-BE49-F238E27FC236}">
                                <a16:creationId xmlns:a16="http://schemas.microsoft.com/office/drawing/2014/main" id="{858C9A29-6C02-487C-A69F-0E9140E41F9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22" name="Flowchart: Connector 8921">
                            <a:extLst>
                              <a:ext uri="{FF2B5EF4-FFF2-40B4-BE49-F238E27FC236}">
                                <a16:creationId xmlns:a16="http://schemas.microsoft.com/office/drawing/2014/main" id="{27EA254B-5375-48B2-B1A5-F9793E8B93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23" name="Flowchart: Connector 8922">
                            <a:extLst>
                              <a:ext uri="{FF2B5EF4-FFF2-40B4-BE49-F238E27FC236}">
                                <a16:creationId xmlns:a16="http://schemas.microsoft.com/office/drawing/2014/main" id="{DB3003CF-857C-4E1E-8606-B4DAEFBAC8C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24" name="Flowchart: Connector 8923">
                            <a:extLst>
                              <a:ext uri="{FF2B5EF4-FFF2-40B4-BE49-F238E27FC236}">
                                <a16:creationId xmlns:a16="http://schemas.microsoft.com/office/drawing/2014/main" id="{60893983-5E4E-4D51-9537-E254C1DA4BF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25" name="Flowchart: Connector 8924">
                            <a:extLst>
                              <a:ext uri="{FF2B5EF4-FFF2-40B4-BE49-F238E27FC236}">
                                <a16:creationId xmlns:a16="http://schemas.microsoft.com/office/drawing/2014/main" id="{D9E7E604-F7F7-4F11-A708-AE8708041F2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26" name="Flowchart: Connector 8925">
                            <a:extLst>
                              <a:ext uri="{FF2B5EF4-FFF2-40B4-BE49-F238E27FC236}">
                                <a16:creationId xmlns:a16="http://schemas.microsoft.com/office/drawing/2014/main" id="{0026E577-171A-4435-872C-2F3F9C0D4B6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27" name="Flowchart: Connector 8926">
                            <a:extLst>
                              <a:ext uri="{FF2B5EF4-FFF2-40B4-BE49-F238E27FC236}">
                                <a16:creationId xmlns:a16="http://schemas.microsoft.com/office/drawing/2014/main" id="{86AA4F56-B42A-4F0C-97CE-4BD0168CD2D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928" name="Flowchart: Connector 8927">
                            <a:extLst>
                              <a:ext uri="{FF2B5EF4-FFF2-40B4-BE49-F238E27FC236}">
                                <a16:creationId xmlns:a16="http://schemas.microsoft.com/office/drawing/2014/main" id="{A81480C5-FA2C-48B0-929A-AE3CEF2D16B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29" name="3D Model 8928" descr="Sphere">
                                <a:extLst>
                                  <a:ext uri="{FF2B5EF4-FFF2-40B4-BE49-F238E27FC236}">
                                    <a16:creationId xmlns:a16="http://schemas.microsoft.com/office/drawing/2014/main" id="{B60EA902-E797-43A5-85A6-EC09F4C85A6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7783499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30" name="Flowchart: Connector 8929">
                            <a:extLst>
                              <a:ext uri="{FF2B5EF4-FFF2-40B4-BE49-F238E27FC236}">
                                <a16:creationId xmlns:a16="http://schemas.microsoft.com/office/drawing/2014/main" id="{27690092-2B3F-4C7D-9FC1-B1FE786329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31" name="3D Model 8930" descr="Sphere">
                                <a:extLst>
                                  <a:ext uri="{FF2B5EF4-FFF2-40B4-BE49-F238E27FC236}">
                                    <a16:creationId xmlns:a16="http://schemas.microsoft.com/office/drawing/2014/main" id="{9F1ADD6C-96E9-4B78-B7F2-AFE2850A342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0074051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32" name="Flowchart: Connector 8931">
                            <a:extLst>
                              <a:ext uri="{FF2B5EF4-FFF2-40B4-BE49-F238E27FC236}">
                                <a16:creationId xmlns:a16="http://schemas.microsoft.com/office/drawing/2014/main" id="{4A1CF1C6-79BC-4586-A6F2-0C4BB840032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33" name="3D Model 8932" descr="Sphere">
                                <a:extLst>
                                  <a:ext uri="{FF2B5EF4-FFF2-40B4-BE49-F238E27FC236}">
                                    <a16:creationId xmlns:a16="http://schemas.microsoft.com/office/drawing/2014/main" id="{8B8F0A79-8057-4ED8-95DD-656B4CD0B4B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8879132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934" name="Flowchart: Connector 8933">
                            <a:extLst>
                              <a:ext uri="{FF2B5EF4-FFF2-40B4-BE49-F238E27FC236}">
                                <a16:creationId xmlns:a16="http://schemas.microsoft.com/office/drawing/2014/main" id="{47663AA6-5238-4662-9FA1-7CF4832332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935" name="3D Model 8934" descr="Sphere">
                                <a:extLst>
                                  <a:ext uri="{FF2B5EF4-FFF2-40B4-BE49-F238E27FC236}">
                                    <a16:creationId xmlns:a16="http://schemas.microsoft.com/office/drawing/2014/main" id="{0B4DDF90-F26A-4862-B7E2-CF695D74260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1821382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906" name="Flowchart: Connector 8905">
                          <a:extLst>
                            <a:ext uri="{FF2B5EF4-FFF2-40B4-BE49-F238E27FC236}">
                              <a16:creationId xmlns:a16="http://schemas.microsoft.com/office/drawing/2014/main" id="{E7C9FFD0-584B-4F63-BDBF-DD6A56025AE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07" name="Flowchart: Connector 8906">
                          <a:extLst>
                            <a:ext uri="{FF2B5EF4-FFF2-40B4-BE49-F238E27FC236}">
                              <a16:creationId xmlns:a16="http://schemas.microsoft.com/office/drawing/2014/main" id="{0DC37730-20AC-4774-B39D-9A100BCD873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08" name="Flowchart: Connector 8907">
                          <a:extLst>
                            <a:ext uri="{FF2B5EF4-FFF2-40B4-BE49-F238E27FC236}">
                              <a16:creationId xmlns:a16="http://schemas.microsoft.com/office/drawing/2014/main" id="{734575AD-0AE5-4C28-95F3-1F50C2A3E61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09" name="Flowchart: Connector 8908">
                          <a:extLst>
                            <a:ext uri="{FF2B5EF4-FFF2-40B4-BE49-F238E27FC236}">
                              <a16:creationId xmlns:a16="http://schemas.microsoft.com/office/drawing/2014/main" id="{3EDAA065-7FE5-41B0-9258-11A48B57563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10" name="Flowchart: Connector 8909">
                          <a:extLst>
                            <a:ext uri="{FF2B5EF4-FFF2-40B4-BE49-F238E27FC236}">
                              <a16:creationId xmlns:a16="http://schemas.microsoft.com/office/drawing/2014/main" id="{6317200B-5269-47A4-89B6-EC657DF820F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11" name="Flowchart: Connector 8910">
                          <a:extLst>
                            <a:ext uri="{FF2B5EF4-FFF2-40B4-BE49-F238E27FC236}">
                              <a16:creationId xmlns:a16="http://schemas.microsoft.com/office/drawing/2014/main" id="{41DE528F-BDB7-4FCE-B6B6-2310645F17A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12" name="Flowchart: Connector 8911">
                          <a:extLst>
                            <a:ext uri="{FF2B5EF4-FFF2-40B4-BE49-F238E27FC236}">
                              <a16:creationId xmlns:a16="http://schemas.microsoft.com/office/drawing/2014/main" id="{2DA8F8CE-FD92-4F9E-88D4-D4CDFFD4806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913" name="Flowchart: Connector 8912">
                          <a:extLst>
                            <a:ext uri="{FF2B5EF4-FFF2-40B4-BE49-F238E27FC236}">
                              <a16:creationId xmlns:a16="http://schemas.microsoft.com/office/drawing/2014/main" id="{E4F354C3-639D-43CB-B733-D97E5AFBC41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914" name="3D Model 8913" descr="Sphere">
                              <a:extLst>
                                <a:ext uri="{FF2B5EF4-FFF2-40B4-BE49-F238E27FC236}">
                                  <a16:creationId xmlns:a16="http://schemas.microsoft.com/office/drawing/2014/main" id="{8AE95358-2E4B-4741-BC58-5B0CCFEF56D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95062796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915" name="Flowchart: Connector 8914">
                          <a:extLst>
                            <a:ext uri="{FF2B5EF4-FFF2-40B4-BE49-F238E27FC236}">
                              <a16:creationId xmlns:a16="http://schemas.microsoft.com/office/drawing/2014/main" id="{93450ED2-6834-4D8E-912E-C773C547D55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916" name="3D Model 8915" descr="Sphere">
                              <a:extLst>
                                <a:ext uri="{FF2B5EF4-FFF2-40B4-BE49-F238E27FC236}">
                                  <a16:creationId xmlns:a16="http://schemas.microsoft.com/office/drawing/2014/main" id="{8B8662AF-2ED2-4BB6-B37C-F22045064FD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3048078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917" name="Flowchart: Connector 8916">
                          <a:extLst>
                            <a:ext uri="{FF2B5EF4-FFF2-40B4-BE49-F238E27FC236}">
                              <a16:creationId xmlns:a16="http://schemas.microsoft.com/office/drawing/2014/main" id="{C85BB2A5-9992-4CE8-95AB-81A16C8FC79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918" name="3D Model 8917" descr="Sphere">
                              <a:extLst>
                                <a:ext uri="{FF2B5EF4-FFF2-40B4-BE49-F238E27FC236}">
                                  <a16:creationId xmlns:a16="http://schemas.microsoft.com/office/drawing/2014/main" id="{53E45DAB-0CB5-42A8-8D83-871794011D2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80726508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919" name="Flowchart: Connector 8918">
                          <a:extLst>
                            <a:ext uri="{FF2B5EF4-FFF2-40B4-BE49-F238E27FC236}">
                              <a16:creationId xmlns:a16="http://schemas.microsoft.com/office/drawing/2014/main" id="{5CE6B9DF-7B6B-40A4-8A24-C2015A30DCF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920" name="3D Model 8919" descr="Sphere">
                              <a:extLst>
                                <a:ext uri="{FF2B5EF4-FFF2-40B4-BE49-F238E27FC236}">
                                  <a16:creationId xmlns:a16="http://schemas.microsoft.com/office/drawing/2014/main" id="{576EC18E-9CF1-472F-926F-3FFA1061B93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66123002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8681" name="Group 8680">
                      <a:extLst>
                        <a:ext uri="{FF2B5EF4-FFF2-40B4-BE49-F238E27FC236}">
                          <a16:creationId xmlns:a16="http://schemas.microsoft.com/office/drawing/2014/main" id="{F319981A-DABE-41E6-9FE7-B30EE75AA1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8898" name="Flowchart: Connector 8897">
                        <a:extLst>
                          <a:ext uri="{FF2B5EF4-FFF2-40B4-BE49-F238E27FC236}">
                            <a16:creationId xmlns:a16="http://schemas.microsoft.com/office/drawing/2014/main" id="{1998C399-7E2D-4DF6-864A-4A0EA62201D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899" name="Flowchart: Connector 8898">
                        <a:extLst>
                          <a:ext uri="{FF2B5EF4-FFF2-40B4-BE49-F238E27FC236}">
                            <a16:creationId xmlns:a16="http://schemas.microsoft.com/office/drawing/2014/main" id="{3E185255-CB45-45E7-AE89-D0CC45D626F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900" name="Flowchart: Connector 8899">
                        <a:extLst>
                          <a:ext uri="{FF2B5EF4-FFF2-40B4-BE49-F238E27FC236}">
                            <a16:creationId xmlns:a16="http://schemas.microsoft.com/office/drawing/2014/main" id="{F792E321-2328-400D-8D43-52F3B150DFA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8682" name="Flowchart: Connector 8681">
                      <a:extLst>
                        <a:ext uri="{FF2B5EF4-FFF2-40B4-BE49-F238E27FC236}">
                          <a16:creationId xmlns:a16="http://schemas.microsoft.com/office/drawing/2014/main" id="{053C5B85-BA2E-4E5A-A62E-FCDED3D6BB8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8683" name="Flowchart: Connector 8682">
                      <a:extLst>
                        <a:ext uri="{FF2B5EF4-FFF2-40B4-BE49-F238E27FC236}">
                          <a16:creationId xmlns:a16="http://schemas.microsoft.com/office/drawing/2014/main" id="{CB86938B-F877-4909-8C35-B0CB30A532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8684" name="Group 8683">
                      <a:extLst>
                        <a:ext uri="{FF2B5EF4-FFF2-40B4-BE49-F238E27FC236}">
                          <a16:creationId xmlns:a16="http://schemas.microsoft.com/office/drawing/2014/main" id="{CC109744-FC07-4715-887A-E50B0DE32F19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8895" name="Flowchart: Connector 8894">
                        <a:extLst>
                          <a:ext uri="{FF2B5EF4-FFF2-40B4-BE49-F238E27FC236}">
                            <a16:creationId xmlns:a16="http://schemas.microsoft.com/office/drawing/2014/main" id="{EAF6E323-3802-4C3B-BEF6-E55D28498AA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896" name="Flowchart: Connector 8895">
                        <a:extLst>
                          <a:ext uri="{FF2B5EF4-FFF2-40B4-BE49-F238E27FC236}">
                            <a16:creationId xmlns:a16="http://schemas.microsoft.com/office/drawing/2014/main" id="{26A5A2CC-1760-4F22-938E-C2967C50B29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897" name="Flowchart: Connector 8896">
                        <a:extLst>
                          <a:ext uri="{FF2B5EF4-FFF2-40B4-BE49-F238E27FC236}">
                            <a16:creationId xmlns:a16="http://schemas.microsoft.com/office/drawing/2014/main" id="{5FF90C8E-BAA4-49AF-BBE5-62655241D7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8685" name="Group 8684">
                      <a:extLst>
                        <a:ext uri="{FF2B5EF4-FFF2-40B4-BE49-F238E27FC236}">
                          <a16:creationId xmlns:a16="http://schemas.microsoft.com/office/drawing/2014/main" id="{29363AD9-0B0C-4BDC-B7AD-5E6E5BD2C9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8830" name="Group 8829">
                        <a:extLst>
                          <a:ext uri="{FF2B5EF4-FFF2-40B4-BE49-F238E27FC236}">
                            <a16:creationId xmlns:a16="http://schemas.microsoft.com/office/drawing/2014/main" id="{B5C041ED-20DB-46B8-A1B6-FBD4391591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8891" name="Flowchart: Connector 8890">
                          <a:extLst>
                            <a:ext uri="{FF2B5EF4-FFF2-40B4-BE49-F238E27FC236}">
                              <a16:creationId xmlns:a16="http://schemas.microsoft.com/office/drawing/2014/main" id="{C14D1C36-2800-4D50-A929-C8BF6B327C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92" name="Flowchart: Connector 8891">
                          <a:extLst>
                            <a:ext uri="{FF2B5EF4-FFF2-40B4-BE49-F238E27FC236}">
                              <a16:creationId xmlns:a16="http://schemas.microsoft.com/office/drawing/2014/main" id="{6A87B894-B8BD-4B48-BB48-91FD106635F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93" name="Flowchart: Connector 8892">
                          <a:extLst>
                            <a:ext uri="{FF2B5EF4-FFF2-40B4-BE49-F238E27FC236}">
                              <a16:creationId xmlns:a16="http://schemas.microsoft.com/office/drawing/2014/main" id="{E6D9ACD1-A895-400F-822F-23EA382793F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94" name="Flowchart: Connector 8893">
                          <a:extLst>
                            <a:ext uri="{FF2B5EF4-FFF2-40B4-BE49-F238E27FC236}">
                              <a16:creationId xmlns:a16="http://schemas.microsoft.com/office/drawing/2014/main" id="{7197B293-BAB1-45A8-9A9B-D3D0FAC8DA4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831" name="Group 8830">
                        <a:extLst>
                          <a:ext uri="{FF2B5EF4-FFF2-40B4-BE49-F238E27FC236}">
                            <a16:creationId xmlns:a16="http://schemas.microsoft.com/office/drawing/2014/main" id="{64C4F729-80E2-4006-BBE8-8E2F682577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8832" name="Group 8831">
                          <a:extLst>
                            <a:ext uri="{FF2B5EF4-FFF2-40B4-BE49-F238E27FC236}">
                              <a16:creationId xmlns:a16="http://schemas.microsoft.com/office/drawing/2014/main" id="{01718C12-1290-4B7D-A14A-934642589C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8883" name="Flowchart: Connector 8882">
                            <a:extLst>
                              <a:ext uri="{FF2B5EF4-FFF2-40B4-BE49-F238E27FC236}">
                                <a16:creationId xmlns:a16="http://schemas.microsoft.com/office/drawing/2014/main" id="{D9C31EF8-1F98-4A28-A1C9-7C44159E63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84" name="3D Model 8883" descr="Sphere">
                                <a:extLst>
                                  <a:ext uri="{FF2B5EF4-FFF2-40B4-BE49-F238E27FC236}">
                                    <a16:creationId xmlns:a16="http://schemas.microsoft.com/office/drawing/2014/main" id="{F9B0994A-9663-423D-B4C3-27CEE3E6CBC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32554543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85" name="Flowchart: Connector 8884">
                            <a:extLst>
                              <a:ext uri="{FF2B5EF4-FFF2-40B4-BE49-F238E27FC236}">
                                <a16:creationId xmlns:a16="http://schemas.microsoft.com/office/drawing/2014/main" id="{AE8E3BAE-BC71-46C0-96BB-4FB41D8638B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86" name="3D Model 8885" descr="Sphere">
                                <a:extLst>
                                  <a:ext uri="{FF2B5EF4-FFF2-40B4-BE49-F238E27FC236}">
                                    <a16:creationId xmlns:a16="http://schemas.microsoft.com/office/drawing/2014/main" id="{6FC27E6D-5D1A-46B2-9917-6E0996908B1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2043897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87" name="Flowchart: Connector 8886">
                            <a:extLst>
                              <a:ext uri="{FF2B5EF4-FFF2-40B4-BE49-F238E27FC236}">
                                <a16:creationId xmlns:a16="http://schemas.microsoft.com/office/drawing/2014/main" id="{93018C78-70F4-434D-8DF8-DE0D7EB865A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88" name="3D Model 8887" descr="Sphere">
                                <a:extLst>
                                  <a:ext uri="{FF2B5EF4-FFF2-40B4-BE49-F238E27FC236}">
                                    <a16:creationId xmlns:a16="http://schemas.microsoft.com/office/drawing/2014/main" id="{D5353DF4-C068-4D3C-9200-9DDC7C86753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8015661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89" name="Flowchart: Connector 8888">
                            <a:extLst>
                              <a:ext uri="{FF2B5EF4-FFF2-40B4-BE49-F238E27FC236}">
                                <a16:creationId xmlns:a16="http://schemas.microsoft.com/office/drawing/2014/main" id="{53833FC8-A0C5-40D4-A46A-CB743E5F5F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90" name="3D Model 8889" descr="Sphere">
                                <a:extLst>
                                  <a:ext uri="{FF2B5EF4-FFF2-40B4-BE49-F238E27FC236}">
                                    <a16:creationId xmlns:a16="http://schemas.microsoft.com/office/drawing/2014/main" id="{8E31F7B6-D2F6-448F-88F4-B5011443B3B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1178184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833" name="Group 8832">
                          <a:extLst>
                            <a:ext uri="{FF2B5EF4-FFF2-40B4-BE49-F238E27FC236}">
                              <a16:creationId xmlns:a16="http://schemas.microsoft.com/office/drawing/2014/main" id="{688D6A80-62F6-4E7D-B8C8-1BBF5E40A59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8867" name="Flowchart: Connector 8866">
                            <a:extLst>
                              <a:ext uri="{FF2B5EF4-FFF2-40B4-BE49-F238E27FC236}">
                                <a16:creationId xmlns:a16="http://schemas.microsoft.com/office/drawing/2014/main" id="{068EE86F-A7AC-4454-949F-6EDC09B25B1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68" name="Flowchart: Connector 8867">
                            <a:extLst>
                              <a:ext uri="{FF2B5EF4-FFF2-40B4-BE49-F238E27FC236}">
                                <a16:creationId xmlns:a16="http://schemas.microsoft.com/office/drawing/2014/main" id="{7EBC5614-3292-459B-AD89-BE4660E4D10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69" name="Flowchart: Connector 8868">
                            <a:extLst>
                              <a:ext uri="{FF2B5EF4-FFF2-40B4-BE49-F238E27FC236}">
                                <a16:creationId xmlns:a16="http://schemas.microsoft.com/office/drawing/2014/main" id="{E5CA18D4-B981-44C4-8DD8-11D9FADB618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70" name="Flowchart: Connector 8869">
                            <a:extLst>
                              <a:ext uri="{FF2B5EF4-FFF2-40B4-BE49-F238E27FC236}">
                                <a16:creationId xmlns:a16="http://schemas.microsoft.com/office/drawing/2014/main" id="{40CEE236-D5DD-408A-B0A3-92B8300D168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71" name="Flowchart: Connector 8870">
                            <a:extLst>
                              <a:ext uri="{FF2B5EF4-FFF2-40B4-BE49-F238E27FC236}">
                                <a16:creationId xmlns:a16="http://schemas.microsoft.com/office/drawing/2014/main" id="{84C891DB-98E1-4FA2-8CEF-37739541CAF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72" name="Flowchart: Connector 8871">
                            <a:extLst>
                              <a:ext uri="{FF2B5EF4-FFF2-40B4-BE49-F238E27FC236}">
                                <a16:creationId xmlns:a16="http://schemas.microsoft.com/office/drawing/2014/main" id="{D74C922F-20AB-4C0F-9B26-A1458BC08B8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73" name="Flowchart: Connector 8872">
                            <a:extLst>
                              <a:ext uri="{FF2B5EF4-FFF2-40B4-BE49-F238E27FC236}">
                                <a16:creationId xmlns:a16="http://schemas.microsoft.com/office/drawing/2014/main" id="{A1A44F28-4687-40DD-9A9E-03EDA4D862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74" name="Flowchart: Connector 8873">
                            <a:extLst>
                              <a:ext uri="{FF2B5EF4-FFF2-40B4-BE49-F238E27FC236}">
                                <a16:creationId xmlns:a16="http://schemas.microsoft.com/office/drawing/2014/main" id="{A7977EEC-F5DD-4F4A-A59A-935FC46E2D3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75" name="Flowchart: Connector 8874">
                            <a:extLst>
                              <a:ext uri="{FF2B5EF4-FFF2-40B4-BE49-F238E27FC236}">
                                <a16:creationId xmlns:a16="http://schemas.microsoft.com/office/drawing/2014/main" id="{45D996B4-F666-40D4-A91C-0282B304E92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76" name="3D Model 8875" descr="Sphere">
                                <a:extLst>
                                  <a:ext uri="{FF2B5EF4-FFF2-40B4-BE49-F238E27FC236}">
                                    <a16:creationId xmlns:a16="http://schemas.microsoft.com/office/drawing/2014/main" id="{930C9800-320A-42A0-9418-662DF35315B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5968011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77" name="Flowchart: Connector 8876">
                            <a:extLst>
                              <a:ext uri="{FF2B5EF4-FFF2-40B4-BE49-F238E27FC236}">
                                <a16:creationId xmlns:a16="http://schemas.microsoft.com/office/drawing/2014/main" id="{37E0A0D5-7B15-49B1-84EC-8738E298D9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78" name="3D Model 8877" descr="Sphere">
                                <a:extLst>
                                  <a:ext uri="{FF2B5EF4-FFF2-40B4-BE49-F238E27FC236}">
                                    <a16:creationId xmlns:a16="http://schemas.microsoft.com/office/drawing/2014/main" id="{61BDF47E-60C3-409F-B2C4-3B37330A61E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7858942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79" name="Flowchart: Connector 8878">
                            <a:extLst>
                              <a:ext uri="{FF2B5EF4-FFF2-40B4-BE49-F238E27FC236}">
                                <a16:creationId xmlns:a16="http://schemas.microsoft.com/office/drawing/2014/main" id="{09633522-70E9-4721-8B8F-11F7D2E3DB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80" name="3D Model 8879" descr="Sphere">
                                <a:extLst>
                                  <a:ext uri="{FF2B5EF4-FFF2-40B4-BE49-F238E27FC236}">
                                    <a16:creationId xmlns:a16="http://schemas.microsoft.com/office/drawing/2014/main" id="{B730E415-4C19-475D-AE80-02224ABD888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4285116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81" name="Flowchart: Connector 8880">
                            <a:extLst>
                              <a:ext uri="{FF2B5EF4-FFF2-40B4-BE49-F238E27FC236}">
                                <a16:creationId xmlns:a16="http://schemas.microsoft.com/office/drawing/2014/main" id="{ADE53843-D613-4ECC-942D-C56FC4CA6A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82" name="3D Model 8881" descr="Sphere">
                                <a:extLst>
                                  <a:ext uri="{FF2B5EF4-FFF2-40B4-BE49-F238E27FC236}">
                                    <a16:creationId xmlns:a16="http://schemas.microsoft.com/office/drawing/2014/main" id="{F311CE27-E225-45F5-9004-D87B67DF555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446341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834" name="Group 8833">
                          <a:extLst>
                            <a:ext uri="{FF2B5EF4-FFF2-40B4-BE49-F238E27FC236}">
                              <a16:creationId xmlns:a16="http://schemas.microsoft.com/office/drawing/2014/main" id="{BD5F8DF7-9440-4C7E-940A-18D43D02A9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8851" name="Flowchart: Connector 8850">
                            <a:extLst>
                              <a:ext uri="{FF2B5EF4-FFF2-40B4-BE49-F238E27FC236}">
                                <a16:creationId xmlns:a16="http://schemas.microsoft.com/office/drawing/2014/main" id="{CE275E4A-8880-4FCD-AA33-1F977521857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52" name="Flowchart: Connector 8851">
                            <a:extLst>
                              <a:ext uri="{FF2B5EF4-FFF2-40B4-BE49-F238E27FC236}">
                                <a16:creationId xmlns:a16="http://schemas.microsoft.com/office/drawing/2014/main" id="{E4EA5777-C265-4724-A029-2654E46E40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53" name="Flowchart: Connector 8852">
                            <a:extLst>
                              <a:ext uri="{FF2B5EF4-FFF2-40B4-BE49-F238E27FC236}">
                                <a16:creationId xmlns:a16="http://schemas.microsoft.com/office/drawing/2014/main" id="{2D007F78-2E4B-4BD1-AF6F-BD16FC3DEA0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54" name="Flowchart: Connector 8853">
                            <a:extLst>
                              <a:ext uri="{FF2B5EF4-FFF2-40B4-BE49-F238E27FC236}">
                                <a16:creationId xmlns:a16="http://schemas.microsoft.com/office/drawing/2014/main" id="{22751497-C74A-472E-A399-8EF450B9059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55" name="Flowchart: Connector 8854">
                            <a:extLst>
                              <a:ext uri="{FF2B5EF4-FFF2-40B4-BE49-F238E27FC236}">
                                <a16:creationId xmlns:a16="http://schemas.microsoft.com/office/drawing/2014/main" id="{7BC4D250-59FC-4E81-BAA5-77D3579728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56" name="Flowchart: Connector 8855">
                            <a:extLst>
                              <a:ext uri="{FF2B5EF4-FFF2-40B4-BE49-F238E27FC236}">
                                <a16:creationId xmlns:a16="http://schemas.microsoft.com/office/drawing/2014/main" id="{AECB4392-3066-44B8-B020-9E823E5B87A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57" name="Flowchart: Connector 8856">
                            <a:extLst>
                              <a:ext uri="{FF2B5EF4-FFF2-40B4-BE49-F238E27FC236}">
                                <a16:creationId xmlns:a16="http://schemas.microsoft.com/office/drawing/2014/main" id="{67ABB5EB-E192-4DBD-A9AF-79C89E0F25D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58" name="Flowchart: Connector 8857">
                            <a:extLst>
                              <a:ext uri="{FF2B5EF4-FFF2-40B4-BE49-F238E27FC236}">
                                <a16:creationId xmlns:a16="http://schemas.microsoft.com/office/drawing/2014/main" id="{3885AA86-3244-4B45-A9FE-9B25C8E3A87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59" name="Flowchart: Connector 8858">
                            <a:extLst>
                              <a:ext uri="{FF2B5EF4-FFF2-40B4-BE49-F238E27FC236}">
                                <a16:creationId xmlns:a16="http://schemas.microsoft.com/office/drawing/2014/main" id="{63A22BCD-B1ED-4440-8615-F4A38CCCDC0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60" name="3D Model 8859" descr="Sphere">
                                <a:extLst>
                                  <a:ext uri="{FF2B5EF4-FFF2-40B4-BE49-F238E27FC236}">
                                    <a16:creationId xmlns:a16="http://schemas.microsoft.com/office/drawing/2014/main" id="{D889BA88-3F49-4557-BE9C-1A866A7CF78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38292741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61" name="Flowchart: Connector 8860">
                            <a:extLst>
                              <a:ext uri="{FF2B5EF4-FFF2-40B4-BE49-F238E27FC236}">
                                <a16:creationId xmlns:a16="http://schemas.microsoft.com/office/drawing/2014/main" id="{24AF5A12-1EAF-4752-9BEC-9866846139A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62" name="3D Model 8861" descr="Sphere">
                                <a:extLst>
                                  <a:ext uri="{FF2B5EF4-FFF2-40B4-BE49-F238E27FC236}">
                                    <a16:creationId xmlns:a16="http://schemas.microsoft.com/office/drawing/2014/main" id="{9C45E1B6-A187-4A4F-9CD1-F2A6932795D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5218634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63" name="Flowchart: Connector 8862">
                            <a:extLst>
                              <a:ext uri="{FF2B5EF4-FFF2-40B4-BE49-F238E27FC236}">
                                <a16:creationId xmlns:a16="http://schemas.microsoft.com/office/drawing/2014/main" id="{5160CA6D-B27D-4592-8825-B95D211BB9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64" name="3D Model 8863" descr="Sphere">
                                <a:extLst>
                                  <a:ext uri="{FF2B5EF4-FFF2-40B4-BE49-F238E27FC236}">
                                    <a16:creationId xmlns:a16="http://schemas.microsoft.com/office/drawing/2014/main" id="{50A27620-A515-4FE1-8681-EB7E569A3CA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1208238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65" name="Flowchart: Connector 8864">
                            <a:extLst>
                              <a:ext uri="{FF2B5EF4-FFF2-40B4-BE49-F238E27FC236}">
                                <a16:creationId xmlns:a16="http://schemas.microsoft.com/office/drawing/2014/main" id="{EB9357A1-49C2-4F63-B21D-F06C03174D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66" name="3D Model 8865" descr="Sphere">
                                <a:extLst>
                                  <a:ext uri="{FF2B5EF4-FFF2-40B4-BE49-F238E27FC236}">
                                    <a16:creationId xmlns:a16="http://schemas.microsoft.com/office/drawing/2014/main" id="{BFAF9D6A-8F09-4CBD-9948-47906408884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7263501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835" name="Flowchart: Connector 8834">
                          <a:extLst>
                            <a:ext uri="{FF2B5EF4-FFF2-40B4-BE49-F238E27FC236}">
                              <a16:creationId xmlns:a16="http://schemas.microsoft.com/office/drawing/2014/main" id="{F8D9F46F-063D-4931-96B7-8B1A4ACED32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36" name="Flowchart: Connector 8835">
                          <a:extLst>
                            <a:ext uri="{FF2B5EF4-FFF2-40B4-BE49-F238E27FC236}">
                              <a16:creationId xmlns:a16="http://schemas.microsoft.com/office/drawing/2014/main" id="{EC42C3D2-FE2D-4225-861E-534956D8412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37" name="Flowchart: Connector 8836">
                          <a:extLst>
                            <a:ext uri="{FF2B5EF4-FFF2-40B4-BE49-F238E27FC236}">
                              <a16:creationId xmlns:a16="http://schemas.microsoft.com/office/drawing/2014/main" id="{D35B4CDA-DB4C-4E4C-AB02-2CD4B8B5CA9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38" name="Flowchart: Connector 8837">
                          <a:extLst>
                            <a:ext uri="{FF2B5EF4-FFF2-40B4-BE49-F238E27FC236}">
                              <a16:creationId xmlns:a16="http://schemas.microsoft.com/office/drawing/2014/main" id="{A4877E88-E466-44A2-98AC-76501F43665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39" name="Flowchart: Connector 8838">
                          <a:extLst>
                            <a:ext uri="{FF2B5EF4-FFF2-40B4-BE49-F238E27FC236}">
                              <a16:creationId xmlns:a16="http://schemas.microsoft.com/office/drawing/2014/main" id="{C93A111F-0356-4AAD-9319-D9528247B4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40" name="Flowchart: Connector 8839">
                          <a:extLst>
                            <a:ext uri="{FF2B5EF4-FFF2-40B4-BE49-F238E27FC236}">
                              <a16:creationId xmlns:a16="http://schemas.microsoft.com/office/drawing/2014/main" id="{BFDFAEDB-3FAE-4201-AD30-10A6D3FB146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41" name="Flowchart: Connector 8840">
                          <a:extLst>
                            <a:ext uri="{FF2B5EF4-FFF2-40B4-BE49-F238E27FC236}">
                              <a16:creationId xmlns:a16="http://schemas.microsoft.com/office/drawing/2014/main" id="{79D9880A-3FA8-43CA-9908-47DE43BE4E4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42" name="Flowchart: Connector 8841">
                          <a:extLst>
                            <a:ext uri="{FF2B5EF4-FFF2-40B4-BE49-F238E27FC236}">
                              <a16:creationId xmlns:a16="http://schemas.microsoft.com/office/drawing/2014/main" id="{4C020C91-1589-4943-99E1-17FF7BFC849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43" name="Flowchart: Connector 8842">
                          <a:extLst>
                            <a:ext uri="{FF2B5EF4-FFF2-40B4-BE49-F238E27FC236}">
                              <a16:creationId xmlns:a16="http://schemas.microsoft.com/office/drawing/2014/main" id="{0F33E9F5-B622-4A83-967E-B864A9BAC18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844" name="3D Model 8843" descr="Sphere">
                              <a:extLst>
                                <a:ext uri="{FF2B5EF4-FFF2-40B4-BE49-F238E27FC236}">
                                  <a16:creationId xmlns:a16="http://schemas.microsoft.com/office/drawing/2014/main" id="{5C8D2A34-24D1-40E2-9FBC-CC4093256A3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93893908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845" name="Flowchart: Connector 8844">
                          <a:extLst>
                            <a:ext uri="{FF2B5EF4-FFF2-40B4-BE49-F238E27FC236}">
                              <a16:creationId xmlns:a16="http://schemas.microsoft.com/office/drawing/2014/main" id="{3ABB984E-AC7E-444D-BA8C-1871BCF987C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846" name="3D Model 8845" descr="Sphere">
                              <a:extLst>
                                <a:ext uri="{FF2B5EF4-FFF2-40B4-BE49-F238E27FC236}">
                                  <a16:creationId xmlns:a16="http://schemas.microsoft.com/office/drawing/2014/main" id="{C29E8B3A-B14D-499E-8A42-7C932D3A5E2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76659673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847" name="Flowchart: Connector 8846">
                          <a:extLst>
                            <a:ext uri="{FF2B5EF4-FFF2-40B4-BE49-F238E27FC236}">
                              <a16:creationId xmlns:a16="http://schemas.microsoft.com/office/drawing/2014/main" id="{C8FA0162-EF6C-4C32-99E8-4303C57F74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848" name="3D Model 8847" descr="Sphere">
                              <a:extLst>
                                <a:ext uri="{FF2B5EF4-FFF2-40B4-BE49-F238E27FC236}">
                                  <a16:creationId xmlns:a16="http://schemas.microsoft.com/office/drawing/2014/main" id="{76780083-C809-4122-81DE-9D4F9B0488B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38354842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849" name="Flowchart: Connector 8848">
                          <a:extLst>
                            <a:ext uri="{FF2B5EF4-FFF2-40B4-BE49-F238E27FC236}">
                              <a16:creationId xmlns:a16="http://schemas.microsoft.com/office/drawing/2014/main" id="{0F2A7CBE-7C51-42C4-8DDE-39EC3896A7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850" name="3D Model 8849" descr="Sphere">
                              <a:extLst>
                                <a:ext uri="{FF2B5EF4-FFF2-40B4-BE49-F238E27FC236}">
                                  <a16:creationId xmlns:a16="http://schemas.microsoft.com/office/drawing/2014/main" id="{08CA5D7B-7A56-4E63-9141-5DC72FD0921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18366103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8686" name="Group 8685">
                      <a:extLst>
                        <a:ext uri="{FF2B5EF4-FFF2-40B4-BE49-F238E27FC236}">
                          <a16:creationId xmlns:a16="http://schemas.microsoft.com/office/drawing/2014/main" id="{772FF422-FB69-46EC-B86C-03DE0EFEC30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8827" name="Flowchart: Connector 8826">
                        <a:extLst>
                          <a:ext uri="{FF2B5EF4-FFF2-40B4-BE49-F238E27FC236}">
                            <a16:creationId xmlns:a16="http://schemas.microsoft.com/office/drawing/2014/main" id="{B10D0BFB-5444-4B0D-ABD3-D01A86B2D53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828" name="Flowchart: Connector 8827">
                        <a:extLst>
                          <a:ext uri="{FF2B5EF4-FFF2-40B4-BE49-F238E27FC236}">
                            <a16:creationId xmlns:a16="http://schemas.microsoft.com/office/drawing/2014/main" id="{40AD036C-5368-402D-B582-4BA1FF2AD24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829" name="Flowchart: Connector 8828">
                        <a:extLst>
                          <a:ext uri="{FF2B5EF4-FFF2-40B4-BE49-F238E27FC236}">
                            <a16:creationId xmlns:a16="http://schemas.microsoft.com/office/drawing/2014/main" id="{820617F3-E430-4FF8-A937-15F1C13A103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8687" name="Flowchart: Connector 8686">
                      <a:extLst>
                        <a:ext uri="{FF2B5EF4-FFF2-40B4-BE49-F238E27FC236}">
                          <a16:creationId xmlns:a16="http://schemas.microsoft.com/office/drawing/2014/main" id="{97EED21A-93F7-4A74-9FEA-51ED85C0973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8688" name="Flowchart: Connector 8687">
                      <a:extLst>
                        <a:ext uri="{FF2B5EF4-FFF2-40B4-BE49-F238E27FC236}">
                          <a16:creationId xmlns:a16="http://schemas.microsoft.com/office/drawing/2014/main" id="{675A3704-D769-47AE-98E1-A6EDE91589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8689" name="Group 8688">
                      <a:extLst>
                        <a:ext uri="{FF2B5EF4-FFF2-40B4-BE49-F238E27FC236}">
                          <a16:creationId xmlns:a16="http://schemas.microsoft.com/office/drawing/2014/main" id="{5C5B257B-413A-4456-BF5E-03D038EBF81B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8824" name="Flowchart: Connector 8823">
                        <a:extLst>
                          <a:ext uri="{FF2B5EF4-FFF2-40B4-BE49-F238E27FC236}">
                            <a16:creationId xmlns:a16="http://schemas.microsoft.com/office/drawing/2014/main" id="{55705BCE-7014-4A41-A530-E3F9FAA0B2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825" name="Flowchart: Connector 8824">
                        <a:extLst>
                          <a:ext uri="{FF2B5EF4-FFF2-40B4-BE49-F238E27FC236}">
                            <a16:creationId xmlns:a16="http://schemas.microsoft.com/office/drawing/2014/main" id="{EA9EF74F-03CE-476A-8625-A1BBE1071A2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826" name="Flowchart: Connector 8825">
                        <a:extLst>
                          <a:ext uri="{FF2B5EF4-FFF2-40B4-BE49-F238E27FC236}">
                            <a16:creationId xmlns:a16="http://schemas.microsoft.com/office/drawing/2014/main" id="{11543F88-CCAC-4F24-A778-18F9FF0E60E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8690" name="Group 8689">
                      <a:extLst>
                        <a:ext uri="{FF2B5EF4-FFF2-40B4-BE49-F238E27FC236}">
                          <a16:creationId xmlns:a16="http://schemas.microsoft.com/office/drawing/2014/main" id="{E775BF31-BB2F-4C90-BC5D-BB94BDB9BB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8759" name="Group 8758">
                        <a:extLst>
                          <a:ext uri="{FF2B5EF4-FFF2-40B4-BE49-F238E27FC236}">
                            <a16:creationId xmlns:a16="http://schemas.microsoft.com/office/drawing/2014/main" id="{698AB89B-ACCF-4EE0-A484-077BE298FB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8820" name="Flowchart: Connector 8819">
                          <a:extLst>
                            <a:ext uri="{FF2B5EF4-FFF2-40B4-BE49-F238E27FC236}">
                              <a16:creationId xmlns:a16="http://schemas.microsoft.com/office/drawing/2014/main" id="{EE69B10A-A140-4240-90CD-3A8E55E4C7B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21" name="Flowchart: Connector 8820">
                          <a:extLst>
                            <a:ext uri="{FF2B5EF4-FFF2-40B4-BE49-F238E27FC236}">
                              <a16:creationId xmlns:a16="http://schemas.microsoft.com/office/drawing/2014/main" id="{3CDAFE82-D50C-43CF-B60A-7061127F377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22" name="Flowchart: Connector 8821">
                          <a:extLst>
                            <a:ext uri="{FF2B5EF4-FFF2-40B4-BE49-F238E27FC236}">
                              <a16:creationId xmlns:a16="http://schemas.microsoft.com/office/drawing/2014/main" id="{AAF01918-6324-4FFC-9644-E0FC3BB5C07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823" name="Flowchart: Connector 8822">
                          <a:extLst>
                            <a:ext uri="{FF2B5EF4-FFF2-40B4-BE49-F238E27FC236}">
                              <a16:creationId xmlns:a16="http://schemas.microsoft.com/office/drawing/2014/main" id="{442DB3C0-B0F5-4AFB-927C-1087CBFE1E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8760" name="Group 8759">
                        <a:extLst>
                          <a:ext uri="{FF2B5EF4-FFF2-40B4-BE49-F238E27FC236}">
                            <a16:creationId xmlns:a16="http://schemas.microsoft.com/office/drawing/2014/main" id="{E9F6BF82-A8E5-4E55-8C1D-731DE58842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8761" name="Group 8760">
                          <a:extLst>
                            <a:ext uri="{FF2B5EF4-FFF2-40B4-BE49-F238E27FC236}">
                              <a16:creationId xmlns:a16="http://schemas.microsoft.com/office/drawing/2014/main" id="{19B43908-CEC2-402F-A767-A6FB8BBD02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8812" name="Flowchart: Connector 8811">
                            <a:extLst>
                              <a:ext uri="{FF2B5EF4-FFF2-40B4-BE49-F238E27FC236}">
                                <a16:creationId xmlns:a16="http://schemas.microsoft.com/office/drawing/2014/main" id="{AE4250EF-332E-4539-9E98-FD6A585D741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13" name="3D Model 8812" descr="Sphere">
                                <a:extLst>
                                  <a:ext uri="{FF2B5EF4-FFF2-40B4-BE49-F238E27FC236}">
                                    <a16:creationId xmlns:a16="http://schemas.microsoft.com/office/drawing/2014/main" id="{2845D6CF-74A7-43BA-B364-16539A64488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1978076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14" name="Flowchart: Connector 8813">
                            <a:extLst>
                              <a:ext uri="{FF2B5EF4-FFF2-40B4-BE49-F238E27FC236}">
                                <a16:creationId xmlns:a16="http://schemas.microsoft.com/office/drawing/2014/main" id="{1513B917-8949-4801-935E-640A29CD58A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15" name="3D Model 8814" descr="Sphere">
                                <a:extLst>
                                  <a:ext uri="{FF2B5EF4-FFF2-40B4-BE49-F238E27FC236}">
                                    <a16:creationId xmlns:a16="http://schemas.microsoft.com/office/drawing/2014/main" id="{D278B05F-ACD8-4CB2-853A-428A81B21A1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7905135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16" name="Flowchart: Connector 8815">
                            <a:extLst>
                              <a:ext uri="{FF2B5EF4-FFF2-40B4-BE49-F238E27FC236}">
                                <a16:creationId xmlns:a16="http://schemas.microsoft.com/office/drawing/2014/main" id="{76A9C8C4-F43D-4F0E-9161-0B42FABFF6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17" name="3D Model 8816" descr="Sphere">
                                <a:extLst>
                                  <a:ext uri="{FF2B5EF4-FFF2-40B4-BE49-F238E27FC236}">
                                    <a16:creationId xmlns:a16="http://schemas.microsoft.com/office/drawing/2014/main" id="{36ADA92E-D3FF-414B-AD9A-DE9D9657C8C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7390096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18" name="Flowchart: Connector 8817">
                            <a:extLst>
                              <a:ext uri="{FF2B5EF4-FFF2-40B4-BE49-F238E27FC236}">
                                <a16:creationId xmlns:a16="http://schemas.microsoft.com/office/drawing/2014/main" id="{78601497-5886-4A7F-9E7D-1D4CEE4F65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19" name="3D Model 8818" descr="Sphere">
                                <a:extLst>
                                  <a:ext uri="{FF2B5EF4-FFF2-40B4-BE49-F238E27FC236}">
                                    <a16:creationId xmlns:a16="http://schemas.microsoft.com/office/drawing/2014/main" id="{5D8BA45B-243F-4EAA-93FF-DFCA0B11070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1334069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762" name="Group 8761">
                          <a:extLst>
                            <a:ext uri="{FF2B5EF4-FFF2-40B4-BE49-F238E27FC236}">
                              <a16:creationId xmlns:a16="http://schemas.microsoft.com/office/drawing/2014/main" id="{63F01EBF-C5F8-485F-B1DD-928B8270FF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8796" name="Flowchart: Connector 8795">
                            <a:extLst>
                              <a:ext uri="{FF2B5EF4-FFF2-40B4-BE49-F238E27FC236}">
                                <a16:creationId xmlns:a16="http://schemas.microsoft.com/office/drawing/2014/main" id="{F20629E4-9450-4D2A-9E55-AEEBEC52D44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97" name="Flowchart: Connector 8796">
                            <a:extLst>
                              <a:ext uri="{FF2B5EF4-FFF2-40B4-BE49-F238E27FC236}">
                                <a16:creationId xmlns:a16="http://schemas.microsoft.com/office/drawing/2014/main" id="{FA4417F6-FC2D-4D0C-887C-EC10D0319E0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98" name="Flowchart: Connector 8797">
                            <a:extLst>
                              <a:ext uri="{FF2B5EF4-FFF2-40B4-BE49-F238E27FC236}">
                                <a16:creationId xmlns:a16="http://schemas.microsoft.com/office/drawing/2014/main" id="{EC507672-53EB-4E31-8373-8B5551CA2C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99" name="Flowchart: Connector 8798">
                            <a:extLst>
                              <a:ext uri="{FF2B5EF4-FFF2-40B4-BE49-F238E27FC236}">
                                <a16:creationId xmlns:a16="http://schemas.microsoft.com/office/drawing/2014/main" id="{C0D318E2-A1BC-4EDF-B4DE-5DE104A40C5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00" name="Flowchart: Connector 8799">
                            <a:extLst>
                              <a:ext uri="{FF2B5EF4-FFF2-40B4-BE49-F238E27FC236}">
                                <a16:creationId xmlns:a16="http://schemas.microsoft.com/office/drawing/2014/main" id="{A666E2EB-97AE-429B-8BF6-866643A43FA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01" name="Flowchart: Connector 8800">
                            <a:extLst>
                              <a:ext uri="{FF2B5EF4-FFF2-40B4-BE49-F238E27FC236}">
                                <a16:creationId xmlns:a16="http://schemas.microsoft.com/office/drawing/2014/main" id="{9D0DEAE1-0F00-4607-A506-1546DEFA19C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02" name="Flowchart: Connector 8801">
                            <a:extLst>
                              <a:ext uri="{FF2B5EF4-FFF2-40B4-BE49-F238E27FC236}">
                                <a16:creationId xmlns:a16="http://schemas.microsoft.com/office/drawing/2014/main" id="{319ABCA4-CF57-432D-AC70-5796C3AE7C6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03" name="Flowchart: Connector 8802">
                            <a:extLst>
                              <a:ext uri="{FF2B5EF4-FFF2-40B4-BE49-F238E27FC236}">
                                <a16:creationId xmlns:a16="http://schemas.microsoft.com/office/drawing/2014/main" id="{7977E9DB-AA6B-4191-8F02-8AD74CC20E2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804" name="Flowchart: Connector 8803">
                            <a:extLst>
                              <a:ext uri="{FF2B5EF4-FFF2-40B4-BE49-F238E27FC236}">
                                <a16:creationId xmlns:a16="http://schemas.microsoft.com/office/drawing/2014/main" id="{FE4060DB-A1DE-43E2-B648-0085446E1CB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05" name="3D Model 8804" descr="Sphere">
                                <a:extLst>
                                  <a:ext uri="{FF2B5EF4-FFF2-40B4-BE49-F238E27FC236}">
                                    <a16:creationId xmlns:a16="http://schemas.microsoft.com/office/drawing/2014/main" id="{9B68B725-6677-43DE-87DF-B5662C9A0BC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5352689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06" name="Flowchart: Connector 8805">
                            <a:extLst>
                              <a:ext uri="{FF2B5EF4-FFF2-40B4-BE49-F238E27FC236}">
                                <a16:creationId xmlns:a16="http://schemas.microsoft.com/office/drawing/2014/main" id="{EF4263C8-E9B7-47C6-9B74-6538F29128A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07" name="3D Model 8806" descr="Sphere">
                                <a:extLst>
                                  <a:ext uri="{FF2B5EF4-FFF2-40B4-BE49-F238E27FC236}">
                                    <a16:creationId xmlns:a16="http://schemas.microsoft.com/office/drawing/2014/main" id="{E867187B-D38F-4E2B-8E1F-A71DE1187EB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8818309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08" name="Flowchart: Connector 8807">
                            <a:extLst>
                              <a:ext uri="{FF2B5EF4-FFF2-40B4-BE49-F238E27FC236}">
                                <a16:creationId xmlns:a16="http://schemas.microsoft.com/office/drawing/2014/main" id="{5517A1B0-379F-4360-8B98-C3BA7649DCE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09" name="3D Model 8808" descr="Sphere">
                                <a:extLst>
                                  <a:ext uri="{FF2B5EF4-FFF2-40B4-BE49-F238E27FC236}">
                                    <a16:creationId xmlns:a16="http://schemas.microsoft.com/office/drawing/2014/main" id="{5DC2948A-972E-48FB-ABC9-8D2CB8EAFCC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0577397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810" name="Flowchart: Connector 8809">
                            <a:extLst>
                              <a:ext uri="{FF2B5EF4-FFF2-40B4-BE49-F238E27FC236}">
                                <a16:creationId xmlns:a16="http://schemas.microsoft.com/office/drawing/2014/main" id="{DE9CCF43-3626-4F74-8A89-55747ACAA6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811" name="3D Model 8810" descr="Sphere">
                                <a:extLst>
                                  <a:ext uri="{FF2B5EF4-FFF2-40B4-BE49-F238E27FC236}">
                                    <a16:creationId xmlns:a16="http://schemas.microsoft.com/office/drawing/2014/main" id="{C3E06FEA-F601-4C8F-96E1-D0BC12C44A5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1278191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8763" name="Group 8762">
                          <a:extLst>
                            <a:ext uri="{FF2B5EF4-FFF2-40B4-BE49-F238E27FC236}">
                              <a16:creationId xmlns:a16="http://schemas.microsoft.com/office/drawing/2014/main" id="{152DD09E-CF0C-4F65-808B-BD1BC7B0CA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8780" name="Flowchart: Connector 8779">
                            <a:extLst>
                              <a:ext uri="{FF2B5EF4-FFF2-40B4-BE49-F238E27FC236}">
                                <a16:creationId xmlns:a16="http://schemas.microsoft.com/office/drawing/2014/main" id="{2A10D5E6-1917-4687-8A5E-A8C11262B7D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81" name="Flowchart: Connector 8780">
                            <a:extLst>
                              <a:ext uri="{FF2B5EF4-FFF2-40B4-BE49-F238E27FC236}">
                                <a16:creationId xmlns:a16="http://schemas.microsoft.com/office/drawing/2014/main" id="{784B0DBB-5959-4C5A-959D-349E22726A9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82" name="Flowchart: Connector 8781">
                            <a:extLst>
                              <a:ext uri="{FF2B5EF4-FFF2-40B4-BE49-F238E27FC236}">
                                <a16:creationId xmlns:a16="http://schemas.microsoft.com/office/drawing/2014/main" id="{62885230-5116-4AE3-81D4-07F8FBA744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83" name="Flowchart: Connector 8782">
                            <a:extLst>
                              <a:ext uri="{FF2B5EF4-FFF2-40B4-BE49-F238E27FC236}">
                                <a16:creationId xmlns:a16="http://schemas.microsoft.com/office/drawing/2014/main" id="{0238DDBB-DB8C-4C7E-9797-49282B9794E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84" name="Flowchart: Connector 8783">
                            <a:extLst>
                              <a:ext uri="{FF2B5EF4-FFF2-40B4-BE49-F238E27FC236}">
                                <a16:creationId xmlns:a16="http://schemas.microsoft.com/office/drawing/2014/main" id="{25CACBF0-3882-42EB-B356-FFC59418A67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85" name="Flowchart: Connector 8784">
                            <a:extLst>
                              <a:ext uri="{FF2B5EF4-FFF2-40B4-BE49-F238E27FC236}">
                                <a16:creationId xmlns:a16="http://schemas.microsoft.com/office/drawing/2014/main" id="{BE07CA1E-4844-4E87-9544-D2C74E4D15C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86" name="Flowchart: Connector 8785">
                            <a:extLst>
                              <a:ext uri="{FF2B5EF4-FFF2-40B4-BE49-F238E27FC236}">
                                <a16:creationId xmlns:a16="http://schemas.microsoft.com/office/drawing/2014/main" id="{02E475BB-63B5-4D69-AEC1-55CD9CCB8C9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87" name="Flowchart: Connector 8786">
                            <a:extLst>
                              <a:ext uri="{FF2B5EF4-FFF2-40B4-BE49-F238E27FC236}">
                                <a16:creationId xmlns:a16="http://schemas.microsoft.com/office/drawing/2014/main" id="{AE255FFA-A523-4A78-958E-1941ACE31F4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8788" name="Flowchart: Connector 8787">
                            <a:extLst>
                              <a:ext uri="{FF2B5EF4-FFF2-40B4-BE49-F238E27FC236}">
                                <a16:creationId xmlns:a16="http://schemas.microsoft.com/office/drawing/2014/main" id="{F70D1869-C524-45E6-A93C-65DD11878B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789" name="3D Model 8788" descr="Sphere">
                                <a:extLst>
                                  <a:ext uri="{FF2B5EF4-FFF2-40B4-BE49-F238E27FC236}">
                                    <a16:creationId xmlns:a16="http://schemas.microsoft.com/office/drawing/2014/main" id="{D75AE5DC-A056-48DA-92BD-E0FA55454FE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4484115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790" name="Flowchart: Connector 8789">
                            <a:extLst>
                              <a:ext uri="{FF2B5EF4-FFF2-40B4-BE49-F238E27FC236}">
                                <a16:creationId xmlns:a16="http://schemas.microsoft.com/office/drawing/2014/main" id="{20EB72BF-F1EC-4104-8B6A-B8691185279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791" name="3D Model 8790" descr="Sphere">
                                <a:extLst>
                                  <a:ext uri="{FF2B5EF4-FFF2-40B4-BE49-F238E27FC236}">
                                    <a16:creationId xmlns:a16="http://schemas.microsoft.com/office/drawing/2014/main" id="{721CD90E-11D0-4B0F-8EF0-87714D24A40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0808511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792" name="Flowchart: Connector 8791">
                            <a:extLst>
                              <a:ext uri="{FF2B5EF4-FFF2-40B4-BE49-F238E27FC236}">
                                <a16:creationId xmlns:a16="http://schemas.microsoft.com/office/drawing/2014/main" id="{6B24C104-90CD-4560-A8EF-7997CB031C8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793" name="3D Model 8792" descr="Sphere">
                                <a:extLst>
                                  <a:ext uri="{FF2B5EF4-FFF2-40B4-BE49-F238E27FC236}">
                                    <a16:creationId xmlns:a16="http://schemas.microsoft.com/office/drawing/2014/main" id="{BAC3A6F7-10E1-481A-9BEC-9DCC5791E5B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0828317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8794" name="Flowchart: Connector 8793">
                            <a:extLst>
                              <a:ext uri="{FF2B5EF4-FFF2-40B4-BE49-F238E27FC236}">
                                <a16:creationId xmlns:a16="http://schemas.microsoft.com/office/drawing/2014/main" id="{86C2729A-EF80-4795-961E-A6E8F75C64D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8795" name="3D Model 8794" descr="Sphere">
                                <a:extLst>
                                  <a:ext uri="{FF2B5EF4-FFF2-40B4-BE49-F238E27FC236}">
                                    <a16:creationId xmlns:a16="http://schemas.microsoft.com/office/drawing/2014/main" id="{1108864A-CC2C-42B2-AC34-2F9014B0463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0334400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8764" name="Flowchart: Connector 8763">
                          <a:extLst>
                            <a:ext uri="{FF2B5EF4-FFF2-40B4-BE49-F238E27FC236}">
                              <a16:creationId xmlns:a16="http://schemas.microsoft.com/office/drawing/2014/main" id="{3C83DC8B-538B-4B74-B40F-BE341C63EBE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65" name="Flowchart: Connector 8764">
                          <a:extLst>
                            <a:ext uri="{FF2B5EF4-FFF2-40B4-BE49-F238E27FC236}">
                              <a16:creationId xmlns:a16="http://schemas.microsoft.com/office/drawing/2014/main" id="{40741063-B08E-4610-9F81-284B354230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66" name="Flowchart: Connector 8765">
                          <a:extLst>
                            <a:ext uri="{FF2B5EF4-FFF2-40B4-BE49-F238E27FC236}">
                              <a16:creationId xmlns:a16="http://schemas.microsoft.com/office/drawing/2014/main" id="{CE71D813-DF44-4818-A859-72F885CBAD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67" name="Flowchart: Connector 8766">
                          <a:extLst>
                            <a:ext uri="{FF2B5EF4-FFF2-40B4-BE49-F238E27FC236}">
                              <a16:creationId xmlns:a16="http://schemas.microsoft.com/office/drawing/2014/main" id="{603CA746-3370-4442-8716-52EF48023D5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68" name="Flowchart: Connector 8767">
                          <a:extLst>
                            <a:ext uri="{FF2B5EF4-FFF2-40B4-BE49-F238E27FC236}">
                              <a16:creationId xmlns:a16="http://schemas.microsoft.com/office/drawing/2014/main" id="{3616A4EC-D0FD-453D-ABB1-DF3F58AD421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69" name="Flowchart: Connector 8768">
                          <a:extLst>
                            <a:ext uri="{FF2B5EF4-FFF2-40B4-BE49-F238E27FC236}">
                              <a16:creationId xmlns:a16="http://schemas.microsoft.com/office/drawing/2014/main" id="{A4FFFE32-4AAB-452F-BC84-AFCE9B7B31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70" name="Flowchart: Connector 8769">
                          <a:extLst>
                            <a:ext uri="{FF2B5EF4-FFF2-40B4-BE49-F238E27FC236}">
                              <a16:creationId xmlns:a16="http://schemas.microsoft.com/office/drawing/2014/main" id="{8E871C28-8D95-474E-8598-CB047BDB53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71" name="Flowchart: Connector 8770">
                          <a:extLst>
                            <a:ext uri="{FF2B5EF4-FFF2-40B4-BE49-F238E27FC236}">
                              <a16:creationId xmlns:a16="http://schemas.microsoft.com/office/drawing/2014/main" id="{6145497E-CD74-4444-B1E4-29A56860B72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72" name="Flowchart: Connector 8771">
                          <a:extLst>
                            <a:ext uri="{FF2B5EF4-FFF2-40B4-BE49-F238E27FC236}">
                              <a16:creationId xmlns:a16="http://schemas.microsoft.com/office/drawing/2014/main" id="{0B474F7A-2A0B-492A-A9A2-43ED25267E3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73" name="3D Model 8772" descr="Sphere">
                              <a:extLst>
                                <a:ext uri="{FF2B5EF4-FFF2-40B4-BE49-F238E27FC236}">
                                  <a16:creationId xmlns:a16="http://schemas.microsoft.com/office/drawing/2014/main" id="{572D1871-9DA0-4EE5-AB8D-69322612F3C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5053227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774" name="Flowchart: Connector 8773">
                          <a:extLst>
                            <a:ext uri="{FF2B5EF4-FFF2-40B4-BE49-F238E27FC236}">
                              <a16:creationId xmlns:a16="http://schemas.microsoft.com/office/drawing/2014/main" id="{7FC3303D-8A19-401C-97BF-66743DBE794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75" name="3D Model 8774" descr="Sphere">
                              <a:extLst>
                                <a:ext uri="{FF2B5EF4-FFF2-40B4-BE49-F238E27FC236}">
                                  <a16:creationId xmlns:a16="http://schemas.microsoft.com/office/drawing/2014/main" id="{915A15EE-27BA-4E40-BACF-1C238E7B9E4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62932707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776" name="Flowchart: Connector 8775">
                          <a:extLst>
                            <a:ext uri="{FF2B5EF4-FFF2-40B4-BE49-F238E27FC236}">
                              <a16:creationId xmlns:a16="http://schemas.microsoft.com/office/drawing/2014/main" id="{4C8A1DE4-E6B4-4DA5-AC7F-065AD25A4D5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77" name="3D Model 8776" descr="Sphere">
                              <a:extLst>
                                <a:ext uri="{FF2B5EF4-FFF2-40B4-BE49-F238E27FC236}">
                                  <a16:creationId xmlns:a16="http://schemas.microsoft.com/office/drawing/2014/main" id="{E8A9520C-6632-42BA-826E-7D11F55CD01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18872594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778" name="Flowchart: Connector 8777">
                          <a:extLst>
                            <a:ext uri="{FF2B5EF4-FFF2-40B4-BE49-F238E27FC236}">
                              <a16:creationId xmlns:a16="http://schemas.microsoft.com/office/drawing/2014/main" id="{FBBB38E7-FFE1-4F95-AA86-FC26C49533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79" name="3D Model 8778" descr="Sphere">
                              <a:extLst>
                                <a:ext uri="{FF2B5EF4-FFF2-40B4-BE49-F238E27FC236}">
                                  <a16:creationId xmlns:a16="http://schemas.microsoft.com/office/drawing/2014/main" id="{907FF1DA-C8D3-4E70-8EC3-056F6D7E2FD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94693242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8691" name="Flowchart: Connector 8690">
                      <a:extLst>
                        <a:ext uri="{FF2B5EF4-FFF2-40B4-BE49-F238E27FC236}">
                          <a16:creationId xmlns:a16="http://schemas.microsoft.com/office/drawing/2014/main" id="{79B89697-FE65-4202-9834-ADA204B78C2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692" name="Flowchart: Connector 8691">
                      <a:extLst>
                        <a:ext uri="{FF2B5EF4-FFF2-40B4-BE49-F238E27FC236}">
                          <a16:creationId xmlns:a16="http://schemas.microsoft.com/office/drawing/2014/main" id="{0567ACB2-6DBB-493D-B221-378C09B1ECD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693" name="Flowchart: Connector 8692">
                      <a:extLst>
                        <a:ext uri="{FF2B5EF4-FFF2-40B4-BE49-F238E27FC236}">
                          <a16:creationId xmlns:a16="http://schemas.microsoft.com/office/drawing/2014/main" id="{0D68E1FC-B838-4F49-A8DF-DF4988F0768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694" name="Flowchart: Connector 8693">
                      <a:extLst>
                        <a:ext uri="{FF2B5EF4-FFF2-40B4-BE49-F238E27FC236}">
                          <a16:creationId xmlns:a16="http://schemas.microsoft.com/office/drawing/2014/main" id="{B387BB5C-E873-48BD-A1D9-E57E3C33DBD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695" name="Flowchart: Connector 8694">
                      <a:extLst>
                        <a:ext uri="{FF2B5EF4-FFF2-40B4-BE49-F238E27FC236}">
                          <a16:creationId xmlns:a16="http://schemas.microsoft.com/office/drawing/2014/main" id="{721BEC00-85CE-4DFF-BA9D-E50EA57E8A5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696" name="Flowchart: Connector 8695">
                      <a:extLst>
                        <a:ext uri="{FF2B5EF4-FFF2-40B4-BE49-F238E27FC236}">
                          <a16:creationId xmlns:a16="http://schemas.microsoft.com/office/drawing/2014/main" id="{D1E18A69-77E6-44E3-BCB4-78C780FC0EA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8697" name="Flowchart: Connector 8696">
                      <a:extLst>
                        <a:ext uri="{FF2B5EF4-FFF2-40B4-BE49-F238E27FC236}">
                          <a16:creationId xmlns:a16="http://schemas.microsoft.com/office/drawing/2014/main" id="{06F6FB17-D3FE-4815-A30D-7B1EC17BD71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8698" name="Flowchart: Connector 8697">
                      <a:extLst>
                        <a:ext uri="{FF2B5EF4-FFF2-40B4-BE49-F238E27FC236}">
                          <a16:creationId xmlns:a16="http://schemas.microsoft.com/office/drawing/2014/main" id="{B90DF2B4-C8C4-4464-8DB1-539FB981D7B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8699" name="Group 8698">
                      <a:extLst>
                        <a:ext uri="{FF2B5EF4-FFF2-40B4-BE49-F238E27FC236}">
                          <a16:creationId xmlns:a16="http://schemas.microsoft.com/office/drawing/2014/main" id="{627D38AB-B2D6-4C62-8E37-4B31511307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8700" name="Group 8699">
                        <a:extLst>
                          <a:ext uri="{FF2B5EF4-FFF2-40B4-BE49-F238E27FC236}">
                            <a16:creationId xmlns:a16="http://schemas.microsoft.com/office/drawing/2014/main" id="{322C23C5-F47E-4B3E-9FC6-BAE386D19C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8751" name="Flowchart: Connector 8750">
                          <a:extLst>
                            <a:ext uri="{FF2B5EF4-FFF2-40B4-BE49-F238E27FC236}">
                              <a16:creationId xmlns:a16="http://schemas.microsoft.com/office/drawing/2014/main" id="{063C358C-3E7C-4DE4-B998-F33D862181B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52" name="3D Model 8751" descr="Sphere">
                              <a:extLst>
                                <a:ext uri="{FF2B5EF4-FFF2-40B4-BE49-F238E27FC236}">
                                  <a16:creationId xmlns:a16="http://schemas.microsoft.com/office/drawing/2014/main" id="{6E50047C-8985-4441-8914-6444E834C1B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24294896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753" name="Flowchart: Connector 8752">
                          <a:extLst>
                            <a:ext uri="{FF2B5EF4-FFF2-40B4-BE49-F238E27FC236}">
                              <a16:creationId xmlns:a16="http://schemas.microsoft.com/office/drawing/2014/main" id="{AAF609E3-F8D8-4A20-9CAD-41F25A60502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54" name="3D Model 8753" descr="Sphere">
                              <a:extLst>
                                <a:ext uri="{FF2B5EF4-FFF2-40B4-BE49-F238E27FC236}">
                                  <a16:creationId xmlns:a16="http://schemas.microsoft.com/office/drawing/2014/main" id="{CE88F822-FE21-48B7-A582-B5BD1965450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6510292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755" name="Flowchart: Connector 8754">
                          <a:extLst>
                            <a:ext uri="{FF2B5EF4-FFF2-40B4-BE49-F238E27FC236}">
                              <a16:creationId xmlns:a16="http://schemas.microsoft.com/office/drawing/2014/main" id="{C2F37EF8-2F69-4A72-9128-F5F3EBE5C70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56" name="3D Model 8755" descr="Sphere">
                              <a:extLst>
                                <a:ext uri="{FF2B5EF4-FFF2-40B4-BE49-F238E27FC236}">
                                  <a16:creationId xmlns:a16="http://schemas.microsoft.com/office/drawing/2014/main" id="{31B107BE-C378-4D03-AD88-E508B3DCAD4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8021145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757" name="Flowchart: Connector 8756">
                          <a:extLst>
                            <a:ext uri="{FF2B5EF4-FFF2-40B4-BE49-F238E27FC236}">
                              <a16:creationId xmlns:a16="http://schemas.microsoft.com/office/drawing/2014/main" id="{82D1984F-602E-432E-86A8-956A9E4FE41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58" name="3D Model 8757" descr="Sphere">
                              <a:extLst>
                                <a:ext uri="{FF2B5EF4-FFF2-40B4-BE49-F238E27FC236}">
                                  <a16:creationId xmlns:a16="http://schemas.microsoft.com/office/drawing/2014/main" id="{DF181B32-0B6F-41EC-84F9-75DDC791E38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4385657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8701" name="Group 8700">
                        <a:extLst>
                          <a:ext uri="{FF2B5EF4-FFF2-40B4-BE49-F238E27FC236}">
                            <a16:creationId xmlns:a16="http://schemas.microsoft.com/office/drawing/2014/main" id="{BF14366D-3362-4084-8712-82772C4B82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8735" name="Flowchart: Connector 8734">
                          <a:extLst>
                            <a:ext uri="{FF2B5EF4-FFF2-40B4-BE49-F238E27FC236}">
                              <a16:creationId xmlns:a16="http://schemas.microsoft.com/office/drawing/2014/main" id="{3DF8801F-F1E0-4A5F-8DC8-7324EDE4A27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36" name="Flowchart: Connector 8735">
                          <a:extLst>
                            <a:ext uri="{FF2B5EF4-FFF2-40B4-BE49-F238E27FC236}">
                              <a16:creationId xmlns:a16="http://schemas.microsoft.com/office/drawing/2014/main" id="{17A4AF4A-62DE-4B07-AE22-1F212BE680C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37" name="Flowchart: Connector 8736">
                          <a:extLst>
                            <a:ext uri="{FF2B5EF4-FFF2-40B4-BE49-F238E27FC236}">
                              <a16:creationId xmlns:a16="http://schemas.microsoft.com/office/drawing/2014/main" id="{8381D8BA-6C61-4E6C-B661-B4BC1E9B886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38" name="Flowchart: Connector 8737">
                          <a:extLst>
                            <a:ext uri="{FF2B5EF4-FFF2-40B4-BE49-F238E27FC236}">
                              <a16:creationId xmlns:a16="http://schemas.microsoft.com/office/drawing/2014/main" id="{B0F48A10-74F3-486A-9BA8-4D63D44AB88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39" name="Flowchart: Connector 8738">
                          <a:extLst>
                            <a:ext uri="{FF2B5EF4-FFF2-40B4-BE49-F238E27FC236}">
                              <a16:creationId xmlns:a16="http://schemas.microsoft.com/office/drawing/2014/main" id="{826E9B82-C270-48F4-8034-5EF8C1F67E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40" name="Flowchart: Connector 8739">
                          <a:extLst>
                            <a:ext uri="{FF2B5EF4-FFF2-40B4-BE49-F238E27FC236}">
                              <a16:creationId xmlns:a16="http://schemas.microsoft.com/office/drawing/2014/main" id="{D433EBEE-18E9-4DAE-BB2D-2B9EF857CE6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41" name="Flowchart: Connector 8740">
                          <a:extLst>
                            <a:ext uri="{FF2B5EF4-FFF2-40B4-BE49-F238E27FC236}">
                              <a16:creationId xmlns:a16="http://schemas.microsoft.com/office/drawing/2014/main" id="{95627442-C9C6-4B69-B29C-72DD24B590B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42" name="Flowchart: Connector 8741">
                          <a:extLst>
                            <a:ext uri="{FF2B5EF4-FFF2-40B4-BE49-F238E27FC236}">
                              <a16:creationId xmlns:a16="http://schemas.microsoft.com/office/drawing/2014/main" id="{7B783FB7-73FB-4789-AD4C-409EF0CC108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43" name="Flowchart: Connector 8742">
                          <a:extLst>
                            <a:ext uri="{FF2B5EF4-FFF2-40B4-BE49-F238E27FC236}">
                              <a16:creationId xmlns:a16="http://schemas.microsoft.com/office/drawing/2014/main" id="{6C475BDB-7127-44C7-9F3E-BAB84B852F4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44" name="3D Model 8743" descr="Sphere">
                              <a:extLst>
                                <a:ext uri="{FF2B5EF4-FFF2-40B4-BE49-F238E27FC236}">
                                  <a16:creationId xmlns:a16="http://schemas.microsoft.com/office/drawing/2014/main" id="{C58603AF-AD8D-4376-9815-19C77055BBD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73674164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745" name="Flowchart: Connector 8744">
                          <a:extLst>
                            <a:ext uri="{FF2B5EF4-FFF2-40B4-BE49-F238E27FC236}">
                              <a16:creationId xmlns:a16="http://schemas.microsoft.com/office/drawing/2014/main" id="{403E3B3B-943C-4D34-9DDB-A2586DF707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46" name="3D Model 8745" descr="Sphere">
                              <a:extLst>
                                <a:ext uri="{FF2B5EF4-FFF2-40B4-BE49-F238E27FC236}">
                                  <a16:creationId xmlns:a16="http://schemas.microsoft.com/office/drawing/2014/main" id="{A738A077-C0A1-48C2-BF19-E6017F4F508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2906024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747" name="Flowchart: Connector 8746">
                          <a:extLst>
                            <a:ext uri="{FF2B5EF4-FFF2-40B4-BE49-F238E27FC236}">
                              <a16:creationId xmlns:a16="http://schemas.microsoft.com/office/drawing/2014/main" id="{955AD874-085F-4A81-BA5D-DF92ADF83FC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48" name="3D Model 8747" descr="Sphere">
                              <a:extLst>
                                <a:ext uri="{FF2B5EF4-FFF2-40B4-BE49-F238E27FC236}">
                                  <a16:creationId xmlns:a16="http://schemas.microsoft.com/office/drawing/2014/main" id="{DC4ED52C-A980-45A5-9F6D-C2C3FDBFBAE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6939806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749" name="Flowchart: Connector 8748">
                          <a:extLst>
                            <a:ext uri="{FF2B5EF4-FFF2-40B4-BE49-F238E27FC236}">
                              <a16:creationId xmlns:a16="http://schemas.microsoft.com/office/drawing/2014/main" id="{919FDC06-A041-4B11-AA07-1EB0F5E0F90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50" name="3D Model 8749" descr="Sphere">
                              <a:extLst>
                                <a:ext uri="{FF2B5EF4-FFF2-40B4-BE49-F238E27FC236}">
                                  <a16:creationId xmlns:a16="http://schemas.microsoft.com/office/drawing/2014/main" id="{ACCA4E79-72DD-44BA-B244-C8010D2BBC4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2147303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8702" name="Group 8701">
                        <a:extLst>
                          <a:ext uri="{FF2B5EF4-FFF2-40B4-BE49-F238E27FC236}">
                            <a16:creationId xmlns:a16="http://schemas.microsoft.com/office/drawing/2014/main" id="{305BDCA8-9E9F-486C-B48A-5F43D96D265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8719" name="Flowchart: Connector 8718">
                          <a:extLst>
                            <a:ext uri="{FF2B5EF4-FFF2-40B4-BE49-F238E27FC236}">
                              <a16:creationId xmlns:a16="http://schemas.microsoft.com/office/drawing/2014/main" id="{0048A00D-F3D2-4DEE-B01B-283638A2181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20" name="Flowchart: Connector 8719">
                          <a:extLst>
                            <a:ext uri="{FF2B5EF4-FFF2-40B4-BE49-F238E27FC236}">
                              <a16:creationId xmlns:a16="http://schemas.microsoft.com/office/drawing/2014/main" id="{E2B528CD-8CB9-4D39-8E2A-1A0ED071A15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21" name="Flowchart: Connector 8720">
                          <a:extLst>
                            <a:ext uri="{FF2B5EF4-FFF2-40B4-BE49-F238E27FC236}">
                              <a16:creationId xmlns:a16="http://schemas.microsoft.com/office/drawing/2014/main" id="{DE42D717-36FD-4047-98BB-E460106E52D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22" name="Flowchart: Connector 8721">
                          <a:extLst>
                            <a:ext uri="{FF2B5EF4-FFF2-40B4-BE49-F238E27FC236}">
                              <a16:creationId xmlns:a16="http://schemas.microsoft.com/office/drawing/2014/main" id="{D36F5A86-98CE-4CD7-AEBC-A746C3CF4CD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23" name="Flowchart: Connector 8722">
                          <a:extLst>
                            <a:ext uri="{FF2B5EF4-FFF2-40B4-BE49-F238E27FC236}">
                              <a16:creationId xmlns:a16="http://schemas.microsoft.com/office/drawing/2014/main" id="{E9BB99A4-6D86-433E-9285-C9FE73E45B6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24" name="Flowchart: Connector 8723">
                          <a:extLst>
                            <a:ext uri="{FF2B5EF4-FFF2-40B4-BE49-F238E27FC236}">
                              <a16:creationId xmlns:a16="http://schemas.microsoft.com/office/drawing/2014/main" id="{699837CB-7BD0-424B-A3C8-54B07519DC8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25" name="Flowchart: Connector 8724">
                          <a:extLst>
                            <a:ext uri="{FF2B5EF4-FFF2-40B4-BE49-F238E27FC236}">
                              <a16:creationId xmlns:a16="http://schemas.microsoft.com/office/drawing/2014/main" id="{101BCDC4-10C5-4CAF-B311-7619F66280F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26" name="Flowchart: Connector 8725">
                          <a:extLst>
                            <a:ext uri="{FF2B5EF4-FFF2-40B4-BE49-F238E27FC236}">
                              <a16:creationId xmlns:a16="http://schemas.microsoft.com/office/drawing/2014/main" id="{C8750A9D-9044-4006-A7B9-EA44CF98A80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8727" name="Flowchart: Connector 8726">
                          <a:extLst>
                            <a:ext uri="{FF2B5EF4-FFF2-40B4-BE49-F238E27FC236}">
                              <a16:creationId xmlns:a16="http://schemas.microsoft.com/office/drawing/2014/main" id="{41463981-9BF8-4C26-A45D-56772C0BA4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28" name="3D Model 8727" descr="Sphere">
                              <a:extLst>
                                <a:ext uri="{FF2B5EF4-FFF2-40B4-BE49-F238E27FC236}">
                                  <a16:creationId xmlns:a16="http://schemas.microsoft.com/office/drawing/2014/main" id="{1C710A0D-9CAE-4A85-99A4-A227B1954BB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08086019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729" name="Flowchart: Connector 8728">
                          <a:extLst>
                            <a:ext uri="{FF2B5EF4-FFF2-40B4-BE49-F238E27FC236}">
                              <a16:creationId xmlns:a16="http://schemas.microsoft.com/office/drawing/2014/main" id="{D001B7A6-8877-44CB-A4DB-3420ED40826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30" name="3D Model 8729" descr="Sphere">
                              <a:extLst>
                                <a:ext uri="{FF2B5EF4-FFF2-40B4-BE49-F238E27FC236}">
                                  <a16:creationId xmlns:a16="http://schemas.microsoft.com/office/drawing/2014/main" id="{D3E33599-E30E-455A-92B4-F7A1BE3A7E7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2939025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731" name="Flowchart: Connector 8730">
                          <a:extLst>
                            <a:ext uri="{FF2B5EF4-FFF2-40B4-BE49-F238E27FC236}">
                              <a16:creationId xmlns:a16="http://schemas.microsoft.com/office/drawing/2014/main" id="{F50D4BC7-EEE7-4DAB-8E18-41FE881C021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32" name="3D Model 8731" descr="Sphere">
                              <a:extLst>
                                <a:ext uri="{FF2B5EF4-FFF2-40B4-BE49-F238E27FC236}">
                                  <a16:creationId xmlns:a16="http://schemas.microsoft.com/office/drawing/2014/main" id="{1A0651E6-D3BC-478A-9DE4-1747C6B7265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0972024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8733" name="Flowchart: Connector 8732">
                          <a:extLst>
                            <a:ext uri="{FF2B5EF4-FFF2-40B4-BE49-F238E27FC236}">
                              <a16:creationId xmlns:a16="http://schemas.microsoft.com/office/drawing/2014/main" id="{7730230C-90C9-4361-923E-34E2130DC63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8734" name="3D Model 8733" descr="Sphere">
                              <a:extLst>
                                <a:ext uri="{FF2B5EF4-FFF2-40B4-BE49-F238E27FC236}">
                                  <a16:creationId xmlns:a16="http://schemas.microsoft.com/office/drawing/2014/main" id="{3E6BF79B-BDAA-4D11-8E16-4F1FB5C403B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9069520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8703" name="Flowchart: Connector 8702">
                        <a:extLst>
                          <a:ext uri="{FF2B5EF4-FFF2-40B4-BE49-F238E27FC236}">
                            <a16:creationId xmlns:a16="http://schemas.microsoft.com/office/drawing/2014/main" id="{E1B54F65-DFD3-4051-A004-8748C0D7BD7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704" name="Flowchart: Connector 8703">
                        <a:extLst>
                          <a:ext uri="{FF2B5EF4-FFF2-40B4-BE49-F238E27FC236}">
                            <a16:creationId xmlns:a16="http://schemas.microsoft.com/office/drawing/2014/main" id="{02109B1D-A897-46F7-9BB1-9D545502D5D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705" name="Flowchart: Connector 8704">
                        <a:extLst>
                          <a:ext uri="{FF2B5EF4-FFF2-40B4-BE49-F238E27FC236}">
                            <a16:creationId xmlns:a16="http://schemas.microsoft.com/office/drawing/2014/main" id="{F1BE23AB-56A5-4F94-B73D-AC85333293E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706" name="Flowchart: Connector 8705">
                        <a:extLst>
                          <a:ext uri="{FF2B5EF4-FFF2-40B4-BE49-F238E27FC236}">
                            <a16:creationId xmlns:a16="http://schemas.microsoft.com/office/drawing/2014/main" id="{1C814B27-4618-4A8D-96BE-E78F5902321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707" name="Flowchart: Connector 8706">
                        <a:extLst>
                          <a:ext uri="{FF2B5EF4-FFF2-40B4-BE49-F238E27FC236}">
                            <a16:creationId xmlns:a16="http://schemas.microsoft.com/office/drawing/2014/main" id="{A4AD649A-4D67-4FC6-BAC2-A73084DE982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708" name="Flowchart: Connector 8707">
                        <a:extLst>
                          <a:ext uri="{FF2B5EF4-FFF2-40B4-BE49-F238E27FC236}">
                            <a16:creationId xmlns:a16="http://schemas.microsoft.com/office/drawing/2014/main" id="{61290C2E-B3B7-478A-9C33-BE4241A4A24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709" name="Flowchart: Connector 8708">
                        <a:extLst>
                          <a:ext uri="{FF2B5EF4-FFF2-40B4-BE49-F238E27FC236}">
                            <a16:creationId xmlns:a16="http://schemas.microsoft.com/office/drawing/2014/main" id="{F7FECA70-6B5D-4C71-93D0-2B259B233EF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710" name="Flowchart: Connector 8709">
                        <a:extLst>
                          <a:ext uri="{FF2B5EF4-FFF2-40B4-BE49-F238E27FC236}">
                            <a16:creationId xmlns:a16="http://schemas.microsoft.com/office/drawing/2014/main" id="{540FF9EF-032F-4892-ACA7-E025580A50F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8711" name="Flowchart: Connector 8710">
                        <a:extLst>
                          <a:ext uri="{FF2B5EF4-FFF2-40B4-BE49-F238E27FC236}">
                            <a16:creationId xmlns:a16="http://schemas.microsoft.com/office/drawing/2014/main" id="{92B4007F-0302-4E50-935B-023691ABF80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8712" name="3D Model 8711" descr="Sphere">
                            <a:extLst>
                              <a:ext uri="{FF2B5EF4-FFF2-40B4-BE49-F238E27FC236}">
                                <a16:creationId xmlns:a16="http://schemas.microsoft.com/office/drawing/2014/main" id="{1E16511D-A596-4524-A5D1-3773A2996C1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17109208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8713" name="Flowchart: Connector 8712">
                        <a:extLst>
                          <a:ext uri="{FF2B5EF4-FFF2-40B4-BE49-F238E27FC236}">
                            <a16:creationId xmlns:a16="http://schemas.microsoft.com/office/drawing/2014/main" id="{EE257C85-CEA0-4A19-88A2-ED6E6E2A580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8714" name="3D Model 8713" descr="Sphere">
                            <a:extLst>
                              <a:ext uri="{FF2B5EF4-FFF2-40B4-BE49-F238E27FC236}">
                                <a16:creationId xmlns:a16="http://schemas.microsoft.com/office/drawing/2014/main" id="{0686076B-9418-4714-8683-01FD1EF18FD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51923162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8715" name="Flowchart: Connector 8714">
                        <a:extLst>
                          <a:ext uri="{FF2B5EF4-FFF2-40B4-BE49-F238E27FC236}">
                            <a16:creationId xmlns:a16="http://schemas.microsoft.com/office/drawing/2014/main" id="{A6F1EF5D-939C-4443-9796-2922966C93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8716" name="3D Model 8715" descr="Sphere">
                            <a:extLst>
                              <a:ext uri="{FF2B5EF4-FFF2-40B4-BE49-F238E27FC236}">
                                <a16:creationId xmlns:a16="http://schemas.microsoft.com/office/drawing/2014/main" id="{73D006D4-4550-4D77-A595-2ED30D330BD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15533511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8717" name="Flowchart: Connector 8716">
                        <a:extLst>
                          <a:ext uri="{FF2B5EF4-FFF2-40B4-BE49-F238E27FC236}">
                            <a16:creationId xmlns:a16="http://schemas.microsoft.com/office/drawing/2014/main" id="{3784FF41-CC90-4A32-97E5-73E2F7B62D1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8718" name="3D Model 8717" descr="Sphere">
                            <a:extLst>
                              <a:ext uri="{FF2B5EF4-FFF2-40B4-BE49-F238E27FC236}">
                                <a16:creationId xmlns:a16="http://schemas.microsoft.com/office/drawing/2014/main" id="{617C1C41-906C-44E0-BF71-104D8EFEA6A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07405427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8668" name="Freeform: Shape 8667">
                    <a:extLst>
                      <a:ext uri="{FF2B5EF4-FFF2-40B4-BE49-F238E27FC236}">
                        <a16:creationId xmlns:a16="http://schemas.microsoft.com/office/drawing/2014/main" id="{BB45B2A2-7B48-4F6C-9E96-D1457A9AA3BB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669" name="Freeform: Shape 8668">
                    <a:extLst>
                      <a:ext uri="{FF2B5EF4-FFF2-40B4-BE49-F238E27FC236}">
                        <a16:creationId xmlns:a16="http://schemas.microsoft.com/office/drawing/2014/main" id="{984D5F73-8F13-4C2B-A961-67F775E623DA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670" name="Freeform: Shape 8669">
                    <a:extLst>
                      <a:ext uri="{FF2B5EF4-FFF2-40B4-BE49-F238E27FC236}">
                        <a16:creationId xmlns:a16="http://schemas.microsoft.com/office/drawing/2014/main" id="{A620138B-867B-48E3-8F1C-57A4F7C58FD7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671" name="Freeform: Shape 8670">
                    <a:extLst>
                      <a:ext uri="{FF2B5EF4-FFF2-40B4-BE49-F238E27FC236}">
                        <a16:creationId xmlns:a16="http://schemas.microsoft.com/office/drawing/2014/main" id="{603AAF28-C0B2-4476-84A0-058F815D4ABF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672" name="Freeform: Shape 8671">
                    <a:extLst>
                      <a:ext uri="{FF2B5EF4-FFF2-40B4-BE49-F238E27FC236}">
                        <a16:creationId xmlns:a16="http://schemas.microsoft.com/office/drawing/2014/main" id="{2837875A-1475-4851-BFAC-9000481C808C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673" name="Freeform: Shape 8672">
                    <a:extLst>
                      <a:ext uri="{FF2B5EF4-FFF2-40B4-BE49-F238E27FC236}">
                        <a16:creationId xmlns:a16="http://schemas.microsoft.com/office/drawing/2014/main" id="{933CD8B5-DAF7-4032-8014-9763D1726B4B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674" name="Freeform: Shape 8673">
                    <a:extLst>
                      <a:ext uri="{FF2B5EF4-FFF2-40B4-BE49-F238E27FC236}">
                        <a16:creationId xmlns:a16="http://schemas.microsoft.com/office/drawing/2014/main" id="{77403916-36B3-4ECA-AFD4-0693B888626A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675" name="Freeform: Shape 8674">
                    <a:extLst>
                      <a:ext uri="{FF2B5EF4-FFF2-40B4-BE49-F238E27FC236}">
                        <a16:creationId xmlns:a16="http://schemas.microsoft.com/office/drawing/2014/main" id="{4B96FD4C-1DA3-4327-BE4B-24F9B65DD7D9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676" name="Freeform: Shape 8675">
                    <a:extLst>
                      <a:ext uri="{FF2B5EF4-FFF2-40B4-BE49-F238E27FC236}">
                        <a16:creationId xmlns:a16="http://schemas.microsoft.com/office/drawing/2014/main" id="{D530E7CB-2E1C-4658-8FA7-8D1941CE0AE7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677" name="Freeform: Shape 8676">
                    <a:extLst>
                      <a:ext uri="{FF2B5EF4-FFF2-40B4-BE49-F238E27FC236}">
                        <a16:creationId xmlns:a16="http://schemas.microsoft.com/office/drawing/2014/main" id="{A158162C-6246-4512-9DC8-12E42F7BF0A2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678" name="Freeform: Shape 8677">
                    <a:extLst>
                      <a:ext uri="{FF2B5EF4-FFF2-40B4-BE49-F238E27FC236}">
                        <a16:creationId xmlns:a16="http://schemas.microsoft.com/office/drawing/2014/main" id="{F68D1E19-6EF4-43CD-AC5B-574DC0CDACA9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8679" name="Freeform: Shape 8678">
                    <a:extLst>
                      <a:ext uri="{FF2B5EF4-FFF2-40B4-BE49-F238E27FC236}">
                        <a16:creationId xmlns:a16="http://schemas.microsoft.com/office/drawing/2014/main" id="{F57764EA-0590-41CF-A7C9-568E9CF38785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8664" name="Freeform: Shape 8663">
                  <a:extLst>
                    <a:ext uri="{FF2B5EF4-FFF2-40B4-BE49-F238E27FC236}">
                      <a16:creationId xmlns:a16="http://schemas.microsoft.com/office/drawing/2014/main" id="{0C62251E-B5DE-451C-A23F-67029D6B375B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665" name="Freeform: Shape 8664">
                  <a:extLst>
                    <a:ext uri="{FF2B5EF4-FFF2-40B4-BE49-F238E27FC236}">
                      <a16:creationId xmlns:a16="http://schemas.microsoft.com/office/drawing/2014/main" id="{EEEED21C-032A-47AD-9733-42C662CD02AE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666" name="Freeform: Shape 8665">
                  <a:extLst>
                    <a:ext uri="{FF2B5EF4-FFF2-40B4-BE49-F238E27FC236}">
                      <a16:creationId xmlns:a16="http://schemas.microsoft.com/office/drawing/2014/main" id="{C9AC76FE-8A3C-4D5B-86CD-85F985D01A14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</p:grpSp>
        <p:sp>
          <p:nvSpPr>
            <p:cNvPr id="8962" name="Curved Up Arrow 1">
              <a:extLst>
                <a:ext uri="{FF2B5EF4-FFF2-40B4-BE49-F238E27FC236}">
                  <a16:creationId xmlns:a16="http://schemas.microsoft.com/office/drawing/2014/main" id="{C55E99A8-3C7D-4664-B2E0-BDBF7A942A19}"/>
                </a:ext>
              </a:extLst>
            </p:cNvPr>
            <p:cNvSpPr/>
            <p:nvPr/>
          </p:nvSpPr>
          <p:spPr>
            <a:xfrm rot="9442209" flipH="1">
              <a:off x="4299113" y="4649159"/>
              <a:ext cx="1383136" cy="640191"/>
            </a:xfrm>
            <a:custGeom>
              <a:avLst/>
              <a:gdLst>
                <a:gd name="connsiteX0" fmla="*/ 467810 w 635736"/>
                <a:gd name="connsiteY0" fmla="*/ 0 h 731523"/>
                <a:gd name="connsiteX1" fmla="*/ 635736 w 635736"/>
                <a:gd name="connsiteY1" fmla="*/ 182880 h 731523"/>
                <a:gd name="connsiteX2" fmla="*/ 544296 w 635736"/>
                <a:gd name="connsiteY2" fmla="*/ 182880 h 731523"/>
                <a:gd name="connsiteX3" fmla="*/ 87404 w 635736"/>
                <a:gd name="connsiteY3" fmla="*/ 731520 h 731523"/>
                <a:gd name="connsiteX4" fmla="*/ 0 w 635736"/>
                <a:gd name="connsiteY4" fmla="*/ 731520 h 731523"/>
                <a:gd name="connsiteX5" fmla="*/ 0 w 635736"/>
                <a:gd name="connsiteY5" fmla="*/ 718075 h 731523"/>
                <a:gd name="connsiteX6" fmla="*/ 0 w 635736"/>
                <a:gd name="connsiteY6" fmla="*/ 716278 h 731523"/>
                <a:gd name="connsiteX7" fmla="*/ 361416 w 635736"/>
                <a:gd name="connsiteY7" fmla="*/ 182880 h 731523"/>
                <a:gd name="connsiteX8" fmla="*/ 269976 w 635736"/>
                <a:gd name="connsiteY8" fmla="*/ 182880 h 731523"/>
                <a:gd name="connsiteX9" fmla="*/ 467810 w 635736"/>
                <a:gd name="connsiteY9" fmla="*/ 0 h 731523"/>
                <a:gd name="connsiteX0" fmla="*/ 467810 w 635736"/>
                <a:gd name="connsiteY0" fmla="*/ 0 h 731523"/>
                <a:gd name="connsiteX1" fmla="*/ 635736 w 635736"/>
                <a:gd name="connsiteY1" fmla="*/ 182880 h 731523"/>
                <a:gd name="connsiteX2" fmla="*/ 544296 w 635736"/>
                <a:gd name="connsiteY2" fmla="*/ 182880 h 731523"/>
                <a:gd name="connsiteX3" fmla="*/ 87404 w 635736"/>
                <a:gd name="connsiteY3" fmla="*/ 731520 h 731523"/>
                <a:gd name="connsiteX4" fmla="*/ 0 w 635736"/>
                <a:gd name="connsiteY4" fmla="*/ 731520 h 731523"/>
                <a:gd name="connsiteX5" fmla="*/ 0 w 635736"/>
                <a:gd name="connsiteY5" fmla="*/ 716278 h 731523"/>
                <a:gd name="connsiteX6" fmla="*/ 361416 w 635736"/>
                <a:gd name="connsiteY6" fmla="*/ 182880 h 731523"/>
                <a:gd name="connsiteX7" fmla="*/ 269976 w 635736"/>
                <a:gd name="connsiteY7" fmla="*/ 182880 h 731523"/>
                <a:gd name="connsiteX8" fmla="*/ 467810 w 635736"/>
                <a:gd name="connsiteY8" fmla="*/ 0 h 731523"/>
                <a:gd name="connsiteX0" fmla="*/ 582986 w 750912"/>
                <a:gd name="connsiteY0" fmla="*/ 0 h 736598"/>
                <a:gd name="connsiteX1" fmla="*/ 750912 w 750912"/>
                <a:gd name="connsiteY1" fmla="*/ 182880 h 736598"/>
                <a:gd name="connsiteX2" fmla="*/ 659472 w 750912"/>
                <a:gd name="connsiteY2" fmla="*/ 182880 h 736598"/>
                <a:gd name="connsiteX3" fmla="*/ 202580 w 750912"/>
                <a:gd name="connsiteY3" fmla="*/ 731520 h 736598"/>
                <a:gd name="connsiteX4" fmla="*/ 0 w 750912"/>
                <a:gd name="connsiteY4" fmla="*/ 736598 h 736598"/>
                <a:gd name="connsiteX5" fmla="*/ 115176 w 750912"/>
                <a:gd name="connsiteY5" fmla="*/ 716278 h 736598"/>
                <a:gd name="connsiteX6" fmla="*/ 476592 w 750912"/>
                <a:gd name="connsiteY6" fmla="*/ 182880 h 736598"/>
                <a:gd name="connsiteX7" fmla="*/ 385152 w 750912"/>
                <a:gd name="connsiteY7" fmla="*/ 182880 h 736598"/>
                <a:gd name="connsiteX8" fmla="*/ 582986 w 750912"/>
                <a:gd name="connsiteY8" fmla="*/ 0 h 736598"/>
                <a:gd name="connsiteX0" fmla="*/ 582986 w 750912"/>
                <a:gd name="connsiteY0" fmla="*/ 0 h 736598"/>
                <a:gd name="connsiteX1" fmla="*/ 750912 w 750912"/>
                <a:gd name="connsiteY1" fmla="*/ 182880 h 736598"/>
                <a:gd name="connsiteX2" fmla="*/ 659472 w 750912"/>
                <a:gd name="connsiteY2" fmla="*/ 182880 h 736598"/>
                <a:gd name="connsiteX3" fmla="*/ 202580 w 750912"/>
                <a:gd name="connsiteY3" fmla="*/ 731520 h 736598"/>
                <a:gd name="connsiteX4" fmla="*/ 0 w 750912"/>
                <a:gd name="connsiteY4" fmla="*/ 736598 h 736598"/>
                <a:gd name="connsiteX5" fmla="*/ 115176 w 750912"/>
                <a:gd name="connsiteY5" fmla="*/ 716278 h 736598"/>
                <a:gd name="connsiteX6" fmla="*/ 476592 w 750912"/>
                <a:gd name="connsiteY6" fmla="*/ 182880 h 736598"/>
                <a:gd name="connsiteX7" fmla="*/ 385152 w 750912"/>
                <a:gd name="connsiteY7" fmla="*/ 182880 h 736598"/>
                <a:gd name="connsiteX8" fmla="*/ 582986 w 750912"/>
                <a:gd name="connsiteY8" fmla="*/ 0 h 736598"/>
                <a:gd name="connsiteX0" fmla="*/ 582986 w 750912"/>
                <a:gd name="connsiteY0" fmla="*/ 0 h 736598"/>
                <a:gd name="connsiteX1" fmla="*/ 750912 w 750912"/>
                <a:gd name="connsiteY1" fmla="*/ 182880 h 736598"/>
                <a:gd name="connsiteX2" fmla="*/ 659472 w 750912"/>
                <a:gd name="connsiteY2" fmla="*/ 182880 h 736598"/>
                <a:gd name="connsiteX3" fmla="*/ 202580 w 750912"/>
                <a:gd name="connsiteY3" fmla="*/ 731520 h 736598"/>
                <a:gd name="connsiteX4" fmla="*/ 0 w 750912"/>
                <a:gd name="connsiteY4" fmla="*/ 736598 h 736598"/>
                <a:gd name="connsiteX5" fmla="*/ 115176 w 750912"/>
                <a:gd name="connsiteY5" fmla="*/ 716278 h 736598"/>
                <a:gd name="connsiteX6" fmla="*/ 476592 w 750912"/>
                <a:gd name="connsiteY6" fmla="*/ 182880 h 736598"/>
                <a:gd name="connsiteX7" fmla="*/ 385152 w 750912"/>
                <a:gd name="connsiteY7" fmla="*/ 182880 h 736598"/>
                <a:gd name="connsiteX8" fmla="*/ 582986 w 750912"/>
                <a:gd name="connsiteY8" fmla="*/ 0 h 736598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35657 w 883989"/>
                <a:gd name="connsiteY3" fmla="*/ 731520 h 946640"/>
                <a:gd name="connsiteX4" fmla="*/ 0 w 883989"/>
                <a:gd name="connsiteY4" fmla="*/ 946640 h 946640"/>
                <a:gd name="connsiteX5" fmla="*/ 248253 w 883989"/>
                <a:gd name="connsiteY5" fmla="*/ 716278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8253 w 883989"/>
                <a:gd name="connsiteY5" fmla="*/ 716278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8253 w 883989"/>
                <a:gd name="connsiteY5" fmla="*/ 716278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8253 w 883989"/>
                <a:gd name="connsiteY5" fmla="*/ 716278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8253 w 883989"/>
                <a:gd name="connsiteY5" fmla="*/ 716278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2470 w 883989"/>
                <a:gd name="connsiteY5" fmla="*/ 741896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2470 w 883989"/>
                <a:gd name="connsiteY5" fmla="*/ 741896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42470 w 883989"/>
                <a:gd name="connsiteY5" fmla="*/ 741896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55597 w 883989"/>
                <a:gd name="connsiteY5" fmla="*/ 758442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55597 w 883989"/>
                <a:gd name="connsiteY5" fmla="*/ 758442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55597 w 883989"/>
                <a:gd name="connsiteY5" fmla="*/ 758442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55597 w 883989"/>
                <a:gd name="connsiteY5" fmla="*/ 758442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55597 w 883989"/>
                <a:gd name="connsiteY5" fmla="*/ 758442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  <a:gd name="connsiteX0" fmla="*/ 716063 w 883989"/>
                <a:gd name="connsiteY0" fmla="*/ 0 h 946640"/>
                <a:gd name="connsiteX1" fmla="*/ 883989 w 883989"/>
                <a:gd name="connsiteY1" fmla="*/ 182880 h 946640"/>
                <a:gd name="connsiteX2" fmla="*/ 792549 w 883989"/>
                <a:gd name="connsiteY2" fmla="*/ 182880 h 946640"/>
                <a:gd name="connsiteX3" fmla="*/ 356126 w 883989"/>
                <a:gd name="connsiteY3" fmla="*/ 790228 h 946640"/>
                <a:gd name="connsiteX4" fmla="*/ 0 w 883989"/>
                <a:gd name="connsiteY4" fmla="*/ 946640 h 946640"/>
                <a:gd name="connsiteX5" fmla="*/ 255597 w 883989"/>
                <a:gd name="connsiteY5" fmla="*/ 758442 h 946640"/>
                <a:gd name="connsiteX6" fmla="*/ 609669 w 883989"/>
                <a:gd name="connsiteY6" fmla="*/ 182880 h 946640"/>
                <a:gd name="connsiteX7" fmla="*/ 518229 w 883989"/>
                <a:gd name="connsiteY7" fmla="*/ 182880 h 946640"/>
                <a:gd name="connsiteX8" fmla="*/ 716063 w 883989"/>
                <a:gd name="connsiteY8" fmla="*/ 0 h 94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3989" h="946640">
                  <a:moveTo>
                    <a:pt x="716063" y="0"/>
                  </a:moveTo>
                  <a:lnTo>
                    <a:pt x="883989" y="182880"/>
                  </a:lnTo>
                  <a:lnTo>
                    <a:pt x="792549" y="182880"/>
                  </a:lnTo>
                  <a:cubicBezTo>
                    <a:pt x="737882" y="511774"/>
                    <a:pt x="601892" y="655886"/>
                    <a:pt x="356126" y="790228"/>
                  </a:cubicBezTo>
                  <a:cubicBezTo>
                    <a:pt x="248733" y="843028"/>
                    <a:pt x="67527" y="944947"/>
                    <a:pt x="0" y="946640"/>
                  </a:cubicBezTo>
                  <a:cubicBezTo>
                    <a:pt x="38392" y="939867"/>
                    <a:pt x="169929" y="830850"/>
                    <a:pt x="255597" y="758442"/>
                  </a:cubicBezTo>
                  <a:cubicBezTo>
                    <a:pt x="451071" y="611157"/>
                    <a:pt x="564690" y="453492"/>
                    <a:pt x="609669" y="182880"/>
                  </a:cubicBezTo>
                  <a:lnTo>
                    <a:pt x="518229" y="182880"/>
                  </a:lnTo>
                  <a:lnTo>
                    <a:pt x="716063" y="0"/>
                  </a:lnTo>
                  <a:close/>
                </a:path>
              </a:pathLst>
            </a:custGeom>
            <a:solidFill>
              <a:srgbClr val="0070C0"/>
            </a:soli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>
              <a:bevelT w="114300" prst="artDeco"/>
            </a:sp3d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IN"/>
            </a:p>
          </p:txBody>
        </p:sp>
      </p:grpSp>
      <p:sp>
        <p:nvSpPr>
          <p:cNvPr id="8963" name="Freeform: Shape 8962">
            <a:extLst>
              <a:ext uri="{FF2B5EF4-FFF2-40B4-BE49-F238E27FC236}">
                <a16:creationId xmlns:a16="http://schemas.microsoft.com/office/drawing/2014/main" id="{C2C95759-F107-4746-85A8-5DC14206B20B}"/>
              </a:ext>
            </a:extLst>
          </p:cNvPr>
          <p:cNvSpPr/>
          <p:nvPr/>
        </p:nvSpPr>
        <p:spPr>
          <a:xfrm rot="15219450">
            <a:off x="6139822" y="2508671"/>
            <a:ext cx="328787" cy="111483"/>
          </a:xfrm>
          <a:custGeom>
            <a:avLst/>
            <a:gdLst>
              <a:gd name="connsiteX0" fmla="*/ 0 w 6375163"/>
              <a:gd name="connsiteY0" fmla="*/ 51274 h 1521167"/>
              <a:gd name="connsiteX1" fmla="*/ 1128045 w 6375163"/>
              <a:gd name="connsiteY1" fmla="*/ 1512605 h 1521167"/>
              <a:gd name="connsiteX2" fmla="*/ 2273182 w 6375163"/>
              <a:gd name="connsiteY2" fmla="*/ 34183 h 1521167"/>
              <a:gd name="connsiteX3" fmla="*/ 3452501 w 6375163"/>
              <a:gd name="connsiteY3" fmla="*/ 1461330 h 1521167"/>
              <a:gd name="connsiteX4" fmla="*/ 4554909 w 6375163"/>
              <a:gd name="connsiteY4" fmla="*/ 34183 h 1521167"/>
              <a:gd name="connsiteX5" fmla="*/ 5776957 w 6375163"/>
              <a:gd name="connsiteY5" fmla="*/ 1521151 h 1521167"/>
              <a:gd name="connsiteX6" fmla="*/ 6375163 w 6375163"/>
              <a:gd name="connsiteY6" fmla="*/ 0 h 1521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75163" h="1521167">
                <a:moveTo>
                  <a:pt x="0" y="51274"/>
                </a:moveTo>
                <a:cubicBezTo>
                  <a:pt x="374590" y="783364"/>
                  <a:pt x="749181" y="1515454"/>
                  <a:pt x="1128045" y="1512605"/>
                </a:cubicBezTo>
                <a:cubicBezTo>
                  <a:pt x="1506909" y="1509757"/>
                  <a:pt x="1885773" y="42729"/>
                  <a:pt x="2273182" y="34183"/>
                </a:cubicBezTo>
                <a:cubicBezTo>
                  <a:pt x="2660591" y="25637"/>
                  <a:pt x="3072213" y="1461330"/>
                  <a:pt x="3452501" y="1461330"/>
                </a:cubicBezTo>
                <a:cubicBezTo>
                  <a:pt x="3832789" y="1461330"/>
                  <a:pt x="4167500" y="24213"/>
                  <a:pt x="4554909" y="34183"/>
                </a:cubicBezTo>
                <a:cubicBezTo>
                  <a:pt x="4942318" y="44153"/>
                  <a:pt x="5473581" y="1526848"/>
                  <a:pt x="5776957" y="1521151"/>
                </a:cubicBezTo>
                <a:cubicBezTo>
                  <a:pt x="6080333" y="1515454"/>
                  <a:pt x="6227748" y="757727"/>
                  <a:pt x="6375163" y="0"/>
                </a:cubicBezTo>
              </a:path>
            </a:pathLst>
          </a:cu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07DAAF98-808F-4050-BD40-84E83DE533C5}"/>
              </a:ext>
            </a:extLst>
          </p:cNvPr>
          <p:cNvGrpSpPr/>
          <p:nvPr/>
        </p:nvGrpSpPr>
        <p:grpSpPr>
          <a:xfrm>
            <a:off x="6057512" y="2285955"/>
            <a:ext cx="2629702" cy="772614"/>
            <a:chOff x="5118354" y="5686689"/>
            <a:chExt cx="2629702" cy="772614"/>
          </a:xfrm>
        </p:grpSpPr>
        <p:grpSp>
          <p:nvGrpSpPr>
            <p:cNvPr id="8964" name="Group 8963">
              <a:extLst>
                <a:ext uri="{FF2B5EF4-FFF2-40B4-BE49-F238E27FC236}">
                  <a16:creationId xmlns:a16="http://schemas.microsoft.com/office/drawing/2014/main" id="{1A1CF03E-BF49-44CB-B586-D302F0D9008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118354" y="6015386"/>
              <a:ext cx="521735" cy="419131"/>
              <a:chOff x="558227" y="4289344"/>
              <a:chExt cx="2384501" cy="2135404"/>
            </a:xfrm>
          </p:grpSpPr>
          <p:grpSp>
            <p:nvGrpSpPr>
              <p:cNvPr id="8965" name="Group 8964">
                <a:extLst>
                  <a:ext uri="{FF2B5EF4-FFF2-40B4-BE49-F238E27FC236}">
                    <a16:creationId xmlns:a16="http://schemas.microsoft.com/office/drawing/2014/main" id="{97FFAE1D-7CBF-400B-93C8-2FF6FD0A6BE0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8969" name="Group 8968">
                  <a:extLst>
                    <a:ext uri="{FF2B5EF4-FFF2-40B4-BE49-F238E27FC236}">
                      <a16:creationId xmlns:a16="http://schemas.microsoft.com/office/drawing/2014/main" id="{91EA7393-4781-4490-924D-C5B092F5204D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8982" name="Group 8981">
                    <a:extLst>
                      <a:ext uri="{FF2B5EF4-FFF2-40B4-BE49-F238E27FC236}">
                        <a16:creationId xmlns:a16="http://schemas.microsoft.com/office/drawing/2014/main" id="{E7001CD3-5613-44DD-9487-3C6438D53834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9203" name="Group 9202">
                      <a:extLst>
                        <a:ext uri="{FF2B5EF4-FFF2-40B4-BE49-F238E27FC236}">
                          <a16:creationId xmlns:a16="http://schemas.microsoft.com/office/drawing/2014/main" id="{7049366E-AE98-4E35-8503-745A148A9A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9260" name="Flowchart: Connector 9259">
                        <a:extLst>
                          <a:ext uri="{FF2B5EF4-FFF2-40B4-BE49-F238E27FC236}">
                            <a16:creationId xmlns:a16="http://schemas.microsoft.com/office/drawing/2014/main" id="{D7FD232B-D8ED-4104-B2CC-681E188778D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61" name="Flowchart: Connector 9260">
                        <a:extLst>
                          <a:ext uri="{FF2B5EF4-FFF2-40B4-BE49-F238E27FC236}">
                            <a16:creationId xmlns:a16="http://schemas.microsoft.com/office/drawing/2014/main" id="{8E46AB20-6B65-4FE8-9790-287D05B5498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62" name="Flowchart: Connector 9261">
                        <a:extLst>
                          <a:ext uri="{FF2B5EF4-FFF2-40B4-BE49-F238E27FC236}">
                            <a16:creationId xmlns:a16="http://schemas.microsoft.com/office/drawing/2014/main" id="{D0B888AC-16D7-4292-89E6-666F385DAF6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63" name="Flowchart: Connector 9262">
                        <a:extLst>
                          <a:ext uri="{FF2B5EF4-FFF2-40B4-BE49-F238E27FC236}">
                            <a16:creationId xmlns:a16="http://schemas.microsoft.com/office/drawing/2014/main" id="{89A011A6-7CAC-4F88-996F-F027B80C9D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9204" name="Group 9203">
                      <a:extLst>
                        <a:ext uri="{FF2B5EF4-FFF2-40B4-BE49-F238E27FC236}">
                          <a16:creationId xmlns:a16="http://schemas.microsoft.com/office/drawing/2014/main" id="{0E73B0D1-45D8-4E0F-9D30-DAC902CED1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9205" name="Group 9204">
                        <a:extLst>
                          <a:ext uri="{FF2B5EF4-FFF2-40B4-BE49-F238E27FC236}">
                            <a16:creationId xmlns:a16="http://schemas.microsoft.com/office/drawing/2014/main" id="{659E6E15-E656-40EB-8E79-B6D33CFC50E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53" name="3D Model 9252" descr="Sphere">
                              <a:extLst>
                                <a:ext uri="{FF2B5EF4-FFF2-40B4-BE49-F238E27FC236}">
                                  <a16:creationId xmlns:a16="http://schemas.microsoft.com/office/drawing/2014/main" id="{CF1A698C-2BC3-4416-A9FF-CE942DEFCF9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8342699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254" name="Flowchart: Connector 9253">
                          <a:extLst>
                            <a:ext uri="{FF2B5EF4-FFF2-40B4-BE49-F238E27FC236}">
                              <a16:creationId xmlns:a16="http://schemas.microsoft.com/office/drawing/2014/main" id="{122087B0-0813-425C-A780-6EFE302C40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55" name="3D Model 9254" descr="Sphere">
                              <a:extLst>
                                <a:ext uri="{FF2B5EF4-FFF2-40B4-BE49-F238E27FC236}">
                                  <a16:creationId xmlns:a16="http://schemas.microsoft.com/office/drawing/2014/main" id="{BE8D9558-920B-4E5B-BA2B-DA2D2FA5F65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6923360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256" name="Flowchart: Connector 9255">
                          <a:extLst>
                            <a:ext uri="{FF2B5EF4-FFF2-40B4-BE49-F238E27FC236}">
                              <a16:creationId xmlns:a16="http://schemas.microsoft.com/office/drawing/2014/main" id="{B839F80A-9772-49F5-AD33-39EB0ED9D1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57" name="3D Model 9256" descr="Sphere">
                              <a:extLst>
                                <a:ext uri="{FF2B5EF4-FFF2-40B4-BE49-F238E27FC236}">
                                  <a16:creationId xmlns:a16="http://schemas.microsoft.com/office/drawing/2014/main" id="{F90B0914-622F-4D1E-8E25-3EFD2929804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9542283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258" name="Flowchart: Connector 9257">
                          <a:extLst>
                            <a:ext uri="{FF2B5EF4-FFF2-40B4-BE49-F238E27FC236}">
                              <a16:creationId xmlns:a16="http://schemas.microsoft.com/office/drawing/2014/main" id="{AE576F8C-9EB6-41C2-A31D-E172B490947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59" name="3D Model 9258" descr="Sphere">
                              <a:extLst>
                                <a:ext uri="{FF2B5EF4-FFF2-40B4-BE49-F238E27FC236}">
                                  <a16:creationId xmlns:a16="http://schemas.microsoft.com/office/drawing/2014/main" id="{2AC45F5F-F2CE-4C0E-9EF9-7BBC25E2233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399005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206" name="Group 9205">
                        <a:extLst>
                          <a:ext uri="{FF2B5EF4-FFF2-40B4-BE49-F238E27FC236}">
                            <a16:creationId xmlns:a16="http://schemas.microsoft.com/office/drawing/2014/main" id="{7E19F352-007B-4912-AD96-B0EACB81B0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9238" name="Flowchart: Connector 9237">
                          <a:extLst>
                            <a:ext uri="{FF2B5EF4-FFF2-40B4-BE49-F238E27FC236}">
                              <a16:creationId xmlns:a16="http://schemas.microsoft.com/office/drawing/2014/main" id="{B5FFA272-3B28-431D-A3A7-7A570F797CE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39" name="Flowchart: Connector 9238">
                          <a:extLst>
                            <a:ext uri="{FF2B5EF4-FFF2-40B4-BE49-F238E27FC236}">
                              <a16:creationId xmlns:a16="http://schemas.microsoft.com/office/drawing/2014/main" id="{8259F4CB-D58D-477D-AE98-30DC7691B44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40" name="Flowchart: Connector 9239">
                          <a:extLst>
                            <a:ext uri="{FF2B5EF4-FFF2-40B4-BE49-F238E27FC236}">
                              <a16:creationId xmlns:a16="http://schemas.microsoft.com/office/drawing/2014/main" id="{B16846AE-42D4-4902-A027-414834E4B6D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41" name="Flowchart: Connector 9240">
                          <a:extLst>
                            <a:ext uri="{FF2B5EF4-FFF2-40B4-BE49-F238E27FC236}">
                              <a16:creationId xmlns:a16="http://schemas.microsoft.com/office/drawing/2014/main" id="{6ED3540D-898F-4018-AA35-06F977C0C24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42" name="Flowchart: Connector 9241">
                          <a:extLst>
                            <a:ext uri="{FF2B5EF4-FFF2-40B4-BE49-F238E27FC236}">
                              <a16:creationId xmlns:a16="http://schemas.microsoft.com/office/drawing/2014/main" id="{21B803FE-CBBF-4B0D-928C-A37B8478B86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43" name="Flowchart: Connector 9242">
                          <a:extLst>
                            <a:ext uri="{FF2B5EF4-FFF2-40B4-BE49-F238E27FC236}">
                              <a16:creationId xmlns:a16="http://schemas.microsoft.com/office/drawing/2014/main" id="{73FED60C-03B5-4219-9C77-C1DB9D9FFF8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44" name="Flowchart: Connector 9243">
                          <a:extLst>
                            <a:ext uri="{FF2B5EF4-FFF2-40B4-BE49-F238E27FC236}">
                              <a16:creationId xmlns:a16="http://schemas.microsoft.com/office/drawing/2014/main" id="{9CBD52C6-7BC0-4FC4-A0AC-BE674244791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45" name="Flowchart: Connector 9244">
                          <a:extLst>
                            <a:ext uri="{FF2B5EF4-FFF2-40B4-BE49-F238E27FC236}">
                              <a16:creationId xmlns:a16="http://schemas.microsoft.com/office/drawing/2014/main" id="{DD055F6D-EACF-42D2-9A56-F94FDE65E5F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46" name="3D Model 9245" descr="Sphere">
                              <a:extLst>
                                <a:ext uri="{FF2B5EF4-FFF2-40B4-BE49-F238E27FC236}">
                                  <a16:creationId xmlns:a16="http://schemas.microsoft.com/office/drawing/2014/main" id="{5B731EAD-274D-40D9-8B59-3AFDDC17F03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848453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247" name="Flowchart: Connector 9246">
                          <a:extLst>
                            <a:ext uri="{FF2B5EF4-FFF2-40B4-BE49-F238E27FC236}">
                              <a16:creationId xmlns:a16="http://schemas.microsoft.com/office/drawing/2014/main" id="{FF56B311-EB0E-4F55-8F91-8BC0939D03D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48" name="3D Model 9247" descr="Sphere">
                              <a:extLst>
                                <a:ext uri="{FF2B5EF4-FFF2-40B4-BE49-F238E27FC236}">
                                  <a16:creationId xmlns:a16="http://schemas.microsoft.com/office/drawing/2014/main" id="{363C41D3-E2A1-4DC6-98BB-235658B15E5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9462592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249" name="Flowchart: Connector 9248">
                          <a:extLst>
                            <a:ext uri="{FF2B5EF4-FFF2-40B4-BE49-F238E27FC236}">
                              <a16:creationId xmlns:a16="http://schemas.microsoft.com/office/drawing/2014/main" id="{D15ADA05-BB4E-43EC-8568-9D88C328E5C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50" name="3D Model 9249" descr="Sphere">
                              <a:extLst>
                                <a:ext uri="{FF2B5EF4-FFF2-40B4-BE49-F238E27FC236}">
                                  <a16:creationId xmlns:a16="http://schemas.microsoft.com/office/drawing/2014/main" id="{188805CC-A324-47F0-9AA6-9626CD08898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4117718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251" name="Flowchart: Connector 9250">
                          <a:extLst>
                            <a:ext uri="{FF2B5EF4-FFF2-40B4-BE49-F238E27FC236}">
                              <a16:creationId xmlns:a16="http://schemas.microsoft.com/office/drawing/2014/main" id="{A33098C9-E329-488D-AA86-8A9C4044921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52" name="3D Model 9251" descr="Sphere">
                              <a:extLst>
                                <a:ext uri="{FF2B5EF4-FFF2-40B4-BE49-F238E27FC236}">
                                  <a16:creationId xmlns:a16="http://schemas.microsoft.com/office/drawing/2014/main" id="{EF7F86AE-FE39-41C3-8799-BCAAF2B226B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5278995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207" name="Group 9206">
                        <a:extLst>
                          <a:ext uri="{FF2B5EF4-FFF2-40B4-BE49-F238E27FC236}">
                            <a16:creationId xmlns:a16="http://schemas.microsoft.com/office/drawing/2014/main" id="{B806F19D-AA55-4D47-908A-ECE61FDE969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9223" name="Flowchart: Connector 9222">
                          <a:extLst>
                            <a:ext uri="{FF2B5EF4-FFF2-40B4-BE49-F238E27FC236}">
                              <a16:creationId xmlns:a16="http://schemas.microsoft.com/office/drawing/2014/main" id="{309FEC71-3CDF-4A75-A880-C9ABD108945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24" name="Flowchart: Connector 9223">
                          <a:extLst>
                            <a:ext uri="{FF2B5EF4-FFF2-40B4-BE49-F238E27FC236}">
                              <a16:creationId xmlns:a16="http://schemas.microsoft.com/office/drawing/2014/main" id="{0B3B4D7E-6BDF-428E-93B7-503D8A7F56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25" name="Flowchart: Connector 9224">
                          <a:extLst>
                            <a:ext uri="{FF2B5EF4-FFF2-40B4-BE49-F238E27FC236}">
                              <a16:creationId xmlns:a16="http://schemas.microsoft.com/office/drawing/2014/main" id="{04FC9073-2645-433F-8599-14F23854A78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26" name="Flowchart: Connector 9225">
                          <a:extLst>
                            <a:ext uri="{FF2B5EF4-FFF2-40B4-BE49-F238E27FC236}">
                              <a16:creationId xmlns:a16="http://schemas.microsoft.com/office/drawing/2014/main" id="{510B99FE-F9F3-4D82-800F-4BE8630AD01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27" name="Flowchart: Connector 9226">
                          <a:extLst>
                            <a:ext uri="{FF2B5EF4-FFF2-40B4-BE49-F238E27FC236}">
                              <a16:creationId xmlns:a16="http://schemas.microsoft.com/office/drawing/2014/main" id="{DCB5E37A-E1C3-42EB-BC62-CC3F012A134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28" name="Flowchart: Connector 9227">
                          <a:extLst>
                            <a:ext uri="{FF2B5EF4-FFF2-40B4-BE49-F238E27FC236}">
                              <a16:creationId xmlns:a16="http://schemas.microsoft.com/office/drawing/2014/main" id="{59E07E63-6400-49CF-BAF7-C40A390A0D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29" name="Flowchart: Connector 9228">
                          <a:extLst>
                            <a:ext uri="{FF2B5EF4-FFF2-40B4-BE49-F238E27FC236}">
                              <a16:creationId xmlns:a16="http://schemas.microsoft.com/office/drawing/2014/main" id="{F99022C1-C6AA-4FD4-8E05-335EFFDF69C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230" name="Flowchart: Connector 9229">
                          <a:extLst>
                            <a:ext uri="{FF2B5EF4-FFF2-40B4-BE49-F238E27FC236}">
                              <a16:creationId xmlns:a16="http://schemas.microsoft.com/office/drawing/2014/main" id="{8023717C-E7D4-4359-B7DA-0585BAAC2A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31" name="3D Model 9230" descr="Sphere">
                              <a:extLst>
                                <a:ext uri="{FF2B5EF4-FFF2-40B4-BE49-F238E27FC236}">
                                  <a16:creationId xmlns:a16="http://schemas.microsoft.com/office/drawing/2014/main" id="{EF6DBD51-C83D-40E9-B7C0-52004228945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2127069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232" name="Flowchart: Connector 9231">
                          <a:extLst>
                            <a:ext uri="{FF2B5EF4-FFF2-40B4-BE49-F238E27FC236}">
                              <a16:creationId xmlns:a16="http://schemas.microsoft.com/office/drawing/2014/main" id="{6DBCFFA7-63C9-4241-8FF7-18A12E1D9A6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33" name="3D Model 9232" descr="Sphere">
                              <a:extLst>
                                <a:ext uri="{FF2B5EF4-FFF2-40B4-BE49-F238E27FC236}">
                                  <a16:creationId xmlns:a16="http://schemas.microsoft.com/office/drawing/2014/main" id="{98CA87C3-FE69-4EF6-98DD-122615604C2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6316936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234" name="Flowchart: Connector 9233">
                          <a:extLst>
                            <a:ext uri="{FF2B5EF4-FFF2-40B4-BE49-F238E27FC236}">
                              <a16:creationId xmlns:a16="http://schemas.microsoft.com/office/drawing/2014/main" id="{D5A21F1E-AD14-44A1-9813-18B03E71F6B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35" name="3D Model 9234" descr="Sphere">
                              <a:extLst>
                                <a:ext uri="{FF2B5EF4-FFF2-40B4-BE49-F238E27FC236}">
                                  <a16:creationId xmlns:a16="http://schemas.microsoft.com/office/drawing/2014/main" id="{5AE77C90-D149-413F-9D85-B133C4953F4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1282957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236" name="Flowchart: Connector 9235">
                          <a:extLst>
                            <a:ext uri="{FF2B5EF4-FFF2-40B4-BE49-F238E27FC236}">
                              <a16:creationId xmlns:a16="http://schemas.microsoft.com/office/drawing/2014/main" id="{5EDE07B7-706A-485B-B372-0CCBD01CA31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237" name="3D Model 9236" descr="Sphere">
                              <a:extLst>
                                <a:ext uri="{FF2B5EF4-FFF2-40B4-BE49-F238E27FC236}">
                                  <a16:creationId xmlns:a16="http://schemas.microsoft.com/office/drawing/2014/main" id="{5ADC7DF5-5308-4D90-A27E-657C962D3E7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5032974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9208" name="Flowchart: Connector 9207">
                        <a:extLst>
                          <a:ext uri="{FF2B5EF4-FFF2-40B4-BE49-F238E27FC236}">
                            <a16:creationId xmlns:a16="http://schemas.microsoft.com/office/drawing/2014/main" id="{16655BA0-DD4B-498A-B83D-00F3F53178A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09" name="Flowchart: Connector 9208">
                        <a:extLst>
                          <a:ext uri="{FF2B5EF4-FFF2-40B4-BE49-F238E27FC236}">
                            <a16:creationId xmlns:a16="http://schemas.microsoft.com/office/drawing/2014/main" id="{F308B44C-0CDF-4F8F-A326-E5F60874FCA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10" name="Flowchart: Connector 9209">
                        <a:extLst>
                          <a:ext uri="{FF2B5EF4-FFF2-40B4-BE49-F238E27FC236}">
                            <a16:creationId xmlns:a16="http://schemas.microsoft.com/office/drawing/2014/main" id="{343E6FFC-A752-4DCF-B000-12993B668D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11" name="Flowchart: Connector 9210">
                        <a:extLst>
                          <a:ext uri="{FF2B5EF4-FFF2-40B4-BE49-F238E27FC236}">
                            <a16:creationId xmlns:a16="http://schemas.microsoft.com/office/drawing/2014/main" id="{A092F870-E71E-4AC5-AC63-49B793D2E2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12" name="Flowchart: Connector 9211">
                        <a:extLst>
                          <a:ext uri="{FF2B5EF4-FFF2-40B4-BE49-F238E27FC236}">
                            <a16:creationId xmlns:a16="http://schemas.microsoft.com/office/drawing/2014/main" id="{2B33BD80-7643-4328-9C38-6E90FC18FE2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13" name="Flowchart: Connector 9212">
                        <a:extLst>
                          <a:ext uri="{FF2B5EF4-FFF2-40B4-BE49-F238E27FC236}">
                            <a16:creationId xmlns:a16="http://schemas.microsoft.com/office/drawing/2014/main" id="{642A53AC-E035-433E-8D89-B6963C94884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14" name="Flowchart: Connector 9213">
                        <a:extLst>
                          <a:ext uri="{FF2B5EF4-FFF2-40B4-BE49-F238E27FC236}">
                            <a16:creationId xmlns:a16="http://schemas.microsoft.com/office/drawing/2014/main" id="{F57D5868-8596-4C26-B7C7-E299A569026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215" name="Flowchart: Connector 9214">
                        <a:extLst>
                          <a:ext uri="{FF2B5EF4-FFF2-40B4-BE49-F238E27FC236}">
                            <a16:creationId xmlns:a16="http://schemas.microsoft.com/office/drawing/2014/main" id="{4DE4DED8-089D-4A48-A162-AE5C6681C3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216" name="3D Model 9215" descr="Sphere">
                            <a:extLst>
                              <a:ext uri="{FF2B5EF4-FFF2-40B4-BE49-F238E27FC236}">
                                <a16:creationId xmlns:a16="http://schemas.microsoft.com/office/drawing/2014/main" id="{3DC80F08-F558-4F46-8F0F-79EB9F23EC3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53483413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217" name="Flowchart: Connector 9216">
                        <a:extLst>
                          <a:ext uri="{FF2B5EF4-FFF2-40B4-BE49-F238E27FC236}">
                            <a16:creationId xmlns:a16="http://schemas.microsoft.com/office/drawing/2014/main" id="{F4C1F076-4079-4A75-A30D-515873BF35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218" name="3D Model 9217" descr="Sphere">
                            <a:extLst>
                              <a:ext uri="{FF2B5EF4-FFF2-40B4-BE49-F238E27FC236}">
                                <a16:creationId xmlns:a16="http://schemas.microsoft.com/office/drawing/2014/main" id="{EC094148-305C-44E3-B18C-5D044BB0DA8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21614633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219" name="Flowchart: Connector 9218">
                        <a:extLst>
                          <a:ext uri="{FF2B5EF4-FFF2-40B4-BE49-F238E27FC236}">
                            <a16:creationId xmlns:a16="http://schemas.microsoft.com/office/drawing/2014/main" id="{740C2F07-097B-4673-B8D6-C777EBF3262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220" name="3D Model 9219" descr="Sphere">
                            <a:extLst>
                              <a:ext uri="{FF2B5EF4-FFF2-40B4-BE49-F238E27FC236}">
                                <a16:creationId xmlns:a16="http://schemas.microsoft.com/office/drawing/2014/main" id="{7C293486-2846-4FB7-BB06-46062A7DDA6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35321706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221" name="Flowchart: Connector 9220">
                        <a:extLst>
                          <a:ext uri="{FF2B5EF4-FFF2-40B4-BE49-F238E27FC236}">
                            <a16:creationId xmlns:a16="http://schemas.microsoft.com/office/drawing/2014/main" id="{089B0B14-B3D3-4BBA-9AB2-400662DDC7E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222" name="3D Model 9221" descr="Sphere">
                            <a:extLst>
                              <a:ext uri="{FF2B5EF4-FFF2-40B4-BE49-F238E27FC236}">
                                <a16:creationId xmlns:a16="http://schemas.microsoft.com/office/drawing/2014/main" id="{BFE3AAB3-217D-4606-A11B-D2A4A430E69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84639600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8983" name="Group 8982">
                    <a:extLst>
                      <a:ext uri="{FF2B5EF4-FFF2-40B4-BE49-F238E27FC236}">
                        <a16:creationId xmlns:a16="http://schemas.microsoft.com/office/drawing/2014/main" id="{7BA32A4C-E674-4FFF-A739-6D27E8E2D88F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9200" name="Flowchart: Connector 9199">
                      <a:extLst>
                        <a:ext uri="{FF2B5EF4-FFF2-40B4-BE49-F238E27FC236}">
                          <a16:creationId xmlns:a16="http://schemas.microsoft.com/office/drawing/2014/main" id="{DFAD05E1-30A1-4952-A612-BE62A335A15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201" name="Flowchart: Connector 9200">
                      <a:extLst>
                        <a:ext uri="{FF2B5EF4-FFF2-40B4-BE49-F238E27FC236}">
                          <a16:creationId xmlns:a16="http://schemas.microsoft.com/office/drawing/2014/main" id="{F40FD432-D081-496C-8DFF-163E890F079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202" name="Flowchart: Connector 9201">
                      <a:extLst>
                        <a:ext uri="{FF2B5EF4-FFF2-40B4-BE49-F238E27FC236}">
                          <a16:creationId xmlns:a16="http://schemas.microsoft.com/office/drawing/2014/main" id="{6205E72A-4A1E-4599-888F-CEEE1A6C3F0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8984" name="Flowchart: Connector 8983">
                    <a:extLst>
                      <a:ext uri="{FF2B5EF4-FFF2-40B4-BE49-F238E27FC236}">
                        <a16:creationId xmlns:a16="http://schemas.microsoft.com/office/drawing/2014/main" id="{2AC0246E-70D3-44C2-8BD3-9C2EDAA21E4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8985" name="Flowchart: Connector 8984">
                    <a:extLst>
                      <a:ext uri="{FF2B5EF4-FFF2-40B4-BE49-F238E27FC236}">
                        <a16:creationId xmlns:a16="http://schemas.microsoft.com/office/drawing/2014/main" id="{BB4613D0-742A-4040-A5BE-9168C1E733A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8986" name="Group 8985">
                    <a:extLst>
                      <a:ext uri="{FF2B5EF4-FFF2-40B4-BE49-F238E27FC236}">
                        <a16:creationId xmlns:a16="http://schemas.microsoft.com/office/drawing/2014/main" id="{2608B050-39D6-4D09-8FC5-35ABC5B72CD2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9197" name="Flowchart: Connector 9196">
                      <a:extLst>
                        <a:ext uri="{FF2B5EF4-FFF2-40B4-BE49-F238E27FC236}">
                          <a16:creationId xmlns:a16="http://schemas.microsoft.com/office/drawing/2014/main" id="{DE03E293-932D-4CD5-9FBE-1D6DFA17390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198" name="Flowchart: Connector 9197">
                      <a:extLst>
                        <a:ext uri="{FF2B5EF4-FFF2-40B4-BE49-F238E27FC236}">
                          <a16:creationId xmlns:a16="http://schemas.microsoft.com/office/drawing/2014/main" id="{12C253D5-3DE2-4A72-AF4F-C2C26465C22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199" name="Flowchart: Connector 9198">
                      <a:extLst>
                        <a:ext uri="{FF2B5EF4-FFF2-40B4-BE49-F238E27FC236}">
                          <a16:creationId xmlns:a16="http://schemas.microsoft.com/office/drawing/2014/main" id="{0A85996D-97DE-44A0-A296-9B7B46EF2FC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8987" name="Group 8986">
                    <a:extLst>
                      <a:ext uri="{FF2B5EF4-FFF2-40B4-BE49-F238E27FC236}">
                        <a16:creationId xmlns:a16="http://schemas.microsoft.com/office/drawing/2014/main" id="{5584F66D-CF59-4DFB-8816-F8ADAD8CD7E8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9132" name="Group 9131">
                      <a:extLst>
                        <a:ext uri="{FF2B5EF4-FFF2-40B4-BE49-F238E27FC236}">
                          <a16:creationId xmlns:a16="http://schemas.microsoft.com/office/drawing/2014/main" id="{68D19341-83AA-42D5-9FA0-225B9B1A10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9193" name="Flowchart: Connector 9192">
                        <a:extLst>
                          <a:ext uri="{FF2B5EF4-FFF2-40B4-BE49-F238E27FC236}">
                            <a16:creationId xmlns:a16="http://schemas.microsoft.com/office/drawing/2014/main" id="{C82A92D5-05E6-4408-8E04-320304812EC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94" name="Flowchart: Connector 9193">
                        <a:extLst>
                          <a:ext uri="{FF2B5EF4-FFF2-40B4-BE49-F238E27FC236}">
                            <a16:creationId xmlns:a16="http://schemas.microsoft.com/office/drawing/2014/main" id="{F7CD6181-ACF2-40E0-BF62-0A39134110E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95" name="Flowchart: Connector 9194">
                        <a:extLst>
                          <a:ext uri="{FF2B5EF4-FFF2-40B4-BE49-F238E27FC236}">
                            <a16:creationId xmlns:a16="http://schemas.microsoft.com/office/drawing/2014/main" id="{B4ACBF33-F5C3-4439-9D25-0D58ACA1E79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96" name="Flowchart: Connector 9195">
                        <a:extLst>
                          <a:ext uri="{FF2B5EF4-FFF2-40B4-BE49-F238E27FC236}">
                            <a16:creationId xmlns:a16="http://schemas.microsoft.com/office/drawing/2014/main" id="{5E479DAB-4C6D-49F4-830B-206BBE020FE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9133" name="Group 9132">
                      <a:extLst>
                        <a:ext uri="{FF2B5EF4-FFF2-40B4-BE49-F238E27FC236}">
                          <a16:creationId xmlns:a16="http://schemas.microsoft.com/office/drawing/2014/main" id="{5833755F-B97A-4549-87D9-7F290E231F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9134" name="Group 9133">
                        <a:extLst>
                          <a:ext uri="{FF2B5EF4-FFF2-40B4-BE49-F238E27FC236}">
                            <a16:creationId xmlns:a16="http://schemas.microsoft.com/office/drawing/2014/main" id="{BEE0C9CD-9609-40AD-AEB7-830A5889D5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9185" name="Flowchart: Connector 9184">
                          <a:extLst>
                            <a:ext uri="{FF2B5EF4-FFF2-40B4-BE49-F238E27FC236}">
                              <a16:creationId xmlns:a16="http://schemas.microsoft.com/office/drawing/2014/main" id="{62A7F062-51A7-430C-B989-0DDA123F91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86" name="3D Model 9185" descr="Sphere">
                              <a:extLst>
                                <a:ext uri="{FF2B5EF4-FFF2-40B4-BE49-F238E27FC236}">
                                  <a16:creationId xmlns:a16="http://schemas.microsoft.com/office/drawing/2014/main" id="{D74AAAD0-9E8A-410A-A088-FFC8FF23C52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3115985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87" name="Flowchart: Connector 9186">
                          <a:extLst>
                            <a:ext uri="{FF2B5EF4-FFF2-40B4-BE49-F238E27FC236}">
                              <a16:creationId xmlns:a16="http://schemas.microsoft.com/office/drawing/2014/main" id="{F6FDCEE1-A5A9-4F41-84D8-2662266F716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88" name="3D Model 9187" descr="Sphere">
                              <a:extLst>
                                <a:ext uri="{FF2B5EF4-FFF2-40B4-BE49-F238E27FC236}">
                                  <a16:creationId xmlns:a16="http://schemas.microsoft.com/office/drawing/2014/main" id="{D4CF2329-3B2D-4A18-958A-846F993D0B9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5810575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89" name="Flowchart: Connector 9188">
                          <a:extLst>
                            <a:ext uri="{FF2B5EF4-FFF2-40B4-BE49-F238E27FC236}">
                              <a16:creationId xmlns:a16="http://schemas.microsoft.com/office/drawing/2014/main" id="{19205E88-C3A2-4FF8-A136-30EDD89F7D6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90" name="3D Model 9189" descr="Sphere">
                              <a:extLst>
                                <a:ext uri="{FF2B5EF4-FFF2-40B4-BE49-F238E27FC236}">
                                  <a16:creationId xmlns:a16="http://schemas.microsoft.com/office/drawing/2014/main" id="{E33FBE3F-9037-43D2-AAE6-742F03679E8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4699274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91" name="Flowchart: Connector 9190">
                          <a:extLst>
                            <a:ext uri="{FF2B5EF4-FFF2-40B4-BE49-F238E27FC236}">
                              <a16:creationId xmlns:a16="http://schemas.microsoft.com/office/drawing/2014/main" id="{08CA7A9C-BDED-4E98-B43F-B62086D57C0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92" name="3D Model 9191" descr="Sphere">
                              <a:extLst>
                                <a:ext uri="{FF2B5EF4-FFF2-40B4-BE49-F238E27FC236}">
                                  <a16:creationId xmlns:a16="http://schemas.microsoft.com/office/drawing/2014/main" id="{6E72D741-50DF-4C08-B479-0F92E489A44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8471854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135" name="Group 9134">
                        <a:extLst>
                          <a:ext uri="{FF2B5EF4-FFF2-40B4-BE49-F238E27FC236}">
                            <a16:creationId xmlns:a16="http://schemas.microsoft.com/office/drawing/2014/main" id="{0D087C71-7BA1-4163-B559-F854B526CD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169" name="Flowchart: Connector 9168">
                          <a:extLst>
                            <a:ext uri="{FF2B5EF4-FFF2-40B4-BE49-F238E27FC236}">
                              <a16:creationId xmlns:a16="http://schemas.microsoft.com/office/drawing/2014/main" id="{834DE54D-01BE-45E2-939F-E9ECC89A29E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70" name="Flowchart: Connector 9169">
                          <a:extLst>
                            <a:ext uri="{FF2B5EF4-FFF2-40B4-BE49-F238E27FC236}">
                              <a16:creationId xmlns:a16="http://schemas.microsoft.com/office/drawing/2014/main" id="{0C1D82DC-FC38-43F4-9E76-D11DE3F286B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71" name="Flowchart: Connector 9170">
                          <a:extLst>
                            <a:ext uri="{FF2B5EF4-FFF2-40B4-BE49-F238E27FC236}">
                              <a16:creationId xmlns:a16="http://schemas.microsoft.com/office/drawing/2014/main" id="{88EFE8F1-0E99-4562-A2CF-EFD2B1E27DA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72" name="Flowchart: Connector 9171">
                          <a:extLst>
                            <a:ext uri="{FF2B5EF4-FFF2-40B4-BE49-F238E27FC236}">
                              <a16:creationId xmlns:a16="http://schemas.microsoft.com/office/drawing/2014/main" id="{D201B41C-5380-4AE5-AA22-C422C5A7439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73" name="Flowchart: Connector 9172">
                          <a:extLst>
                            <a:ext uri="{FF2B5EF4-FFF2-40B4-BE49-F238E27FC236}">
                              <a16:creationId xmlns:a16="http://schemas.microsoft.com/office/drawing/2014/main" id="{D1D5F9AA-24FD-4A06-B057-11E15D566EA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74" name="Flowchart: Connector 9173">
                          <a:extLst>
                            <a:ext uri="{FF2B5EF4-FFF2-40B4-BE49-F238E27FC236}">
                              <a16:creationId xmlns:a16="http://schemas.microsoft.com/office/drawing/2014/main" id="{6BDE7E1E-851B-4896-823F-A7C4CBA078A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75" name="Flowchart: Connector 9174">
                          <a:extLst>
                            <a:ext uri="{FF2B5EF4-FFF2-40B4-BE49-F238E27FC236}">
                              <a16:creationId xmlns:a16="http://schemas.microsoft.com/office/drawing/2014/main" id="{1828838D-82B8-479B-ABF4-D5165413386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76" name="Flowchart: Connector 9175">
                          <a:extLst>
                            <a:ext uri="{FF2B5EF4-FFF2-40B4-BE49-F238E27FC236}">
                              <a16:creationId xmlns:a16="http://schemas.microsoft.com/office/drawing/2014/main" id="{9DC3A4A5-06E4-46EB-9977-AA1E693CBB5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77" name="Flowchart: Connector 9176">
                          <a:extLst>
                            <a:ext uri="{FF2B5EF4-FFF2-40B4-BE49-F238E27FC236}">
                              <a16:creationId xmlns:a16="http://schemas.microsoft.com/office/drawing/2014/main" id="{61022E36-B19F-49AA-9F02-841A043C377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78" name="3D Model 9177" descr="Sphere">
                              <a:extLst>
                                <a:ext uri="{FF2B5EF4-FFF2-40B4-BE49-F238E27FC236}">
                                  <a16:creationId xmlns:a16="http://schemas.microsoft.com/office/drawing/2014/main" id="{5E6396EA-641C-45DB-8FDA-FE95C05C89F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4846075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79" name="Flowchart: Connector 9178">
                          <a:extLst>
                            <a:ext uri="{FF2B5EF4-FFF2-40B4-BE49-F238E27FC236}">
                              <a16:creationId xmlns:a16="http://schemas.microsoft.com/office/drawing/2014/main" id="{1AA302CB-03F3-4524-B511-2FC606FBBAC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80" name="3D Model 9179" descr="Sphere">
                              <a:extLst>
                                <a:ext uri="{FF2B5EF4-FFF2-40B4-BE49-F238E27FC236}">
                                  <a16:creationId xmlns:a16="http://schemas.microsoft.com/office/drawing/2014/main" id="{BF39016E-861B-4FA0-B10C-DA70A8B0B13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924150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81" name="Flowchart: Connector 9180">
                          <a:extLst>
                            <a:ext uri="{FF2B5EF4-FFF2-40B4-BE49-F238E27FC236}">
                              <a16:creationId xmlns:a16="http://schemas.microsoft.com/office/drawing/2014/main" id="{307A8370-FA0D-49BC-83F4-EC2CF7D228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82" name="3D Model 9181" descr="Sphere">
                              <a:extLst>
                                <a:ext uri="{FF2B5EF4-FFF2-40B4-BE49-F238E27FC236}">
                                  <a16:creationId xmlns:a16="http://schemas.microsoft.com/office/drawing/2014/main" id="{23FD35FF-8DA2-4C72-8B23-AD718975E2D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5715793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83" name="Flowchart: Connector 9182">
                          <a:extLst>
                            <a:ext uri="{FF2B5EF4-FFF2-40B4-BE49-F238E27FC236}">
                              <a16:creationId xmlns:a16="http://schemas.microsoft.com/office/drawing/2014/main" id="{48DCB068-AE49-4165-8AE0-3167BC4E322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84" name="3D Model 9183" descr="Sphere">
                              <a:extLst>
                                <a:ext uri="{FF2B5EF4-FFF2-40B4-BE49-F238E27FC236}">
                                  <a16:creationId xmlns:a16="http://schemas.microsoft.com/office/drawing/2014/main" id="{61C0719E-DF98-494B-85C7-9CCA70D642F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4910295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136" name="Group 9135">
                        <a:extLst>
                          <a:ext uri="{FF2B5EF4-FFF2-40B4-BE49-F238E27FC236}">
                            <a16:creationId xmlns:a16="http://schemas.microsoft.com/office/drawing/2014/main" id="{2B49A974-3C9F-4B03-833D-B03ADBAB79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153" name="Flowchart: Connector 9152">
                          <a:extLst>
                            <a:ext uri="{FF2B5EF4-FFF2-40B4-BE49-F238E27FC236}">
                              <a16:creationId xmlns:a16="http://schemas.microsoft.com/office/drawing/2014/main" id="{29147E1E-B004-4AAA-BC86-D4BE1F99E19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54" name="Flowchart: Connector 9153">
                          <a:extLst>
                            <a:ext uri="{FF2B5EF4-FFF2-40B4-BE49-F238E27FC236}">
                              <a16:creationId xmlns:a16="http://schemas.microsoft.com/office/drawing/2014/main" id="{6CF25D26-89DA-47AD-A7E5-FC5D198FB3C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55" name="Flowchart: Connector 9154">
                          <a:extLst>
                            <a:ext uri="{FF2B5EF4-FFF2-40B4-BE49-F238E27FC236}">
                              <a16:creationId xmlns:a16="http://schemas.microsoft.com/office/drawing/2014/main" id="{908793B6-ECE0-4214-A8FE-A8D20F7A664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56" name="Flowchart: Connector 9155">
                          <a:extLst>
                            <a:ext uri="{FF2B5EF4-FFF2-40B4-BE49-F238E27FC236}">
                              <a16:creationId xmlns:a16="http://schemas.microsoft.com/office/drawing/2014/main" id="{930B41A7-5AF7-41A9-8C18-51F5CD4C38A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57" name="Flowchart: Connector 9156">
                          <a:extLst>
                            <a:ext uri="{FF2B5EF4-FFF2-40B4-BE49-F238E27FC236}">
                              <a16:creationId xmlns:a16="http://schemas.microsoft.com/office/drawing/2014/main" id="{D398F88B-8AC0-4554-800C-AD3F9536313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58" name="Flowchart: Connector 9157">
                          <a:extLst>
                            <a:ext uri="{FF2B5EF4-FFF2-40B4-BE49-F238E27FC236}">
                              <a16:creationId xmlns:a16="http://schemas.microsoft.com/office/drawing/2014/main" id="{5336ED41-6A27-4226-AF40-25F80005C41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59" name="Flowchart: Connector 9158">
                          <a:extLst>
                            <a:ext uri="{FF2B5EF4-FFF2-40B4-BE49-F238E27FC236}">
                              <a16:creationId xmlns:a16="http://schemas.microsoft.com/office/drawing/2014/main" id="{B4EA71A4-D154-4107-A980-6A341EDDDED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60" name="Flowchart: Connector 9159">
                          <a:extLst>
                            <a:ext uri="{FF2B5EF4-FFF2-40B4-BE49-F238E27FC236}">
                              <a16:creationId xmlns:a16="http://schemas.microsoft.com/office/drawing/2014/main" id="{C6CAA12E-D417-414A-BECC-D4613C8DCAF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61" name="Flowchart: Connector 9160">
                          <a:extLst>
                            <a:ext uri="{FF2B5EF4-FFF2-40B4-BE49-F238E27FC236}">
                              <a16:creationId xmlns:a16="http://schemas.microsoft.com/office/drawing/2014/main" id="{651D7CEC-CD62-45F1-9D73-435CEC4B43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62" name="3D Model 9161" descr="Sphere">
                              <a:extLst>
                                <a:ext uri="{FF2B5EF4-FFF2-40B4-BE49-F238E27FC236}">
                                  <a16:creationId xmlns:a16="http://schemas.microsoft.com/office/drawing/2014/main" id="{21E80598-D271-4E63-9C4A-E3C58012E88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483317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63" name="Flowchart: Connector 9162">
                          <a:extLst>
                            <a:ext uri="{FF2B5EF4-FFF2-40B4-BE49-F238E27FC236}">
                              <a16:creationId xmlns:a16="http://schemas.microsoft.com/office/drawing/2014/main" id="{7D7A27F8-D9CF-4CFC-88A6-63200A68225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64" name="3D Model 9163" descr="Sphere">
                              <a:extLst>
                                <a:ext uri="{FF2B5EF4-FFF2-40B4-BE49-F238E27FC236}">
                                  <a16:creationId xmlns:a16="http://schemas.microsoft.com/office/drawing/2014/main" id="{5E1BABFB-0C15-42C2-9237-14DF68E540D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2754069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65" name="Flowchart: Connector 9164">
                          <a:extLst>
                            <a:ext uri="{FF2B5EF4-FFF2-40B4-BE49-F238E27FC236}">
                              <a16:creationId xmlns:a16="http://schemas.microsoft.com/office/drawing/2014/main" id="{D7C928A1-1E11-46C6-9E8C-448BD5ECC64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66" name="3D Model 9165" descr="Sphere">
                              <a:extLst>
                                <a:ext uri="{FF2B5EF4-FFF2-40B4-BE49-F238E27FC236}">
                                  <a16:creationId xmlns:a16="http://schemas.microsoft.com/office/drawing/2014/main" id="{7D6EDD43-2CB3-462F-99DE-2D074D374EA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5374282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67" name="Flowchart: Connector 9166">
                          <a:extLst>
                            <a:ext uri="{FF2B5EF4-FFF2-40B4-BE49-F238E27FC236}">
                              <a16:creationId xmlns:a16="http://schemas.microsoft.com/office/drawing/2014/main" id="{D8603C5D-1B7A-4686-AF6C-324FA81B70B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68" name="3D Model 9167" descr="Sphere">
                              <a:extLst>
                                <a:ext uri="{FF2B5EF4-FFF2-40B4-BE49-F238E27FC236}">
                                  <a16:creationId xmlns:a16="http://schemas.microsoft.com/office/drawing/2014/main" id="{95E49054-B631-4185-82C0-483001360D6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6703281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9137" name="Flowchart: Connector 9136">
                        <a:extLst>
                          <a:ext uri="{FF2B5EF4-FFF2-40B4-BE49-F238E27FC236}">
                            <a16:creationId xmlns:a16="http://schemas.microsoft.com/office/drawing/2014/main" id="{91C4D846-5F70-4ECB-A930-DB4DC52D087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38" name="Flowchart: Connector 9137">
                        <a:extLst>
                          <a:ext uri="{FF2B5EF4-FFF2-40B4-BE49-F238E27FC236}">
                            <a16:creationId xmlns:a16="http://schemas.microsoft.com/office/drawing/2014/main" id="{2D75076B-60A3-4C22-960B-18E9B67F4C8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39" name="Flowchart: Connector 9138">
                        <a:extLst>
                          <a:ext uri="{FF2B5EF4-FFF2-40B4-BE49-F238E27FC236}">
                            <a16:creationId xmlns:a16="http://schemas.microsoft.com/office/drawing/2014/main" id="{5EDC895A-0C44-4BF9-B678-AFFFA6227F2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40" name="Flowchart: Connector 9139">
                        <a:extLst>
                          <a:ext uri="{FF2B5EF4-FFF2-40B4-BE49-F238E27FC236}">
                            <a16:creationId xmlns:a16="http://schemas.microsoft.com/office/drawing/2014/main" id="{6BBBB8AC-7D6F-480B-9B52-4486E334D2D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41" name="Flowchart: Connector 9140">
                        <a:extLst>
                          <a:ext uri="{FF2B5EF4-FFF2-40B4-BE49-F238E27FC236}">
                            <a16:creationId xmlns:a16="http://schemas.microsoft.com/office/drawing/2014/main" id="{3238FF02-0736-431B-9B9A-05A030F5CFD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42" name="Flowchart: Connector 9141">
                        <a:extLst>
                          <a:ext uri="{FF2B5EF4-FFF2-40B4-BE49-F238E27FC236}">
                            <a16:creationId xmlns:a16="http://schemas.microsoft.com/office/drawing/2014/main" id="{64703E87-CDFE-4F63-AEE6-51195E8293C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43" name="Flowchart: Connector 9142">
                        <a:extLst>
                          <a:ext uri="{FF2B5EF4-FFF2-40B4-BE49-F238E27FC236}">
                            <a16:creationId xmlns:a16="http://schemas.microsoft.com/office/drawing/2014/main" id="{B13C9CA8-C80F-46A7-A6AA-052E7B97F0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44" name="Flowchart: Connector 9143">
                        <a:extLst>
                          <a:ext uri="{FF2B5EF4-FFF2-40B4-BE49-F238E27FC236}">
                            <a16:creationId xmlns:a16="http://schemas.microsoft.com/office/drawing/2014/main" id="{A8D89474-D0F1-4B71-A143-E713CD80CF8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45" name="Flowchart: Connector 9144">
                        <a:extLst>
                          <a:ext uri="{FF2B5EF4-FFF2-40B4-BE49-F238E27FC236}">
                            <a16:creationId xmlns:a16="http://schemas.microsoft.com/office/drawing/2014/main" id="{C8C66949-E668-49E2-9697-893C378DB90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146" name="3D Model 9145" descr="Sphere">
                            <a:extLst>
                              <a:ext uri="{FF2B5EF4-FFF2-40B4-BE49-F238E27FC236}">
                                <a16:creationId xmlns:a16="http://schemas.microsoft.com/office/drawing/2014/main" id="{64870043-2C0B-42CB-8275-7750087CF85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0876666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147" name="Flowchart: Connector 9146">
                        <a:extLst>
                          <a:ext uri="{FF2B5EF4-FFF2-40B4-BE49-F238E27FC236}">
                            <a16:creationId xmlns:a16="http://schemas.microsoft.com/office/drawing/2014/main" id="{02EAAC67-CA6D-4E67-AA4C-60FFF1048D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148" name="3D Model 9147" descr="Sphere">
                            <a:extLst>
                              <a:ext uri="{FF2B5EF4-FFF2-40B4-BE49-F238E27FC236}">
                                <a16:creationId xmlns:a16="http://schemas.microsoft.com/office/drawing/2014/main" id="{2CF6D937-7F11-49E4-B2CD-303248AF581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81904667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149" name="Flowchart: Connector 9148">
                        <a:extLst>
                          <a:ext uri="{FF2B5EF4-FFF2-40B4-BE49-F238E27FC236}">
                            <a16:creationId xmlns:a16="http://schemas.microsoft.com/office/drawing/2014/main" id="{851E742A-47AD-4EDF-954C-29582CE29B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150" name="3D Model 9149" descr="Sphere">
                            <a:extLst>
                              <a:ext uri="{FF2B5EF4-FFF2-40B4-BE49-F238E27FC236}">
                                <a16:creationId xmlns:a16="http://schemas.microsoft.com/office/drawing/2014/main" id="{0B5B4FC3-1A49-4707-A334-A6EAAC7BA57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82681559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151" name="Flowchart: Connector 9150">
                        <a:extLst>
                          <a:ext uri="{FF2B5EF4-FFF2-40B4-BE49-F238E27FC236}">
                            <a16:creationId xmlns:a16="http://schemas.microsoft.com/office/drawing/2014/main" id="{274A9419-FA06-48F6-ADED-BFCDD32616E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152" name="3D Model 9151" descr="Sphere">
                            <a:extLst>
                              <a:ext uri="{FF2B5EF4-FFF2-40B4-BE49-F238E27FC236}">
                                <a16:creationId xmlns:a16="http://schemas.microsoft.com/office/drawing/2014/main" id="{670D1AB9-E45B-40E7-AAF9-9D47E017E77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23068291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8988" name="Group 8987">
                    <a:extLst>
                      <a:ext uri="{FF2B5EF4-FFF2-40B4-BE49-F238E27FC236}">
                        <a16:creationId xmlns:a16="http://schemas.microsoft.com/office/drawing/2014/main" id="{55E23460-DF4E-466E-9327-250186F62B94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9129" name="Flowchart: Connector 9128">
                      <a:extLst>
                        <a:ext uri="{FF2B5EF4-FFF2-40B4-BE49-F238E27FC236}">
                          <a16:creationId xmlns:a16="http://schemas.microsoft.com/office/drawing/2014/main" id="{6B5978A2-A445-499E-B6BD-672656E49C0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130" name="Flowchart: Connector 9129">
                      <a:extLst>
                        <a:ext uri="{FF2B5EF4-FFF2-40B4-BE49-F238E27FC236}">
                          <a16:creationId xmlns:a16="http://schemas.microsoft.com/office/drawing/2014/main" id="{1905D3CB-4AC4-4745-BAF5-9189B2592AA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131" name="Flowchart: Connector 9130">
                      <a:extLst>
                        <a:ext uri="{FF2B5EF4-FFF2-40B4-BE49-F238E27FC236}">
                          <a16:creationId xmlns:a16="http://schemas.microsoft.com/office/drawing/2014/main" id="{082CE1CD-083A-4516-B51E-380ABD4390D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8989" name="Flowchart: Connector 8988">
                    <a:extLst>
                      <a:ext uri="{FF2B5EF4-FFF2-40B4-BE49-F238E27FC236}">
                        <a16:creationId xmlns:a16="http://schemas.microsoft.com/office/drawing/2014/main" id="{182E9923-B045-4277-876C-ED5031830FA9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8990" name="Flowchart: Connector 8989">
                    <a:extLst>
                      <a:ext uri="{FF2B5EF4-FFF2-40B4-BE49-F238E27FC236}">
                        <a16:creationId xmlns:a16="http://schemas.microsoft.com/office/drawing/2014/main" id="{F0899E8A-5DE5-435A-820E-B62E8CEE035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8991" name="Group 8990">
                    <a:extLst>
                      <a:ext uri="{FF2B5EF4-FFF2-40B4-BE49-F238E27FC236}">
                        <a16:creationId xmlns:a16="http://schemas.microsoft.com/office/drawing/2014/main" id="{0D714D12-673F-4D38-B3EB-718856229E1F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9126" name="Flowchart: Connector 9125">
                      <a:extLst>
                        <a:ext uri="{FF2B5EF4-FFF2-40B4-BE49-F238E27FC236}">
                          <a16:creationId xmlns:a16="http://schemas.microsoft.com/office/drawing/2014/main" id="{ECD34DD9-3E29-42A3-BDA0-66B94422A59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127" name="Flowchart: Connector 9126">
                      <a:extLst>
                        <a:ext uri="{FF2B5EF4-FFF2-40B4-BE49-F238E27FC236}">
                          <a16:creationId xmlns:a16="http://schemas.microsoft.com/office/drawing/2014/main" id="{E9A1BB1B-F120-4F63-909E-E5E941A740C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128" name="Flowchart: Connector 9127">
                      <a:extLst>
                        <a:ext uri="{FF2B5EF4-FFF2-40B4-BE49-F238E27FC236}">
                          <a16:creationId xmlns:a16="http://schemas.microsoft.com/office/drawing/2014/main" id="{9AAB5D5B-949A-4B26-B804-D0DAF6AE2BB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8992" name="Group 8991">
                    <a:extLst>
                      <a:ext uri="{FF2B5EF4-FFF2-40B4-BE49-F238E27FC236}">
                        <a16:creationId xmlns:a16="http://schemas.microsoft.com/office/drawing/2014/main" id="{4504651C-876D-4EB8-B0BD-5841AFC6079E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9061" name="Group 9060">
                      <a:extLst>
                        <a:ext uri="{FF2B5EF4-FFF2-40B4-BE49-F238E27FC236}">
                          <a16:creationId xmlns:a16="http://schemas.microsoft.com/office/drawing/2014/main" id="{0E8C90AB-835A-4291-B0A5-9D2B1A4F08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9122" name="Flowchart: Connector 9121">
                        <a:extLst>
                          <a:ext uri="{FF2B5EF4-FFF2-40B4-BE49-F238E27FC236}">
                            <a16:creationId xmlns:a16="http://schemas.microsoft.com/office/drawing/2014/main" id="{933F4CB9-D680-4CBE-A8A0-9FB789A56A2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23" name="Flowchart: Connector 9122">
                        <a:extLst>
                          <a:ext uri="{FF2B5EF4-FFF2-40B4-BE49-F238E27FC236}">
                            <a16:creationId xmlns:a16="http://schemas.microsoft.com/office/drawing/2014/main" id="{AD8436F3-333B-41A0-9A65-4D2BCB30A46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24" name="Flowchart: Connector 9123">
                        <a:extLst>
                          <a:ext uri="{FF2B5EF4-FFF2-40B4-BE49-F238E27FC236}">
                            <a16:creationId xmlns:a16="http://schemas.microsoft.com/office/drawing/2014/main" id="{47F0E3AB-98CB-486C-8641-10DBAC3CC80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125" name="Flowchart: Connector 9124">
                        <a:extLst>
                          <a:ext uri="{FF2B5EF4-FFF2-40B4-BE49-F238E27FC236}">
                            <a16:creationId xmlns:a16="http://schemas.microsoft.com/office/drawing/2014/main" id="{16D5D736-DFDB-4EC2-8B74-CAA7B0F5BFD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9062" name="Group 9061">
                      <a:extLst>
                        <a:ext uri="{FF2B5EF4-FFF2-40B4-BE49-F238E27FC236}">
                          <a16:creationId xmlns:a16="http://schemas.microsoft.com/office/drawing/2014/main" id="{E5C8773D-9603-40E4-839F-F9F922B1C6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9063" name="Group 9062">
                        <a:extLst>
                          <a:ext uri="{FF2B5EF4-FFF2-40B4-BE49-F238E27FC236}">
                            <a16:creationId xmlns:a16="http://schemas.microsoft.com/office/drawing/2014/main" id="{7AF0F640-A965-45C2-ABC7-95F5A1ADA5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9114" name="Flowchart: Connector 9113">
                          <a:extLst>
                            <a:ext uri="{FF2B5EF4-FFF2-40B4-BE49-F238E27FC236}">
                              <a16:creationId xmlns:a16="http://schemas.microsoft.com/office/drawing/2014/main" id="{8992915F-BC67-4F64-B48D-8E1BDD7B32A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15" name="3D Model 9114" descr="Sphere">
                              <a:extLst>
                                <a:ext uri="{FF2B5EF4-FFF2-40B4-BE49-F238E27FC236}">
                                  <a16:creationId xmlns:a16="http://schemas.microsoft.com/office/drawing/2014/main" id="{ADD132F3-48C4-44E3-89EA-2839875520A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9163658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16" name="Flowchart: Connector 9115">
                          <a:extLst>
                            <a:ext uri="{FF2B5EF4-FFF2-40B4-BE49-F238E27FC236}">
                              <a16:creationId xmlns:a16="http://schemas.microsoft.com/office/drawing/2014/main" id="{CC5F5913-64DA-492B-A427-B1A8BB24384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17" name="3D Model 9116" descr="Sphere">
                              <a:extLst>
                                <a:ext uri="{FF2B5EF4-FFF2-40B4-BE49-F238E27FC236}">
                                  <a16:creationId xmlns:a16="http://schemas.microsoft.com/office/drawing/2014/main" id="{97DFBD97-C658-4D48-9991-6791F74BB00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7582434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18" name="Flowchart: Connector 9117">
                          <a:extLst>
                            <a:ext uri="{FF2B5EF4-FFF2-40B4-BE49-F238E27FC236}">
                              <a16:creationId xmlns:a16="http://schemas.microsoft.com/office/drawing/2014/main" id="{1F7086E2-0EF2-4776-A035-5D6C65A33D1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19" name="3D Model 9118" descr="Sphere">
                              <a:extLst>
                                <a:ext uri="{FF2B5EF4-FFF2-40B4-BE49-F238E27FC236}">
                                  <a16:creationId xmlns:a16="http://schemas.microsoft.com/office/drawing/2014/main" id="{E47A9F8F-8440-406C-82A3-AD05159EB0E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6770034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20" name="Flowchart: Connector 9119">
                          <a:extLst>
                            <a:ext uri="{FF2B5EF4-FFF2-40B4-BE49-F238E27FC236}">
                              <a16:creationId xmlns:a16="http://schemas.microsoft.com/office/drawing/2014/main" id="{A1BF3B7E-D538-4D4B-8917-BC1A241C2F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21" name="3D Model 9120" descr="Sphere">
                              <a:extLst>
                                <a:ext uri="{FF2B5EF4-FFF2-40B4-BE49-F238E27FC236}">
                                  <a16:creationId xmlns:a16="http://schemas.microsoft.com/office/drawing/2014/main" id="{F11F6497-C27F-440B-A62F-AE3BFD3DE91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2260979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064" name="Group 9063">
                        <a:extLst>
                          <a:ext uri="{FF2B5EF4-FFF2-40B4-BE49-F238E27FC236}">
                            <a16:creationId xmlns:a16="http://schemas.microsoft.com/office/drawing/2014/main" id="{93CC0786-FF42-4736-B4DE-625124712D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098" name="Flowchart: Connector 9097">
                          <a:extLst>
                            <a:ext uri="{FF2B5EF4-FFF2-40B4-BE49-F238E27FC236}">
                              <a16:creationId xmlns:a16="http://schemas.microsoft.com/office/drawing/2014/main" id="{FADF68AB-6346-448B-9045-186DA23C29B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099" name="Flowchart: Connector 9098">
                          <a:extLst>
                            <a:ext uri="{FF2B5EF4-FFF2-40B4-BE49-F238E27FC236}">
                              <a16:creationId xmlns:a16="http://schemas.microsoft.com/office/drawing/2014/main" id="{A824DC71-F439-4B0B-A696-E3DDBD74A56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00" name="Flowchart: Connector 9099">
                          <a:extLst>
                            <a:ext uri="{FF2B5EF4-FFF2-40B4-BE49-F238E27FC236}">
                              <a16:creationId xmlns:a16="http://schemas.microsoft.com/office/drawing/2014/main" id="{3F1A5A37-5115-49B2-9865-C19360744FB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01" name="Flowchart: Connector 9100">
                          <a:extLst>
                            <a:ext uri="{FF2B5EF4-FFF2-40B4-BE49-F238E27FC236}">
                              <a16:creationId xmlns:a16="http://schemas.microsoft.com/office/drawing/2014/main" id="{80F46FFE-4070-4B06-B5C4-905780A8DFD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02" name="Flowchart: Connector 9101">
                          <a:extLst>
                            <a:ext uri="{FF2B5EF4-FFF2-40B4-BE49-F238E27FC236}">
                              <a16:creationId xmlns:a16="http://schemas.microsoft.com/office/drawing/2014/main" id="{CF474EA3-AA15-46AF-92B6-084A1B888C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03" name="Flowchart: Connector 9102">
                          <a:extLst>
                            <a:ext uri="{FF2B5EF4-FFF2-40B4-BE49-F238E27FC236}">
                              <a16:creationId xmlns:a16="http://schemas.microsoft.com/office/drawing/2014/main" id="{618609BF-F670-441F-9F9B-82675B0AC5B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04" name="Flowchart: Connector 9103">
                          <a:extLst>
                            <a:ext uri="{FF2B5EF4-FFF2-40B4-BE49-F238E27FC236}">
                              <a16:creationId xmlns:a16="http://schemas.microsoft.com/office/drawing/2014/main" id="{C98D7934-7775-4BFB-AE83-067C47D64F8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05" name="Flowchart: Connector 9104">
                          <a:extLst>
                            <a:ext uri="{FF2B5EF4-FFF2-40B4-BE49-F238E27FC236}">
                              <a16:creationId xmlns:a16="http://schemas.microsoft.com/office/drawing/2014/main" id="{6322B40B-DEAE-4008-8476-8A427F7621F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106" name="Flowchart: Connector 9105">
                          <a:extLst>
                            <a:ext uri="{FF2B5EF4-FFF2-40B4-BE49-F238E27FC236}">
                              <a16:creationId xmlns:a16="http://schemas.microsoft.com/office/drawing/2014/main" id="{C8F2F24D-0FA3-48EC-8BCF-809CB316755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07" name="3D Model 9106" descr="Sphere">
                              <a:extLst>
                                <a:ext uri="{FF2B5EF4-FFF2-40B4-BE49-F238E27FC236}">
                                  <a16:creationId xmlns:a16="http://schemas.microsoft.com/office/drawing/2014/main" id="{29831D47-8F58-4628-9E8A-CD75C2324E9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8993851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08" name="Flowchart: Connector 9107">
                          <a:extLst>
                            <a:ext uri="{FF2B5EF4-FFF2-40B4-BE49-F238E27FC236}">
                              <a16:creationId xmlns:a16="http://schemas.microsoft.com/office/drawing/2014/main" id="{EE86BA55-8FE6-41C5-AC56-EDE8D6D49C4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09" name="3D Model 9108" descr="Sphere">
                              <a:extLst>
                                <a:ext uri="{FF2B5EF4-FFF2-40B4-BE49-F238E27FC236}">
                                  <a16:creationId xmlns:a16="http://schemas.microsoft.com/office/drawing/2014/main" id="{62CCE7FD-FF32-45DA-9B4E-7E05D65B9AC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5198766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10" name="Flowchart: Connector 9109">
                          <a:extLst>
                            <a:ext uri="{FF2B5EF4-FFF2-40B4-BE49-F238E27FC236}">
                              <a16:creationId xmlns:a16="http://schemas.microsoft.com/office/drawing/2014/main" id="{FF8E1E8B-5D09-4639-AB74-7ED773FE51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11" name="3D Model 9110" descr="Sphere">
                              <a:extLst>
                                <a:ext uri="{FF2B5EF4-FFF2-40B4-BE49-F238E27FC236}">
                                  <a16:creationId xmlns:a16="http://schemas.microsoft.com/office/drawing/2014/main" id="{A085FCFA-A88F-4AF2-B3C0-47C39CD7BAC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4114904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112" name="Flowchart: Connector 9111">
                          <a:extLst>
                            <a:ext uri="{FF2B5EF4-FFF2-40B4-BE49-F238E27FC236}">
                              <a16:creationId xmlns:a16="http://schemas.microsoft.com/office/drawing/2014/main" id="{2A8CF3F3-C49B-4511-BE81-C88F123FBCB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113" name="3D Model 9112" descr="Sphere">
                              <a:extLst>
                                <a:ext uri="{FF2B5EF4-FFF2-40B4-BE49-F238E27FC236}">
                                  <a16:creationId xmlns:a16="http://schemas.microsoft.com/office/drawing/2014/main" id="{AD8F40BB-0977-4EA7-A322-EF29388A81C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4040779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065" name="Group 9064">
                        <a:extLst>
                          <a:ext uri="{FF2B5EF4-FFF2-40B4-BE49-F238E27FC236}">
                            <a16:creationId xmlns:a16="http://schemas.microsoft.com/office/drawing/2014/main" id="{CEA79817-984B-48D4-8786-7BE5444D587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082" name="Flowchart: Connector 9081">
                          <a:extLst>
                            <a:ext uri="{FF2B5EF4-FFF2-40B4-BE49-F238E27FC236}">
                              <a16:creationId xmlns:a16="http://schemas.microsoft.com/office/drawing/2014/main" id="{0942C2B7-50C9-4000-A5A0-2DBFA5CB977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083" name="Flowchart: Connector 9082">
                          <a:extLst>
                            <a:ext uri="{FF2B5EF4-FFF2-40B4-BE49-F238E27FC236}">
                              <a16:creationId xmlns:a16="http://schemas.microsoft.com/office/drawing/2014/main" id="{EF779E7E-59C9-48F5-9AE6-673E5AE34DF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084" name="Flowchart: Connector 9083">
                          <a:extLst>
                            <a:ext uri="{FF2B5EF4-FFF2-40B4-BE49-F238E27FC236}">
                              <a16:creationId xmlns:a16="http://schemas.microsoft.com/office/drawing/2014/main" id="{4CE67427-C051-4192-8382-70B5B7B42AE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085" name="Flowchart: Connector 9084">
                          <a:extLst>
                            <a:ext uri="{FF2B5EF4-FFF2-40B4-BE49-F238E27FC236}">
                              <a16:creationId xmlns:a16="http://schemas.microsoft.com/office/drawing/2014/main" id="{AE3FBF6B-E608-46B6-83E3-531363E5618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086" name="Flowchart: Connector 9085">
                          <a:extLst>
                            <a:ext uri="{FF2B5EF4-FFF2-40B4-BE49-F238E27FC236}">
                              <a16:creationId xmlns:a16="http://schemas.microsoft.com/office/drawing/2014/main" id="{C00DB14D-3F25-468C-BD77-35A12470AE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087" name="Flowchart: Connector 9086">
                          <a:extLst>
                            <a:ext uri="{FF2B5EF4-FFF2-40B4-BE49-F238E27FC236}">
                              <a16:creationId xmlns:a16="http://schemas.microsoft.com/office/drawing/2014/main" id="{3BCB918D-2DA2-4D76-9B86-250320E949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088" name="Flowchart: Connector 9087">
                          <a:extLst>
                            <a:ext uri="{FF2B5EF4-FFF2-40B4-BE49-F238E27FC236}">
                              <a16:creationId xmlns:a16="http://schemas.microsoft.com/office/drawing/2014/main" id="{BECACC78-B9D1-4F21-960A-F9AAC8A44BE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089" name="Flowchart: Connector 9088">
                          <a:extLst>
                            <a:ext uri="{FF2B5EF4-FFF2-40B4-BE49-F238E27FC236}">
                              <a16:creationId xmlns:a16="http://schemas.microsoft.com/office/drawing/2014/main" id="{EE80033D-EC82-4C5F-B566-3C6333AA3FF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090" name="Flowchart: Connector 9089">
                          <a:extLst>
                            <a:ext uri="{FF2B5EF4-FFF2-40B4-BE49-F238E27FC236}">
                              <a16:creationId xmlns:a16="http://schemas.microsoft.com/office/drawing/2014/main" id="{D3B85632-9946-45B9-8D49-0CDE0FFEFA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091" name="3D Model 9090" descr="Sphere">
                              <a:extLst>
                                <a:ext uri="{FF2B5EF4-FFF2-40B4-BE49-F238E27FC236}">
                                  <a16:creationId xmlns:a16="http://schemas.microsoft.com/office/drawing/2014/main" id="{5DA7138B-1E3F-4122-BC90-89F6CB6DAB2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7367033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092" name="Flowchart: Connector 9091">
                          <a:extLst>
                            <a:ext uri="{FF2B5EF4-FFF2-40B4-BE49-F238E27FC236}">
                              <a16:creationId xmlns:a16="http://schemas.microsoft.com/office/drawing/2014/main" id="{1A46DBA5-F3FA-45C5-815C-AD3579AF1D9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093" name="3D Model 9092" descr="Sphere">
                              <a:extLst>
                                <a:ext uri="{FF2B5EF4-FFF2-40B4-BE49-F238E27FC236}">
                                  <a16:creationId xmlns:a16="http://schemas.microsoft.com/office/drawing/2014/main" id="{16AB5958-6853-4C85-81D7-E98D619B396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6840642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094" name="Flowchart: Connector 9093">
                          <a:extLst>
                            <a:ext uri="{FF2B5EF4-FFF2-40B4-BE49-F238E27FC236}">
                              <a16:creationId xmlns:a16="http://schemas.microsoft.com/office/drawing/2014/main" id="{FD8B9701-2A3E-44ED-897D-988E643F14E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095" name="3D Model 9094" descr="Sphere">
                              <a:extLst>
                                <a:ext uri="{FF2B5EF4-FFF2-40B4-BE49-F238E27FC236}">
                                  <a16:creationId xmlns:a16="http://schemas.microsoft.com/office/drawing/2014/main" id="{5E367DB9-4EC9-42BC-82F6-D180D166A01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8167771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096" name="Flowchart: Connector 9095">
                          <a:extLst>
                            <a:ext uri="{FF2B5EF4-FFF2-40B4-BE49-F238E27FC236}">
                              <a16:creationId xmlns:a16="http://schemas.microsoft.com/office/drawing/2014/main" id="{41084B43-0EF0-4749-B6A4-66434350853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097" name="3D Model 9096" descr="Sphere">
                              <a:extLst>
                                <a:ext uri="{FF2B5EF4-FFF2-40B4-BE49-F238E27FC236}">
                                  <a16:creationId xmlns:a16="http://schemas.microsoft.com/office/drawing/2014/main" id="{2F4CCC2A-395E-4B4B-89C7-35ED00817DB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9660067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9066" name="Flowchart: Connector 9065">
                        <a:extLst>
                          <a:ext uri="{FF2B5EF4-FFF2-40B4-BE49-F238E27FC236}">
                            <a16:creationId xmlns:a16="http://schemas.microsoft.com/office/drawing/2014/main" id="{B76E7CA7-D905-4347-8982-740906F03CB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67" name="Flowchart: Connector 9066">
                        <a:extLst>
                          <a:ext uri="{FF2B5EF4-FFF2-40B4-BE49-F238E27FC236}">
                            <a16:creationId xmlns:a16="http://schemas.microsoft.com/office/drawing/2014/main" id="{EB9CED0C-55D6-46BD-BDED-8D61F25F0C4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68" name="Flowchart: Connector 9067">
                        <a:extLst>
                          <a:ext uri="{FF2B5EF4-FFF2-40B4-BE49-F238E27FC236}">
                            <a16:creationId xmlns:a16="http://schemas.microsoft.com/office/drawing/2014/main" id="{797CF1B2-743B-4FBD-B437-E2B5E777787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69" name="Flowchart: Connector 9068">
                        <a:extLst>
                          <a:ext uri="{FF2B5EF4-FFF2-40B4-BE49-F238E27FC236}">
                            <a16:creationId xmlns:a16="http://schemas.microsoft.com/office/drawing/2014/main" id="{9972F339-91F6-4B50-89B6-AACC221D2BD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70" name="Flowchart: Connector 9069">
                        <a:extLst>
                          <a:ext uri="{FF2B5EF4-FFF2-40B4-BE49-F238E27FC236}">
                            <a16:creationId xmlns:a16="http://schemas.microsoft.com/office/drawing/2014/main" id="{2BD1E5F9-F945-4D55-A4BE-84316F27351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71" name="Flowchart: Connector 9070">
                        <a:extLst>
                          <a:ext uri="{FF2B5EF4-FFF2-40B4-BE49-F238E27FC236}">
                            <a16:creationId xmlns:a16="http://schemas.microsoft.com/office/drawing/2014/main" id="{2CC2A3A3-D842-4FCB-899E-2333E274795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72" name="Flowchart: Connector 9071">
                        <a:extLst>
                          <a:ext uri="{FF2B5EF4-FFF2-40B4-BE49-F238E27FC236}">
                            <a16:creationId xmlns:a16="http://schemas.microsoft.com/office/drawing/2014/main" id="{45C6A7C3-0E93-4642-B012-BD44E701C7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73" name="Flowchart: Connector 9072">
                        <a:extLst>
                          <a:ext uri="{FF2B5EF4-FFF2-40B4-BE49-F238E27FC236}">
                            <a16:creationId xmlns:a16="http://schemas.microsoft.com/office/drawing/2014/main" id="{F2A176DA-AA22-4BC7-8470-B607EBDF04E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74" name="Flowchart: Connector 9073">
                        <a:extLst>
                          <a:ext uri="{FF2B5EF4-FFF2-40B4-BE49-F238E27FC236}">
                            <a16:creationId xmlns:a16="http://schemas.microsoft.com/office/drawing/2014/main" id="{D11DACC5-2299-409B-A41A-A27742C2F15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75" name="3D Model 9074" descr="Sphere">
                            <a:extLst>
                              <a:ext uri="{FF2B5EF4-FFF2-40B4-BE49-F238E27FC236}">
                                <a16:creationId xmlns:a16="http://schemas.microsoft.com/office/drawing/2014/main" id="{B87C799C-5ACF-4DCB-AD61-22FEF830D79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83887696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076" name="Flowchart: Connector 9075">
                        <a:extLst>
                          <a:ext uri="{FF2B5EF4-FFF2-40B4-BE49-F238E27FC236}">
                            <a16:creationId xmlns:a16="http://schemas.microsoft.com/office/drawing/2014/main" id="{9C7E7EE3-1F9F-4E20-B300-FA649B4AB3E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77" name="3D Model 9076" descr="Sphere">
                            <a:extLst>
                              <a:ext uri="{FF2B5EF4-FFF2-40B4-BE49-F238E27FC236}">
                                <a16:creationId xmlns:a16="http://schemas.microsoft.com/office/drawing/2014/main" id="{8455F117-16F1-47A1-BE25-704459269E3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04976543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078" name="Flowchart: Connector 9077">
                        <a:extLst>
                          <a:ext uri="{FF2B5EF4-FFF2-40B4-BE49-F238E27FC236}">
                            <a16:creationId xmlns:a16="http://schemas.microsoft.com/office/drawing/2014/main" id="{CB87FD5D-7202-4F34-A198-4463DF6C2EA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79" name="3D Model 9078" descr="Sphere">
                            <a:extLst>
                              <a:ext uri="{FF2B5EF4-FFF2-40B4-BE49-F238E27FC236}">
                                <a16:creationId xmlns:a16="http://schemas.microsoft.com/office/drawing/2014/main" id="{15A42DA0-0DA8-4D3B-9E2C-9D4891714C6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5567036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080" name="Flowchart: Connector 9079">
                        <a:extLst>
                          <a:ext uri="{FF2B5EF4-FFF2-40B4-BE49-F238E27FC236}">
                            <a16:creationId xmlns:a16="http://schemas.microsoft.com/office/drawing/2014/main" id="{138442AC-910A-413F-829B-4D49ADCA1B9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81" name="3D Model 9080" descr="Sphere">
                            <a:extLst>
                              <a:ext uri="{FF2B5EF4-FFF2-40B4-BE49-F238E27FC236}">
                                <a16:creationId xmlns:a16="http://schemas.microsoft.com/office/drawing/2014/main" id="{8F596034-7AED-49EE-9AA5-6EDD2024487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59916492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8993" name="Flowchart: Connector 8992">
                    <a:extLst>
                      <a:ext uri="{FF2B5EF4-FFF2-40B4-BE49-F238E27FC236}">
                        <a16:creationId xmlns:a16="http://schemas.microsoft.com/office/drawing/2014/main" id="{E04973B6-DCB5-4A26-880E-E525EBA5782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8994" name="Flowchart: Connector 8993">
                    <a:extLst>
                      <a:ext uri="{FF2B5EF4-FFF2-40B4-BE49-F238E27FC236}">
                        <a16:creationId xmlns:a16="http://schemas.microsoft.com/office/drawing/2014/main" id="{0F53887F-5FCE-4E63-BF8E-4B5E2A4770A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8995" name="Flowchart: Connector 8994">
                    <a:extLst>
                      <a:ext uri="{FF2B5EF4-FFF2-40B4-BE49-F238E27FC236}">
                        <a16:creationId xmlns:a16="http://schemas.microsoft.com/office/drawing/2014/main" id="{6617CE8F-14E0-4743-ABFA-CEFB4F1AE8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8996" name="Flowchart: Connector 8995">
                    <a:extLst>
                      <a:ext uri="{FF2B5EF4-FFF2-40B4-BE49-F238E27FC236}">
                        <a16:creationId xmlns:a16="http://schemas.microsoft.com/office/drawing/2014/main" id="{7BA06B8B-1909-4EF5-A6D4-0A96BE4F6C7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8997" name="Flowchart: Connector 8996">
                    <a:extLst>
                      <a:ext uri="{FF2B5EF4-FFF2-40B4-BE49-F238E27FC236}">
                        <a16:creationId xmlns:a16="http://schemas.microsoft.com/office/drawing/2014/main" id="{54E4C214-3A84-46A3-BD6C-A7A10CC41DF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8998" name="Flowchart: Connector 8997">
                    <a:extLst>
                      <a:ext uri="{FF2B5EF4-FFF2-40B4-BE49-F238E27FC236}">
                        <a16:creationId xmlns:a16="http://schemas.microsoft.com/office/drawing/2014/main" id="{149A3638-4CBC-4A47-B791-62684256438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8999" name="Flowchart: Connector 8998">
                    <a:extLst>
                      <a:ext uri="{FF2B5EF4-FFF2-40B4-BE49-F238E27FC236}">
                        <a16:creationId xmlns:a16="http://schemas.microsoft.com/office/drawing/2014/main" id="{D6ADBCFF-FF91-4649-B3F2-33DF85AD375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000" name="Flowchart: Connector 8999">
                    <a:extLst>
                      <a:ext uri="{FF2B5EF4-FFF2-40B4-BE49-F238E27FC236}">
                        <a16:creationId xmlns:a16="http://schemas.microsoft.com/office/drawing/2014/main" id="{31ED76FA-085C-4791-8A5B-817FC167F33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9001" name="Group 9000">
                    <a:extLst>
                      <a:ext uri="{FF2B5EF4-FFF2-40B4-BE49-F238E27FC236}">
                        <a16:creationId xmlns:a16="http://schemas.microsoft.com/office/drawing/2014/main" id="{BA6208F3-2D4A-4846-A679-5DCB366ED4FC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9002" name="Group 9001">
                      <a:extLst>
                        <a:ext uri="{FF2B5EF4-FFF2-40B4-BE49-F238E27FC236}">
                          <a16:creationId xmlns:a16="http://schemas.microsoft.com/office/drawing/2014/main" id="{8EBBEBB6-3A94-4759-A059-EA35ED6D52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9053" name="Flowchart: Connector 9052">
                        <a:extLst>
                          <a:ext uri="{FF2B5EF4-FFF2-40B4-BE49-F238E27FC236}">
                            <a16:creationId xmlns:a16="http://schemas.microsoft.com/office/drawing/2014/main" id="{4BEBE5CC-761D-43A8-B5BD-D9FBF3854F8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54" name="3D Model 9053" descr="Sphere">
                            <a:extLst>
                              <a:ext uri="{FF2B5EF4-FFF2-40B4-BE49-F238E27FC236}">
                                <a16:creationId xmlns:a16="http://schemas.microsoft.com/office/drawing/2014/main" id="{9E4A4779-C8F8-425D-AB0A-4D9DA97B4BD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42473428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055" name="Flowchart: Connector 9054">
                        <a:extLst>
                          <a:ext uri="{FF2B5EF4-FFF2-40B4-BE49-F238E27FC236}">
                            <a16:creationId xmlns:a16="http://schemas.microsoft.com/office/drawing/2014/main" id="{4A09C441-11F5-4917-90C5-5A00B9EF00F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56" name="3D Model 9055" descr="Sphere">
                            <a:extLst>
                              <a:ext uri="{FF2B5EF4-FFF2-40B4-BE49-F238E27FC236}">
                                <a16:creationId xmlns:a16="http://schemas.microsoft.com/office/drawing/2014/main" id="{91088B95-2A88-403D-A769-32B93555000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08061533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057" name="Flowchart: Connector 9056">
                        <a:extLst>
                          <a:ext uri="{FF2B5EF4-FFF2-40B4-BE49-F238E27FC236}">
                            <a16:creationId xmlns:a16="http://schemas.microsoft.com/office/drawing/2014/main" id="{28478099-7501-458E-9AD5-8773B4F74AB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58" name="3D Model 9057" descr="Sphere">
                            <a:extLst>
                              <a:ext uri="{FF2B5EF4-FFF2-40B4-BE49-F238E27FC236}">
                                <a16:creationId xmlns:a16="http://schemas.microsoft.com/office/drawing/2014/main" id="{E7178CA2-3C1D-4E58-8C63-00DEEE101ED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6169237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059" name="Flowchart: Connector 9058">
                        <a:extLst>
                          <a:ext uri="{FF2B5EF4-FFF2-40B4-BE49-F238E27FC236}">
                            <a16:creationId xmlns:a16="http://schemas.microsoft.com/office/drawing/2014/main" id="{2FA9F334-190D-4866-99E7-26FAE8314F8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60" name="3D Model 9059" descr="Sphere">
                            <a:extLst>
                              <a:ext uri="{FF2B5EF4-FFF2-40B4-BE49-F238E27FC236}">
                                <a16:creationId xmlns:a16="http://schemas.microsoft.com/office/drawing/2014/main" id="{FCE8560A-1C75-4F21-8420-950182EEA0A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0107921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9003" name="Group 9002">
                      <a:extLst>
                        <a:ext uri="{FF2B5EF4-FFF2-40B4-BE49-F238E27FC236}">
                          <a16:creationId xmlns:a16="http://schemas.microsoft.com/office/drawing/2014/main" id="{915D6855-5375-4F2A-83B0-1944FAAEA4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9037" name="Flowchart: Connector 9036">
                        <a:extLst>
                          <a:ext uri="{FF2B5EF4-FFF2-40B4-BE49-F238E27FC236}">
                            <a16:creationId xmlns:a16="http://schemas.microsoft.com/office/drawing/2014/main" id="{DA376573-B7DF-4ED3-8868-C6FF3A15FAD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38" name="Flowchart: Connector 9037">
                        <a:extLst>
                          <a:ext uri="{FF2B5EF4-FFF2-40B4-BE49-F238E27FC236}">
                            <a16:creationId xmlns:a16="http://schemas.microsoft.com/office/drawing/2014/main" id="{C1FECA3F-9242-4448-885B-FD01F521BDA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39" name="Flowchart: Connector 9038">
                        <a:extLst>
                          <a:ext uri="{FF2B5EF4-FFF2-40B4-BE49-F238E27FC236}">
                            <a16:creationId xmlns:a16="http://schemas.microsoft.com/office/drawing/2014/main" id="{F5CE6968-E3CE-4582-A22D-5F81BECB22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40" name="Flowchart: Connector 9039">
                        <a:extLst>
                          <a:ext uri="{FF2B5EF4-FFF2-40B4-BE49-F238E27FC236}">
                            <a16:creationId xmlns:a16="http://schemas.microsoft.com/office/drawing/2014/main" id="{6140AF67-9BD1-4054-84EB-F432E9E4210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41" name="Flowchart: Connector 9040">
                        <a:extLst>
                          <a:ext uri="{FF2B5EF4-FFF2-40B4-BE49-F238E27FC236}">
                            <a16:creationId xmlns:a16="http://schemas.microsoft.com/office/drawing/2014/main" id="{36F75DFC-1946-4F6A-BC7F-7DC15544E76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42" name="Flowchart: Connector 9041">
                        <a:extLst>
                          <a:ext uri="{FF2B5EF4-FFF2-40B4-BE49-F238E27FC236}">
                            <a16:creationId xmlns:a16="http://schemas.microsoft.com/office/drawing/2014/main" id="{8DAC26EF-DF43-49B7-A417-0E63F282108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43" name="Flowchart: Connector 9042">
                        <a:extLst>
                          <a:ext uri="{FF2B5EF4-FFF2-40B4-BE49-F238E27FC236}">
                            <a16:creationId xmlns:a16="http://schemas.microsoft.com/office/drawing/2014/main" id="{921A8E2B-694B-4877-BF2D-9D6BE1C9BB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44" name="Flowchart: Connector 9043">
                        <a:extLst>
                          <a:ext uri="{FF2B5EF4-FFF2-40B4-BE49-F238E27FC236}">
                            <a16:creationId xmlns:a16="http://schemas.microsoft.com/office/drawing/2014/main" id="{F39FCB34-2E9E-49CB-ABC7-A06688C6006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45" name="Flowchart: Connector 9044">
                        <a:extLst>
                          <a:ext uri="{FF2B5EF4-FFF2-40B4-BE49-F238E27FC236}">
                            <a16:creationId xmlns:a16="http://schemas.microsoft.com/office/drawing/2014/main" id="{F5D57FFB-5A3A-4D8D-BF78-E8C3BB369ED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46" name="3D Model 9045" descr="Sphere">
                            <a:extLst>
                              <a:ext uri="{FF2B5EF4-FFF2-40B4-BE49-F238E27FC236}">
                                <a16:creationId xmlns:a16="http://schemas.microsoft.com/office/drawing/2014/main" id="{49A90582-B2F1-4178-A35D-84A583A466B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27180999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047" name="Flowchart: Connector 9046">
                        <a:extLst>
                          <a:ext uri="{FF2B5EF4-FFF2-40B4-BE49-F238E27FC236}">
                            <a16:creationId xmlns:a16="http://schemas.microsoft.com/office/drawing/2014/main" id="{19F17DFD-BA52-4FD6-B4C1-3F521704083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48" name="3D Model 9047" descr="Sphere">
                            <a:extLst>
                              <a:ext uri="{FF2B5EF4-FFF2-40B4-BE49-F238E27FC236}">
                                <a16:creationId xmlns:a16="http://schemas.microsoft.com/office/drawing/2014/main" id="{1ED2397C-CFFF-4168-B5A5-97221ABD767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27495309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049" name="Flowchart: Connector 9048">
                        <a:extLst>
                          <a:ext uri="{FF2B5EF4-FFF2-40B4-BE49-F238E27FC236}">
                            <a16:creationId xmlns:a16="http://schemas.microsoft.com/office/drawing/2014/main" id="{95923CF5-B598-4C3D-B0ED-3E3912DC9E6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50" name="3D Model 9049" descr="Sphere">
                            <a:extLst>
                              <a:ext uri="{FF2B5EF4-FFF2-40B4-BE49-F238E27FC236}">
                                <a16:creationId xmlns:a16="http://schemas.microsoft.com/office/drawing/2014/main" id="{798E9D35-FE2E-494E-B049-9234C085975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25337113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051" name="Flowchart: Connector 9050">
                        <a:extLst>
                          <a:ext uri="{FF2B5EF4-FFF2-40B4-BE49-F238E27FC236}">
                            <a16:creationId xmlns:a16="http://schemas.microsoft.com/office/drawing/2014/main" id="{DBE302FF-13A7-4E7C-9B5A-7ACFD6E0A7C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52" name="3D Model 9051" descr="Sphere">
                            <a:extLst>
                              <a:ext uri="{FF2B5EF4-FFF2-40B4-BE49-F238E27FC236}">
                                <a16:creationId xmlns:a16="http://schemas.microsoft.com/office/drawing/2014/main" id="{A22D154D-C379-4762-96D6-A78D086464D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12434876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9004" name="Group 9003">
                      <a:extLst>
                        <a:ext uri="{FF2B5EF4-FFF2-40B4-BE49-F238E27FC236}">
                          <a16:creationId xmlns:a16="http://schemas.microsoft.com/office/drawing/2014/main" id="{3CF6F9A9-0DA2-4E7B-821F-8B6A1B766E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9021" name="Flowchart: Connector 9020">
                        <a:extLst>
                          <a:ext uri="{FF2B5EF4-FFF2-40B4-BE49-F238E27FC236}">
                            <a16:creationId xmlns:a16="http://schemas.microsoft.com/office/drawing/2014/main" id="{4EF5EB7E-78EC-4B5D-BD82-25A7DB2DE63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22" name="Flowchart: Connector 9021">
                        <a:extLst>
                          <a:ext uri="{FF2B5EF4-FFF2-40B4-BE49-F238E27FC236}">
                            <a16:creationId xmlns:a16="http://schemas.microsoft.com/office/drawing/2014/main" id="{8F6F8409-D810-4195-AEB6-0521E5C8FF7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23" name="Flowchart: Connector 9022">
                        <a:extLst>
                          <a:ext uri="{FF2B5EF4-FFF2-40B4-BE49-F238E27FC236}">
                            <a16:creationId xmlns:a16="http://schemas.microsoft.com/office/drawing/2014/main" id="{9089C14E-9F3D-4D9F-9371-085702F1CBB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24" name="Flowchart: Connector 9023">
                        <a:extLst>
                          <a:ext uri="{FF2B5EF4-FFF2-40B4-BE49-F238E27FC236}">
                            <a16:creationId xmlns:a16="http://schemas.microsoft.com/office/drawing/2014/main" id="{B4002957-2BAC-4A02-A333-3DF4E0C5B6F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25" name="Flowchart: Connector 9024">
                        <a:extLst>
                          <a:ext uri="{FF2B5EF4-FFF2-40B4-BE49-F238E27FC236}">
                            <a16:creationId xmlns:a16="http://schemas.microsoft.com/office/drawing/2014/main" id="{2721989E-2370-4966-AE4A-85484C5AF1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26" name="Flowchart: Connector 9025">
                        <a:extLst>
                          <a:ext uri="{FF2B5EF4-FFF2-40B4-BE49-F238E27FC236}">
                            <a16:creationId xmlns:a16="http://schemas.microsoft.com/office/drawing/2014/main" id="{787F86E4-3CCE-4B52-B5B7-26C7D70448A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27" name="Flowchart: Connector 9026">
                        <a:extLst>
                          <a:ext uri="{FF2B5EF4-FFF2-40B4-BE49-F238E27FC236}">
                            <a16:creationId xmlns:a16="http://schemas.microsoft.com/office/drawing/2014/main" id="{5D3BDEB5-B579-43D2-8622-A5717F2CDF3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28" name="Flowchart: Connector 9027">
                        <a:extLst>
                          <a:ext uri="{FF2B5EF4-FFF2-40B4-BE49-F238E27FC236}">
                            <a16:creationId xmlns:a16="http://schemas.microsoft.com/office/drawing/2014/main" id="{D0BA1713-04E1-42F6-9661-81A6AA727DB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029" name="Flowchart: Connector 9028">
                        <a:extLst>
                          <a:ext uri="{FF2B5EF4-FFF2-40B4-BE49-F238E27FC236}">
                            <a16:creationId xmlns:a16="http://schemas.microsoft.com/office/drawing/2014/main" id="{CBDCDACD-374A-4A17-A044-90742107AF6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30" name="3D Model 9029" descr="Sphere">
                            <a:extLst>
                              <a:ext uri="{FF2B5EF4-FFF2-40B4-BE49-F238E27FC236}">
                                <a16:creationId xmlns:a16="http://schemas.microsoft.com/office/drawing/2014/main" id="{1A6E6708-7107-4F3D-9727-94C077694ED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87410316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031" name="Flowchart: Connector 9030">
                        <a:extLst>
                          <a:ext uri="{FF2B5EF4-FFF2-40B4-BE49-F238E27FC236}">
                            <a16:creationId xmlns:a16="http://schemas.microsoft.com/office/drawing/2014/main" id="{CD11261C-6E72-4238-B195-DAB6500DD0D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32" name="3D Model 9031" descr="Sphere">
                            <a:extLst>
                              <a:ext uri="{FF2B5EF4-FFF2-40B4-BE49-F238E27FC236}">
                                <a16:creationId xmlns:a16="http://schemas.microsoft.com/office/drawing/2014/main" id="{CCB7DF45-8FD4-4AB4-B609-F92F2C5458E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4956154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033" name="Flowchart: Connector 9032">
                        <a:extLst>
                          <a:ext uri="{FF2B5EF4-FFF2-40B4-BE49-F238E27FC236}">
                            <a16:creationId xmlns:a16="http://schemas.microsoft.com/office/drawing/2014/main" id="{D6B164F4-1F2F-49C7-B4E6-72A376F81AC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34" name="3D Model 9033" descr="Sphere">
                            <a:extLst>
                              <a:ext uri="{FF2B5EF4-FFF2-40B4-BE49-F238E27FC236}">
                                <a16:creationId xmlns:a16="http://schemas.microsoft.com/office/drawing/2014/main" id="{39E6C0D2-D304-42E0-94AE-93E98B45E91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0351253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035" name="Flowchart: Connector 9034">
                        <a:extLst>
                          <a:ext uri="{FF2B5EF4-FFF2-40B4-BE49-F238E27FC236}">
                            <a16:creationId xmlns:a16="http://schemas.microsoft.com/office/drawing/2014/main" id="{E9C94B1D-CF0F-4188-BB1A-B93A032E88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036" name="3D Model 9035" descr="Sphere">
                            <a:extLst>
                              <a:ext uri="{FF2B5EF4-FFF2-40B4-BE49-F238E27FC236}">
                                <a16:creationId xmlns:a16="http://schemas.microsoft.com/office/drawing/2014/main" id="{973CBEF9-4FAA-4057-BAB3-95228ED655B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03151086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9005" name="Flowchart: Connector 9004">
                      <a:extLst>
                        <a:ext uri="{FF2B5EF4-FFF2-40B4-BE49-F238E27FC236}">
                          <a16:creationId xmlns:a16="http://schemas.microsoft.com/office/drawing/2014/main" id="{CBF0AE63-DD4A-4BFE-9C7A-4600AED2A1B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006" name="Flowchart: Connector 9005">
                      <a:extLst>
                        <a:ext uri="{FF2B5EF4-FFF2-40B4-BE49-F238E27FC236}">
                          <a16:creationId xmlns:a16="http://schemas.microsoft.com/office/drawing/2014/main" id="{992784AC-553C-4A07-9EBF-19A5D33876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007" name="Flowchart: Connector 9006">
                      <a:extLst>
                        <a:ext uri="{FF2B5EF4-FFF2-40B4-BE49-F238E27FC236}">
                          <a16:creationId xmlns:a16="http://schemas.microsoft.com/office/drawing/2014/main" id="{C16D879C-01BA-47B8-8DC4-7E0CEA23DF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008" name="Flowchart: Connector 9007">
                      <a:extLst>
                        <a:ext uri="{FF2B5EF4-FFF2-40B4-BE49-F238E27FC236}">
                          <a16:creationId xmlns:a16="http://schemas.microsoft.com/office/drawing/2014/main" id="{E135E219-8540-4706-907F-17865763EF0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009" name="Flowchart: Connector 9008">
                      <a:extLst>
                        <a:ext uri="{FF2B5EF4-FFF2-40B4-BE49-F238E27FC236}">
                          <a16:creationId xmlns:a16="http://schemas.microsoft.com/office/drawing/2014/main" id="{FE73D2E6-64B8-4637-A244-89543E6061C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010" name="Flowchart: Connector 9009">
                      <a:extLst>
                        <a:ext uri="{FF2B5EF4-FFF2-40B4-BE49-F238E27FC236}">
                          <a16:creationId xmlns:a16="http://schemas.microsoft.com/office/drawing/2014/main" id="{FE06997D-BE66-4418-8D78-939BFA8769B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011" name="Flowchart: Connector 9010">
                      <a:extLst>
                        <a:ext uri="{FF2B5EF4-FFF2-40B4-BE49-F238E27FC236}">
                          <a16:creationId xmlns:a16="http://schemas.microsoft.com/office/drawing/2014/main" id="{6496FFD2-68A1-4035-90D1-485263D1407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012" name="Flowchart: Connector 9011">
                      <a:extLst>
                        <a:ext uri="{FF2B5EF4-FFF2-40B4-BE49-F238E27FC236}">
                          <a16:creationId xmlns:a16="http://schemas.microsoft.com/office/drawing/2014/main" id="{B2968453-FA21-493B-A4FD-273137B9EEA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013" name="Flowchart: Connector 9012">
                      <a:extLst>
                        <a:ext uri="{FF2B5EF4-FFF2-40B4-BE49-F238E27FC236}">
                          <a16:creationId xmlns:a16="http://schemas.microsoft.com/office/drawing/2014/main" id="{974C7964-6C86-4D23-A751-976E8E2B05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014" name="3D Model 9013" descr="Sphere">
                          <a:extLst>
                            <a:ext uri="{FF2B5EF4-FFF2-40B4-BE49-F238E27FC236}">
                              <a16:creationId xmlns:a16="http://schemas.microsoft.com/office/drawing/2014/main" id="{16D784C8-4188-46E6-866A-3E09068020F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053833749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9015" name="Flowchart: Connector 9014">
                      <a:extLst>
                        <a:ext uri="{FF2B5EF4-FFF2-40B4-BE49-F238E27FC236}">
                          <a16:creationId xmlns:a16="http://schemas.microsoft.com/office/drawing/2014/main" id="{228B9EE4-D362-4A3D-9C1D-687ABCD04B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016" name="3D Model 9015" descr="Sphere">
                          <a:extLst>
                            <a:ext uri="{FF2B5EF4-FFF2-40B4-BE49-F238E27FC236}">
                              <a16:creationId xmlns:a16="http://schemas.microsoft.com/office/drawing/2014/main" id="{67E4741F-C86E-469D-BC4C-4F02303DC12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510221254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9017" name="Flowchart: Connector 9016">
                      <a:extLst>
                        <a:ext uri="{FF2B5EF4-FFF2-40B4-BE49-F238E27FC236}">
                          <a16:creationId xmlns:a16="http://schemas.microsoft.com/office/drawing/2014/main" id="{C4ACF2CB-6A11-4BA4-B2E3-2B19270E927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018" name="3D Model 9017" descr="Sphere">
                          <a:extLst>
                            <a:ext uri="{FF2B5EF4-FFF2-40B4-BE49-F238E27FC236}">
                              <a16:creationId xmlns:a16="http://schemas.microsoft.com/office/drawing/2014/main" id="{BFCCF24C-5EDF-4942-839D-6BF51047A82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014398114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9019" name="Flowchart: Connector 9018">
                      <a:extLst>
                        <a:ext uri="{FF2B5EF4-FFF2-40B4-BE49-F238E27FC236}">
                          <a16:creationId xmlns:a16="http://schemas.microsoft.com/office/drawing/2014/main" id="{56CA86DE-FEFF-414C-969A-232BD81E802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020" name="3D Model 9019" descr="Sphere">
                          <a:extLst>
                            <a:ext uri="{FF2B5EF4-FFF2-40B4-BE49-F238E27FC236}">
                              <a16:creationId xmlns:a16="http://schemas.microsoft.com/office/drawing/2014/main" id="{0DB86F36-5613-40D5-8902-B35F3C1FCEB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885345882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8970" name="Freeform: Shape 8969">
                  <a:extLst>
                    <a:ext uri="{FF2B5EF4-FFF2-40B4-BE49-F238E27FC236}">
                      <a16:creationId xmlns:a16="http://schemas.microsoft.com/office/drawing/2014/main" id="{BE6FE958-F027-4272-B9BF-CC5E4E3E79EF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971" name="Freeform: Shape 8970">
                  <a:extLst>
                    <a:ext uri="{FF2B5EF4-FFF2-40B4-BE49-F238E27FC236}">
                      <a16:creationId xmlns:a16="http://schemas.microsoft.com/office/drawing/2014/main" id="{A7148066-B5EA-48AB-8A27-F0EB090AD397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972" name="Freeform: Shape 8971">
                  <a:extLst>
                    <a:ext uri="{FF2B5EF4-FFF2-40B4-BE49-F238E27FC236}">
                      <a16:creationId xmlns:a16="http://schemas.microsoft.com/office/drawing/2014/main" id="{53F455F5-7193-4D41-8747-11C0EAFBFC3E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973" name="Freeform: Shape 8972">
                  <a:extLst>
                    <a:ext uri="{FF2B5EF4-FFF2-40B4-BE49-F238E27FC236}">
                      <a16:creationId xmlns:a16="http://schemas.microsoft.com/office/drawing/2014/main" id="{BAB26F48-ABDD-47C8-81E0-CE3CE8DAFECA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974" name="Freeform: Shape 8973">
                  <a:extLst>
                    <a:ext uri="{FF2B5EF4-FFF2-40B4-BE49-F238E27FC236}">
                      <a16:creationId xmlns:a16="http://schemas.microsoft.com/office/drawing/2014/main" id="{A9B657C7-7879-4510-8600-19CA725D1428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975" name="Freeform: Shape 8974">
                  <a:extLst>
                    <a:ext uri="{FF2B5EF4-FFF2-40B4-BE49-F238E27FC236}">
                      <a16:creationId xmlns:a16="http://schemas.microsoft.com/office/drawing/2014/main" id="{06FD3E98-97C6-4747-AC81-818A83558888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976" name="Freeform: Shape 8975">
                  <a:extLst>
                    <a:ext uri="{FF2B5EF4-FFF2-40B4-BE49-F238E27FC236}">
                      <a16:creationId xmlns:a16="http://schemas.microsoft.com/office/drawing/2014/main" id="{4384886F-740A-4C39-B668-6D9397DC8FDA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977" name="Freeform: Shape 8976">
                  <a:extLst>
                    <a:ext uri="{FF2B5EF4-FFF2-40B4-BE49-F238E27FC236}">
                      <a16:creationId xmlns:a16="http://schemas.microsoft.com/office/drawing/2014/main" id="{C17BB4EF-4C53-4305-A6B0-50B96948ACAE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978" name="Freeform: Shape 8977">
                  <a:extLst>
                    <a:ext uri="{FF2B5EF4-FFF2-40B4-BE49-F238E27FC236}">
                      <a16:creationId xmlns:a16="http://schemas.microsoft.com/office/drawing/2014/main" id="{D99A3B89-1065-4181-A10D-DDC8CCAC0005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979" name="Freeform: Shape 8978">
                  <a:extLst>
                    <a:ext uri="{FF2B5EF4-FFF2-40B4-BE49-F238E27FC236}">
                      <a16:creationId xmlns:a16="http://schemas.microsoft.com/office/drawing/2014/main" id="{E87A3D33-9BA4-40BA-9660-77DCEE3D8802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980" name="Freeform: Shape 8979">
                  <a:extLst>
                    <a:ext uri="{FF2B5EF4-FFF2-40B4-BE49-F238E27FC236}">
                      <a16:creationId xmlns:a16="http://schemas.microsoft.com/office/drawing/2014/main" id="{24F36255-5BB6-4BE4-A722-6C14992F53AD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981" name="Freeform: Shape 8980">
                  <a:extLst>
                    <a:ext uri="{FF2B5EF4-FFF2-40B4-BE49-F238E27FC236}">
                      <a16:creationId xmlns:a16="http://schemas.microsoft.com/office/drawing/2014/main" id="{3CF6D1A8-F342-44A9-A6EA-F714E86EE453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8966" name="Freeform: Shape 8965">
                <a:extLst>
                  <a:ext uri="{FF2B5EF4-FFF2-40B4-BE49-F238E27FC236}">
                    <a16:creationId xmlns:a16="http://schemas.microsoft.com/office/drawing/2014/main" id="{9D79D555-A8A9-455B-BF32-D5289CBB8CF2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8967" name="Freeform: Shape 8966">
                <a:extLst>
                  <a:ext uri="{FF2B5EF4-FFF2-40B4-BE49-F238E27FC236}">
                    <a16:creationId xmlns:a16="http://schemas.microsoft.com/office/drawing/2014/main" id="{EEAF0890-92F7-4E17-A60B-FF0529842166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8968" name="Freeform: Shape 8967">
                <a:extLst>
                  <a:ext uri="{FF2B5EF4-FFF2-40B4-BE49-F238E27FC236}">
                    <a16:creationId xmlns:a16="http://schemas.microsoft.com/office/drawing/2014/main" id="{197B48AA-1E40-4070-BBF5-D77DED71BB1C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9264" name="Group 9263">
              <a:extLst>
                <a:ext uri="{FF2B5EF4-FFF2-40B4-BE49-F238E27FC236}">
                  <a16:creationId xmlns:a16="http://schemas.microsoft.com/office/drawing/2014/main" id="{994AFA48-9C32-4855-889E-26966AC1C71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566293" y="6040172"/>
              <a:ext cx="521735" cy="419131"/>
              <a:chOff x="558227" y="4289344"/>
              <a:chExt cx="2384501" cy="2135404"/>
            </a:xfrm>
          </p:grpSpPr>
          <p:grpSp>
            <p:nvGrpSpPr>
              <p:cNvPr id="9265" name="Group 9264">
                <a:extLst>
                  <a:ext uri="{FF2B5EF4-FFF2-40B4-BE49-F238E27FC236}">
                    <a16:creationId xmlns:a16="http://schemas.microsoft.com/office/drawing/2014/main" id="{31BAB58A-4425-4450-9676-F5354B6A98FC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9269" name="Group 9268">
                  <a:extLst>
                    <a:ext uri="{FF2B5EF4-FFF2-40B4-BE49-F238E27FC236}">
                      <a16:creationId xmlns:a16="http://schemas.microsoft.com/office/drawing/2014/main" id="{A56AA567-A9C8-4E04-BCD3-5BAD51882FBF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9282" name="Group 9281">
                    <a:extLst>
                      <a:ext uri="{FF2B5EF4-FFF2-40B4-BE49-F238E27FC236}">
                        <a16:creationId xmlns:a16="http://schemas.microsoft.com/office/drawing/2014/main" id="{577338E1-C367-41C0-8750-0E584F8B771F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9503" name="Group 9502">
                      <a:extLst>
                        <a:ext uri="{FF2B5EF4-FFF2-40B4-BE49-F238E27FC236}">
                          <a16:creationId xmlns:a16="http://schemas.microsoft.com/office/drawing/2014/main" id="{EE9B4005-90BD-4541-9D97-EE48E4F1CB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9560" name="Flowchart: Connector 9559">
                        <a:extLst>
                          <a:ext uri="{FF2B5EF4-FFF2-40B4-BE49-F238E27FC236}">
                            <a16:creationId xmlns:a16="http://schemas.microsoft.com/office/drawing/2014/main" id="{4A0C56A8-2CA9-42F6-9B44-D7AD5637D7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561" name="Flowchart: Connector 9560">
                        <a:extLst>
                          <a:ext uri="{FF2B5EF4-FFF2-40B4-BE49-F238E27FC236}">
                            <a16:creationId xmlns:a16="http://schemas.microsoft.com/office/drawing/2014/main" id="{742C67F0-EFAD-48D5-A591-9392D6821C0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562" name="Flowchart: Connector 9561">
                        <a:extLst>
                          <a:ext uri="{FF2B5EF4-FFF2-40B4-BE49-F238E27FC236}">
                            <a16:creationId xmlns:a16="http://schemas.microsoft.com/office/drawing/2014/main" id="{29A6A034-EA99-4F14-BF2E-383E0D6782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563" name="Flowchart: Connector 9562">
                        <a:extLst>
                          <a:ext uri="{FF2B5EF4-FFF2-40B4-BE49-F238E27FC236}">
                            <a16:creationId xmlns:a16="http://schemas.microsoft.com/office/drawing/2014/main" id="{78762F84-7E5D-4D64-BD05-9A58387953B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9504" name="Group 9503">
                      <a:extLst>
                        <a:ext uri="{FF2B5EF4-FFF2-40B4-BE49-F238E27FC236}">
                          <a16:creationId xmlns:a16="http://schemas.microsoft.com/office/drawing/2014/main" id="{42C5F126-C8E2-44F2-A778-4F9C69668F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9505" name="Group 9504">
                        <a:extLst>
                          <a:ext uri="{FF2B5EF4-FFF2-40B4-BE49-F238E27FC236}">
                            <a16:creationId xmlns:a16="http://schemas.microsoft.com/office/drawing/2014/main" id="{CA64539E-EBF4-4309-A67F-3A2AAC3AB1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553" name="3D Model 9552" descr="Sphere">
                              <a:extLst>
                                <a:ext uri="{FF2B5EF4-FFF2-40B4-BE49-F238E27FC236}">
                                  <a16:creationId xmlns:a16="http://schemas.microsoft.com/office/drawing/2014/main" id="{D56D2054-D202-43B5-A46A-58002EEFEBD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93897033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554" name="Flowchart: Connector 9553">
                          <a:extLst>
                            <a:ext uri="{FF2B5EF4-FFF2-40B4-BE49-F238E27FC236}">
                              <a16:creationId xmlns:a16="http://schemas.microsoft.com/office/drawing/2014/main" id="{3B1510B4-1735-43AA-B811-E07DB4DBBA5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555" name="3D Model 9554" descr="Sphere">
                              <a:extLst>
                                <a:ext uri="{FF2B5EF4-FFF2-40B4-BE49-F238E27FC236}">
                                  <a16:creationId xmlns:a16="http://schemas.microsoft.com/office/drawing/2014/main" id="{A97759CE-F9B7-41F8-B21D-0665E1AD721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4271737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556" name="Flowchart: Connector 9555">
                          <a:extLst>
                            <a:ext uri="{FF2B5EF4-FFF2-40B4-BE49-F238E27FC236}">
                              <a16:creationId xmlns:a16="http://schemas.microsoft.com/office/drawing/2014/main" id="{FA89CAAE-162A-4663-9D3F-D51BAB20528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557" name="3D Model 9556" descr="Sphere">
                              <a:extLst>
                                <a:ext uri="{FF2B5EF4-FFF2-40B4-BE49-F238E27FC236}">
                                  <a16:creationId xmlns:a16="http://schemas.microsoft.com/office/drawing/2014/main" id="{3F9FB0B2-4839-4047-A002-5D8C02CA093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3864993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558" name="Flowchart: Connector 9557">
                          <a:extLst>
                            <a:ext uri="{FF2B5EF4-FFF2-40B4-BE49-F238E27FC236}">
                              <a16:creationId xmlns:a16="http://schemas.microsoft.com/office/drawing/2014/main" id="{58A7693C-D8E3-4BBF-A64A-A4AF068A68B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559" name="3D Model 9558" descr="Sphere">
                              <a:extLst>
                                <a:ext uri="{FF2B5EF4-FFF2-40B4-BE49-F238E27FC236}">
                                  <a16:creationId xmlns:a16="http://schemas.microsoft.com/office/drawing/2014/main" id="{F2EE3FB7-B6DC-4DF5-B575-3357453D60E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8867050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506" name="Group 9505">
                        <a:extLst>
                          <a:ext uri="{FF2B5EF4-FFF2-40B4-BE49-F238E27FC236}">
                            <a16:creationId xmlns:a16="http://schemas.microsoft.com/office/drawing/2014/main" id="{2A329D05-894E-406C-A300-0286A63FC8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9538" name="Flowchart: Connector 9537">
                          <a:extLst>
                            <a:ext uri="{FF2B5EF4-FFF2-40B4-BE49-F238E27FC236}">
                              <a16:creationId xmlns:a16="http://schemas.microsoft.com/office/drawing/2014/main" id="{CF6A163A-E8A1-46CA-897D-9DF920D572E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39" name="Flowchart: Connector 9538">
                          <a:extLst>
                            <a:ext uri="{FF2B5EF4-FFF2-40B4-BE49-F238E27FC236}">
                              <a16:creationId xmlns:a16="http://schemas.microsoft.com/office/drawing/2014/main" id="{189E3675-319A-415F-AFC7-BC4CC654130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40" name="Flowchart: Connector 9539">
                          <a:extLst>
                            <a:ext uri="{FF2B5EF4-FFF2-40B4-BE49-F238E27FC236}">
                              <a16:creationId xmlns:a16="http://schemas.microsoft.com/office/drawing/2014/main" id="{06448D5B-3610-4267-A013-5C56EB5891E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41" name="Flowchart: Connector 9540">
                          <a:extLst>
                            <a:ext uri="{FF2B5EF4-FFF2-40B4-BE49-F238E27FC236}">
                              <a16:creationId xmlns:a16="http://schemas.microsoft.com/office/drawing/2014/main" id="{47818C5B-EBA0-48EF-835A-DB653DB3C1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42" name="Flowchart: Connector 9541">
                          <a:extLst>
                            <a:ext uri="{FF2B5EF4-FFF2-40B4-BE49-F238E27FC236}">
                              <a16:creationId xmlns:a16="http://schemas.microsoft.com/office/drawing/2014/main" id="{C4044125-5B46-4909-80A9-F669D6669FB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43" name="Flowchart: Connector 9542">
                          <a:extLst>
                            <a:ext uri="{FF2B5EF4-FFF2-40B4-BE49-F238E27FC236}">
                              <a16:creationId xmlns:a16="http://schemas.microsoft.com/office/drawing/2014/main" id="{AB3CF9E1-0B28-4088-B881-184E20CAA5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44" name="Flowchart: Connector 9543">
                          <a:extLst>
                            <a:ext uri="{FF2B5EF4-FFF2-40B4-BE49-F238E27FC236}">
                              <a16:creationId xmlns:a16="http://schemas.microsoft.com/office/drawing/2014/main" id="{72FA18AA-2D65-4660-85A2-AB7F8E9B51C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45" name="Flowchart: Connector 9544">
                          <a:extLst>
                            <a:ext uri="{FF2B5EF4-FFF2-40B4-BE49-F238E27FC236}">
                              <a16:creationId xmlns:a16="http://schemas.microsoft.com/office/drawing/2014/main" id="{EB29EDAE-577D-47F6-8B07-5C2D78CB881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546" name="3D Model 9545" descr="Sphere">
                              <a:extLst>
                                <a:ext uri="{FF2B5EF4-FFF2-40B4-BE49-F238E27FC236}">
                                  <a16:creationId xmlns:a16="http://schemas.microsoft.com/office/drawing/2014/main" id="{C33AB356-EF8D-4932-9128-EEA9F2143B9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3700462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547" name="Flowchart: Connector 9546">
                          <a:extLst>
                            <a:ext uri="{FF2B5EF4-FFF2-40B4-BE49-F238E27FC236}">
                              <a16:creationId xmlns:a16="http://schemas.microsoft.com/office/drawing/2014/main" id="{822F9566-0352-48C1-A5B4-2D5D8F72A75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548" name="3D Model 9547" descr="Sphere">
                              <a:extLst>
                                <a:ext uri="{FF2B5EF4-FFF2-40B4-BE49-F238E27FC236}">
                                  <a16:creationId xmlns:a16="http://schemas.microsoft.com/office/drawing/2014/main" id="{D36E3310-9D16-4B4A-92A3-00F3F86B719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4927362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549" name="Flowchart: Connector 9548">
                          <a:extLst>
                            <a:ext uri="{FF2B5EF4-FFF2-40B4-BE49-F238E27FC236}">
                              <a16:creationId xmlns:a16="http://schemas.microsoft.com/office/drawing/2014/main" id="{28631756-5DDF-406D-AE6B-FAA37A06D00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550" name="3D Model 9549" descr="Sphere">
                              <a:extLst>
                                <a:ext uri="{FF2B5EF4-FFF2-40B4-BE49-F238E27FC236}">
                                  <a16:creationId xmlns:a16="http://schemas.microsoft.com/office/drawing/2014/main" id="{68456126-AC70-4C0F-905C-55E9A622942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4030731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551" name="Flowchart: Connector 9550">
                          <a:extLst>
                            <a:ext uri="{FF2B5EF4-FFF2-40B4-BE49-F238E27FC236}">
                              <a16:creationId xmlns:a16="http://schemas.microsoft.com/office/drawing/2014/main" id="{CAFD743B-2CBD-4F84-9DC8-D260F7D8B6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552" name="3D Model 9551" descr="Sphere">
                              <a:extLst>
                                <a:ext uri="{FF2B5EF4-FFF2-40B4-BE49-F238E27FC236}">
                                  <a16:creationId xmlns:a16="http://schemas.microsoft.com/office/drawing/2014/main" id="{1E07AD92-3678-4543-9EE8-CF6AF18B11F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1479170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507" name="Group 9506">
                        <a:extLst>
                          <a:ext uri="{FF2B5EF4-FFF2-40B4-BE49-F238E27FC236}">
                            <a16:creationId xmlns:a16="http://schemas.microsoft.com/office/drawing/2014/main" id="{869AF903-C6E5-41C2-88E7-115FE995A6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9523" name="Flowchart: Connector 9522">
                          <a:extLst>
                            <a:ext uri="{FF2B5EF4-FFF2-40B4-BE49-F238E27FC236}">
                              <a16:creationId xmlns:a16="http://schemas.microsoft.com/office/drawing/2014/main" id="{B6A233DC-CC10-4091-AA60-F9EAA84AEA5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24" name="Flowchart: Connector 9523">
                          <a:extLst>
                            <a:ext uri="{FF2B5EF4-FFF2-40B4-BE49-F238E27FC236}">
                              <a16:creationId xmlns:a16="http://schemas.microsoft.com/office/drawing/2014/main" id="{7FCFF64F-9CC3-47DB-AC98-62EF01706D4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25" name="Flowchart: Connector 9524">
                          <a:extLst>
                            <a:ext uri="{FF2B5EF4-FFF2-40B4-BE49-F238E27FC236}">
                              <a16:creationId xmlns:a16="http://schemas.microsoft.com/office/drawing/2014/main" id="{CF20086E-FBA6-44B2-B9BC-3BBE00E283F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26" name="Flowchart: Connector 9525">
                          <a:extLst>
                            <a:ext uri="{FF2B5EF4-FFF2-40B4-BE49-F238E27FC236}">
                              <a16:creationId xmlns:a16="http://schemas.microsoft.com/office/drawing/2014/main" id="{24C26DCC-950A-44F3-B6B1-F976B2B66A5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27" name="Flowchart: Connector 9526">
                          <a:extLst>
                            <a:ext uri="{FF2B5EF4-FFF2-40B4-BE49-F238E27FC236}">
                              <a16:creationId xmlns:a16="http://schemas.microsoft.com/office/drawing/2014/main" id="{5E23C19E-F65B-44F4-85DB-FA78D119412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28" name="Flowchart: Connector 9527">
                          <a:extLst>
                            <a:ext uri="{FF2B5EF4-FFF2-40B4-BE49-F238E27FC236}">
                              <a16:creationId xmlns:a16="http://schemas.microsoft.com/office/drawing/2014/main" id="{4CBB5B90-F0CB-478E-8A47-EA8001A0F50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29" name="Flowchart: Connector 9528">
                          <a:extLst>
                            <a:ext uri="{FF2B5EF4-FFF2-40B4-BE49-F238E27FC236}">
                              <a16:creationId xmlns:a16="http://schemas.microsoft.com/office/drawing/2014/main" id="{E932312F-64B6-4949-A03B-FE0AD782D81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530" name="Flowchart: Connector 9529">
                          <a:extLst>
                            <a:ext uri="{FF2B5EF4-FFF2-40B4-BE49-F238E27FC236}">
                              <a16:creationId xmlns:a16="http://schemas.microsoft.com/office/drawing/2014/main" id="{46EF7298-DAB9-40CC-B21F-9692BDCE33B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531" name="3D Model 9530" descr="Sphere">
                              <a:extLst>
                                <a:ext uri="{FF2B5EF4-FFF2-40B4-BE49-F238E27FC236}">
                                  <a16:creationId xmlns:a16="http://schemas.microsoft.com/office/drawing/2014/main" id="{DFECDEE1-2A79-497C-8354-B5C2CEB817B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2501469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532" name="Flowchart: Connector 9531">
                          <a:extLst>
                            <a:ext uri="{FF2B5EF4-FFF2-40B4-BE49-F238E27FC236}">
                              <a16:creationId xmlns:a16="http://schemas.microsoft.com/office/drawing/2014/main" id="{8527532F-3412-430E-BEB9-5033884BCFD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533" name="3D Model 9532" descr="Sphere">
                              <a:extLst>
                                <a:ext uri="{FF2B5EF4-FFF2-40B4-BE49-F238E27FC236}">
                                  <a16:creationId xmlns:a16="http://schemas.microsoft.com/office/drawing/2014/main" id="{FB66238F-55AC-497A-A77F-1D40B286425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6810526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534" name="Flowchart: Connector 9533">
                          <a:extLst>
                            <a:ext uri="{FF2B5EF4-FFF2-40B4-BE49-F238E27FC236}">
                              <a16:creationId xmlns:a16="http://schemas.microsoft.com/office/drawing/2014/main" id="{DA3F89A4-F77D-4938-B624-B260B8D13DF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535" name="3D Model 9534" descr="Sphere">
                              <a:extLst>
                                <a:ext uri="{FF2B5EF4-FFF2-40B4-BE49-F238E27FC236}">
                                  <a16:creationId xmlns:a16="http://schemas.microsoft.com/office/drawing/2014/main" id="{ABBE562E-A3CB-4167-885E-70921093347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3209417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536" name="Flowchart: Connector 9535">
                          <a:extLst>
                            <a:ext uri="{FF2B5EF4-FFF2-40B4-BE49-F238E27FC236}">
                              <a16:creationId xmlns:a16="http://schemas.microsoft.com/office/drawing/2014/main" id="{B13341AF-1701-4BA1-912B-307229C09B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537" name="3D Model 9536" descr="Sphere">
                              <a:extLst>
                                <a:ext uri="{FF2B5EF4-FFF2-40B4-BE49-F238E27FC236}">
                                  <a16:creationId xmlns:a16="http://schemas.microsoft.com/office/drawing/2014/main" id="{FC34C017-451A-465C-A050-B5274EB6C9B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0333898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9508" name="Flowchart: Connector 9507">
                        <a:extLst>
                          <a:ext uri="{FF2B5EF4-FFF2-40B4-BE49-F238E27FC236}">
                            <a16:creationId xmlns:a16="http://schemas.microsoft.com/office/drawing/2014/main" id="{E02C3CD9-F326-4864-B96E-40EE4873751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509" name="Flowchart: Connector 9508">
                        <a:extLst>
                          <a:ext uri="{FF2B5EF4-FFF2-40B4-BE49-F238E27FC236}">
                            <a16:creationId xmlns:a16="http://schemas.microsoft.com/office/drawing/2014/main" id="{D5064862-9452-4E41-BF39-B4514638B7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510" name="Flowchart: Connector 9509">
                        <a:extLst>
                          <a:ext uri="{FF2B5EF4-FFF2-40B4-BE49-F238E27FC236}">
                            <a16:creationId xmlns:a16="http://schemas.microsoft.com/office/drawing/2014/main" id="{BB874F63-4880-464D-AC11-BD0BBF93DA7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511" name="Flowchart: Connector 9510">
                        <a:extLst>
                          <a:ext uri="{FF2B5EF4-FFF2-40B4-BE49-F238E27FC236}">
                            <a16:creationId xmlns:a16="http://schemas.microsoft.com/office/drawing/2014/main" id="{726A8124-F4F4-47A6-8A3C-71B71576DED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512" name="Flowchart: Connector 9511">
                        <a:extLst>
                          <a:ext uri="{FF2B5EF4-FFF2-40B4-BE49-F238E27FC236}">
                            <a16:creationId xmlns:a16="http://schemas.microsoft.com/office/drawing/2014/main" id="{381EEBD8-834A-43AD-BF45-EBB08FAE2C2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513" name="Flowchart: Connector 9512">
                        <a:extLst>
                          <a:ext uri="{FF2B5EF4-FFF2-40B4-BE49-F238E27FC236}">
                            <a16:creationId xmlns:a16="http://schemas.microsoft.com/office/drawing/2014/main" id="{F33A2F17-5204-4245-B4A4-AB97C475B2F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514" name="Flowchart: Connector 9513">
                        <a:extLst>
                          <a:ext uri="{FF2B5EF4-FFF2-40B4-BE49-F238E27FC236}">
                            <a16:creationId xmlns:a16="http://schemas.microsoft.com/office/drawing/2014/main" id="{EDBCD68D-8436-4445-A4D5-B3E3FB8F881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515" name="Flowchart: Connector 9514">
                        <a:extLst>
                          <a:ext uri="{FF2B5EF4-FFF2-40B4-BE49-F238E27FC236}">
                            <a16:creationId xmlns:a16="http://schemas.microsoft.com/office/drawing/2014/main" id="{4654EFE4-E813-4A5A-9B58-F90A96E01C8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516" name="3D Model 9515" descr="Sphere">
                            <a:extLst>
                              <a:ext uri="{FF2B5EF4-FFF2-40B4-BE49-F238E27FC236}">
                                <a16:creationId xmlns:a16="http://schemas.microsoft.com/office/drawing/2014/main" id="{46AD0BFB-938C-44E3-A9B9-6E49D8E26F7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41665788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517" name="Flowchart: Connector 9516">
                        <a:extLst>
                          <a:ext uri="{FF2B5EF4-FFF2-40B4-BE49-F238E27FC236}">
                            <a16:creationId xmlns:a16="http://schemas.microsoft.com/office/drawing/2014/main" id="{8D79D63E-F549-47A5-9FF1-525114DAA97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518" name="3D Model 9517" descr="Sphere">
                            <a:extLst>
                              <a:ext uri="{FF2B5EF4-FFF2-40B4-BE49-F238E27FC236}">
                                <a16:creationId xmlns:a16="http://schemas.microsoft.com/office/drawing/2014/main" id="{E87928C3-8ED3-4233-94C3-CBE51E2E944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419944243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519" name="Flowchart: Connector 9518">
                        <a:extLst>
                          <a:ext uri="{FF2B5EF4-FFF2-40B4-BE49-F238E27FC236}">
                            <a16:creationId xmlns:a16="http://schemas.microsoft.com/office/drawing/2014/main" id="{2C1F3C35-3BEF-438D-9B30-AE2E7D19489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520" name="3D Model 9519" descr="Sphere">
                            <a:extLst>
                              <a:ext uri="{FF2B5EF4-FFF2-40B4-BE49-F238E27FC236}">
                                <a16:creationId xmlns:a16="http://schemas.microsoft.com/office/drawing/2014/main" id="{E0BCCFCB-0CBC-4FE5-A2EA-63BF079BA18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39446458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521" name="Flowchart: Connector 9520">
                        <a:extLst>
                          <a:ext uri="{FF2B5EF4-FFF2-40B4-BE49-F238E27FC236}">
                            <a16:creationId xmlns:a16="http://schemas.microsoft.com/office/drawing/2014/main" id="{4CE7FC7F-D5A9-499F-B652-537CF772A83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522" name="3D Model 9521" descr="Sphere">
                            <a:extLst>
                              <a:ext uri="{FF2B5EF4-FFF2-40B4-BE49-F238E27FC236}">
                                <a16:creationId xmlns:a16="http://schemas.microsoft.com/office/drawing/2014/main" id="{BFC9B0A3-F0E4-4992-A1D9-6851C02D7F5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01400689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9283" name="Group 9282">
                    <a:extLst>
                      <a:ext uri="{FF2B5EF4-FFF2-40B4-BE49-F238E27FC236}">
                        <a16:creationId xmlns:a16="http://schemas.microsoft.com/office/drawing/2014/main" id="{061D24E9-1553-4AE9-8472-3C2CB75A784D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9500" name="Flowchart: Connector 9499">
                      <a:extLst>
                        <a:ext uri="{FF2B5EF4-FFF2-40B4-BE49-F238E27FC236}">
                          <a16:creationId xmlns:a16="http://schemas.microsoft.com/office/drawing/2014/main" id="{FAB25411-09E8-4D0D-8DF1-CD59354EC43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501" name="Flowchart: Connector 9500">
                      <a:extLst>
                        <a:ext uri="{FF2B5EF4-FFF2-40B4-BE49-F238E27FC236}">
                          <a16:creationId xmlns:a16="http://schemas.microsoft.com/office/drawing/2014/main" id="{5113425A-4601-4BDF-BF90-07BCB81F666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502" name="Flowchart: Connector 9501">
                      <a:extLst>
                        <a:ext uri="{FF2B5EF4-FFF2-40B4-BE49-F238E27FC236}">
                          <a16:creationId xmlns:a16="http://schemas.microsoft.com/office/drawing/2014/main" id="{BBB845D3-EEA2-45CD-A94B-1B839C7207A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9284" name="Flowchart: Connector 9283">
                    <a:extLst>
                      <a:ext uri="{FF2B5EF4-FFF2-40B4-BE49-F238E27FC236}">
                        <a16:creationId xmlns:a16="http://schemas.microsoft.com/office/drawing/2014/main" id="{AE0B479F-9E12-4C31-9613-0E1A21F1F059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285" name="Flowchart: Connector 9284">
                    <a:extLst>
                      <a:ext uri="{FF2B5EF4-FFF2-40B4-BE49-F238E27FC236}">
                        <a16:creationId xmlns:a16="http://schemas.microsoft.com/office/drawing/2014/main" id="{DDFD2E9D-AF64-4921-8A9C-916B1FB0670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9286" name="Group 9285">
                    <a:extLst>
                      <a:ext uri="{FF2B5EF4-FFF2-40B4-BE49-F238E27FC236}">
                        <a16:creationId xmlns:a16="http://schemas.microsoft.com/office/drawing/2014/main" id="{67FD522B-51FC-4872-B01A-A89DEEAA6E66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9497" name="Flowchart: Connector 9496">
                      <a:extLst>
                        <a:ext uri="{FF2B5EF4-FFF2-40B4-BE49-F238E27FC236}">
                          <a16:creationId xmlns:a16="http://schemas.microsoft.com/office/drawing/2014/main" id="{4A5EEAE3-4C27-4801-967C-C612D5B6102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498" name="Flowchart: Connector 9497">
                      <a:extLst>
                        <a:ext uri="{FF2B5EF4-FFF2-40B4-BE49-F238E27FC236}">
                          <a16:creationId xmlns:a16="http://schemas.microsoft.com/office/drawing/2014/main" id="{C45E47E3-E16B-45B8-9749-9A99A209930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499" name="Flowchart: Connector 9498">
                      <a:extLst>
                        <a:ext uri="{FF2B5EF4-FFF2-40B4-BE49-F238E27FC236}">
                          <a16:creationId xmlns:a16="http://schemas.microsoft.com/office/drawing/2014/main" id="{D7EFD8E0-39B2-4B10-A6BD-117555A0858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9287" name="Group 9286">
                    <a:extLst>
                      <a:ext uri="{FF2B5EF4-FFF2-40B4-BE49-F238E27FC236}">
                        <a16:creationId xmlns:a16="http://schemas.microsoft.com/office/drawing/2014/main" id="{D09D8B9B-D231-414F-8D95-348D270C42F1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9432" name="Group 9431">
                      <a:extLst>
                        <a:ext uri="{FF2B5EF4-FFF2-40B4-BE49-F238E27FC236}">
                          <a16:creationId xmlns:a16="http://schemas.microsoft.com/office/drawing/2014/main" id="{933B6E28-258C-4C1D-991C-7175F11F90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9493" name="Flowchart: Connector 9492">
                        <a:extLst>
                          <a:ext uri="{FF2B5EF4-FFF2-40B4-BE49-F238E27FC236}">
                            <a16:creationId xmlns:a16="http://schemas.microsoft.com/office/drawing/2014/main" id="{0608554E-C091-4462-91E5-52589703089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94" name="Flowchart: Connector 9493">
                        <a:extLst>
                          <a:ext uri="{FF2B5EF4-FFF2-40B4-BE49-F238E27FC236}">
                            <a16:creationId xmlns:a16="http://schemas.microsoft.com/office/drawing/2014/main" id="{9F4254C3-BAFE-4B7F-8A72-EF55FFD18DE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95" name="Flowchart: Connector 9494">
                        <a:extLst>
                          <a:ext uri="{FF2B5EF4-FFF2-40B4-BE49-F238E27FC236}">
                            <a16:creationId xmlns:a16="http://schemas.microsoft.com/office/drawing/2014/main" id="{596B8482-49F3-4B3B-987D-6532215E950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96" name="Flowchart: Connector 9495">
                        <a:extLst>
                          <a:ext uri="{FF2B5EF4-FFF2-40B4-BE49-F238E27FC236}">
                            <a16:creationId xmlns:a16="http://schemas.microsoft.com/office/drawing/2014/main" id="{D922846E-4C18-4A00-B14F-D28E535E9AA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9433" name="Group 9432">
                      <a:extLst>
                        <a:ext uri="{FF2B5EF4-FFF2-40B4-BE49-F238E27FC236}">
                          <a16:creationId xmlns:a16="http://schemas.microsoft.com/office/drawing/2014/main" id="{D5E1E6C2-1C63-40CF-B230-E6AB104D53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9434" name="Group 9433">
                        <a:extLst>
                          <a:ext uri="{FF2B5EF4-FFF2-40B4-BE49-F238E27FC236}">
                            <a16:creationId xmlns:a16="http://schemas.microsoft.com/office/drawing/2014/main" id="{0EBD5734-DC80-4C8C-B458-DCC7879AB1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9485" name="Flowchart: Connector 9484">
                          <a:extLst>
                            <a:ext uri="{FF2B5EF4-FFF2-40B4-BE49-F238E27FC236}">
                              <a16:creationId xmlns:a16="http://schemas.microsoft.com/office/drawing/2014/main" id="{BD93D3BB-DF79-4566-B942-BD3140EC89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86" name="3D Model 9485" descr="Sphere">
                              <a:extLst>
                                <a:ext uri="{FF2B5EF4-FFF2-40B4-BE49-F238E27FC236}">
                                  <a16:creationId xmlns:a16="http://schemas.microsoft.com/office/drawing/2014/main" id="{A7610664-C6C9-40D1-93BA-7204B64FDEC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3506006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87" name="Flowchart: Connector 9486">
                          <a:extLst>
                            <a:ext uri="{FF2B5EF4-FFF2-40B4-BE49-F238E27FC236}">
                              <a16:creationId xmlns:a16="http://schemas.microsoft.com/office/drawing/2014/main" id="{8E5B9EA9-343A-499B-B490-72B0834C9F2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88" name="3D Model 9487" descr="Sphere">
                              <a:extLst>
                                <a:ext uri="{FF2B5EF4-FFF2-40B4-BE49-F238E27FC236}">
                                  <a16:creationId xmlns:a16="http://schemas.microsoft.com/office/drawing/2014/main" id="{76813090-6F21-43F0-8045-1D9EBE24A49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4993124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89" name="Flowchart: Connector 9488">
                          <a:extLst>
                            <a:ext uri="{FF2B5EF4-FFF2-40B4-BE49-F238E27FC236}">
                              <a16:creationId xmlns:a16="http://schemas.microsoft.com/office/drawing/2014/main" id="{B9A95EEB-E6A1-4697-A1BA-F2AC3EA5124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90" name="3D Model 9489" descr="Sphere">
                              <a:extLst>
                                <a:ext uri="{FF2B5EF4-FFF2-40B4-BE49-F238E27FC236}">
                                  <a16:creationId xmlns:a16="http://schemas.microsoft.com/office/drawing/2014/main" id="{3767D047-649E-4F8B-AFF7-1FADE934437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9569111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91" name="Flowchart: Connector 9490">
                          <a:extLst>
                            <a:ext uri="{FF2B5EF4-FFF2-40B4-BE49-F238E27FC236}">
                              <a16:creationId xmlns:a16="http://schemas.microsoft.com/office/drawing/2014/main" id="{7D4119A8-9749-4D4D-9305-7BD630A972F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92" name="3D Model 9491" descr="Sphere">
                              <a:extLst>
                                <a:ext uri="{FF2B5EF4-FFF2-40B4-BE49-F238E27FC236}">
                                  <a16:creationId xmlns:a16="http://schemas.microsoft.com/office/drawing/2014/main" id="{7B66E080-41BF-49A8-84DA-89A09EA7654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437918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435" name="Group 9434">
                        <a:extLst>
                          <a:ext uri="{FF2B5EF4-FFF2-40B4-BE49-F238E27FC236}">
                            <a16:creationId xmlns:a16="http://schemas.microsoft.com/office/drawing/2014/main" id="{EFEC3F81-A807-4093-91EA-4D70FB69D2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469" name="Flowchart: Connector 9468">
                          <a:extLst>
                            <a:ext uri="{FF2B5EF4-FFF2-40B4-BE49-F238E27FC236}">
                              <a16:creationId xmlns:a16="http://schemas.microsoft.com/office/drawing/2014/main" id="{92209202-C90F-46EA-9CC8-F6E0BD5D004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70" name="Flowchart: Connector 9469">
                          <a:extLst>
                            <a:ext uri="{FF2B5EF4-FFF2-40B4-BE49-F238E27FC236}">
                              <a16:creationId xmlns:a16="http://schemas.microsoft.com/office/drawing/2014/main" id="{0252CE6B-7981-4A5B-A267-A4F8098C829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71" name="Flowchart: Connector 9470">
                          <a:extLst>
                            <a:ext uri="{FF2B5EF4-FFF2-40B4-BE49-F238E27FC236}">
                              <a16:creationId xmlns:a16="http://schemas.microsoft.com/office/drawing/2014/main" id="{1CE42371-066D-47BD-B831-CF3B15970F5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72" name="Flowchart: Connector 9471">
                          <a:extLst>
                            <a:ext uri="{FF2B5EF4-FFF2-40B4-BE49-F238E27FC236}">
                              <a16:creationId xmlns:a16="http://schemas.microsoft.com/office/drawing/2014/main" id="{425190D3-08C8-41C7-9648-BD4D77E635F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73" name="Flowchart: Connector 9472">
                          <a:extLst>
                            <a:ext uri="{FF2B5EF4-FFF2-40B4-BE49-F238E27FC236}">
                              <a16:creationId xmlns:a16="http://schemas.microsoft.com/office/drawing/2014/main" id="{20B83640-4D5E-4093-B265-04040A47DBD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74" name="Flowchart: Connector 9473">
                          <a:extLst>
                            <a:ext uri="{FF2B5EF4-FFF2-40B4-BE49-F238E27FC236}">
                              <a16:creationId xmlns:a16="http://schemas.microsoft.com/office/drawing/2014/main" id="{C50A8969-D393-459B-BE72-7DDC7F9B0EC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75" name="Flowchart: Connector 9474">
                          <a:extLst>
                            <a:ext uri="{FF2B5EF4-FFF2-40B4-BE49-F238E27FC236}">
                              <a16:creationId xmlns:a16="http://schemas.microsoft.com/office/drawing/2014/main" id="{57B5D773-B56C-4576-BC0C-11E484DE362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76" name="Flowchart: Connector 9475">
                          <a:extLst>
                            <a:ext uri="{FF2B5EF4-FFF2-40B4-BE49-F238E27FC236}">
                              <a16:creationId xmlns:a16="http://schemas.microsoft.com/office/drawing/2014/main" id="{88B14B49-87C5-4542-98BC-BB47BCC1A92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77" name="Flowchart: Connector 9476">
                          <a:extLst>
                            <a:ext uri="{FF2B5EF4-FFF2-40B4-BE49-F238E27FC236}">
                              <a16:creationId xmlns:a16="http://schemas.microsoft.com/office/drawing/2014/main" id="{40C27E23-A212-440A-BA54-A2F48AB885D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78" name="3D Model 9477" descr="Sphere">
                              <a:extLst>
                                <a:ext uri="{FF2B5EF4-FFF2-40B4-BE49-F238E27FC236}">
                                  <a16:creationId xmlns:a16="http://schemas.microsoft.com/office/drawing/2014/main" id="{A2AA2139-2B97-4608-A2B7-C7DF1F7C391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9385514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79" name="Flowchart: Connector 9478">
                          <a:extLst>
                            <a:ext uri="{FF2B5EF4-FFF2-40B4-BE49-F238E27FC236}">
                              <a16:creationId xmlns:a16="http://schemas.microsoft.com/office/drawing/2014/main" id="{30CD6C4B-D373-4371-A058-6D68C7B7AD8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80" name="3D Model 9479" descr="Sphere">
                              <a:extLst>
                                <a:ext uri="{FF2B5EF4-FFF2-40B4-BE49-F238E27FC236}">
                                  <a16:creationId xmlns:a16="http://schemas.microsoft.com/office/drawing/2014/main" id="{EB0B13C9-9A26-43DD-9A9C-AE50C3527A0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6847113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81" name="Flowchart: Connector 9480">
                          <a:extLst>
                            <a:ext uri="{FF2B5EF4-FFF2-40B4-BE49-F238E27FC236}">
                              <a16:creationId xmlns:a16="http://schemas.microsoft.com/office/drawing/2014/main" id="{545EF419-80F5-4BB9-811E-911B6CDBB4A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82" name="3D Model 9481" descr="Sphere">
                              <a:extLst>
                                <a:ext uri="{FF2B5EF4-FFF2-40B4-BE49-F238E27FC236}">
                                  <a16:creationId xmlns:a16="http://schemas.microsoft.com/office/drawing/2014/main" id="{986D9DDA-01B6-40C6-AD94-11F02021C30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2953138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83" name="Flowchart: Connector 9482">
                          <a:extLst>
                            <a:ext uri="{FF2B5EF4-FFF2-40B4-BE49-F238E27FC236}">
                              <a16:creationId xmlns:a16="http://schemas.microsoft.com/office/drawing/2014/main" id="{7024F839-E592-4F83-93F5-2D389207AC9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84" name="3D Model 9483" descr="Sphere">
                              <a:extLst>
                                <a:ext uri="{FF2B5EF4-FFF2-40B4-BE49-F238E27FC236}">
                                  <a16:creationId xmlns:a16="http://schemas.microsoft.com/office/drawing/2014/main" id="{55DA10AD-13A0-4DBE-A40A-6A06D9CDFB9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9161029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436" name="Group 9435">
                        <a:extLst>
                          <a:ext uri="{FF2B5EF4-FFF2-40B4-BE49-F238E27FC236}">
                            <a16:creationId xmlns:a16="http://schemas.microsoft.com/office/drawing/2014/main" id="{69D8E1DE-5EB6-4952-8B4F-F6FC03121C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453" name="Flowchart: Connector 9452">
                          <a:extLst>
                            <a:ext uri="{FF2B5EF4-FFF2-40B4-BE49-F238E27FC236}">
                              <a16:creationId xmlns:a16="http://schemas.microsoft.com/office/drawing/2014/main" id="{94085C89-8A3A-44A7-855C-E444E76B0E0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54" name="Flowchart: Connector 9453">
                          <a:extLst>
                            <a:ext uri="{FF2B5EF4-FFF2-40B4-BE49-F238E27FC236}">
                              <a16:creationId xmlns:a16="http://schemas.microsoft.com/office/drawing/2014/main" id="{803C999B-3615-4E4D-A505-623E2B0EBB9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55" name="Flowchart: Connector 9454">
                          <a:extLst>
                            <a:ext uri="{FF2B5EF4-FFF2-40B4-BE49-F238E27FC236}">
                              <a16:creationId xmlns:a16="http://schemas.microsoft.com/office/drawing/2014/main" id="{DDB620E7-DEC9-4DAE-9513-D59A505E4FC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56" name="Flowchart: Connector 9455">
                          <a:extLst>
                            <a:ext uri="{FF2B5EF4-FFF2-40B4-BE49-F238E27FC236}">
                              <a16:creationId xmlns:a16="http://schemas.microsoft.com/office/drawing/2014/main" id="{29336567-D488-4CE3-BB20-806AF07FE5B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57" name="Flowchart: Connector 9456">
                          <a:extLst>
                            <a:ext uri="{FF2B5EF4-FFF2-40B4-BE49-F238E27FC236}">
                              <a16:creationId xmlns:a16="http://schemas.microsoft.com/office/drawing/2014/main" id="{97D45A87-B499-47EB-99B9-4749FB1A48E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58" name="Flowchart: Connector 9457">
                          <a:extLst>
                            <a:ext uri="{FF2B5EF4-FFF2-40B4-BE49-F238E27FC236}">
                              <a16:creationId xmlns:a16="http://schemas.microsoft.com/office/drawing/2014/main" id="{05374D67-769C-4296-A227-3914B4FA906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59" name="Flowchart: Connector 9458">
                          <a:extLst>
                            <a:ext uri="{FF2B5EF4-FFF2-40B4-BE49-F238E27FC236}">
                              <a16:creationId xmlns:a16="http://schemas.microsoft.com/office/drawing/2014/main" id="{1A171304-0976-4E3A-8180-902B8EA96EE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60" name="Flowchart: Connector 9459">
                          <a:extLst>
                            <a:ext uri="{FF2B5EF4-FFF2-40B4-BE49-F238E27FC236}">
                              <a16:creationId xmlns:a16="http://schemas.microsoft.com/office/drawing/2014/main" id="{547B4572-9A6A-4D06-A7A1-CA9CD2363E9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61" name="Flowchart: Connector 9460">
                          <a:extLst>
                            <a:ext uri="{FF2B5EF4-FFF2-40B4-BE49-F238E27FC236}">
                              <a16:creationId xmlns:a16="http://schemas.microsoft.com/office/drawing/2014/main" id="{D0B14315-06EB-451A-B44D-C08D1BBB0EC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62" name="3D Model 9461" descr="Sphere">
                              <a:extLst>
                                <a:ext uri="{FF2B5EF4-FFF2-40B4-BE49-F238E27FC236}">
                                  <a16:creationId xmlns:a16="http://schemas.microsoft.com/office/drawing/2014/main" id="{BEC8EB7D-1B9B-4A72-A666-0942548B2F0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6542153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63" name="Flowchart: Connector 9462">
                          <a:extLst>
                            <a:ext uri="{FF2B5EF4-FFF2-40B4-BE49-F238E27FC236}">
                              <a16:creationId xmlns:a16="http://schemas.microsoft.com/office/drawing/2014/main" id="{2067B08C-7EAC-4A4A-BC21-03520D116B4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64" name="3D Model 9463" descr="Sphere">
                              <a:extLst>
                                <a:ext uri="{FF2B5EF4-FFF2-40B4-BE49-F238E27FC236}">
                                  <a16:creationId xmlns:a16="http://schemas.microsoft.com/office/drawing/2014/main" id="{1013512A-BD5C-4B9A-A301-FBDB6AF4D28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5040815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65" name="Flowchart: Connector 9464">
                          <a:extLst>
                            <a:ext uri="{FF2B5EF4-FFF2-40B4-BE49-F238E27FC236}">
                              <a16:creationId xmlns:a16="http://schemas.microsoft.com/office/drawing/2014/main" id="{6E43F6FA-08EC-43E2-98FF-740C4066531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66" name="3D Model 9465" descr="Sphere">
                              <a:extLst>
                                <a:ext uri="{FF2B5EF4-FFF2-40B4-BE49-F238E27FC236}">
                                  <a16:creationId xmlns:a16="http://schemas.microsoft.com/office/drawing/2014/main" id="{83E109FF-487E-4596-8F5A-E3048FF04AA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8909785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67" name="Flowchart: Connector 9466">
                          <a:extLst>
                            <a:ext uri="{FF2B5EF4-FFF2-40B4-BE49-F238E27FC236}">
                              <a16:creationId xmlns:a16="http://schemas.microsoft.com/office/drawing/2014/main" id="{3D67F423-F579-4BA3-B7B8-ABFBC04CE9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68" name="3D Model 9467" descr="Sphere">
                              <a:extLst>
                                <a:ext uri="{FF2B5EF4-FFF2-40B4-BE49-F238E27FC236}">
                                  <a16:creationId xmlns:a16="http://schemas.microsoft.com/office/drawing/2014/main" id="{B2345CF5-CAE7-496E-B16E-782C07FA113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4368566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9437" name="Flowchart: Connector 9436">
                        <a:extLst>
                          <a:ext uri="{FF2B5EF4-FFF2-40B4-BE49-F238E27FC236}">
                            <a16:creationId xmlns:a16="http://schemas.microsoft.com/office/drawing/2014/main" id="{7180F982-E791-4BE2-AC97-28026912AC9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38" name="Flowchart: Connector 9437">
                        <a:extLst>
                          <a:ext uri="{FF2B5EF4-FFF2-40B4-BE49-F238E27FC236}">
                            <a16:creationId xmlns:a16="http://schemas.microsoft.com/office/drawing/2014/main" id="{521FEED8-186D-4EC9-8C1C-91845266CE5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39" name="Flowchart: Connector 9438">
                        <a:extLst>
                          <a:ext uri="{FF2B5EF4-FFF2-40B4-BE49-F238E27FC236}">
                            <a16:creationId xmlns:a16="http://schemas.microsoft.com/office/drawing/2014/main" id="{486E2D6B-9E6E-4AA2-A76E-C52CA03EDB8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40" name="Flowchart: Connector 9439">
                        <a:extLst>
                          <a:ext uri="{FF2B5EF4-FFF2-40B4-BE49-F238E27FC236}">
                            <a16:creationId xmlns:a16="http://schemas.microsoft.com/office/drawing/2014/main" id="{0387D36C-84B2-400D-B65E-17A55AFF2E4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41" name="Flowchart: Connector 9440">
                        <a:extLst>
                          <a:ext uri="{FF2B5EF4-FFF2-40B4-BE49-F238E27FC236}">
                            <a16:creationId xmlns:a16="http://schemas.microsoft.com/office/drawing/2014/main" id="{293A9209-8FA4-454E-B268-D90801EECCC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42" name="Flowchart: Connector 9441">
                        <a:extLst>
                          <a:ext uri="{FF2B5EF4-FFF2-40B4-BE49-F238E27FC236}">
                            <a16:creationId xmlns:a16="http://schemas.microsoft.com/office/drawing/2014/main" id="{B9A98399-C95F-43B9-B8BB-1AFA8D7F096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43" name="Flowchart: Connector 9442">
                        <a:extLst>
                          <a:ext uri="{FF2B5EF4-FFF2-40B4-BE49-F238E27FC236}">
                            <a16:creationId xmlns:a16="http://schemas.microsoft.com/office/drawing/2014/main" id="{A7730BA4-6300-4610-8400-8E65890BC45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44" name="Flowchart: Connector 9443">
                        <a:extLst>
                          <a:ext uri="{FF2B5EF4-FFF2-40B4-BE49-F238E27FC236}">
                            <a16:creationId xmlns:a16="http://schemas.microsoft.com/office/drawing/2014/main" id="{B5E215BB-50AB-44C5-8CA4-A9EC1D7F294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45" name="Flowchart: Connector 9444">
                        <a:extLst>
                          <a:ext uri="{FF2B5EF4-FFF2-40B4-BE49-F238E27FC236}">
                            <a16:creationId xmlns:a16="http://schemas.microsoft.com/office/drawing/2014/main" id="{4F9290FE-B096-44A2-8535-445D0FE5E5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446" name="3D Model 9445" descr="Sphere">
                            <a:extLst>
                              <a:ext uri="{FF2B5EF4-FFF2-40B4-BE49-F238E27FC236}">
                                <a16:creationId xmlns:a16="http://schemas.microsoft.com/office/drawing/2014/main" id="{641A0628-D8DA-4D4C-B85D-A683ECE4329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71382770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447" name="Flowchart: Connector 9446">
                        <a:extLst>
                          <a:ext uri="{FF2B5EF4-FFF2-40B4-BE49-F238E27FC236}">
                            <a16:creationId xmlns:a16="http://schemas.microsoft.com/office/drawing/2014/main" id="{D57CF816-9C51-49B3-BF2E-53FE7C305C3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448" name="3D Model 9447" descr="Sphere">
                            <a:extLst>
                              <a:ext uri="{FF2B5EF4-FFF2-40B4-BE49-F238E27FC236}">
                                <a16:creationId xmlns:a16="http://schemas.microsoft.com/office/drawing/2014/main" id="{828B5AF3-8AC0-47ED-9C3A-D3CEA38FFEB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76695398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449" name="Flowchart: Connector 9448">
                        <a:extLst>
                          <a:ext uri="{FF2B5EF4-FFF2-40B4-BE49-F238E27FC236}">
                            <a16:creationId xmlns:a16="http://schemas.microsoft.com/office/drawing/2014/main" id="{6FFF7587-D6FE-45EA-B32B-5375F8C3AB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450" name="3D Model 9449" descr="Sphere">
                            <a:extLst>
                              <a:ext uri="{FF2B5EF4-FFF2-40B4-BE49-F238E27FC236}">
                                <a16:creationId xmlns:a16="http://schemas.microsoft.com/office/drawing/2014/main" id="{12FD2900-91F2-4C3F-BB36-9482F7A8269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92718319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451" name="Flowchart: Connector 9450">
                        <a:extLst>
                          <a:ext uri="{FF2B5EF4-FFF2-40B4-BE49-F238E27FC236}">
                            <a16:creationId xmlns:a16="http://schemas.microsoft.com/office/drawing/2014/main" id="{0E1CE444-D86E-4EA4-9DD4-E1859FB711A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452" name="3D Model 9451" descr="Sphere">
                            <a:extLst>
                              <a:ext uri="{FF2B5EF4-FFF2-40B4-BE49-F238E27FC236}">
                                <a16:creationId xmlns:a16="http://schemas.microsoft.com/office/drawing/2014/main" id="{9215A637-BA95-4C3E-B68F-B5E9CEA81AE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36939358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9288" name="Group 9287">
                    <a:extLst>
                      <a:ext uri="{FF2B5EF4-FFF2-40B4-BE49-F238E27FC236}">
                        <a16:creationId xmlns:a16="http://schemas.microsoft.com/office/drawing/2014/main" id="{01D26990-1E26-4AD3-B9F8-C79118A41A73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9429" name="Flowchart: Connector 9428">
                      <a:extLst>
                        <a:ext uri="{FF2B5EF4-FFF2-40B4-BE49-F238E27FC236}">
                          <a16:creationId xmlns:a16="http://schemas.microsoft.com/office/drawing/2014/main" id="{AD89C603-E9A1-499D-8EFE-11659ACE342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430" name="Flowchart: Connector 9429">
                      <a:extLst>
                        <a:ext uri="{FF2B5EF4-FFF2-40B4-BE49-F238E27FC236}">
                          <a16:creationId xmlns:a16="http://schemas.microsoft.com/office/drawing/2014/main" id="{D538A41B-8265-456D-945F-78D88FB29C5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431" name="Flowchart: Connector 9430">
                      <a:extLst>
                        <a:ext uri="{FF2B5EF4-FFF2-40B4-BE49-F238E27FC236}">
                          <a16:creationId xmlns:a16="http://schemas.microsoft.com/office/drawing/2014/main" id="{C1DB012C-1436-4FA1-BFC0-0BA04493C7E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9289" name="Flowchart: Connector 9288">
                    <a:extLst>
                      <a:ext uri="{FF2B5EF4-FFF2-40B4-BE49-F238E27FC236}">
                        <a16:creationId xmlns:a16="http://schemas.microsoft.com/office/drawing/2014/main" id="{336017B4-E22A-441F-94EC-2CF062AB5B6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290" name="Flowchart: Connector 9289">
                    <a:extLst>
                      <a:ext uri="{FF2B5EF4-FFF2-40B4-BE49-F238E27FC236}">
                        <a16:creationId xmlns:a16="http://schemas.microsoft.com/office/drawing/2014/main" id="{C829034F-D14A-4213-B124-82AD3804892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9291" name="Group 9290">
                    <a:extLst>
                      <a:ext uri="{FF2B5EF4-FFF2-40B4-BE49-F238E27FC236}">
                        <a16:creationId xmlns:a16="http://schemas.microsoft.com/office/drawing/2014/main" id="{FB712E87-8E50-4313-A419-0A4F7DACF5CC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9426" name="Flowchart: Connector 9425">
                      <a:extLst>
                        <a:ext uri="{FF2B5EF4-FFF2-40B4-BE49-F238E27FC236}">
                          <a16:creationId xmlns:a16="http://schemas.microsoft.com/office/drawing/2014/main" id="{84ADD931-BDDE-4819-A0E4-A4631D9A671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427" name="Flowchart: Connector 9426">
                      <a:extLst>
                        <a:ext uri="{FF2B5EF4-FFF2-40B4-BE49-F238E27FC236}">
                          <a16:creationId xmlns:a16="http://schemas.microsoft.com/office/drawing/2014/main" id="{DB392069-FE91-4B5E-8311-E6368FE7771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428" name="Flowchart: Connector 9427">
                      <a:extLst>
                        <a:ext uri="{FF2B5EF4-FFF2-40B4-BE49-F238E27FC236}">
                          <a16:creationId xmlns:a16="http://schemas.microsoft.com/office/drawing/2014/main" id="{9D2917BD-C091-4E35-9C27-A394607CDFF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9292" name="Group 9291">
                    <a:extLst>
                      <a:ext uri="{FF2B5EF4-FFF2-40B4-BE49-F238E27FC236}">
                        <a16:creationId xmlns:a16="http://schemas.microsoft.com/office/drawing/2014/main" id="{DE7FABFF-E966-4172-BBAF-7B6972DBAD9A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9361" name="Group 9360">
                      <a:extLst>
                        <a:ext uri="{FF2B5EF4-FFF2-40B4-BE49-F238E27FC236}">
                          <a16:creationId xmlns:a16="http://schemas.microsoft.com/office/drawing/2014/main" id="{72086CE5-FBB2-4D59-BBBB-77DACE52A3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9422" name="Flowchart: Connector 9421">
                        <a:extLst>
                          <a:ext uri="{FF2B5EF4-FFF2-40B4-BE49-F238E27FC236}">
                            <a16:creationId xmlns:a16="http://schemas.microsoft.com/office/drawing/2014/main" id="{3F1AE3EE-99B9-4399-ADD7-B8C1ACC57C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23" name="Flowchart: Connector 9422">
                        <a:extLst>
                          <a:ext uri="{FF2B5EF4-FFF2-40B4-BE49-F238E27FC236}">
                            <a16:creationId xmlns:a16="http://schemas.microsoft.com/office/drawing/2014/main" id="{776C75F3-E64F-40A0-8991-D1261B1C20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24" name="Flowchart: Connector 9423">
                        <a:extLst>
                          <a:ext uri="{FF2B5EF4-FFF2-40B4-BE49-F238E27FC236}">
                            <a16:creationId xmlns:a16="http://schemas.microsoft.com/office/drawing/2014/main" id="{4818DA85-F84E-4FE7-A59A-4C2C9533FC9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425" name="Flowchart: Connector 9424">
                        <a:extLst>
                          <a:ext uri="{FF2B5EF4-FFF2-40B4-BE49-F238E27FC236}">
                            <a16:creationId xmlns:a16="http://schemas.microsoft.com/office/drawing/2014/main" id="{99D058E2-FE2B-4AAF-B2EC-5639A5BDD9D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9362" name="Group 9361">
                      <a:extLst>
                        <a:ext uri="{FF2B5EF4-FFF2-40B4-BE49-F238E27FC236}">
                          <a16:creationId xmlns:a16="http://schemas.microsoft.com/office/drawing/2014/main" id="{CCE5181E-D971-4468-881F-AA27E8F6AB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9363" name="Group 9362">
                        <a:extLst>
                          <a:ext uri="{FF2B5EF4-FFF2-40B4-BE49-F238E27FC236}">
                            <a16:creationId xmlns:a16="http://schemas.microsoft.com/office/drawing/2014/main" id="{EB7AFF46-3B6C-4CEF-B8C9-D01901A320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9414" name="Flowchart: Connector 9413">
                          <a:extLst>
                            <a:ext uri="{FF2B5EF4-FFF2-40B4-BE49-F238E27FC236}">
                              <a16:creationId xmlns:a16="http://schemas.microsoft.com/office/drawing/2014/main" id="{505BA6D5-3836-4233-9FE8-EE4CC53B690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15" name="3D Model 9414" descr="Sphere">
                              <a:extLst>
                                <a:ext uri="{FF2B5EF4-FFF2-40B4-BE49-F238E27FC236}">
                                  <a16:creationId xmlns:a16="http://schemas.microsoft.com/office/drawing/2014/main" id="{858D929E-937B-4137-9944-8BDA98B76C6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6025127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16" name="Flowchart: Connector 9415">
                          <a:extLst>
                            <a:ext uri="{FF2B5EF4-FFF2-40B4-BE49-F238E27FC236}">
                              <a16:creationId xmlns:a16="http://schemas.microsoft.com/office/drawing/2014/main" id="{2DB361AD-9803-4AD9-ADD4-A8A97B1C987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17" name="3D Model 9416" descr="Sphere">
                              <a:extLst>
                                <a:ext uri="{FF2B5EF4-FFF2-40B4-BE49-F238E27FC236}">
                                  <a16:creationId xmlns:a16="http://schemas.microsoft.com/office/drawing/2014/main" id="{D38AF669-631C-4CE4-BCDE-41AF6B12CA1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4230384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18" name="Flowchart: Connector 9417">
                          <a:extLst>
                            <a:ext uri="{FF2B5EF4-FFF2-40B4-BE49-F238E27FC236}">
                              <a16:creationId xmlns:a16="http://schemas.microsoft.com/office/drawing/2014/main" id="{8971D825-06DE-4A2E-915D-9779B3A090E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19" name="3D Model 9418" descr="Sphere">
                              <a:extLst>
                                <a:ext uri="{FF2B5EF4-FFF2-40B4-BE49-F238E27FC236}">
                                  <a16:creationId xmlns:a16="http://schemas.microsoft.com/office/drawing/2014/main" id="{B80B5AFB-78F5-4B72-B67C-B2730E7A72F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6627064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20" name="Flowchart: Connector 9419">
                          <a:extLst>
                            <a:ext uri="{FF2B5EF4-FFF2-40B4-BE49-F238E27FC236}">
                              <a16:creationId xmlns:a16="http://schemas.microsoft.com/office/drawing/2014/main" id="{64E05D7E-74EC-452D-B314-B367B0EE86C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21" name="3D Model 9420" descr="Sphere">
                              <a:extLst>
                                <a:ext uri="{FF2B5EF4-FFF2-40B4-BE49-F238E27FC236}">
                                  <a16:creationId xmlns:a16="http://schemas.microsoft.com/office/drawing/2014/main" id="{DF16A732-6DA8-48BB-8772-EE20B304A78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7308736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364" name="Group 9363">
                        <a:extLst>
                          <a:ext uri="{FF2B5EF4-FFF2-40B4-BE49-F238E27FC236}">
                            <a16:creationId xmlns:a16="http://schemas.microsoft.com/office/drawing/2014/main" id="{5660850A-219A-4E5D-AC74-CF5BDF3E6D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398" name="Flowchart: Connector 9397">
                          <a:extLst>
                            <a:ext uri="{FF2B5EF4-FFF2-40B4-BE49-F238E27FC236}">
                              <a16:creationId xmlns:a16="http://schemas.microsoft.com/office/drawing/2014/main" id="{A4B3FF6D-A723-4706-B8B5-268D7528605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399" name="Flowchart: Connector 9398">
                          <a:extLst>
                            <a:ext uri="{FF2B5EF4-FFF2-40B4-BE49-F238E27FC236}">
                              <a16:creationId xmlns:a16="http://schemas.microsoft.com/office/drawing/2014/main" id="{0300068C-96D8-4FF7-A288-CADA893B73C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00" name="Flowchart: Connector 9399">
                          <a:extLst>
                            <a:ext uri="{FF2B5EF4-FFF2-40B4-BE49-F238E27FC236}">
                              <a16:creationId xmlns:a16="http://schemas.microsoft.com/office/drawing/2014/main" id="{7FD5C0CC-C348-49DE-8F13-16542686D22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01" name="Flowchart: Connector 9400">
                          <a:extLst>
                            <a:ext uri="{FF2B5EF4-FFF2-40B4-BE49-F238E27FC236}">
                              <a16:creationId xmlns:a16="http://schemas.microsoft.com/office/drawing/2014/main" id="{7EAAF7A0-470D-44EF-A975-BDEC5EBDB47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02" name="Flowchart: Connector 9401">
                          <a:extLst>
                            <a:ext uri="{FF2B5EF4-FFF2-40B4-BE49-F238E27FC236}">
                              <a16:creationId xmlns:a16="http://schemas.microsoft.com/office/drawing/2014/main" id="{E3F4D639-77CA-4D39-9C23-8D7860AD623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03" name="Flowchart: Connector 9402">
                          <a:extLst>
                            <a:ext uri="{FF2B5EF4-FFF2-40B4-BE49-F238E27FC236}">
                              <a16:creationId xmlns:a16="http://schemas.microsoft.com/office/drawing/2014/main" id="{3EA537C8-1F22-460E-A3FD-405FF5C55B6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04" name="Flowchart: Connector 9403">
                          <a:extLst>
                            <a:ext uri="{FF2B5EF4-FFF2-40B4-BE49-F238E27FC236}">
                              <a16:creationId xmlns:a16="http://schemas.microsoft.com/office/drawing/2014/main" id="{9FD65C8F-644F-493E-9163-69F629E2E74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05" name="Flowchart: Connector 9404">
                          <a:extLst>
                            <a:ext uri="{FF2B5EF4-FFF2-40B4-BE49-F238E27FC236}">
                              <a16:creationId xmlns:a16="http://schemas.microsoft.com/office/drawing/2014/main" id="{14DEB14A-CDBC-4FBA-8D60-18D7D3B30C3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406" name="Flowchart: Connector 9405">
                          <a:extLst>
                            <a:ext uri="{FF2B5EF4-FFF2-40B4-BE49-F238E27FC236}">
                              <a16:creationId xmlns:a16="http://schemas.microsoft.com/office/drawing/2014/main" id="{EF756BD3-00A7-443A-8BE2-EBBA5455636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07" name="3D Model 9406" descr="Sphere">
                              <a:extLst>
                                <a:ext uri="{FF2B5EF4-FFF2-40B4-BE49-F238E27FC236}">
                                  <a16:creationId xmlns:a16="http://schemas.microsoft.com/office/drawing/2014/main" id="{39FE102A-E82B-4883-8DC9-E241A913AB4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4457426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08" name="Flowchart: Connector 9407">
                          <a:extLst>
                            <a:ext uri="{FF2B5EF4-FFF2-40B4-BE49-F238E27FC236}">
                              <a16:creationId xmlns:a16="http://schemas.microsoft.com/office/drawing/2014/main" id="{7910600A-224F-4280-9C56-2ABF81D4ABA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09" name="3D Model 9408" descr="Sphere">
                              <a:extLst>
                                <a:ext uri="{FF2B5EF4-FFF2-40B4-BE49-F238E27FC236}">
                                  <a16:creationId xmlns:a16="http://schemas.microsoft.com/office/drawing/2014/main" id="{D82A4DA2-3ABC-431E-B6C4-99E65D54369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123998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10" name="Flowchart: Connector 9409">
                          <a:extLst>
                            <a:ext uri="{FF2B5EF4-FFF2-40B4-BE49-F238E27FC236}">
                              <a16:creationId xmlns:a16="http://schemas.microsoft.com/office/drawing/2014/main" id="{4B5BC090-578C-43CB-8A34-24D3AF720F1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11" name="3D Model 9410" descr="Sphere">
                              <a:extLst>
                                <a:ext uri="{FF2B5EF4-FFF2-40B4-BE49-F238E27FC236}">
                                  <a16:creationId xmlns:a16="http://schemas.microsoft.com/office/drawing/2014/main" id="{AA853F53-F4AD-4263-B856-C191A5EEE8A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8024987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412" name="Flowchart: Connector 9411">
                          <a:extLst>
                            <a:ext uri="{FF2B5EF4-FFF2-40B4-BE49-F238E27FC236}">
                              <a16:creationId xmlns:a16="http://schemas.microsoft.com/office/drawing/2014/main" id="{03664866-435E-4233-9418-703B465AEEC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413" name="3D Model 9412" descr="Sphere">
                              <a:extLst>
                                <a:ext uri="{FF2B5EF4-FFF2-40B4-BE49-F238E27FC236}">
                                  <a16:creationId xmlns:a16="http://schemas.microsoft.com/office/drawing/2014/main" id="{0F8942E1-9B96-4BE6-AB83-7EEB42777E6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9030020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365" name="Group 9364">
                        <a:extLst>
                          <a:ext uri="{FF2B5EF4-FFF2-40B4-BE49-F238E27FC236}">
                            <a16:creationId xmlns:a16="http://schemas.microsoft.com/office/drawing/2014/main" id="{0C157F2F-65DF-4072-A9B0-880951D2FB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382" name="Flowchart: Connector 9381">
                          <a:extLst>
                            <a:ext uri="{FF2B5EF4-FFF2-40B4-BE49-F238E27FC236}">
                              <a16:creationId xmlns:a16="http://schemas.microsoft.com/office/drawing/2014/main" id="{7B6D72DF-ED7C-4B80-8667-22B2A24D471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383" name="Flowchart: Connector 9382">
                          <a:extLst>
                            <a:ext uri="{FF2B5EF4-FFF2-40B4-BE49-F238E27FC236}">
                              <a16:creationId xmlns:a16="http://schemas.microsoft.com/office/drawing/2014/main" id="{99382390-1945-4551-A6C7-C2C3C1EFF3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384" name="Flowchart: Connector 9383">
                          <a:extLst>
                            <a:ext uri="{FF2B5EF4-FFF2-40B4-BE49-F238E27FC236}">
                              <a16:creationId xmlns:a16="http://schemas.microsoft.com/office/drawing/2014/main" id="{1B04007C-F939-4838-A971-5476B60AF75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385" name="Flowchart: Connector 9384">
                          <a:extLst>
                            <a:ext uri="{FF2B5EF4-FFF2-40B4-BE49-F238E27FC236}">
                              <a16:creationId xmlns:a16="http://schemas.microsoft.com/office/drawing/2014/main" id="{6AA38E3B-C32E-4DDB-95A8-64854DF2AA9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386" name="Flowchart: Connector 9385">
                          <a:extLst>
                            <a:ext uri="{FF2B5EF4-FFF2-40B4-BE49-F238E27FC236}">
                              <a16:creationId xmlns:a16="http://schemas.microsoft.com/office/drawing/2014/main" id="{33B31BE3-DDA6-4992-AFAD-CCC2E40471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387" name="Flowchart: Connector 9386">
                          <a:extLst>
                            <a:ext uri="{FF2B5EF4-FFF2-40B4-BE49-F238E27FC236}">
                              <a16:creationId xmlns:a16="http://schemas.microsoft.com/office/drawing/2014/main" id="{965AA1CE-BE6A-4846-9836-722C91B54B0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388" name="Flowchart: Connector 9387">
                          <a:extLst>
                            <a:ext uri="{FF2B5EF4-FFF2-40B4-BE49-F238E27FC236}">
                              <a16:creationId xmlns:a16="http://schemas.microsoft.com/office/drawing/2014/main" id="{F48FE62E-4DF8-4DC1-A007-74AF76FC86B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389" name="Flowchart: Connector 9388">
                          <a:extLst>
                            <a:ext uri="{FF2B5EF4-FFF2-40B4-BE49-F238E27FC236}">
                              <a16:creationId xmlns:a16="http://schemas.microsoft.com/office/drawing/2014/main" id="{1C07DBCD-BD41-48B4-B59E-8F95826D329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390" name="Flowchart: Connector 9389">
                          <a:extLst>
                            <a:ext uri="{FF2B5EF4-FFF2-40B4-BE49-F238E27FC236}">
                              <a16:creationId xmlns:a16="http://schemas.microsoft.com/office/drawing/2014/main" id="{1B44811F-51E7-4215-8E11-7357B42EA5B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391" name="3D Model 9390" descr="Sphere">
                              <a:extLst>
                                <a:ext uri="{FF2B5EF4-FFF2-40B4-BE49-F238E27FC236}">
                                  <a16:creationId xmlns:a16="http://schemas.microsoft.com/office/drawing/2014/main" id="{F11986BD-4C0F-42AA-9828-C6AAF10F818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1255880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392" name="Flowchart: Connector 9391">
                          <a:extLst>
                            <a:ext uri="{FF2B5EF4-FFF2-40B4-BE49-F238E27FC236}">
                              <a16:creationId xmlns:a16="http://schemas.microsoft.com/office/drawing/2014/main" id="{EAAAFFE6-1C7E-4F59-923A-58EE927FE24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393" name="3D Model 9392" descr="Sphere">
                              <a:extLst>
                                <a:ext uri="{FF2B5EF4-FFF2-40B4-BE49-F238E27FC236}">
                                  <a16:creationId xmlns:a16="http://schemas.microsoft.com/office/drawing/2014/main" id="{ADEBE01E-E8C0-4BB0-A9F2-138747D848E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7461594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394" name="Flowchart: Connector 9393">
                          <a:extLst>
                            <a:ext uri="{FF2B5EF4-FFF2-40B4-BE49-F238E27FC236}">
                              <a16:creationId xmlns:a16="http://schemas.microsoft.com/office/drawing/2014/main" id="{42E793FC-534F-4907-A3EE-E7DC244EAD9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395" name="3D Model 9394" descr="Sphere">
                              <a:extLst>
                                <a:ext uri="{FF2B5EF4-FFF2-40B4-BE49-F238E27FC236}">
                                  <a16:creationId xmlns:a16="http://schemas.microsoft.com/office/drawing/2014/main" id="{F8D1C566-D504-4BE4-B4C4-824D454847C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9837662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396" name="Flowchart: Connector 9395">
                          <a:extLst>
                            <a:ext uri="{FF2B5EF4-FFF2-40B4-BE49-F238E27FC236}">
                              <a16:creationId xmlns:a16="http://schemas.microsoft.com/office/drawing/2014/main" id="{653A26DC-1963-470D-99D4-B50F0DBFAB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397" name="3D Model 9396" descr="Sphere">
                              <a:extLst>
                                <a:ext uri="{FF2B5EF4-FFF2-40B4-BE49-F238E27FC236}">
                                  <a16:creationId xmlns:a16="http://schemas.microsoft.com/office/drawing/2014/main" id="{743C7A88-D9D1-494E-9E71-ECDB7AA0B17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2588917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9366" name="Flowchart: Connector 9365">
                        <a:extLst>
                          <a:ext uri="{FF2B5EF4-FFF2-40B4-BE49-F238E27FC236}">
                            <a16:creationId xmlns:a16="http://schemas.microsoft.com/office/drawing/2014/main" id="{EDBD274E-C2A7-4F64-AD56-33738C1C8C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67" name="Flowchart: Connector 9366">
                        <a:extLst>
                          <a:ext uri="{FF2B5EF4-FFF2-40B4-BE49-F238E27FC236}">
                            <a16:creationId xmlns:a16="http://schemas.microsoft.com/office/drawing/2014/main" id="{1826D030-421B-4BF4-B92F-633DB7D7FA5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68" name="Flowchart: Connector 9367">
                        <a:extLst>
                          <a:ext uri="{FF2B5EF4-FFF2-40B4-BE49-F238E27FC236}">
                            <a16:creationId xmlns:a16="http://schemas.microsoft.com/office/drawing/2014/main" id="{C4B272EA-CEAF-49D4-9C99-7ED20F0100F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69" name="Flowchart: Connector 9368">
                        <a:extLst>
                          <a:ext uri="{FF2B5EF4-FFF2-40B4-BE49-F238E27FC236}">
                            <a16:creationId xmlns:a16="http://schemas.microsoft.com/office/drawing/2014/main" id="{AC08F3E8-0CBA-4328-A435-056B9075DC2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70" name="Flowchart: Connector 9369">
                        <a:extLst>
                          <a:ext uri="{FF2B5EF4-FFF2-40B4-BE49-F238E27FC236}">
                            <a16:creationId xmlns:a16="http://schemas.microsoft.com/office/drawing/2014/main" id="{0BD837A3-B86E-47D6-B471-3A635DAF38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71" name="Flowchart: Connector 9370">
                        <a:extLst>
                          <a:ext uri="{FF2B5EF4-FFF2-40B4-BE49-F238E27FC236}">
                            <a16:creationId xmlns:a16="http://schemas.microsoft.com/office/drawing/2014/main" id="{226A7BC6-CC77-4423-BD90-1CB720E5B5D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72" name="Flowchart: Connector 9371">
                        <a:extLst>
                          <a:ext uri="{FF2B5EF4-FFF2-40B4-BE49-F238E27FC236}">
                            <a16:creationId xmlns:a16="http://schemas.microsoft.com/office/drawing/2014/main" id="{E511EEA8-B282-4230-B502-846F81FD20A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73" name="Flowchart: Connector 9372">
                        <a:extLst>
                          <a:ext uri="{FF2B5EF4-FFF2-40B4-BE49-F238E27FC236}">
                            <a16:creationId xmlns:a16="http://schemas.microsoft.com/office/drawing/2014/main" id="{CBFBF6E1-17F5-4AF8-A51F-EC7A26679BC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74" name="Flowchart: Connector 9373">
                        <a:extLst>
                          <a:ext uri="{FF2B5EF4-FFF2-40B4-BE49-F238E27FC236}">
                            <a16:creationId xmlns:a16="http://schemas.microsoft.com/office/drawing/2014/main" id="{88D38302-2870-4E97-9164-E69AA49046D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75" name="3D Model 9374" descr="Sphere">
                            <a:extLst>
                              <a:ext uri="{FF2B5EF4-FFF2-40B4-BE49-F238E27FC236}">
                                <a16:creationId xmlns:a16="http://schemas.microsoft.com/office/drawing/2014/main" id="{6BF0B143-D71C-4864-9950-E0261FFEA9C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37882509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376" name="Flowchart: Connector 9375">
                        <a:extLst>
                          <a:ext uri="{FF2B5EF4-FFF2-40B4-BE49-F238E27FC236}">
                            <a16:creationId xmlns:a16="http://schemas.microsoft.com/office/drawing/2014/main" id="{AB92934B-6155-4FD5-ACCD-F99E20EC33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77" name="3D Model 9376" descr="Sphere">
                            <a:extLst>
                              <a:ext uri="{FF2B5EF4-FFF2-40B4-BE49-F238E27FC236}">
                                <a16:creationId xmlns:a16="http://schemas.microsoft.com/office/drawing/2014/main" id="{C79320F7-62BE-4C22-A541-1CA5134BF77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73413968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378" name="Flowchart: Connector 9377">
                        <a:extLst>
                          <a:ext uri="{FF2B5EF4-FFF2-40B4-BE49-F238E27FC236}">
                            <a16:creationId xmlns:a16="http://schemas.microsoft.com/office/drawing/2014/main" id="{F1E35567-65D2-45F5-9628-E968EF0EA20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79" name="3D Model 9378" descr="Sphere">
                            <a:extLst>
                              <a:ext uri="{FF2B5EF4-FFF2-40B4-BE49-F238E27FC236}">
                                <a16:creationId xmlns:a16="http://schemas.microsoft.com/office/drawing/2014/main" id="{02D6C5D8-2C3E-488F-B722-EE44A6DA0B4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09413366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380" name="Flowchart: Connector 9379">
                        <a:extLst>
                          <a:ext uri="{FF2B5EF4-FFF2-40B4-BE49-F238E27FC236}">
                            <a16:creationId xmlns:a16="http://schemas.microsoft.com/office/drawing/2014/main" id="{B561CDEF-A10F-4826-8838-2786592F8FE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81" name="3D Model 9380" descr="Sphere">
                            <a:extLst>
                              <a:ext uri="{FF2B5EF4-FFF2-40B4-BE49-F238E27FC236}">
                                <a16:creationId xmlns:a16="http://schemas.microsoft.com/office/drawing/2014/main" id="{4CC0DA64-B2E1-4213-9179-4E27E9CAF54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34910070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9293" name="Flowchart: Connector 9292">
                    <a:extLst>
                      <a:ext uri="{FF2B5EF4-FFF2-40B4-BE49-F238E27FC236}">
                        <a16:creationId xmlns:a16="http://schemas.microsoft.com/office/drawing/2014/main" id="{0649631E-BCB8-42D7-BE0F-CEAFB1C006E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294" name="Flowchart: Connector 9293">
                    <a:extLst>
                      <a:ext uri="{FF2B5EF4-FFF2-40B4-BE49-F238E27FC236}">
                        <a16:creationId xmlns:a16="http://schemas.microsoft.com/office/drawing/2014/main" id="{6CB3E018-241E-4A44-ACEE-2D91B9B5455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295" name="Flowchart: Connector 9294">
                    <a:extLst>
                      <a:ext uri="{FF2B5EF4-FFF2-40B4-BE49-F238E27FC236}">
                        <a16:creationId xmlns:a16="http://schemas.microsoft.com/office/drawing/2014/main" id="{ECD49E52-DAD2-4165-A909-3327B4294F7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296" name="Flowchart: Connector 9295">
                    <a:extLst>
                      <a:ext uri="{FF2B5EF4-FFF2-40B4-BE49-F238E27FC236}">
                        <a16:creationId xmlns:a16="http://schemas.microsoft.com/office/drawing/2014/main" id="{1122C712-EB6D-4C2F-8DFE-B47D335AA4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297" name="Flowchart: Connector 9296">
                    <a:extLst>
                      <a:ext uri="{FF2B5EF4-FFF2-40B4-BE49-F238E27FC236}">
                        <a16:creationId xmlns:a16="http://schemas.microsoft.com/office/drawing/2014/main" id="{117A650C-449F-43E8-8C84-44AB42E19A3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298" name="Flowchart: Connector 9297">
                    <a:extLst>
                      <a:ext uri="{FF2B5EF4-FFF2-40B4-BE49-F238E27FC236}">
                        <a16:creationId xmlns:a16="http://schemas.microsoft.com/office/drawing/2014/main" id="{03F395F3-DA37-47CD-B059-FFC958DEDE2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299" name="Flowchart: Connector 9298">
                    <a:extLst>
                      <a:ext uri="{FF2B5EF4-FFF2-40B4-BE49-F238E27FC236}">
                        <a16:creationId xmlns:a16="http://schemas.microsoft.com/office/drawing/2014/main" id="{FD0D2ED4-0579-4B0C-B315-12D9386460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300" name="Flowchart: Connector 9299">
                    <a:extLst>
                      <a:ext uri="{FF2B5EF4-FFF2-40B4-BE49-F238E27FC236}">
                        <a16:creationId xmlns:a16="http://schemas.microsoft.com/office/drawing/2014/main" id="{E4E4093E-FB2D-48A5-9887-9526CF82773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9301" name="Group 9300">
                    <a:extLst>
                      <a:ext uri="{FF2B5EF4-FFF2-40B4-BE49-F238E27FC236}">
                        <a16:creationId xmlns:a16="http://schemas.microsoft.com/office/drawing/2014/main" id="{9BA76ECC-5855-4EDC-BB5B-B8F96D21B857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9302" name="Group 9301">
                      <a:extLst>
                        <a:ext uri="{FF2B5EF4-FFF2-40B4-BE49-F238E27FC236}">
                          <a16:creationId xmlns:a16="http://schemas.microsoft.com/office/drawing/2014/main" id="{8855A84A-26C1-43C7-9BAF-09BE95D628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9353" name="Flowchart: Connector 9352">
                        <a:extLst>
                          <a:ext uri="{FF2B5EF4-FFF2-40B4-BE49-F238E27FC236}">
                            <a16:creationId xmlns:a16="http://schemas.microsoft.com/office/drawing/2014/main" id="{F2C8EE58-4548-46AF-BD12-40CB50F042B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54" name="3D Model 9353" descr="Sphere">
                            <a:extLst>
                              <a:ext uri="{FF2B5EF4-FFF2-40B4-BE49-F238E27FC236}">
                                <a16:creationId xmlns:a16="http://schemas.microsoft.com/office/drawing/2014/main" id="{C5CB376F-D097-448A-B0BC-85D0E2BFCD9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12252709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355" name="Flowchart: Connector 9354">
                        <a:extLst>
                          <a:ext uri="{FF2B5EF4-FFF2-40B4-BE49-F238E27FC236}">
                            <a16:creationId xmlns:a16="http://schemas.microsoft.com/office/drawing/2014/main" id="{5B47B39C-AD18-4A82-89E0-527572C94B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56" name="3D Model 9355" descr="Sphere">
                            <a:extLst>
                              <a:ext uri="{FF2B5EF4-FFF2-40B4-BE49-F238E27FC236}">
                                <a16:creationId xmlns:a16="http://schemas.microsoft.com/office/drawing/2014/main" id="{EFB16158-F843-4725-9392-2718223439A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79162014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357" name="Flowchart: Connector 9356">
                        <a:extLst>
                          <a:ext uri="{FF2B5EF4-FFF2-40B4-BE49-F238E27FC236}">
                            <a16:creationId xmlns:a16="http://schemas.microsoft.com/office/drawing/2014/main" id="{00227F63-E1A0-4F6D-A3A2-CEEF97EC90B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58" name="3D Model 9357" descr="Sphere">
                            <a:extLst>
                              <a:ext uri="{FF2B5EF4-FFF2-40B4-BE49-F238E27FC236}">
                                <a16:creationId xmlns:a16="http://schemas.microsoft.com/office/drawing/2014/main" id="{D190DCCD-57F5-455A-980F-760F4D92D75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21911423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359" name="Flowchart: Connector 9358">
                        <a:extLst>
                          <a:ext uri="{FF2B5EF4-FFF2-40B4-BE49-F238E27FC236}">
                            <a16:creationId xmlns:a16="http://schemas.microsoft.com/office/drawing/2014/main" id="{80D5C1C2-0C7A-4CB4-98C2-20660E2EC74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60" name="3D Model 9359" descr="Sphere">
                            <a:extLst>
                              <a:ext uri="{FF2B5EF4-FFF2-40B4-BE49-F238E27FC236}">
                                <a16:creationId xmlns:a16="http://schemas.microsoft.com/office/drawing/2014/main" id="{9C6453C6-0220-4FDB-9F00-FD887B986D8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68255827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9303" name="Group 9302">
                      <a:extLst>
                        <a:ext uri="{FF2B5EF4-FFF2-40B4-BE49-F238E27FC236}">
                          <a16:creationId xmlns:a16="http://schemas.microsoft.com/office/drawing/2014/main" id="{D4968445-E897-4F15-9D6B-6DA70EB23DF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9337" name="Flowchart: Connector 9336">
                        <a:extLst>
                          <a:ext uri="{FF2B5EF4-FFF2-40B4-BE49-F238E27FC236}">
                            <a16:creationId xmlns:a16="http://schemas.microsoft.com/office/drawing/2014/main" id="{2DE7E8EB-C48E-45B0-BB09-2E8A9D9DD28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38" name="Flowchart: Connector 9337">
                        <a:extLst>
                          <a:ext uri="{FF2B5EF4-FFF2-40B4-BE49-F238E27FC236}">
                            <a16:creationId xmlns:a16="http://schemas.microsoft.com/office/drawing/2014/main" id="{8BB0E01E-7ABF-495E-B11E-906CE315A1E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39" name="Flowchart: Connector 9338">
                        <a:extLst>
                          <a:ext uri="{FF2B5EF4-FFF2-40B4-BE49-F238E27FC236}">
                            <a16:creationId xmlns:a16="http://schemas.microsoft.com/office/drawing/2014/main" id="{4BE7179F-DBDF-44DB-B812-50EA34F97C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40" name="Flowchart: Connector 9339">
                        <a:extLst>
                          <a:ext uri="{FF2B5EF4-FFF2-40B4-BE49-F238E27FC236}">
                            <a16:creationId xmlns:a16="http://schemas.microsoft.com/office/drawing/2014/main" id="{083B90E4-FE1E-4FB3-B305-DEF2DA5CC76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41" name="Flowchart: Connector 9340">
                        <a:extLst>
                          <a:ext uri="{FF2B5EF4-FFF2-40B4-BE49-F238E27FC236}">
                            <a16:creationId xmlns:a16="http://schemas.microsoft.com/office/drawing/2014/main" id="{95C8C642-6F8F-48EE-B956-2D7E917D87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42" name="Flowchart: Connector 9341">
                        <a:extLst>
                          <a:ext uri="{FF2B5EF4-FFF2-40B4-BE49-F238E27FC236}">
                            <a16:creationId xmlns:a16="http://schemas.microsoft.com/office/drawing/2014/main" id="{398B5D95-2DBB-4A6D-B67E-B50A7819528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43" name="Flowchart: Connector 9342">
                        <a:extLst>
                          <a:ext uri="{FF2B5EF4-FFF2-40B4-BE49-F238E27FC236}">
                            <a16:creationId xmlns:a16="http://schemas.microsoft.com/office/drawing/2014/main" id="{2192D1AC-AA08-49A3-BF35-A5574F567E1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44" name="Flowchart: Connector 9343">
                        <a:extLst>
                          <a:ext uri="{FF2B5EF4-FFF2-40B4-BE49-F238E27FC236}">
                            <a16:creationId xmlns:a16="http://schemas.microsoft.com/office/drawing/2014/main" id="{7A2B8A51-ADD8-4107-B7FE-36D388DB92A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45" name="Flowchart: Connector 9344">
                        <a:extLst>
                          <a:ext uri="{FF2B5EF4-FFF2-40B4-BE49-F238E27FC236}">
                            <a16:creationId xmlns:a16="http://schemas.microsoft.com/office/drawing/2014/main" id="{940899B9-B688-4855-8552-DA144F5AA11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46" name="3D Model 9345" descr="Sphere">
                            <a:extLst>
                              <a:ext uri="{FF2B5EF4-FFF2-40B4-BE49-F238E27FC236}">
                                <a16:creationId xmlns:a16="http://schemas.microsoft.com/office/drawing/2014/main" id="{454A2192-0144-4C94-8D46-B59977B62CC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77066238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347" name="Flowchart: Connector 9346">
                        <a:extLst>
                          <a:ext uri="{FF2B5EF4-FFF2-40B4-BE49-F238E27FC236}">
                            <a16:creationId xmlns:a16="http://schemas.microsoft.com/office/drawing/2014/main" id="{680AB3F5-1B45-42B7-8B45-11F8BC046E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48" name="3D Model 9347" descr="Sphere">
                            <a:extLst>
                              <a:ext uri="{FF2B5EF4-FFF2-40B4-BE49-F238E27FC236}">
                                <a16:creationId xmlns:a16="http://schemas.microsoft.com/office/drawing/2014/main" id="{09F9E69A-0A3E-4029-972E-4AF528257DE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7951969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349" name="Flowchart: Connector 9348">
                        <a:extLst>
                          <a:ext uri="{FF2B5EF4-FFF2-40B4-BE49-F238E27FC236}">
                            <a16:creationId xmlns:a16="http://schemas.microsoft.com/office/drawing/2014/main" id="{9EA5F19B-4B25-411D-B292-72F16C9F733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50" name="3D Model 9349" descr="Sphere">
                            <a:extLst>
                              <a:ext uri="{FF2B5EF4-FFF2-40B4-BE49-F238E27FC236}">
                                <a16:creationId xmlns:a16="http://schemas.microsoft.com/office/drawing/2014/main" id="{71F0414E-D653-4D3D-942E-2071A184433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5597631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351" name="Flowchart: Connector 9350">
                        <a:extLst>
                          <a:ext uri="{FF2B5EF4-FFF2-40B4-BE49-F238E27FC236}">
                            <a16:creationId xmlns:a16="http://schemas.microsoft.com/office/drawing/2014/main" id="{FAFE8E30-46EE-4CDA-AF72-22D2F747DAB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52" name="3D Model 9351" descr="Sphere">
                            <a:extLst>
                              <a:ext uri="{FF2B5EF4-FFF2-40B4-BE49-F238E27FC236}">
                                <a16:creationId xmlns:a16="http://schemas.microsoft.com/office/drawing/2014/main" id="{144576ED-6A26-41D1-9A01-C9C41319E26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4380513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9304" name="Group 9303">
                      <a:extLst>
                        <a:ext uri="{FF2B5EF4-FFF2-40B4-BE49-F238E27FC236}">
                          <a16:creationId xmlns:a16="http://schemas.microsoft.com/office/drawing/2014/main" id="{48566524-75B3-4844-A4E9-04B968970F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9321" name="Flowchart: Connector 9320">
                        <a:extLst>
                          <a:ext uri="{FF2B5EF4-FFF2-40B4-BE49-F238E27FC236}">
                            <a16:creationId xmlns:a16="http://schemas.microsoft.com/office/drawing/2014/main" id="{CBD76122-6583-4DCE-9B72-1D33CBDC65F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22" name="Flowchart: Connector 9321">
                        <a:extLst>
                          <a:ext uri="{FF2B5EF4-FFF2-40B4-BE49-F238E27FC236}">
                            <a16:creationId xmlns:a16="http://schemas.microsoft.com/office/drawing/2014/main" id="{8ACB9E97-24F8-4083-80B4-3E03F5327B7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23" name="Flowchart: Connector 9322">
                        <a:extLst>
                          <a:ext uri="{FF2B5EF4-FFF2-40B4-BE49-F238E27FC236}">
                            <a16:creationId xmlns:a16="http://schemas.microsoft.com/office/drawing/2014/main" id="{C3DB04E6-8E38-4DF4-ABB8-3BFC26B54A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24" name="Flowchart: Connector 9323">
                        <a:extLst>
                          <a:ext uri="{FF2B5EF4-FFF2-40B4-BE49-F238E27FC236}">
                            <a16:creationId xmlns:a16="http://schemas.microsoft.com/office/drawing/2014/main" id="{909AEE0C-912A-40D2-9C49-B8840D5E936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25" name="Flowchart: Connector 9324">
                        <a:extLst>
                          <a:ext uri="{FF2B5EF4-FFF2-40B4-BE49-F238E27FC236}">
                            <a16:creationId xmlns:a16="http://schemas.microsoft.com/office/drawing/2014/main" id="{185665DD-4785-4C23-A178-BFF38893A7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26" name="Flowchart: Connector 9325">
                        <a:extLst>
                          <a:ext uri="{FF2B5EF4-FFF2-40B4-BE49-F238E27FC236}">
                            <a16:creationId xmlns:a16="http://schemas.microsoft.com/office/drawing/2014/main" id="{66026FC7-ED84-4996-85B6-BD232418111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27" name="Flowchart: Connector 9326">
                        <a:extLst>
                          <a:ext uri="{FF2B5EF4-FFF2-40B4-BE49-F238E27FC236}">
                            <a16:creationId xmlns:a16="http://schemas.microsoft.com/office/drawing/2014/main" id="{F053FA1C-16E9-443C-A2B4-AAB1EAFBAF6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28" name="Flowchart: Connector 9327">
                        <a:extLst>
                          <a:ext uri="{FF2B5EF4-FFF2-40B4-BE49-F238E27FC236}">
                            <a16:creationId xmlns:a16="http://schemas.microsoft.com/office/drawing/2014/main" id="{E635AE2E-AB69-4362-9D8C-C0D8375181E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329" name="Flowchart: Connector 9328">
                        <a:extLst>
                          <a:ext uri="{FF2B5EF4-FFF2-40B4-BE49-F238E27FC236}">
                            <a16:creationId xmlns:a16="http://schemas.microsoft.com/office/drawing/2014/main" id="{E48D5F74-EFB4-49DC-8262-D351131322E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30" name="3D Model 9329" descr="Sphere">
                            <a:extLst>
                              <a:ext uri="{FF2B5EF4-FFF2-40B4-BE49-F238E27FC236}">
                                <a16:creationId xmlns:a16="http://schemas.microsoft.com/office/drawing/2014/main" id="{2A8C7119-F8E8-42DA-BA71-185FB6D41A7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16438750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331" name="Flowchart: Connector 9330">
                        <a:extLst>
                          <a:ext uri="{FF2B5EF4-FFF2-40B4-BE49-F238E27FC236}">
                            <a16:creationId xmlns:a16="http://schemas.microsoft.com/office/drawing/2014/main" id="{8C6CED64-F413-4E47-8E6F-65F87AE942B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32" name="3D Model 9331" descr="Sphere">
                            <a:extLst>
                              <a:ext uri="{FF2B5EF4-FFF2-40B4-BE49-F238E27FC236}">
                                <a16:creationId xmlns:a16="http://schemas.microsoft.com/office/drawing/2014/main" id="{50448369-04A8-41D8-8234-48306C24AC4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86626897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333" name="Flowchart: Connector 9332">
                        <a:extLst>
                          <a:ext uri="{FF2B5EF4-FFF2-40B4-BE49-F238E27FC236}">
                            <a16:creationId xmlns:a16="http://schemas.microsoft.com/office/drawing/2014/main" id="{49C1BF60-5A32-4336-9D8E-0D3B03D87D2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34" name="3D Model 9333" descr="Sphere">
                            <a:extLst>
                              <a:ext uri="{FF2B5EF4-FFF2-40B4-BE49-F238E27FC236}">
                                <a16:creationId xmlns:a16="http://schemas.microsoft.com/office/drawing/2014/main" id="{0F6540F8-8E04-40E0-AD5F-B0173D4E86E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3821704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335" name="Flowchart: Connector 9334">
                        <a:extLst>
                          <a:ext uri="{FF2B5EF4-FFF2-40B4-BE49-F238E27FC236}">
                            <a16:creationId xmlns:a16="http://schemas.microsoft.com/office/drawing/2014/main" id="{018FD8EF-4F8D-4449-A573-3D80FE3252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336" name="3D Model 9335" descr="Sphere">
                            <a:extLst>
                              <a:ext uri="{FF2B5EF4-FFF2-40B4-BE49-F238E27FC236}">
                                <a16:creationId xmlns:a16="http://schemas.microsoft.com/office/drawing/2014/main" id="{24963B51-D73E-47FB-AA8C-72226060FA6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7515424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9305" name="Flowchart: Connector 9304">
                      <a:extLst>
                        <a:ext uri="{FF2B5EF4-FFF2-40B4-BE49-F238E27FC236}">
                          <a16:creationId xmlns:a16="http://schemas.microsoft.com/office/drawing/2014/main" id="{1E888061-569B-4ACF-860D-A5FE09C7261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306" name="Flowchart: Connector 9305">
                      <a:extLst>
                        <a:ext uri="{FF2B5EF4-FFF2-40B4-BE49-F238E27FC236}">
                          <a16:creationId xmlns:a16="http://schemas.microsoft.com/office/drawing/2014/main" id="{CB50122E-E35F-4B9B-A0FE-06B09AE8B28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307" name="Flowchart: Connector 9306">
                      <a:extLst>
                        <a:ext uri="{FF2B5EF4-FFF2-40B4-BE49-F238E27FC236}">
                          <a16:creationId xmlns:a16="http://schemas.microsoft.com/office/drawing/2014/main" id="{5685089B-D7E2-4D36-A24B-A386FD8A0B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308" name="Flowchart: Connector 9307">
                      <a:extLst>
                        <a:ext uri="{FF2B5EF4-FFF2-40B4-BE49-F238E27FC236}">
                          <a16:creationId xmlns:a16="http://schemas.microsoft.com/office/drawing/2014/main" id="{D1E48E0B-B13C-4CDD-857E-B3EDA0C2EEE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309" name="Flowchart: Connector 9308">
                      <a:extLst>
                        <a:ext uri="{FF2B5EF4-FFF2-40B4-BE49-F238E27FC236}">
                          <a16:creationId xmlns:a16="http://schemas.microsoft.com/office/drawing/2014/main" id="{4460F8B4-C563-47B2-AAF8-3AD0C516EF4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310" name="Flowchart: Connector 9309">
                      <a:extLst>
                        <a:ext uri="{FF2B5EF4-FFF2-40B4-BE49-F238E27FC236}">
                          <a16:creationId xmlns:a16="http://schemas.microsoft.com/office/drawing/2014/main" id="{D5DB855F-F7B2-400A-8C13-BD49439E6D5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311" name="Flowchart: Connector 9310">
                      <a:extLst>
                        <a:ext uri="{FF2B5EF4-FFF2-40B4-BE49-F238E27FC236}">
                          <a16:creationId xmlns:a16="http://schemas.microsoft.com/office/drawing/2014/main" id="{A958F683-FF62-48A2-A81C-079622918D0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312" name="Flowchart: Connector 9311">
                      <a:extLst>
                        <a:ext uri="{FF2B5EF4-FFF2-40B4-BE49-F238E27FC236}">
                          <a16:creationId xmlns:a16="http://schemas.microsoft.com/office/drawing/2014/main" id="{8E692D22-3A5D-4907-A8EA-0B44FF6EF76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313" name="Flowchart: Connector 9312">
                      <a:extLst>
                        <a:ext uri="{FF2B5EF4-FFF2-40B4-BE49-F238E27FC236}">
                          <a16:creationId xmlns:a16="http://schemas.microsoft.com/office/drawing/2014/main" id="{89AC2C5C-A9DB-48E8-BF51-6B3A7E9FB6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314" name="3D Model 9313" descr="Sphere">
                          <a:extLst>
                            <a:ext uri="{FF2B5EF4-FFF2-40B4-BE49-F238E27FC236}">
                              <a16:creationId xmlns:a16="http://schemas.microsoft.com/office/drawing/2014/main" id="{993F1E9E-C585-4A57-B188-D259B6B966D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630404788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9315" name="Flowchart: Connector 9314">
                      <a:extLst>
                        <a:ext uri="{FF2B5EF4-FFF2-40B4-BE49-F238E27FC236}">
                          <a16:creationId xmlns:a16="http://schemas.microsoft.com/office/drawing/2014/main" id="{EC224418-81CA-46F4-884C-F063B0BF2D3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316" name="3D Model 9315" descr="Sphere">
                          <a:extLst>
                            <a:ext uri="{FF2B5EF4-FFF2-40B4-BE49-F238E27FC236}">
                              <a16:creationId xmlns:a16="http://schemas.microsoft.com/office/drawing/2014/main" id="{D9253858-1393-43A5-A49F-028617E49E52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96355432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9317" name="Flowchart: Connector 9316">
                      <a:extLst>
                        <a:ext uri="{FF2B5EF4-FFF2-40B4-BE49-F238E27FC236}">
                          <a16:creationId xmlns:a16="http://schemas.microsoft.com/office/drawing/2014/main" id="{45D410DB-D209-4D49-A1D4-2735843F6D8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318" name="3D Model 9317" descr="Sphere">
                          <a:extLst>
                            <a:ext uri="{FF2B5EF4-FFF2-40B4-BE49-F238E27FC236}">
                              <a16:creationId xmlns:a16="http://schemas.microsoft.com/office/drawing/2014/main" id="{D927FC45-AD0C-4C86-BEE3-F799DD6B6772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803942271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9319" name="Flowchart: Connector 9318">
                      <a:extLst>
                        <a:ext uri="{FF2B5EF4-FFF2-40B4-BE49-F238E27FC236}">
                          <a16:creationId xmlns:a16="http://schemas.microsoft.com/office/drawing/2014/main" id="{F8FE7742-8A7A-4590-94C3-399C82324D3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320" name="3D Model 9319" descr="Sphere">
                          <a:extLst>
                            <a:ext uri="{FF2B5EF4-FFF2-40B4-BE49-F238E27FC236}">
                              <a16:creationId xmlns:a16="http://schemas.microsoft.com/office/drawing/2014/main" id="{8CDF0C55-EF14-41F4-A2EF-A87104E4689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18739542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9270" name="Freeform: Shape 9269">
                  <a:extLst>
                    <a:ext uri="{FF2B5EF4-FFF2-40B4-BE49-F238E27FC236}">
                      <a16:creationId xmlns:a16="http://schemas.microsoft.com/office/drawing/2014/main" id="{5EF86D97-AD97-4F9E-969E-CF3A22282B2F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271" name="Freeform: Shape 9270">
                  <a:extLst>
                    <a:ext uri="{FF2B5EF4-FFF2-40B4-BE49-F238E27FC236}">
                      <a16:creationId xmlns:a16="http://schemas.microsoft.com/office/drawing/2014/main" id="{05D91FF0-7222-44E7-8298-E7C1A5465ADB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272" name="Freeform: Shape 9271">
                  <a:extLst>
                    <a:ext uri="{FF2B5EF4-FFF2-40B4-BE49-F238E27FC236}">
                      <a16:creationId xmlns:a16="http://schemas.microsoft.com/office/drawing/2014/main" id="{9FE21E1C-305B-4909-8818-3B857FF09F68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273" name="Freeform: Shape 9272">
                  <a:extLst>
                    <a:ext uri="{FF2B5EF4-FFF2-40B4-BE49-F238E27FC236}">
                      <a16:creationId xmlns:a16="http://schemas.microsoft.com/office/drawing/2014/main" id="{E6124C50-F4F0-4F31-98C6-FDF48716BAD7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274" name="Freeform: Shape 9273">
                  <a:extLst>
                    <a:ext uri="{FF2B5EF4-FFF2-40B4-BE49-F238E27FC236}">
                      <a16:creationId xmlns:a16="http://schemas.microsoft.com/office/drawing/2014/main" id="{ADCCE94F-1074-40EE-96A3-C47988F44309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275" name="Freeform: Shape 9274">
                  <a:extLst>
                    <a:ext uri="{FF2B5EF4-FFF2-40B4-BE49-F238E27FC236}">
                      <a16:creationId xmlns:a16="http://schemas.microsoft.com/office/drawing/2014/main" id="{E0D59B87-DF7B-44E5-A36B-EBCBA7B550D1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276" name="Freeform: Shape 9275">
                  <a:extLst>
                    <a:ext uri="{FF2B5EF4-FFF2-40B4-BE49-F238E27FC236}">
                      <a16:creationId xmlns:a16="http://schemas.microsoft.com/office/drawing/2014/main" id="{7E476B6E-F7B5-4E0C-860C-BCAB81460FF8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277" name="Freeform: Shape 9276">
                  <a:extLst>
                    <a:ext uri="{FF2B5EF4-FFF2-40B4-BE49-F238E27FC236}">
                      <a16:creationId xmlns:a16="http://schemas.microsoft.com/office/drawing/2014/main" id="{BB1100AB-0EDA-47A7-894B-5270CF6596A1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278" name="Freeform: Shape 9277">
                  <a:extLst>
                    <a:ext uri="{FF2B5EF4-FFF2-40B4-BE49-F238E27FC236}">
                      <a16:creationId xmlns:a16="http://schemas.microsoft.com/office/drawing/2014/main" id="{7974FD0B-7C7D-46B7-B765-04C77E38A62D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279" name="Freeform: Shape 9278">
                  <a:extLst>
                    <a:ext uri="{FF2B5EF4-FFF2-40B4-BE49-F238E27FC236}">
                      <a16:creationId xmlns:a16="http://schemas.microsoft.com/office/drawing/2014/main" id="{C05C0C4B-D0DA-4CEB-BF5C-49B0D8A5402C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280" name="Freeform: Shape 9279">
                  <a:extLst>
                    <a:ext uri="{FF2B5EF4-FFF2-40B4-BE49-F238E27FC236}">
                      <a16:creationId xmlns:a16="http://schemas.microsoft.com/office/drawing/2014/main" id="{BA07D092-F310-4094-9A50-7054F2D341AB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281" name="Freeform: Shape 9280">
                  <a:extLst>
                    <a:ext uri="{FF2B5EF4-FFF2-40B4-BE49-F238E27FC236}">
                      <a16:creationId xmlns:a16="http://schemas.microsoft.com/office/drawing/2014/main" id="{AD1F383D-58EF-488D-91B1-1A534F201804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9266" name="Freeform: Shape 9265">
                <a:extLst>
                  <a:ext uri="{FF2B5EF4-FFF2-40B4-BE49-F238E27FC236}">
                    <a16:creationId xmlns:a16="http://schemas.microsoft.com/office/drawing/2014/main" id="{7310D64D-6BEF-4238-9FA8-CD4AEEF78966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9267" name="Freeform: Shape 9266">
                <a:extLst>
                  <a:ext uri="{FF2B5EF4-FFF2-40B4-BE49-F238E27FC236}">
                    <a16:creationId xmlns:a16="http://schemas.microsoft.com/office/drawing/2014/main" id="{CB24B8AA-38DF-4BF8-967A-456C074BEB6E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9268" name="Freeform: Shape 9267">
                <a:extLst>
                  <a:ext uri="{FF2B5EF4-FFF2-40B4-BE49-F238E27FC236}">
                    <a16:creationId xmlns:a16="http://schemas.microsoft.com/office/drawing/2014/main" id="{AD52EBCA-B017-40B5-B1C1-6D322D4AD730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9564" name="Group 9563">
              <a:extLst>
                <a:ext uri="{FF2B5EF4-FFF2-40B4-BE49-F238E27FC236}">
                  <a16:creationId xmlns:a16="http://schemas.microsoft.com/office/drawing/2014/main" id="{926A5B48-3CB5-41D3-BA03-17818AA5EBB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96065" y="6027249"/>
              <a:ext cx="521735" cy="419131"/>
              <a:chOff x="558227" y="4289344"/>
              <a:chExt cx="2384501" cy="2135404"/>
            </a:xfrm>
          </p:grpSpPr>
          <p:grpSp>
            <p:nvGrpSpPr>
              <p:cNvPr id="9565" name="Group 9564">
                <a:extLst>
                  <a:ext uri="{FF2B5EF4-FFF2-40B4-BE49-F238E27FC236}">
                    <a16:creationId xmlns:a16="http://schemas.microsoft.com/office/drawing/2014/main" id="{123FA3F3-87AC-4C9A-A097-5F6F986EEDAD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9569" name="Group 9568">
                  <a:extLst>
                    <a:ext uri="{FF2B5EF4-FFF2-40B4-BE49-F238E27FC236}">
                      <a16:creationId xmlns:a16="http://schemas.microsoft.com/office/drawing/2014/main" id="{8B42A4C8-93A5-439F-ACC6-49592C2317DB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9582" name="Group 9581">
                    <a:extLst>
                      <a:ext uri="{FF2B5EF4-FFF2-40B4-BE49-F238E27FC236}">
                        <a16:creationId xmlns:a16="http://schemas.microsoft.com/office/drawing/2014/main" id="{F2187432-F200-458D-9874-BCEF71391582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9803" name="Group 9802">
                      <a:extLst>
                        <a:ext uri="{FF2B5EF4-FFF2-40B4-BE49-F238E27FC236}">
                          <a16:creationId xmlns:a16="http://schemas.microsoft.com/office/drawing/2014/main" id="{AD8ED4C7-557E-48EC-B718-FBF3B59DE7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9860" name="Flowchart: Connector 9859">
                        <a:extLst>
                          <a:ext uri="{FF2B5EF4-FFF2-40B4-BE49-F238E27FC236}">
                            <a16:creationId xmlns:a16="http://schemas.microsoft.com/office/drawing/2014/main" id="{9739D2E9-CFFE-4410-BB4E-2A4680C0AAB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861" name="Flowchart: Connector 9860">
                        <a:extLst>
                          <a:ext uri="{FF2B5EF4-FFF2-40B4-BE49-F238E27FC236}">
                            <a16:creationId xmlns:a16="http://schemas.microsoft.com/office/drawing/2014/main" id="{E9B19F85-1D88-4038-AC48-3E9F5C8D780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862" name="Flowchart: Connector 9861">
                        <a:extLst>
                          <a:ext uri="{FF2B5EF4-FFF2-40B4-BE49-F238E27FC236}">
                            <a16:creationId xmlns:a16="http://schemas.microsoft.com/office/drawing/2014/main" id="{A613AD84-8E05-41B7-994E-3EB8B65DDD6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863" name="Flowchart: Connector 9862">
                        <a:extLst>
                          <a:ext uri="{FF2B5EF4-FFF2-40B4-BE49-F238E27FC236}">
                            <a16:creationId xmlns:a16="http://schemas.microsoft.com/office/drawing/2014/main" id="{CC96BF1A-9194-41B1-ABF8-343AA671FC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9804" name="Group 9803">
                      <a:extLst>
                        <a:ext uri="{FF2B5EF4-FFF2-40B4-BE49-F238E27FC236}">
                          <a16:creationId xmlns:a16="http://schemas.microsoft.com/office/drawing/2014/main" id="{588B4B82-7BEC-44C0-BED8-181896B1FA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9805" name="Group 9804">
                        <a:extLst>
                          <a:ext uri="{FF2B5EF4-FFF2-40B4-BE49-F238E27FC236}">
                            <a16:creationId xmlns:a16="http://schemas.microsoft.com/office/drawing/2014/main" id="{9325AC0A-FF8E-442C-BB8E-7183364EFC0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853" name="3D Model 9852" descr="Sphere">
                              <a:extLst>
                                <a:ext uri="{FF2B5EF4-FFF2-40B4-BE49-F238E27FC236}">
                                  <a16:creationId xmlns:a16="http://schemas.microsoft.com/office/drawing/2014/main" id="{D1F39A49-BCC3-400D-8116-1AF399C375F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412888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854" name="Flowchart: Connector 9853">
                          <a:extLst>
                            <a:ext uri="{FF2B5EF4-FFF2-40B4-BE49-F238E27FC236}">
                              <a16:creationId xmlns:a16="http://schemas.microsoft.com/office/drawing/2014/main" id="{88C9B857-8056-4C54-8B46-19D598C7583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855" name="3D Model 9854" descr="Sphere">
                              <a:extLst>
                                <a:ext uri="{FF2B5EF4-FFF2-40B4-BE49-F238E27FC236}">
                                  <a16:creationId xmlns:a16="http://schemas.microsoft.com/office/drawing/2014/main" id="{DC888178-DA00-478E-9A21-1CE07E65F25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6874813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856" name="Flowchart: Connector 9855">
                          <a:extLst>
                            <a:ext uri="{FF2B5EF4-FFF2-40B4-BE49-F238E27FC236}">
                              <a16:creationId xmlns:a16="http://schemas.microsoft.com/office/drawing/2014/main" id="{AB383E9D-1EDB-4C03-B2DF-3CF244143C3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857" name="3D Model 9856" descr="Sphere">
                              <a:extLst>
                                <a:ext uri="{FF2B5EF4-FFF2-40B4-BE49-F238E27FC236}">
                                  <a16:creationId xmlns:a16="http://schemas.microsoft.com/office/drawing/2014/main" id="{DACD0E90-452F-4AEB-AB02-F0F94043BC3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72745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858" name="Flowchart: Connector 9857">
                          <a:extLst>
                            <a:ext uri="{FF2B5EF4-FFF2-40B4-BE49-F238E27FC236}">
                              <a16:creationId xmlns:a16="http://schemas.microsoft.com/office/drawing/2014/main" id="{5C4E375A-B56F-4DD2-B61F-F6E9F782C15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859" name="3D Model 9858" descr="Sphere">
                              <a:extLst>
                                <a:ext uri="{FF2B5EF4-FFF2-40B4-BE49-F238E27FC236}">
                                  <a16:creationId xmlns:a16="http://schemas.microsoft.com/office/drawing/2014/main" id="{3C00C9E8-2F51-4190-9A97-CF7098E2786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7926260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806" name="Group 9805">
                        <a:extLst>
                          <a:ext uri="{FF2B5EF4-FFF2-40B4-BE49-F238E27FC236}">
                            <a16:creationId xmlns:a16="http://schemas.microsoft.com/office/drawing/2014/main" id="{80985E36-9178-4A32-9460-E8F68430E4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9838" name="Flowchart: Connector 9837">
                          <a:extLst>
                            <a:ext uri="{FF2B5EF4-FFF2-40B4-BE49-F238E27FC236}">
                              <a16:creationId xmlns:a16="http://schemas.microsoft.com/office/drawing/2014/main" id="{E4DCAC97-A65B-497F-9342-10D636A486D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39" name="Flowchart: Connector 9838">
                          <a:extLst>
                            <a:ext uri="{FF2B5EF4-FFF2-40B4-BE49-F238E27FC236}">
                              <a16:creationId xmlns:a16="http://schemas.microsoft.com/office/drawing/2014/main" id="{B92B3428-5D74-4F66-A272-04BCB793B41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40" name="Flowchart: Connector 9839">
                          <a:extLst>
                            <a:ext uri="{FF2B5EF4-FFF2-40B4-BE49-F238E27FC236}">
                              <a16:creationId xmlns:a16="http://schemas.microsoft.com/office/drawing/2014/main" id="{658737FC-63B0-4122-AEC8-E4ECD68B610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41" name="Flowchart: Connector 9840">
                          <a:extLst>
                            <a:ext uri="{FF2B5EF4-FFF2-40B4-BE49-F238E27FC236}">
                              <a16:creationId xmlns:a16="http://schemas.microsoft.com/office/drawing/2014/main" id="{0645F7DA-289D-4D80-AE15-31DC3F1F2C9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42" name="Flowchart: Connector 9841">
                          <a:extLst>
                            <a:ext uri="{FF2B5EF4-FFF2-40B4-BE49-F238E27FC236}">
                              <a16:creationId xmlns:a16="http://schemas.microsoft.com/office/drawing/2014/main" id="{2AA1ECAE-E025-4DD6-9E0F-611605CC810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43" name="Flowchart: Connector 9842">
                          <a:extLst>
                            <a:ext uri="{FF2B5EF4-FFF2-40B4-BE49-F238E27FC236}">
                              <a16:creationId xmlns:a16="http://schemas.microsoft.com/office/drawing/2014/main" id="{6F4654BB-D2F7-4F0B-8350-52329F1811C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44" name="Flowchart: Connector 9843">
                          <a:extLst>
                            <a:ext uri="{FF2B5EF4-FFF2-40B4-BE49-F238E27FC236}">
                              <a16:creationId xmlns:a16="http://schemas.microsoft.com/office/drawing/2014/main" id="{EA3FDEA8-E8EF-4E65-9503-7A29BE47AFB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45" name="Flowchart: Connector 9844">
                          <a:extLst>
                            <a:ext uri="{FF2B5EF4-FFF2-40B4-BE49-F238E27FC236}">
                              <a16:creationId xmlns:a16="http://schemas.microsoft.com/office/drawing/2014/main" id="{DB30F854-5970-4E07-9469-FC936582A6C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846" name="3D Model 9845" descr="Sphere">
                              <a:extLst>
                                <a:ext uri="{FF2B5EF4-FFF2-40B4-BE49-F238E27FC236}">
                                  <a16:creationId xmlns:a16="http://schemas.microsoft.com/office/drawing/2014/main" id="{2FDA96FD-ACF9-4B6F-BD5F-CDF5290E4C0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2117183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847" name="Flowchart: Connector 9846">
                          <a:extLst>
                            <a:ext uri="{FF2B5EF4-FFF2-40B4-BE49-F238E27FC236}">
                              <a16:creationId xmlns:a16="http://schemas.microsoft.com/office/drawing/2014/main" id="{1C7C344A-0152-4ADD-A594-48F981D6B3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848" name="3D Model 9847" descr="Sphere">
                              <a:extLst>
                                <a:ext uri="{FF2B5EF4-FFF2-40B4-BE49-F238E27FC236}">
                                  <a16:creationId xmlns:a16="http://schemas.microsoft.com/office/drawing/2014/main" id="{64DDCF2F-546E-4FBD-897F-75EA67BBF27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6734451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849" name="Flowchart: Connector 9848">
                          <a:extLst>
                            <a:ext uri="{FF2B5EF4-FFF2-40B4-BE49-F238E27FC236}">
                              <a16:creationId xmlns:a16="http://schemas.microsoft.com/office/drawing/2014/main" id="{8C66C6D2-FFB8-4860-991C-BA72405F294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850" name="3D Model 9849" descr="Sphere">
                              <a:extLst>
                                <a:ext uri="{FF2B5EF4-FFF2-40B4-BE49-F238E27FC236}">
                                  <a16:creationId xmlns:a16="http://schemas.microsoft.com/office/drawing/2014/main" id="{65C598DD-1D64-4FF7-9ADF-E4C04789D54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1508989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851" name="Flowchart: Connector 9850">
                          <a:extLst>
                            <a:ext uri="{FF2B5EF4-FFF2-40B4-BE49-F238E27FC236}">
                              <a16:creationId xmlns:a16="http://schemas.microsoft.com/office/drawing/2014/main" id="{BDD2632B-0EFC-4509-96EA-6402ACBC6E8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852" name="3D Model 9851" descr="Sphere">
                              <a:extLst>
                                <a:ext uri="{FF2B5EF4-FFF2-40B4-BE49-F238E27FC236}">
                                  <a16:creationId xmlns:a16="http://schemas.microsoft.com/office/drawing/2014/main" id="{03DEC7C0-AA3F-4FA3-B4DD-41590F843C4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7276609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807" name="Group 9806">
                        <a:extLst>
                          <a:ext uri="{FF2B5EF4-FFF2-40B4-BE49-F238E27FC236}">
                            <a16:creationId xmlns:a16="http://schemas.microsoft.com/office/drawing/2014/main" id="{0960688C-F024-42B3-A610-16379E96D7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9823" name="Flowchart: Connector 9822">
                          <a:extLst>
                            <a:ext uri="{FF2B5EF4-FFF2-40B4-BE49-F238E27FC236}">
                              <a16:creationId xmlns:a16="http://schemas.microsoft.com/office/drawing/2014/main" id="{2D05A31D-8431-46DB-B1D6-919A4DB3F7E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24" name="Flowchart: Connector 9823">
                          <a:extLst>
                            <a:ext uri="{FF2B5EF4-FFF2-40B4-BE49-F238E27FC236}">
                              <a16:creationId xmlns:a16="http://schemas.microsoft.com/office/drawing/2014/main" id="{FBF2B9EE-465A-4E2B-ACB0-F0BB9D9A70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25" name="Flowchart: Connector 9824">
                          <a:extLst>
                            <a:ext uri="{FF2B5EF4-FFF2-40B4-BE49-F238E27FC236}">
                              <a16:creationId xmlns:a16="http://schemas.microsoft.com/office/drawing/2014/main" id="{24492A40-A5B7-4D33-9ADB-0A4DC5D0D3C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26" name="Flowchart: Connector 9825">
                          <a:extLst>
                            <a:ext uri="{FF2B5EF4-FFF2-40B4-BE49-F238E27FC236}">
                              <a16:creationId xmlns:a16="http://schemas.microsoft.com/office/drawing/2014/main" id="{C14E2DB8-84C1-4BF2-9868-DCC061CDB16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27" name="Flowchart: Connector 9826">
                          <a:extLst>
                            <a:ext uri="{FF2B5EF4-FFF2-40B4-BE49-F238E27FC236}">
                              <a16:creationId xmlns:a16="http://schemas.microsoft.com/office/drawing/2014/main" id="{295CA787-DE47-41BF-B2F9-119236A4725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28" name="Flowchart: Connector 9827">
                          <a:extLst>
                            <a:ext uri="{FF2B5EF4-FFF2-40B4-BE49-F238E27FC236}">
                              <a16:creationId xmlns:a16="http://schemas.microsoft.com/office/drawing/2014/main" id="{C173E0B0-966B-4966-A4AA-030F717AC5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29" name="Flowchart: Connector 9828">
                          <a:extLst>
                            <a:ext uri="{FF2B5EF4-FFF2-40B4-BE49-F238E27FC236}">
                              <a16:creationId xmlns:a16="http://schemas.microsoft.com/office/drawing/2014/main" id="{DA788287-152B-4F6D-966C-CF8F7212D88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830" name="Flowchart: Connector 9829">
                          <a:extLst>
                            <a:ext uri="{FF2B5EF4-FFF2-40B4-BE49-F238E27FC236}">
                              <a16:creationId xmlns:a16="http://schemas.microsoft.com/office/drawing/2014/main" id="{5616287F-DD66-4C5F-B667-A0153DA979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831" name="3D Model 9830" descr="Sphere">
                              <a:extLst>
                                <a:ext uri="{FF2B5EF4-FFF2-40B4-BE49-F238E27FC236}">
                                  <a16:creationId xmlns:a16="http://schemas.microsoft.com/office/drawing/2014/main" id="{D1A1E15E-4C88-4104-A3C8-57E4378B6E9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5463892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832" name="Flowchart: Connector 9831">
                          <a:extLst>
                            <a:ext uri="{FF2B5EF4-FFF2-40B4-BE49-F238E27FC236}">
                              <a16:creationId xmlns:a16="http://schemas.microsoft.com/office/drawing/2014/main" id="{CD8A386B-BC36-4CCE-A281-72F40B60520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833" name="3D Model 9832" descr="Sphere">
                              <a:extLst>
                                <a:ext uri="{FF2B5EF4-FFF2-40B4-BE49-F238E27FC236}">
                                  <a16:creationId xmlns:a16="http://schemas.microsoft.com/office/drawing/2014/main" id="{AE2B5242-8210-4D93-823F-7FA79F207B9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8322664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834" name="Flowchart: Connector 9833">
                          <a:extLst>
                            <a:ext uri="{FF2B5EF4-FFF2-40B4-BE49-F238E27FC236}">
                              <a16:creationId xmlns:a16="http://schemas.microsoft.com/office/drawing/2014/main" id="{2B5B3A7A-3185-4191-8472-9A648E88AE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835" name="3D Model 9834" descr="Sphere">
                              <a:extLst>
                                <a:ext uri="{FF2B5EF4-FFF2-40B4-BE49-F238E27FC236}">
                                  <a16:creationId xmlns:a16="http://schemas.microsoft.com/office/drawing/2014/main" id="{25B78D16-4443-49AB-97D1-AFC20FB1232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2762884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836" name="Flowchart: Connector 9835">
                          <a:extLst>
                            <a:ext uri="{FF2B5EF4-FFF2-40B4-BE49-F238E27FC236}">
                              <a16:creationId xmlns:a16="http://schemas.microsoft.com/office/drawing/2014/main" id="{6F38ABFD-70C5-4737-B17E-B662A83B2B7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837" name="3D Model 9836" descr="Sphere">
                              <a:extLst>
                                <a:ext uri="{FF2B5EF4-FFF2-40B4-BE49-F238E27FC236}">
                                  <a16:creationId xmlns:a16="http://schemas.microsoft.com/office/drawing/2014/main" id="{9DA7C367-EE7B-4749-B663-D1F68F3AD3B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9620843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9808" name="Flowchart: Connector 9807">
                        <a:extLst>
                          <a:ext uri="{FF2B5EF4-FFF2-40B4-BE49-F238E27FC236}">
                            <a16:creationId xmlns:a16="http://schemas.microsoft.com/office/drawing/2014/main" id="{162DEF60-CDEB-485E-8F8C-39A8EEDB45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809" name="Flowchart: Connector 9808">
                        <a:extLst>
                          <a:ext uri="{FF2B5EF4-FFF2-40B4-BE49-F238E27FC236}">
                            <a16:creationId xmlns:a16="http://schemas.microsoft.com/office/drawing/2014/main" id="{11EAE21F-DD64-4C71-B5F8-7E8276F366C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810" name="Flowchart: Connector 9809">
                        <a:extLst>
                          <a:ext uri="{FF2B5EF4-FFF2-40B4-BE49-F238E27FC236}">
                            <a16:creationId xmlns:a16="http://schemas.microsoft.com/office/drawing/2014/main" id="{1071B5FE-9775-48FA-A43E-9C508911458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811" name="Flowchart: Connector 9810">
                        <a:extLst>
                          <a:ext uri="{FF2B5EF4-FFF2-40B4-BE49-F238E27FC236}">
                            <a16:creationId xmlns:a16="http://schemas.microsoft.com/office/drawing/2014/main" id="{FFB9CB61-9C11-4A9F-B2AE-03BAF83714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812" name="Flowchart: Connector 9811">
                        <a:extLst>
                          <a:ext uri="{FF2B5EF4-FFF2-40B4-BE49-F238E27FC236}">
                            <a16:creationId xmlns:a16="http://schemas.microsoft.com/office/drawing/2014/main" id="{7DC1F044-6BE2-49A8-858D-514D671EE0D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813" name="Flowchart: Connector 9812">
                        <a:extLst>
                          <a:ext uri="{FF2B5EF4-FFF2-40B4-BE49-F238E27FC236}">
                            <a16:creationId xmlns:a16="http://schemas.microsoft.com/office/drawing/2014/main" id="{82FC1287-3A3D-458E-B3E4-43494D5545C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814" name="Flowchart: Connector 9813">
                        <a:extLst>
                          <a:ext uri="{FF2B5EF4-FFF2-40B4-BE49-F238E27FC236}">
                            <a16:creationId xmlns:a16="http://schemas.microsoft.com/office/drawing/2014/main" id="{BAAC1548-1CEE-424E-9AFC-E1D1B3AE968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815" name="Flowchart: Connector 9814">
                        <a:extLst>
                          <a:ext uri="{FF2B5EF4-FFF2-40B4-BE49-F238E27FC236}">
                            <a16:creationId xmlns:a16="http://schemas.microsoft.com/office/drawing/2014/main" id="{0870CBEA-2664-4281-AF7F-720A059BD2B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816" name="3D Model 9815" descr="Sphere">
                            <a:extLst>
                              <a:ext uri="{FF2B5EF4-FFF2-40B4-BE49-F238E27FC236}">
                                <a16:creationId xmlns:a16="http://schemas.microsoft.com/office/drawing/2014/main" id="{74A4219A-C230-40AE-BDBA-BD871C89D33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15100163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817" name="Flowchart: Connector 9816">
                        <a:extLst>
                          <a:ext uri="{FF2B5EF4-FFF2-40B4-BE49-F238E27FC236}">
                            <a16:creationId xmlns:a16="http://schemas.microsoft.com/office/drawing/2014/main" id="{2BD5237C-2FE1-4C7C-9446-ADEAB119CCE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818" name="3D Model 9817" descr="Sphere">
                            <a:extLst>
                              <a:ext uri="{FF2B5EF4-FFF2-40B4-BE49-F238E27FC236}">
                                <a16:creationId xmlns:a16="http://schemas.microsoft.com/office/drawing/2014/main" id="{2A61909B-F46F-4A72-BCE3-50B750FD61D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47464638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819" name="Flowchart: Connector 9818">
                        <a:extLst>
                          <a:ext uri="{FF2B5EF4-FFF2-40B4-BE49-F238E27FC236}">
                            <a16:creationId xmlns:a16="http://schemas.microsoft.com/office/drawing/2014/main" id="{98FECC35-87E7-4949-98D7-6E30F44F51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820" name="3D Model 9819" descr="Sphere">
                            <a:extLst>
                              <a:ext uri="{FF2B5EF4-FFF2-40B4-BE49-F238E27FC236}">
                                <a16:creationId xmlns:a16="http://schemas.microsoft.com/office/drawing/2014/main" id="{2847A35A-0930-48EF-8449-333FF4D3C12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00170727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821" name="Flowchart: Connector 9820">
                        <a:extLst>
                          <a:ext uri="{FF2B5EF4-FFF2-40B4-BE49-F238E27FC236}">
                            <a16:creationId xmlns:a16="http://schemas.microsoft.com/office/drawing/2014/main" id="{A104A0DF-A1A0-4ECE-BBFF-1EB7813D7D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822" name="3D Model 9821" descr="Sphere">
                            <a:extLst>
                              <a:ext uri="{FF2B5EF4-FFF2-40B4-BE49-F238E27FC236}">
                                <a16:creationId xmlns:a16="http://schemas.microsoft.com/office/drawing/2014/main" id="{E5EFE83A-502F-4645-A2E3-01406FBED18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83571317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9583" name="Group 9582">
                    <a:extLst>
                      <a:ext uri="{FF2B5EF4-FFF2-40B4-BE49-F238E27FC236}">
                        <a16:creationId xmlns:a16="http://schemas.microsoft.com/office/drawing/2014/main" id="{29872D7F-D95B-444F-A303-104E7FFB29FB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9800" name="Flowchart: Connector 9799">
                      <a:extLst>
                        <a:ext uri="{FF2B5EF4-FFF2-40B4-BE49-F238E27FC236}">
                          <a16:creationId xmlns:a16="http://schemas.microsoft.com/office/drawing/2014/main" id="{39815757-0466-41DE-A5A7-F3A879D3636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801" name="Flowchart: Connector 9800">
                      <a:extLst>
                        <a:ext uri="{FF2B5EF4-FFF2-40B4-BE49-F238E27FC236}">
                          <a16:creationId xmlns:a16="http://schemas.microsoft.com/office/drawing/2014/main" id="{82EBE3B3-5DC9-4B61-96AE-B07208C9947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802" name="Flowchart: Connector 9801">
                      <a:extLst>
                        <a:ext uri="{FF2B5EF4-FFF2-40B4-BE49-F238E27FC236}">
                          <a16:creationId xmlns:a16="http://schemas.microsoft.com/office/drawing/2014/main" id="{33ACBBD2-0879-4CF3-96F2-B02D9B616E1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9584" name="Flowchart: Connector 9583">
                    <a:extLst>
                      <a:ext uri="{FF2B5EF4-FFF2-40B4-BE49-F238E27FC236}">
                        <a16:creationId xmlns:a16="http://schemas.microsoft.com/office/drawing/2014/main" id="{A67F1253-8DA4-496C-AE6C-3BAEBD71461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585" name="Flowchart: Connector 9584">
                    <a:extLst>
                      <a:ext uri="{FF2B5EF4-FFF2-40B4-BE49-F238E27FC236}">
                        <a16:creationId xmlns:a16="http://schemas.microsoft.com/office/drawing/2014/main" id="{99AC5C00-1552-4D27-A32D-31A91C9369C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9586" name="Group 9585">
                    <a:extLst>
                      <a:ext uri="{FF2B5EF4-FFF2-40B4-BE49-F238E27FC236}">
                        <a16:creationId xmlns:a16="http://schemas.microsoft.com/office/drawing/2014/main" id="{EA745B92-022A-4A50-BD1F-C176577DC39A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9797" name="Flowchart: Connector 9796">
                      <a:extLst>
                        <a:ext uri="{FF2B5EF4-FFF2-40B4-BE49-F238E27FC236}">
                          <a16:creationId xmlns:a16="http://schemas.microsoft.com/office/drawing/2014/main" id="{F6329BC0-DC04-41AC-80B7-3F1072B32D6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798" name="Flowchart: Connector 9797">
                      <a:extLst>
                        <a:ext uri="{FF2B5EF4-FFF2-40B4-BE49-F238E27FC236}">
                          <a16:creationId xmlns:a16="http://schemas.microsoft.com/office/drawing/2014/main" id="{66670F35-912C-4C38-87C0-588B45ABFD7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799" name="Flowchart: Connector 9798">
                      <a:extLst>
                        <a:ext uri="{FF2B5EF4-FFF2-40B4-BE49-F238E27FC236}">
                          <a16:creationId xmlns:a16="http://schemas.microsoft.com/office/drawing/2014/main" id="{59732467-A036-421B-B45F-1C67F0FA60D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9587" name="Group 9586">
                    <a:extLst>
                      <a:ext uri="{FF2B5EF4-FFF2-40B4-BE49-F238E27FC236}">
                        <a16:creationId xmlns:a16="http://schemas.microsoft.com/office/drawing/2014/main" id="{DAAAB71E-7255-4839-BC49-4030A4117743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9732" name="Group 9731">
                      <a:extLst>
                        <a:ext uri="{FF2B5EF4-FFF2-40B4-BE49-F238E27FC236}">
                          <a16:creationId xmlns:a16="http://schemas.microsoft.com/office/drawing/2014/main" id="{9BEDEC58-8714-4B8A-AE14-87A806B351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9793" name="Flowchart: Connector 9792">
                        <a:extLst>
                          <a:ext uri="{FF2B5EF4-FFF2-40B4-BE49-F238E27FC236}">
                            <a16:creationId xmlns:a16="http://schemas.microsoft.com/office/drawing/2014/main" id="{CC71A700-971B-4A0A-BF98-4111B5E2C8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94" name="Flowchart: Connector 9793">
                        <a:extLst>
                          <a:ext uri="{FF2B5EF4-FFF2-40B4-BE49-F238E27FC236}">
                            <a16:creationId xmlns:a16="http://schemas.microsoft.com/office/drawing/2014/main" id="{67202A6C-EA90-4B03-80F2-C7291AA7E7A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95" name="Flowchart: Connector 9794">
                        <a:extLst>
                          <a:ext uri="{FF2B5EF4-FFF2-40B4-BE49-F238E27FC236}">
                            <a16:creationId xmlns:a16="http://schemas.microsoft.com/office/drawing/2014/main" id="{D086740C-FE20-4EBF-A3E4-EF31BE54B6F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96" name="Flowchart: Connector 9795">
                        <a:extLst>
                          <a:ext uri="{FF2B5EF4-FFF2-40B4-BE49-F238E27FC236}">
                            <a16:creationId xmlns:a16="http://schemas.microsoft.com/office/drawing/2014/main" id="{E6E968F3-A6EE-4C6B-9BC6-10362CA2D12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9733" name="Group 9732">
                      <a:extLst>
                        <a:ext uri="{FF2B5EF4-FFF2-40B4-BE49-F238E27FC236}">
                          <a16:creationId xmlns:a16="http://schemas.microsoft.com/office/drawing/2014/main" id="{431BA04C-E242-4DC5-8CC9-A84398648F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9734" name="Group 9733">
                        <a:extLst>
                          <a:ext uri="{FF2B5EF4-FFF2-40B4-BE49-F238E27FC236}">
                            <a16:creationId xmlns:a16="http://schemas.microsoft.com/office/drawing/2014/main" id="{BB312877-D035-4482-91CA-B67FA48E7C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9785" name="Flowchart: Connector 9784">
                          <a:extLst>
                            <a:ext uri="{FF2B5EF4-FFF2-40B4-BE49-F238E27FC236}">
                              <a16:creationId xmlns:a16="http://schemas.microsoft.com/office/drawing/2014/main" id="{5E559D21-B89A-43E1-9F8B-66783B9756E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86" name="3D Model 9785" descr="Sphere">
                              <a:extLst>
                                <a:ext uri="{FF2B5EF4-FFF2-40B4-BE49-F238E27FC236}">
                                  <a16:creationId xmlns:a16="http://schemas.microsoft.com/office/drawing/2014/main" id="{743FBC56-A8B8-43EE-87B8-8D2150264D6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3809319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87" name="Flowchart: Connector 9786">
                          <a:extLst>
                            <a:ext uri="{FF2B5EF4-FFF2-40B4-BE49-F238E27FC236}">
                              <a16:creationId xmlns:a16="http://schemas.microsoft.com/office/drawing/2014/main" id="{4C1E8046-0C3C-4FDC-99FE-0FA49DF4D1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88" name="3D Model 9787" descr="Sphere">
                              <a:extLst>
                                <a:ext uri="{FF2B5EF4-FFF2-40B4-BE49-F238E27FC236}">
                                  <a16:creationId xmlns:a16="http://schemas.microsoft.com/office/drawing/2014/main" id="{5DE95F75-F8A6-456C-8509-669D0D8914A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6639573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89" name="Flowchart: Connector 9788">
                          <a:extLst>
                            <a:ext uri="{FF2B5EF4-FFF2-40B4-BE49-F238E27FC236}">
                              <a16:creationId xmlns:a16="http://schemas.microsoft.com/office/drawing/2014/main" id="{E9DE9D05-F69F-445A-B5DE-CCB07B0F461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90" name="3D Model 9789" descr="Sphere">
                              <a:extLst>
                                <a:ext uri="{FF2B5EF4-FFF2-40B4-BE49-F238E27FC236}">
                                  <a16:creationId xmlns:a16="http://schemas.microsoft.com/office/drawing/2014/main" id="{0652F45F-30FA-4E7A-BDD9-E827B2C9143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6689218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91" name="Flowchart: Connector 9790">
                          <a:extLst>
                            <a:ext uri="{FF2B5EF4-FFF2-40B4-BE49-F238E27FC236}">
                              <a16:creationId xmlns:a16="http://schemas.microsoft.com/office/drawing/2014/main" id="{422AC09C-ADBA-4A0D-A0CA-07D45A32435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92" name="3D Model 9791" descr="Sphere">
                              <a:extLst>
                                <a:ext uri="{FF2B5EF4-FFF2-40B4-BE49-F238E27FC236}">
                                  <a16:creationId xmlns:a16="http://schemas.microsoft.com/office/drawing/2014/main" id="{00C5EA07-066E-4578-931D-C1052DB8B2F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2687463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735" name="Group 9734">
                        <a:extLst>
                          <a:ext uri="{FF2B5EF4-FFF2-40B4-BE49-F238E27FC236}">
                            <a16:creationId xmlns:a16="http://schemas.microsoft.com/office/drawing/2014/main" id="{C4C0AA9E-9BC1-4AA1-87FF-D90B783995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769" name="Flowchart: Connector 9768">
                          <a:extLst>
                            <a:ext uri="{FF2B5EF4-FFF2-40B4-BE49-F238E27FC236}">
                              <a16:creationId xmlns:a16="http://schemas.microsoft.com/office/drawing/2014/main" id="{6B661EF1-6A5D-466D-9B93-563F8C82EB3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70" name="Flowchart: Connector 9769">
                          <a:extLst>
                            <a:ext uri="{FF2B5EF4-FFF2-40B4-BE49-F238E27FC236}">
                              <a16:creationId xmlns:a16="http://schemas.microsoft.com/office/drawing/2014/main" id="{B63E2C44-34B9-459F-80B3-B6F8A8EE5BD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71" name="Flowchart: Connector 9770">
                          <a:extLst>
                            <a:ext uri="{FF2B5EF4-FFF2-40B4-BE49-F238E27FC236}">
                              <a16:creationId xmlns:a16="http://schemas.microsoft.com/office/drawing/2014/main" id="{113D7094-FE80-48C9-948D-75D4E4DFC25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72" name="Flowchart: Connector 9771">
                          <a:extLst>
                            <a:ext uri="{FF2B5EF4-FFF2-40B4-BE49-F238E27FC236}">
                              <a16:creationId xmlns:a16="http://schemas.microsoft.com/office/drawing/2014/main" id="{199E04E2-F876-4D11-BE69-FF9CE2A9D14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73" name="Flowchart: Connector 9772">
                          <a:extLst>
                            <a:ext uri="{FF2B5EF4-FFF2-40B4-BE49-F238E27FC236}">
                              <a16:creationId xmlns:a16="http://schemas.microsoft.com/office/drawing/2014/main" id="{11247967-01C7-4753-BB23-297971CB597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74" name="Flowchart: Connector 9773">
                          <a:extLst>
                            <a:ext uri="{FF2B5EF4-FFF2-40B4-BE49-F238E27FC236}">
                              <a16:creationId xmlns:a16="http://schemas.microsoft.com/office/drawing/2014/main" id="{73363E06-3856-4EE5-BA4A-1E4DE54D5CE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75" name="Flowchart: Connector 9774">
                          <a:extLst>
                            <a:ext uri="{FF2B5EF4-FFF2-40B4-BE49-F238E27FC236}">
                              <a16:creationId xmlns:a16="http://schemas.microsoft.com/office/drawing/2014/main" id="{BB1B8310-F82B-4F79-A716-DE74D01BE6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76" name="Flowchart: Connector 9775">
                          <a:extLst>
                            <a:ext uri="{FF2B5EF4-FFF2-40B4-BE49-F238E27FC236}">
                              <a16:creationId xmlns:a16="http://schemas.microsoft.com/office/drawing/2014/main" id="{02825638-4B11-4387-9086-9853A523D26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77" name="Flowchart: Connector 9776">
                          <a:extLst>
                            <a:ext uri="{FF2B5EF4-FFF2-40B4-BE49-F238E27FC236}">
                              <a16:creationId xmlns:a16="http://schemas.microsoft.com/office/drawing/2014/main" id="{CBEE494B-0798-482A-B511-D2BEC650998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78" name="3D Model 9777" descr="Sphere">
                              <a:extLst>
                                <a:ext uri="{FF2B5EF4-FFF2-40B4-BE49-F238E27FC236}">
                                  <a16:creationId xmlns:a16="http://schemas.microsoft.com/office/drawing/2014/main" id="{CE1DD2F9-1CC6-423B-A651-8A1EA5F6BC7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8579230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79" name="Flowchart: Connector 9778">
                          <a:extLst>
                            <a:ext uri="{FF2B5EF4-FFF2-40B4-BE49-F238E27FC236}">
                              <a16:creationId xmlns:a16="http://schemas.microsoft.com/office/drawing/2014/main" id="{9AC7A8E6-7695-4C10-9168-EF5A0DC275A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80" name="3D Model 9779" descr="Sphere">
                              <a:extLst>
                                <a:ext uri="{FF2B5EF4-FFF2-40B4-BE49-F238E27FC236}">
                                  <a16:creationId xmlns:a16="http://schemas.microsoft.com/office/drawing/2014/main" id="{E6098DA7-C7DD-4300-834A-3F0FB06CDE2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8900445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81" name="Flowchart: Connector 9780">
                          <a:extLst>
                            <a:ext uri="{FF2B5EF4-FFF2-40B4-BE49-F238E27FC236}">
                              <a16:creationId xmlns:a16="http://schemas.microsoft.com/office/drawing/2014/main" id="{3A0EFF84-2E6F-4722-A13E-186C0FA5E0C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82" name="3D Model 9781" descr="Sphere">
                              <a:extLst>
                                <a:ext uri="{FF2B5EF4-FFF2-40B4-BE49-F238E27FC236}">
                                  <a16:creationId xmlns:a16="http://schemas.microsoft.com/office/drawing/2014/main" id="{CDCC023A-B15F-4410-A07D-DCF00777564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9016260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83" name="Flowchart: Connector 9782">
                          <a:extLst>
                            <a:ext uri="{FF2B5EF4-FFF2-40B4-BE49-F238E27FC236}">
                              <a16:creationId xmlns:a16="http://schemas.microsoft.com/office/drawing/2014/main" id="{B0879ED0-B77B-4DFC-BFF4-83731B322C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84" name="3D Model 9783" descr="Sphere">
                              <a:extLst>
                                <a:ext uri="{FF2B5EF4-FFF2-40B4-BE49-F238E27FC236}">
                                  <a16:creationId xmlns:a16="http://schemas.microsoft.com/office/drawing/2014/main" id="{9FC99FE9-79AC-4642-9EE2-3824E3B3FB2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9464195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736" name="Group 9735">
                        <a:extLst>
                          <a:ext uri="{FF2B5EF4-FFF2-40B4-BE49-F238E27FC236}">
                            <a16:creationId xmlns:a16="http://schemas.microsoft.com/office/drawing/2014/main" id="{4629833F-0A72-4183-A0A2-6ED09C03CE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753" name="Flowchart: Connector 9752">
                          <a:extLst>
                            <a:ext uri="{FF2B5EF4-FFF2-40B4-BE49-F238E27FC236}">
                              <a16:creationId xmlns:a16="http://schemas.microsoft.com/office/drawing/2014/main" id="{D7BCED12-FA72-40A0-BF27-509BED30DDE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54" name="Flowchart: Connector 9753">
                          <a:extLst>
                            <a:ext uri="{FF2B5EF4-FFF2-40B4-BE49-F238E27FC236}">
                              <a16:creationId xmlns:a16="http://schemas.microsoft.com/office/drawing/2014/main" id="{07EC3F87-9AE6-416F-88A1-39798BBA5BF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55" name="Flowchart: Connector 9754">
                          <a:extLst>
                            <a:ext uri="{FF2B5EF4-FFF2-40B4-BE49-F238E27FC236}">
                              <a16:creationId xmlns:a16="http://schemas.microsoft.com/office/drawing/2014/main" id="{CEACB7AD-2A82-47DA-9095-5151131E5D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56" name="Flowchart: Connector 9755">
                          <a:extLst>
                            <a:ext uri="{FF2B5EF4-FFF2-40B4-BE49-F238E27FC236}">
                              <a16:creationId xmlns:a16="http://schemas.microsoft.com/office/drawing/2014/main" id="{598BD285-49B3-4BB1-BB42-A639AA99F66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57" name="Flowchart: Connector 9756">
                          <a:extLst>
                            <a:ext uri="{FF2B5EF4-FFF2-40B4-BE49-F238E27FC236}">
                              <a16:creationId xmlns:a16="http://schemas.microsoft.com/office/drawing/2014/main" id="{5A47A4CD-C317-4C4A-8404-75775A9276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58" name="Flowchart: Connector 9757">
                          <a:extLst>
                            <a:ext uri="{FF2B5EF4-FFF2-40B4-BE49-F238E27FC236}">
                              <a16:creationId xmlns:a16="http://schemas.microsoft.com/office/drawing/2014/main" id="{A2F2DCCB-323B-4E29-8AD6-78DCEA44C97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59" name="Flowchart: Connector 9758">
                          <a:extLst>
                            <a:ext uri="{FF2B5EF4-FFF2-40B4-BE49-F238E27FC236}">
                              <a16:creationId xmlns:a16="http://schemas.microsoft.com/office/drawing/2014/main" id="{B1FAC879-6F19-4DC9-A401-2D14C8FB69B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60" name="Flowchart: Connector 9759">
                          <a:extLst>
                            <a:ext uri="{FF2B5EF4-FFF2-40B4-BE49-F238E27FC236}">
                              <a16:creationId xmlns:a16="http://schemas.microsoft.com/office/drawing/2014/main" id="{84B6A3ED-6D87-470E-9614-034C2C79393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61" name="Flowchart: Connector 9760">
                          <a:extLst>
                            <a:ext uri="{FF2B5EF4-FFF2-40B4-BE49-F238E27FC236}">
                              <a16:creationId xmlns:a16="http://schemas.microsoft.com/office/drawing/2014/main" id="{18B591CE-E0F2-42AF-A584-BC26448452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62" name="3D Model 9761" descr="Sphere">
                              <a:extLst>
                                <a:ext uri="{FF2B5EF4-FFF2-40B4-BE49-F238E27FC236}">
                                  <a16:creationId xmlns:a16="http://schemas.microsoft.com/office/drawing/2014/main" id="{05F6F914-12A5-430D-B302-49B1F315C95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466210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63" name="Flowchart: Connector 9762">
                          <a:extLst>
                            <a:ext uri="{FF2B5EF4-FFF2-40B4-BE49-F238E27FC236}">
                              <a16:creationId xmlns:a16="http://schemas.microsoft.com/office/drawing/2014/main" id="{F45AEA8F-2BDA-4A71-A7D5-4366D1855A6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64" name="3D Model 9763" descr="Sphere">
                              <a:extLst>
                                <a:ext uri="{FF2B5EF4-FFF2-40B4-BE49-F238E27FC236}">
                                  <a16:creationId xmlns:a16="http://schemas.microsoft.com/office/drawing/2014/main" id="{7E2F8BFA-AF12-4ABA-B9EB-9A141A65CE5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5897840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65" name="Flowchart: Connector 9764">
                          <a:extLst>
                            <a:ext uri="{FF2B5EF4-FFF2-40B4-BE49-F238E27FC236}">
                              <a16:creationId xmlns:a16="http://schemas.microsoft.com/office/drawing/2014/main" id="{609D03E4-8A8B-4420-BC6C-E26FA1B72D0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66" name="3D Model 9765" descr="Sphere">
                              <a:extLst>
                                <a:ext uri="{FF2B5EF4-FFF2-40B4-BE49-F238E27FC236}">
                                  <a16:creationId xmlns:a16="http://schemas.microsoft.com/office/drawing/2014/main" id="{BD2B3EE6-7827-4265-9926-CC1EAF71D91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9713774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67" name="Flowchart: Connector 9766">
                          <a:extLst>
                            <a:ext uri="{FF2B5EF4-FFF2-40B4-BE49-F238E27FC236}">
                              <a16:creationId xmlns:a16="http://schemas.microsoft.com/office/drawing/2014/main" id="{321AE6B3-CA35-43F5-8711-4FB93ABAF3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68" name="3D Model 9767" descr="Sphere">
                              <a:extLst>
                                <a:ext uri="{FF2B5EF4-FFF2-40B4-BE49-F238E27FC236}">
                                  <a16:creationId xmlns:a16="http://schemas.microsoft.com/office/drawing/2014/main" id="{477A8F1D-F1F2-4200-B5E7-DB7C066C64E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5055497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9737" name="Flowchart: Connector 9736">
                        <a:extLst>
                          <a:ext uri="{FF2B5EF4-FFF2-40B4-BE49-F238E27FC236}">
                            <a16:creationId xmlns:a16="http://schemas.microsoft.com/office/drawing/2014/main" id="{272E1253-9F3E-402E-B7F9-8A669AEFDFC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38" name="Flowchart: Connector 9737">
                        <a:extLst>
                          <a:ext uri="{FF2B5EF4-FFF2-40B4-BE49-F238E27FC236}">
                            <a16:creationId xmlns:a16="http://schemas.microsoft.com/office/drawing/2014/main" id="{1E887971-B889-4EF7-A493-18AC7DB5BAA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39" name="Flowchart: Connector 9738">
                        <a:extLst>
                          <a:ext uri="{FF2B5EF4-FFF2-40B4-BE49-F238E27FC236}">
                            <a16:creationId xmlns:a16="http://schemas.microsoft.com/office/drawing/2014/main" id="{A1533D11-2C3D-49B3-8CC2-CDCC0D63E46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40" name="Flowchart: Connector 9739">
                        <a:extLst>
                          <a:ext uri="{FF2B5EF4-FFF2-40B4-BE49-F238E27FC236}">
                            <a16:creationId xmlns:a16="http://schemas.microsoft.com/office/drawing/2014/main" id="{A22C1660-25E4-4777-8815-5E1CC15F378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41" name="Flowchart: Connector 9740">
                        <a:extLst>
                          <a:ext uri="{FF2B5EF4-FFF2-40B4-BE49-F238E27FC236}">
                            <a16:creationId xmlns:a16="http://schemas.microsoft.com/office/drawing/2014/main" id="{634846EE-FC93-4322-AA1F-49D29896878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42" name="Flowchart: Connector 9741">
                        <a:extLst>
                          <a:ext uri="{FF2B5EF4-FFF2-40B4-BE49-F238E27FC236}">
                            <a16:creationId xmlns:a16="http://schemas.microsoft.com/office/drawing/2014/main" id="{CCFDCE7E-460E-4EA9-A47F-5967807BD6F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43" name="Flowchart: Connector 9742">
                        <a:extLst>
                          <a:ext uri="{FF2B5EF4-FFF2-40B4-BE49-F238E27FC236}">
                            <a16:creationId xmlns:a16="http://schemas.microsoft.com/office/drawing/2014/main" id="{65DB2640-1A60-4F97-AE16-1E97B242C50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44" name="Flowchart: Connector 9743">
                        <a:extLst>
                          <a:ext uri="{FF2B5EF4-FFF2-40B4-BE49-F238E27FC236}">
                            <a16:creationId xmlns:a16="http://schemas.microsoft.com/office/drawing/2014/main" id="{60156F82-2076-44B3-B99D-CF2809A57C8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45" name="Flowchart: Connector 9744">
                        <a:extLst>
                          <a:ext uri="{FF2B5EF4-FFF2-40B4-BE49-F238E27FC236}">
                            <a16:creationId xmlns:a16="http://schemas.microsoft.com/office/drawing/2014/main" id="{4CBF067F-55C7-476F-97DC-1A81D67B289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746" name="3D Model 9745" descr="Sphere">
                            <a:extLst>
                              <a:ext uri="{FF2B5EF4-FFF2-40B4-BE49-F238E27FC236}">
                                <a16:creationId xmlns:a16="http://schemas.microsoft.com/office/drawing/2014/main" id="{C16BEEA6-0615-4D1E-8D8B-5E370A622FF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68492792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747" name="Flowchart: Connector 9746">
                        <a:extLst>
                          <a:ext uri="{FF2B5EF4-FFF2-40B4-BE49-F238E27FC236}">
                            <a16:creationId xmlns:a16="http://schemas.microsoft.com/office/drawing/2014/main" id="{ACF60E3E-FA47-455B-B0B7-3B18A1791CD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748" name="3D Model 9747" descr="Sphere">
                            <a:extLst>
                              <a:ext uri="{FF2B5EF4-FFF2-40B4-BE49-F238E27FC236}">
                                <a16:creationId xmlns:a16="http://schemas.microsoft.com/office/drawing/2014/main" id="{B7B4C5BD-224E-4173-85FD-164465A14A2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9858730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749" name="Flowchart: Connector 9748">
                        <a:extLst>
                          <a:ext uri="{FF2B5EF4-FFF2-40B4-BE49-F238E27FC236}">
                            <a16:creationId xmlns:a16="http://schemas.microsoft.com/office/drawing/2014/main" id="{1D0549E9-3839-4CEB-B168-D302C50EB70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750" name="3D Model 9749" descr="Sphere">
                            <a:extLst>
                              <a:ext uri="{FF2B5EF4-FFF2-40B4-BE49-F238E27FC236}">
                                <a16:creationId xmlns:a16="http://schemas.microsoft.com/office/drawing/2014/main" id="{518FD7B1-FB3C-428B-A397-AF4DD92D357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78402250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751" name="Flowchart: Connector 9750">
                        <a:extLst>
                          <a:ext uri="{FF2B5EF4-FFF2-40B4-BE49-F238E27FC236}">
                            <a16:creationId xmlns:a16="http://schemas.microsoft.com/office/drawing/2014/main" id="{0916627A-D298-4F5B-9998-66703826EB0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752" name="3D Model 9751" descr="Sphere">
                            <a:extLst>
                              <a:ext uri="{FF2B5EF4-FFF2-40B4-BE49-F238E27FC236}">
                                <a16:creationId xmlns:a16="http://schemas.microsoft.com/office/drawing/2014/main" id="{4D960ACE-7837-4CCA-A5EE-A3BD5458562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30348595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9588" name="Group 9587">
                    <a:extLst>
                      <a:ext uri="{FF2B5EF4-FFF2-40B4-BE49-F238E27FC236}">
                        <a16:creationId xmlns:a16="http://schemas.microsoft.com/office/drawing/2014/main" id="{ED79C486-3DAA-4F67-9903-CBB04FF2ED49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9729" name="Flowchart: Connector 9728">
                      <a:extLst>
                        <a:ext uri="{FF2B5EF4-FFF2-40B4-BE49-F238E27FC236}">
                          <a16:creationId xmlns:a16="http://schemas.microsoft.com/office/drawing/2014/main" id="{331E411D-D20F-4607-B462-680608A9F44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730" name="Flowchart: Connector 9729">
                      <a:extLst>
                        <a:ext uri="{FF2B5EF4-FFF2-40B4-BE49-F238E27FC236}">
                          <a16:creationId xmlns:a16="http://schemas.microsoft.com/office/drawing/2014/main" id="{DDAF28C4-0293-4EAA-8208-F6EA31BDB78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731" name="Flowchart: Connector 9730">
                      <a:extLst>
                        <a:ext uri="{FF2B5EF4-FFF2-40B4-BE49-F238E27FC236}">
                          <a16:creationId xmlns:a16="http://schemas.microsoft.com/office/drawing/2014/main" id="{35718E43-B4B8-497B-8C71-46A6463607F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9589" name="Flowchart: Connector 9588">
                    <a:extLst>
                      <a:ext uri="{FF2B5EF4-FFF2-40B4-BE49-F238E27FC236}">
                        <a16:creationId xmlns:a16="http://schemas.microsoft.com/office/drawing/2014/main" id="{8BCB91C2-4717-47F1-9165-2B2C0B8AB25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590" name="Flowchart: Connector 9589">
                    <a:extLst>
                      <a:ext uri="{FF2B5EF4-FFF2-40B4-BE49-F238E27FC236}">
                        <a16:creationId xmlns:a16="http://schemas.microsoft.com/office/drawing/2014/main" id="{0BAC0E9D-61E6-48AA-B89C-4472BD102007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9591" name="Group 9590">
                    <a:extLst>
                      <a:ext uri="{FF2B5EF4-FFF2-40B4-BE49-F238E27FC236}">
                        <a16:creationId xmlns:a16="http://schemas.microsoft.com/office/drawing/2014/main" id="{5272C285-5388-457A-9080-312128E2073C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9726" name="Flowchart: Connector 9725">
                      <a:extLst>
                        <a:ext uri="{FF2B5EF4-FFF2-40B4-BE49-F238E27FC236}">
                          <a16:creationId xmlns:a16="http://schemas.microsoft.com/office/drawing/2014/main" id="{A1B657AE-FC8F-4183-B68C-D9239E35E43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727" name="Flowchart: Connector 9726">
                      <a:extLst>
                        <a:ext uri="{FF2B5EF4-FFF2-40B4-BE49-F238E27FC236}">
                          <a16:creationId xmlns:a16="http://schemas.microsoft.com/office/drawing/2014/main" id="{9321E8A7-654F-4305-9257-07AF5CBC6DD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728" name="Flowchart: Connector 9727">
                      <a:extLst>
                        <a:ext uri="{FF2B5EF4-FFF2-40B4-BE49-F238E27FC236}">
                          <a16:creationId xmlns:a16="http://schemas.microsoft.com/office/drawing/2014/main" id="{73B7A31A-28CF-41C9-8D25-D32D3604E52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9592" name="Group 9591">
                    <a:extLst>
                      <a:ext uri="{FF2B5EF4-FFF2-40B4-BE49-F238E27FC236}">
                        <a16:creationId xmlns:a16="http://schemas.microsoft.com/office/drawing/2014/main" id="{49CC33E0-39C1-46DC-9749-2A669DFC100C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9661" name="Group 9660">
                      <a:extLst>
                        <a:ext uri="{FF2B5EF4-FFF2-40B4-BE49-F238E27FC236}">
                          <a16:creationId xmlns:a16="http://schemas.microsoft.com/office/drawing/2014/main" id="{3C7C889E-F3CB-4786-AE28-F888CC0DB5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9722" name="Flowchart: Connector 9721">
                        <a:extLst>
                          <a:ext uri="{FF2B5EF4-FFF2-40B4-BE49-F238E27FC236}">
                            <a16:creationId xmlns:a16="http://schemas.microsoft.com/office/drawing/2014/main" id="{06E9BD2D-4B57-418B-B9A2-C31407B7F0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23" name="Flowchart: Connector 9722">
                        <a:extLst>
                          <a:ext uri="{FF2B5EF4-FFF2-40B4-BE49-F238E27FC236}">
                            <a16:creationId xmlns:a16="http://schemas.microsoft.com/office/drawing/2014/main" id="{A94D09B0-8857-4292-986A-3E4309EE975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24" name="Flowchart: Connector 9723">
                        <a:extLst>
                          <a:ext uri="{FF2B5EF4-FFF2-40B4-BE49-F238E27FC236}">
                            <a16:creationId xmlns:a16="http://schemas.microsoft.com/office/drawing/2014/main" id="{AF472358-A909-4D02-9CDD-5BA9C99A6EF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725" name="Flowchart: Connector 9724">
                        <a:extLst>
                          <a:ext uri="{FF2B5EF4-FFF2-40B4-BE49-F238E27FC236}">
                            <a16:creationId xmlns:a16="http://schemas.microsoft.com/office/drawing/2014/main" id="{DE170D3A-4282-4BB9-9041-B90ABA0BAB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9662" name="Group 9661">
                      <a:extLst>
                        <a:ext uri="{FF2B5EF4-FFF2-40B4-BE49-F238E27FC236}">
                          <a16:creationId xmlns:a16="http://schemas.microsoft.com/office/drawing/2014/main" id="{5A3A84D0-ED81-4AF5-8938-A3E7D5EE9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9663" name="Group 9662">
                        <a:extLst>
                          <a:ext uri="{FF2B5EF4-FFF2-40B4-BE49-F238E27FC236}">
                            <a16:creationId xmlns:a16="http://schemas.microsoft.com/office/drawing/2014/main" id="{53DF2D55-5B69-4585-90CA-4AFF549C09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9714" name="Flowchart: Connector 9713">
                          <a:extLst>
                            <a:ext uri="{FF2B5EF4-FFF2-40B4-BE49-F238E27FC236}">
                              <a16:creationId xmlns:a16="http://schemas.microsoft.com/office/drawing/2014/main" id="{7F3C4A0E-90CA-4391-8C3F-B3A7067D87D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15" name="3D Model 9714" descr="Sphere">
                              <a:extLst>
                                <a:ext uri="{FF2B5EF4-FFF2-40B4-BE49-F238E27FC236}">
                                  <a16:creationId xmlns:a16="http://schemas.microsoft.com/office/drawing/2014/main" id="{E26BADFA-9575-4CD7-BED0-49D4BB84039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3511004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16" name="Flowchart: Connector 9715">
                          <a:extLst>
                            <a:ext uri="{FF2B5EF4-FFF2-40B4-BE49-F238E27FC236}">
                              <a16:creationId xmlns:a16="http://schemas.microsoft.com/office/drawing/2014/main" id="{E7C6B2AD-54E7-4BF8-BCE3-E327AC422A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17" name="3D Model 9716" descr="Sphere">
                              <a:extLst>
                                <a:ext uri="{FF2B5EF4-FFF2-40B4-BE49-F238E27FC236}">
                                  <a16:creationId xmlns:a16="http://schemas.microsoft.com/office/drawing/2014/main" id="{4360FAA5-EC46-41A4-9097-86A6E1807F7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5599972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18" name="Flowchart: Connector 9717">
                          <a:extLst>
                            <a:ext uri="{FF2B5EF4-FFF2-40B4-BE49-F238E27FC236}">
                              <a16:creationId xmlns:a16="http://schemas.microsoft.com/office/drawing/2014/main" id="{488E316E-F700-48B8-B137-0F1C58D0293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19" name="3D Model 9718" descr="Sphere">
                              <a:extLst>
                                <a:ext uri="{FF2B5EF4-FFF2-40B4-BE49-F238E27FC236}">
                                  <a16:creationId xmlns:a16="http://schemas.microsoft.com/office/drawing/2014/main" id="{78E52C2B-235A-4241-BB14-B133C51F124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24127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20" name="Flowchart: Connector 9719">
                          <a:extLst>
                            <a:ext uri="{FF2B5EF4-FFF2-40B4-BE49-F238E27FC236}">
                              <a16:creationId xmlns:a16="http://schemas.microsoft.com/office/drawing/2014/main" id="{646C2F21-8962-41BB-A50A-5795ECCEBB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21" name="3D Model 9720" descr="Sphere">
                              <a:extLst>
                                <a:ext uri="{FF2B5EF4-FFF2-40B4-BE49-F238E27FC236}">
                                  <a16:creationId xmlns:a16="http://schemas.microsoft.com/office/drawing/2014/main" id="{265ED95C-F0D1-4F53-811B-907FA9C2996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3551425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664" name="Group 9663">
                        <a:extLst>
                          <a:ext uri="{FF2B5EF4-FFF2-40B4-BE49-F238E27FC236}">
                            <a16:creationId xmlns:a16="http://schemas.microsoft.com/office/drawing/2014/main" id="{359A8BEE-9616-453B-BB18-627F5B7FE41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698" name="Flowchart: Connector 9697">
                          <a:extLst>
                            <a:ext uri="{FF2B5EF4-FFF2-40B4-BE49-F238E27FC236}">
                              <a16:creationId xmlns:a16="http://schemas.microsoft.com/office/drawing/2014/main" id="{D37BE7E1-653F-4508-99CF-82C0315C05C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99" name="Flowchart: Connector 9698">
                          <a:extLst>
                            <a:ext uri="{FF2B5EF4-FFF2-40B4-BE49-F238E27FC236}">
                              <a16:creationId xmlns:a16="http://schemas.microsoft.com/office/drawing/2014/main" id="{CF34D245-3FE6-4416-8FBB-B3B5FD6D883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00" name="Flowchart: Connector 9699">
                          <a:extLst>
                            <a:ext uri="{FF2B5EF4-FFF2-40B4-BE49-F238E27FC236}">
                              <a16:creationId xmlns:a16="http://schemas.microsoft.com/office/drawing/2014/main" id="{76742FC4-C7E2-4D08-B800-3B28A6BC4F3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01" name="Flowchart: Connector 9700">
                          <a:extLst>
                            <a:ext uri="{FF2B5EF4-FFF2-40B4-BE49-F238E27FC236}">
                              <a16:creationId xmlns:a16="http://schemas.microsoft.com/office/drawing/2014/main" id="{012DB0AB-509A-478B-9F32-2F51B4266C2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02" name="Flowchart: Connector 9701">
                          <a:extLst>
                            <a:ext uri="{FF2B5EF4-FFF2-40B4-BE49-F238E27FC236}">
                              <a16:creationId xmlns:a16="http://schemas.microsoft.com/office/drawing/2014/main" id="{C22D3C9C-0A4F-4A0A-B4D6-EA1700632A9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03" name="Flowchart: Connector 9702">
                          <a:extLst>
                            <a:ext uri="{FF2B5EF4-FFF2-40B4-BE49-F238E27FC236}">
                              <a16:creationId xmlns:a16="http://schemas.microsoft.com/office/drawing/2014/main" id="{D1C4F385-0F63-4722-82EE-9F1A3D0F865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04" name="Flowchart: Connector 9703">
                          <a:extLst>
                            <a:ext uri="{FF2B5EF4-FFF2-40B4-BE49-F238E27FC236}">
                              <a16:creationId xmlns:a16="http://schemas.microsoft.com/office/drawing/2014/main" id="{45F58319-4D95-499F-A61E-D3F1B07CA2F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05" name="Flowchart: Connector 9704">
                          <a:extLst>
                            <a:ext uri="{FF2B5EF4-FFF2-40B4-BE49-F238E27FC236}">
                              <a16:creationId xmlns:a16="http://schemas.microsoft.com/office/drawing/2014/main" id="{D4D5ABD1-5890-4F71-AE43-5F207A24D5B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706" name="Flowchart: Connector 9705">
                          <a:extLst>
                            <a:ext uri="{FF2B5EF4-FFF2-40B4-BE49-F238E27FC236}">
                              <a16:creationId xmlns:a16="http://schemas.microsoft.com/office/drawing/2014/main" id="{6D4B1C4D-9A84-432E-BFDF-201D9FA2553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07" name="3D Model 9706" descr="Sphere">
                              <a:extLst>
                                <a:ext uri="{FF2B5EF4-FFF2-40B4-BE49-F238E27FC236}">
                                  <a16:creationId xmlns:a16="http://schemas.microsoft.com/office/drawing/2014/main" id="{EEC2596E-AFC9-4C27-BB49-FD144576DE9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8843425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08" name="Flowchart: Connector 9707">
                          <a:extLst>
                            <a:ext uri="{FF2B5EF4-FFF2-40B4-BE49-F238E27FC236}">
                              <a16:creationId xmlns:a16="http://schemas.microsoft.com/office/drawing/2014/main" id="{0C2A90DC-085D-4837-B2D9-72F53AC2384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09" name="3D Model 9708" descr="Sphere">
                              <a:extLst>
                                <a:ext uri="{FF2B5EF4-FFF2-40B4-BE49-F238E27FC236}">
                                  <a16:creationId xmlns:a16="http://schemas.microsoft.com/office/drawing/2014/main" id="{C67F9BD7-FBDE-4B66-830D-963310485E1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8410571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10" name="Flowchart: Connector 9709">
                          <a:extLst>
                            <a:ext uri="{FF2B5EF4-FFF2-40B4-BE49-F238E27FC236}">
                              <a16:creationId xmlns:a16="http://schemas.microsoft.com/office/drawing/2014/main" id="{116337F9-A110-4C70-ACDE-10EA8E430BF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11" name="3D Model 9710" descr="Sphere">
                              <a:extLst>
                                <a:ext uri="{FF2B5EF4-FFF2-40B4-BE49-F238E27FC236}">
                                  <a16:creationId xmlns:a16="http://schemas.microsoft.com/office/drawing/2014/main" id="{92998016-4454-4A33-9FD1-2E3FFF500DC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6217480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712" name="Flowchart: Connector 9711">
                          <a:extLst>
                            <a:ext uri="{FF2B5EF4-FFF2-40B4-BE49-F238E27FC236}">
                              <a16:creationId xmlns:a16="http://schemas.microsoft.com/office/drawing/2014/main" id="{947B40C7-18B5-4E85-93D6-23B72D25C36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713" name="3D Model 9712" descr="Sphere">
                              <a:extLst>
                                <a:ext uri="{FF2B5EF4-FFF2-40B4-BE49-F238E27FC236}">
                                  <a16:creationId xmlns:a16="http://schemas.microsoft.com/office/drawing/2014/main" id="{7ECACE43-A288-42A4-A410-091C31EC940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1817875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665" name="Group 9664">
                        <a:extLst>
                          <a:ext uri="{FF2B5EF4-FFF2-40B4-BE49-F238E27FC236}">
                            <a16:creationId xmlns:a16="http://schemas.microsoft.com/office/drawing/2014/main" id="{2E6E42FA-68F3-4F07-BE4F-C85B9C9AB8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682" name="Flowchart: Connector 9681">
                          <a:extLst>
                            <a:ext uri="{FF2B5EF4-FFF2-40B4-BE49-F238E27FC236}">
                              <a16:creationId xmlns:a16="http://schemas.microsoft.com/office/drawing/2014/main" id="{71BCEDBA-6CA5-43DA-B2A0-BF1BAA63836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83" name="Flowchart: Connector 9682">
                          <a:extLst>
                            <a:ext uri="{FF2B5EF4-FFF2-40B4-BE49-F238E27FC236}">
                              <a16:creationId xmlns:a16="http://schemas.microsoft.com/office/drawing/2014/main" id="{FD93B12C-59B8-4EB4-BB5D-649167F8B34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84" name="Flowchart: Connector 9683">
                          <a:extLst>
                            <a:ext uri="{FF2B5EF4-FFF2-40B4-BE49-F238E27FC236}">
                              <a16:creationId xmlns:a16="http://schemas.microsoft.com/office/drawing/2014/main" id="{AED021CF-7D05-452F-BAF2-7D10980AF24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85" name="Flowchart: Connector 9684">
                          <a:extLst>
                            <a:ext uri="{FF2B5EF4-FFF2-40B4-BE49-F238E27FC236}">
                              <a16:creationId xmlns:a16="http://schemas.microsoft.com/office/drawing/2014/main" id="{07BC476B-3CB9-41A2-91C2-7C2AAA69F4E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86" name="Flowchart: Connector 9685">
                          <a:extLst>
                            <a:ext uri="{FF2B5EF4-FFF2-40B4-BE49-F238E27FC236}">
                              <a16:creationId xmlns:a16="http://schemas.microsoft.com/office/drawing/2014/main" id="{9CBBEC96-C84F-4B84-8D52-CCC24BA658C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87" name="Flowchart: Connector 9686">
                          <a:extLst>
                            <a:ext uri="{FF2B5EF4-FFF2-40B4-BE49-F238E27FC236}">
                              <a16:creationId xmlns:a16="http://schemas.microsoft.com/office/drawing/2014/main" id="{F3F564B6-F6AB-497A-ADCF-1D7FD00EF6A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88" name="Flowchart: Connector 9687">
                          <a:extLst>
                            <a:ext uri="{FF2B5EF4-FFF2-40B4-BE49-F238E27FC236}">
                              <a16:creationId xmlns:a16="http://schemas.microsoft.com/office/drawing/2014/main" id="{C6216D9B-4EF8-4C7D-956A-A5B79B569C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89" name="Flowchart: Connector 9688">
                          <a:extLst>
                            <a:ext uri="{FF2B5EF4-FFF2-40B4-BE49-F238E27FC236}">
                              <a16:creationId xmlns:a16="http://schemas.microsoft.com/office/drawing/2014/main" id="{18183C5C-6EE1-4209-90E7-083BAA4F5E8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690" name="Flowchart: Connector 9689">
                          <a:extLst>
                            <a:ext uri="{FF2B5EF4-FFF2-40B4-BE49-F238E27FC236}">
                              <a16:creationId xmlns:a16="http://schemas.microsoft.com/office/drawing/2014/main" id="{ADD5145D-C57F-460E-9230-6C6D75A41E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691" name="3D Model 9690" descr="Sphere">
                              <a:extLst>
                                <a:ext uri="{FF2B5EF4-FFF2-40B4-BE49-F238E27FC236}">
                                  <a16:creationId xmlns:a16="http://schemas.microsoft.com/office/drawing/2014/main" id="{C0EEAB74-3BD0-47D6-B14C-EC4AFDF96CD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0480444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692" name="Flowchart: Connector 9691">
                          <a:extLst>
                            <a:ext uri="{FF2B5EF4-FFF2-40B4-BE49-F238E27FC236}">
                              <a16:creationId xmlns:a16="http://schemas.microsoft.com/office/drawing/2014/main" id="{830F0542-72ED-4E47-B363-3B594F0897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693" name="3D Model 9692" descr="Sphere">
                              <a:extLst>
                                <a:ext uri="{FF2B5EF4-FFF2-40B4-BE49-F238E27FC236}">
                                  <a16:creationId xmlns:a16="http://schemas.microsoft.com/office/drawing/2014/main" id="{DDE04A94-C8DA-4C26-A18B-A571B8FBF63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8419191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694" name="Flowchart: Connector 9693">
                          <a:extLst>
                            <a:ext uri="{FF2B5EF4-FFF2-40B4-BE49-F238E27FC236}">
                              <a16:creationId xmlns:a16="http://schemas.microsoft.com/office/drawing/2014/main" id="{4577A22F-E2C5-40BA-BA8A-5F5508FC362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695" name="3D Model 9694" descr="Sphere">
                              <a:extLst>
                                <a:ext uri="{FF2B5EF4-FFF2-40B4-BE49-F238E27FC236}">
                                  <a16:creationId xmlns:a16="http://schemas.microsoft.com/office/drawing/2014/main" id="{CF1CD927-A5C0-434C-B5D3-03C5E8D3036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4835123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696" name="Flowchart: Connector 9695">
                          <a:extLst>
                            <a:ext uri="{FF2B5EF4-FFF2-40B4-BE49-F238E27FC236}">
                              <a16:creationId xmlns:a16="http://schemas.microsoft.com/office/drawing/2014/main" id="{84677821-AFB2-40D7-B5CB-0BD669C80D6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697" name="3D Model 9696" descr="Sphere">
                              <a:extLst>
                                <a:ext uri="{FF2B5EF4-FFF2-40B4-BE49-F238E27FC236}">
                                  <a16:creationId xmlns:a16="http://schemas.microsoft.com/office/drawing/2014/main" id="{8EDCE190-084A-4399-B56F-15ABC1ADC8D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8184643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9666" name="Flowchart: Connector 9665">
                        <a:extLst>
                          <a:ext uri="{FF2B5EF4-FFF2-40B4-BE49-F238E27FC236}">
                            <a16:creationId xmlns:a16="http://schemas.microsoft.com/office/drawing/2014/main" id="{9ABCB751-4D70-4D6A-BF0D-269B6542D0D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67" name="Flowchart: Connector 9666">
                        <a:extLst>
                          <a:ext uri="{FF2B5EF4-FFF2-40B4-BE49-F238E27FC236}">
                            <a16:creationId xmlns:a16="http://schemas.microsoft.com/office/drawing/2014/main" id="{07158EF5-F536-4827-BBA5-09C841DD27A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68" name="Flowchart: Connector 9667">
                        <a:extLst>
                          <a:ext uri="{FF2B5EF4-FFF2-40B4-BE49-F238E27FC236}">
                            <a16:creationId xmlns:a16="http://schemas.microsoft.com/office/drawing/2014/main" id="{A390B325-0279-4875-B663-186E76E6D1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69" name="Flowchart: Connector 9668">
                        <a:extLst>
                          <a:ext uri="{FF2B5EF4-FFF2-40B4-BE49-F238E27FC236}">
                            <a16:creationId xmlns:a16="http://schemas.microsoft.com/office/drawing/2014/main" id="{0D4154C6-CC8B-4314-8A8D-9F80CE54E8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70" name="Flowchart: Connector 9669">
                        <a:extLst>
                          <a:ext uri="{FF2B5EF4-FFF2-40B4-BE49-F238E27FC236}">
                            <a16:creationId xmlns:a16="http://schemas.microsoft.com/office/drawing/2014/main" id="{9BFCFC2F-DAE3-4BF3-A216-74CE59838E0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71" name="Flowchart: Connector 9670">
                        <a:extLst>
                          <a:ext uri="{FF2B5EF4-FFF2-40B4-BE49-F238E27FC236}">
                            <a16:creationId xmlns:a16="http://schemas.microsoft.com/office/drawing/2014/main" id="{5F777568-63CE-4A92-B9AF-083ED494A42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72" name="Flowchart: Connector 9671">
                        <a:extLst>
                          <a:ext uri="{FF2B5EF4-FFF2-40B4-BE49-F238E27FC236}">
                            <a16:creationId xmlns:a16="http://schemas.microsoft.com/office/drawing/2014/main" id="{3B34EBEC-5039-43D1-BB11-4AB14962390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73" name="Flowchart: Connector 9672">
                        <a:extLst>
                          <a:ext uri="{FF2B5EF4-FFF2-40B4-BE49-F238E27FC236}">
                            <a16:creationId xmlns:a16="http://schemas.microsoft.com/office/drawing/2014/main" id="{26125FA5-6873-413C-BE11-B0727F8CD36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74" name="Flowchart: Connector 9673">
                        <a:extLst>
                          <a:ext uri="{FF2B5EF4-FFF2-40B4-BE49-F238E27FC236}">
                            <a16:creationId xmlns:a16="http://schemas.microsoft.com/office/drawing/2014/main" id="{094A917F-38ED-43C5-95F6-344112E7765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75" name="3D Model 9674" descr="Sphere">
                            <a:extLst>
                              <a:ext uri="{FF2B5EF4-FFF2-40B4-BE49-F238E27FC236}">
                                <a16:creationId xmlns:a16="http://schemas.microsoft.com/office/drawing/2014/main" id="{AC856FA3-E5A0-412A-AEEF-BB8F032A9E0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24952350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676" name="Flowchart: Connector 9675">
                        <a:extLst>
                          <a:ext uri="{FF2B5EF4-FFF2-40B4-BE49-F238E27FC236}">
                            <a16:creationId xmlns:a16="http://schemas.microsoft.com/office/drawing/2014/main" id="{AA1388BA-8E99-40CC-9434-001DA9897E1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77" name="3D Model 9676" descr="Sphere">
                            <a:extLst>
                              <a:ext uri="{FF2B5EF4-FFF2-40B4-BE49-F238E27FC236}">
                                <a16:creationId xmlns:a16="http://schemas.microsoft.com/office/drawing/2014/main" id="{8CB060DE-7816-4E82-B5E5-D000B689231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68143169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678" name="Flowchart: Connector 9677">
                        <a:extLst>
                          <a:ext uri="{FF2B5EF4-FFF2-40B4-BE49-F238E27FC236}">
                            <a16:creationId xmlns:a16="http://schemas.microsoft.com/office/drawing/2014/main" id="{C38DF612-D801-44A2-B28D-E965C1BCF9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79" name="3D Model 9678" descr="Sphere">
                            <a:extLst>
                              <a:ext uri="{FF2B5EF4-FFF2-40B4-BE49-F238E27FC236}">
                                <a16:creationId xmlns:a16="http://schemas.microsoft.com/office/drawing/2014/main" id="{E6ADC550-B7A5-483B-B9D4-D40ADD95296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49082950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680" name="Flowchart: Connector 9679">
                        <a:extLst>
                          <a:ext uri="{FF2B5EF4-FFF2-40B4-BE49-F238E27FC236}">
                            <a16:creationId xmlns:a16="http://schemas.microsoft.com/office/drawing/2014/main" id="{69A7E80D-FB4A-4201-94E1-A90048FDB8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81" name="3D Model 9680" descr="Sphere">
                            <a:extLst>
                              <a:ext uri="{FF2B5EF4-FFF2-40B4-BE49-F238E27FC236}">
                                <a16:creationId xmlns:a16="http://schemas.microsoft.com/office/drawing/2014/main" id="{26DE4E07-45B6-413C-BB73-57A89FEA316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48357075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9593" name="Flowchart: Connector 9592">
                    <a:extLst>
                      <a:ext uri="{FF2B5EF4-FFF2-40B4-BE49-F238E27FC236}">
                        <a16:creationId xmlns:a16="http://schemas.microsoft.com/office/drawing/2014/main" id="{A2E4283F-9F7F-464C-9ED2-7209E8C750C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594" name="Flowchart: Connector 9593">
                    <a:extLst>
                      <a:ext uri="{FF2B5EF4-FFF2-40B4-BE49-F238E27FC236}">
                        <a16:creationId xmlns:a16="http://schemas.microsoft.com/office/drawing/2014/main" id="{168D29A6-793E-4368-AC92-C316E2D7E39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595" name="Flowchart: Connector 9594">
                    <a:extLst>
                      <a:ext uri="{FF2B5EF4-FFF2-40B4-BE49-F238E27FC236}">
                        <a16:creationId xmlns:a16="http://schemas.microsoft.com/office/drawing/2014/main" id="{E0F467A2-8631-4B67-82EC-A024A8BAB4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596" name="Flowchart: Connector 9595">
                    <a:extLst>
                      <a:ext uri="{FF2B5EF4-FFF2-40B4-BE49-F238E27FC236}">
                        <a16:creationId xmlns:a16="http://schemas.microsoft.com/office/drawing/2014/main" id="{F1E5240B-566B-4ED6-956F-2FFB29DF934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597" name="Flowchart: Connector 9596">
                    <a:extLst>
                      <a:ext uri="{FF2B5EF4-FFF2-40B4-BE49-F238E27FC236}">
                        <a16:creationId xmlns:a16="http://schemas.microsoft.com/office/drawing/2014/main" id="{3372937D-9B29-46AF-9F99-845B45F5417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598" name="Flowchart: Connector 9597">
                    <a:extLst>
                      <a:ext uri="{FF2B5EF4-FFF2-40B4-BE49-F238E27FC236}">
                        <a16:creationId xmlns:a16="http://schemas.microsoft.com/office/drawing/2014/main" id="{FE472693-BDB4-4958-9354-D3D511642B77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599" name="Flowchart: Connector 9598">
                    <a:extLst>
                      <a:ext uri="{FF2B5EF4-FFF2-40B4-BE49-F238E27FC236}">
                        <a16:creationId xmlns:a16="http://schemas.microsoft.com/office/drawing/2014/main" id="{4935F6FB-8407-4BC9-9485-20FD44CA4D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600" name="Flowchart: Connector 9599">
                    <a:extLst>
                      <a:ext uri="{FF2B5EF4-FFF2-40B4-BE49-F238E27FC236}">
                        <a16:creationId xmlns:a16="http://schemas.microsoft.com/office/drawing/2014/main" id="{31788B4A-7D0C-4B64-967B-96A03867F77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9601" name="Group 9600">
                    <a:extLst>
                      <a:ext uri="{FF2B5EF4-FFF2-40B4-BE49-F238E27FC236}">
                        <a16:creationId xmlns:a16="http://schemas.microsoft.com/office/drawing/2014/main" id="{22A9A132-7BE7-42DC-AF90-FDC45A87E534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9602" name="Group 9601">
                      <a:extLst>
                        <a:ext uri="{FF2B5EF4-FFF2-40B4-BE49-F238E27FC236}">
                          <a16:creationId xmlns:a16="http://schemas.microsoft.com/office/drawing/2014/main" id="{52310D51-4BC1-4F67-AC3E-F778901E09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9653" name="Flowchart: Connector 9652">
                        <a:extLst>
                          <a:ext uri="{FF2B5EF4-FFF2-40B4-BE49-F238E27FC236}">
                            <a16:creationId xmlns:a16="http://schemas.microsoft.com/office/drawing/2014/main" id="{254CE5CA-8E6E-442E-8C2D-9D924D8AA85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54" name="3D Model 9653" descr="Sphere">
                            <a:extLst>
                              <a:ext uri="{FF2B5EF4-FFF2-40B4-BE49-F238E27FC236}">
                                <a16:creationId xmlns:a16="http://schemas.microsoft.com/office/drawing/2014/main" id="{C5E92365-F292-4159-A7BB-B7E670CE959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67766977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655" name="Flowchart: Connector 9654">
                        <a:extLst>
                          <a:ext uri="{FF2B5EF4-FFF2-40B4-BE49-F238E27FC236}">
                            <a16:creationId xmlns:a16="http://schemas.microsoft.com/office/drawing/2014/main" id="{60739584-9E5D-41BC-906B-D056218A90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56" name="3D Model 9655" descr="Sphere">
                            <a:extLst>
                              <a:ext uri="{FF2B5EF4-FFF2-40B4-BE49-F238E27FC236}">
                                <a16:creationId xmlns:a16="http://schemas.microsoft.com/office/drawing/2014/main" id="{5ACF3D8E-B9CE-4130-8996-5E8E39B5ECA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87692944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657" name="Flowchart: Connector 9656">
                        <a:extLst>
                          <a:ext uri="{FF2B5EF4-FFF2-40B4-BE49-F238E27FC236}">
                            <a16:creationId xmlns:a16="http://schemas.microsoft.com/office/drawing/2014/main" id="{D1D6157A-627E-489D-BDCA-A6622D5B75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58" name="3D Model 9657" descr="Sphere">
                            <a:extLst>
                              <a:ext uri="{FF2B5EF4-FFF2-40B4-BE49-F238E27FC236}">
                                <a16:creationId xmlns:a16="http://schemas.microsoft.com/office/drawing/2014/main" id="{F0F86BE9-94B4-46E9-9DE2-78F87603780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9908920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659" name="Flowchart: Connector 9658">
                        <a:extLst>
                          <a:ext uri="{FF2B5EF4-FFF2-40B4-BE49-F238E27FC236}">
                            <a16:creationId xmlns:a16="http://schemas.microsoft.com/office/drawing/2014/main" id="{3A338239-1338-4121-B9E7-64CA9CA8E54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60" name="3D Model 9659" descr="Sphere">
                            <a:extLst>
                              <a:ext uri="{FF2B5EF4-FFF2-40B4-BE49-F238E27FC236}">
                                <a16:creationId xmlns:a16="http://schemas.microsoft.com/office/drawing/2014/main" id="{1F4696DB-F7F6-4676-B4AA-64AF085AD80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075113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9603" name="Group 9602">
                      <a:extLst>
                        <a:ext uri="{FF2B5EF4-FFF2-40B4-BE49-F238E27FC236}">
                          <a16:creationId xmlns:a16="http://schemas.microsoft.com/office/drawing/2014/main" id="{6B4704B9-BC5B-4F29-A1F6-799A88815D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9637" name="Flowchart: Connector 9636">
                        <a:extLst>
                          <a:ext uri="{FF2B5EF4-FFF2-40B4-BE49-F238E27FC236}">
                            <a16:creationId xmlns:a16="http://schemas.microsoft.com/office/drawing/2014/main" id="{185E89C2-7D53-4D96-9FA7-50CFBD7CCCB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38" name="Flowchart: Connector 9637">
                        <a:extLst>
                          <a:ext uri="{FF2B5EF4-FFF2-40B4-BE49-F238E27FC236}">
                            <a16:creationId xmlns:a16="http://schemas.microsoft.com/office/drawing/2014/main" id="{8150889A-50CA-4710-A85C-BE392B14230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39" name="Flowchart: Connector 9638">
                        <a:extLst>
                          <a:ext uri="{FF2B5EF4-FFF2-40B4-BE49-F238E27FC236}">
                            <a16:creationId xmlns:a16="http://schemas.microsoft.com/office/drawing/2014/main" id="{2ED0A38C-391F-44B3-B60E-01F23D15387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40" name="Flowchart: Connector 9639">
                        <a:extLst>
                          <a:ext uri="{FF2B5EF4-FFF2-40B4-BE49-F238E27FC236}">
                            <a16:creationId xmlns:a16="http://schemas.microsoft.com/office/drawing/2014/main" id="{351F1815-7779-4D8D-BC6E-3478523436E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41" name="Flowchart: Connector 9640">
                        <a:extLst>
                          <a:ext uri="{FF2B5EF4-FFF2-40B4-BE49-F238E27FC236}">
                            <a16:creationId xmlns:a16="http://schemas.microsoft.com/office/drawing/2014/main" id="{52F4047E-A03E-4BE2-A980-71819D087AB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42" name="Flowchart: Connector 9641">
                        <a:extLst>
                          <a:ext uri="{FF2B5EF4-FFF2-40B4-BE49-F238E27FC236}">
                            <a16:creationId xmlns:a16="http://schemas.microsoft.com/office/drawing/2014/main" id="{FD4C031B-54B2-450D-83D3-6C76B908185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43" name="Flowchart: Connector 9642">
                        <a:extLst>
                          <a:ext uri="{FF2B5EF4-FFF2-40B4-BE49-F238E27FC236}">
                            <a16:creationId xmlns:a16="http://schemas.microsoft.com/office/drawing/2014/main" id="{7C6AAD0E-8C4B-40B5-B9DF-3674D0D1F8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44" name="Flowchart: Connector 9643">
                        <a:extLst>
                          <a:ext uri="{FF2B5EF4-FFF2-40B4-BE49-F238E27FC236}">
                            <a16:creationId xmlns:a16="http://schemas.microsoft.com/office/drawing/2014/main" id="{2DA8FC1A-43FF-4269-B7EA-6B80E06A77E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45" name="Flowchart: Connector 9644">
                        <a:extLst>
                          <a:ext uri="{FF2B5EF4-FFF2-40B4-BE49-F238E27FC236}">
                            <a16:creationId xmlns:a16="http://schemas.microsoft.com/office/drawing/2014/main" id="{522BB94C-745F-476F-922C-7AC383B8F6E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46" name="3D Model 9645" descr="Sphere">
                            <a:extLst>
                              <a:ext uri="{FF2B5EF4-FFF2-40B4-BE49-F238E27FC236}">
                                <a16:creationId xmlns:a16="http://schemas.microsoft.com/office/drawing/2014/main" id="{E1657A18-F3A6-42C4-9CDF-41E3BA7C137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76086726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647" name="Flowchart: Connector 9646">
                        <a:extLst>
                          <a:ext uri="{FF2B5EF4-FFF2-40B4-BE49-F238E27FC236}">
                            <a16:creationId xmlns:a16="http://schemas.microsoft.com/office/drawing/2014/main" id="{AFCCD9FF-F30D-416C-962F-F93A2BC50E9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48" name="3D Model 9647" descr="Sphere">
                            <a:extLst>
                              <a:ext uri="{FF2B5EF4-FFF2-40B4-BE49-F238E27FC236}">
                                <a16:creationId xmlns:a16="http://schemas.microsoft.com/office/drawing/2014/main" id="{2B162819-ABBF-4E13-BC1D-3F4444DEADB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099249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649" name="Flowchart: Connector 9648">
                        <a:extLst>
                          <a:ext uri="{FF2B5EF4-FFF2-40B4-BE49-F238E27FC236}">
                            <a16:creationId xmlns:a16="http://schemas.microsoft.com/office/drawing/2014/main" id="{80DD51B1-951C-4433-9D0F-0F87BCFCD7F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50" name="3D Model 9649" descr="Sphere">
                            <a:extLst>
                              <a:ext uri="{FF2B5EF4-FFF2-40B4-BE49-F238E27FC236}">
                                <a16:creationId xmlns:a16="http://schemas.microsoft.com/office/drawing/2014/main" id="{9168082D-6DDD-4606-985A-7B992856BFD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33595152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651" name="Flowchart: Connector 9650">
                        <a:extLst>
                          <a:ext uri="{FF2B5EF4-FFF2-40B4-BE49-F238E27FC236}">
                            <a16:creationId xmlns:a16="http://schemas.microsoft.com/office/drawing/2014/main" id="{7B605D9E-D0CF-4493-96B8-6AF7EF41819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52" name="3D Model 9651" descr="Sphere">
                            <a:extLst>
                              <a:ext uri="{FF2B5EF4-FFF2-40B4-BE49-F238E27FC236}">
                                <a16:creationId xmlns:a16="http://schemas.microsoft.com/office/drawing/2014/main" id="{DAFF982C-28E8-4792-BFAE-C72BC2C1F64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61783761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9604" name="Group 9603">
                      <a:extLst>
                        <a:ext uri="{FF2B5EF4-FFF2-40B4-BE49-F238E27FC236}">
                          <a16:creationId xmlns:a16="http://schemas.microsoft.com/office/drawing/2014/main" id="{D9C7CAE3-1614-4817-A84C-DB232FF23F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9621" name="Flowchart: Connector 9620">
                        <a:extLst>
                          <a:ext uri="{FF2B5EF4-FFF2-40B4-BE49-F238E27FC236}">
                            <a16:creationId xmlns:a16="http://schemas.microsoft.com/office/drawing/2014/main" id="{2ED1833F-542E-4535-9C42-EA8CC695DE9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22" name="Flowchart: Connector 9621">
                        <a:extLst>
                          <a:ext uri="{FF2B5EF4-FFF2-40B4-BE49-F238E27FC236}">
                            <a16:creationId xmlns:a16="http://schemas.microsoft.com/office/drawing/2014/main" id="{577F5570-03DE-4F63-941E-41A9D42ECC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23" name="Flowchart: Connector 9622">
                        <a:extLst>
                          <a:ext uri="{FF2B5EF4-FFF2-40B4-BE49-F238E27FC236}">
                            <a16:creationId xmlns:a16="http://schemas.microsoft.com/office/drawing/2014/main" id="{413F684D-E003-4EBF-9B85-3571A30C85A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24" name="Flowchart: Connector 9623">
                        <a:extLst>
                          <a:ext uri="{FF2B5EF4-FFF2-40B4-BE49-F238E27FC236}">
                            <a16:creationId xmlns:a16="http://schemas.microsoft.com/office/drawing/2014/main" id="{5220A632-5167-4006-ABC8-3D7D1DC43A0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25" name="Flowchart: Connector 9624">
                        <a:extLst>
                          <a:ext uri="{FF2B5EF4-FFF2-40B4-BE49-F238E27FC236}">
                            <a16:creationId xmlns:a16="http://schemas.microsoft.com/office/drawing/2014/main" id="{4C37E022-1EB5-464A-9797-FDA4BE16CF6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26" name="Flowchart: Connector 9625">
                        <a:extLst>
                          <a:ext uri="{FF2B5EF4-FFF2-40B4-BE49-F238E27FC236}">
                            <a16:creationId xmlns:a16="http://schemas.microsoft.com/office/drawing/2014/main" id="{09A63251-0BF7-4993-B27F-BEAF3F6F92C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27" name="Flowchart: Connector 9626">
                        <a:extLst>
                          <a:ext uri="{FF2B5EF4-FFF2-40B4-BE49-F238E27FC236}">
                            <a16:creationId xmlns:a16="http://schemas.microsoft.com/office/drawing/2014/main" id="{CD9EBA21-D943-48D1-AD01-9C4B41F648E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28" name="Flowchart: Connector 9627">
                        <a:extLst>
                          <a:ext uri="{FF2B5EF4-FFF2-40B4-BE49-F238E27FC236}">
                            <a16:creationId xmlns:a16="http://schemas.microsoft.com/office/drawing/2014/main" id="{D13D98B6-9475-4630-B086-5743410816D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629" name="Flowchart: Connector 9628">
                        <a:extLst>
                          <a:ext uri="{FF2B5EF4-FFF2-40B4-BE49-F238E27FC236}">
                            <a16:creationId xmlns:a16="http://schemas.microsoft.com/office/drawing/2014/main" id="{E7105416-E165-44D0-B135-59DD3B45837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30" name="3D Model 9629" descr="Sphere">
                            <a:extLst>
                              <a:ext uri="{FF2B5EF4-FFF2-40B4-BE49-F238E27FC236}">
                                <a16:creationId xmlns:a16="http://schemas.microsoft.com/office/drawing/2014/main" id="{6EA698CF-7E88-414F-83D6-EDEF539503D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2353070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631" name="Flowchart: Connector 9630">
                        <a:extLst>
                          <a:ext uri="{FF2B5EF4-FFF2-40B4-BE49-F238E27FC236}">
                            <a16:creationId xmlns:a16="http://schemas.microsoft.com/office/drawing/2014/main" id="{71C3B356-8625-4645-A2D0-A378BEB4FD1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32" name="3D Model 9631" descr="Sphere">
                            <a:extLst>
                              <a:ext uri="{FF2B5EF4-FFF2-40B4-BE49-F238E27FC236}">
                                <a16:creationId xmlns:a16="http://schemas.microsoft.com/office/drawing/2014/main" id="{3059D537-69D4-4CC5-ABE9-322DD046C99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1573908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633" name="Flowchart: Connector 9632">
                        <a:extLst>
                          <a:ext uri="{FF2B5EF4-FFF2-40B4-BE49-F238E27FC236}">
                            <a16:creationId xmlns:a16="http://schemas.microsoft.com/office/drawing/2014/main" id="{9F490985-E41D-4C27-83C0-D6BF7BE3301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34" name="3D Model 9633" descr="Sphere">
                            <a:extLst>
                              <a:ext uri="{FF2B5EF4-FFF2-40B4-BE49-F238E27FC236}">
                                <a16:creationId xmlns:a16="http://schemas.microsoft.com/office/drawing/2014/main" id="{FB10774E-9105-474B-8259-6A80BEFEA79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3403310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635" name="Flowchart: Connector 9634">
                        <a:extLst>
                          <a:ext uri="{FF2B5EF4-FFF2-40B4-BE49-F238E27FC236}">
                            <a16:creationId xmlns:a16="http://schemas.microsoft.com/office/drawing/2014/main" id="{8E280A02-ED89-4F54-8328-4469CB6D249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636" name="3D Model 9635" descr="Sphere">
                            <a:extLst>
                              <a:ext uri="{FF2B5EF4-FFF2-40B4-BE49-F238E27FC236}">
                                <a16:creationId xmlns:a16="http://schemas.microsoft.com/office/drawing/2014/main" id="{E9373B76-6175-4CE1-99AD-43B72799010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465726174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9605" name="Flowchart: Connector 9604">
                      <a:extLst>
                        <a:ext uri="{FF2B5EF4-FFF2-40B4-BE49-F238E27FC236}">
                          <a16:creationId xmlns:a16="http://schemas.microsoft.com/office/drawing/2014/main" id="{942EE279-DAB6-4AAD-9609-A751805F312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606" name="Flowchart: Connector 9605">
                      <a:extLst>
                        <a:ext uri="{FF2B5EF4-FFF2-40B4-BE49-F238E27FC236}">
                          <a16:creationId xmlns:a16="http://schemas.microsoft.com/office/drawing/2014/main" id="{DD5B6262-AA2D-45B7-8DE8-A66A5A6AEDC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607" name="Flowchart: Connector 9606">
                      <a:extLst>
                        <a:ext uri="{FF2B5EF4-FFF2-40B4-BE49-F238E27FC236}">
                          <a16:creationId xmlns:a16="http://schemas.microsoft.com/office/drawing/2014/main" id="{AB956411-B89C-4680-8175-F719EEAB454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608" name="Flowchart: Connector 9607">
                      <a:extLst>
                        <a:ext uri="{FF2B5EF4-FFF2-40B4-BE49-F238E27FC236}">
                          <a16:creationId xmlns:a16="http://schemas.microsoft.com/office/drawing/2014/main" id="{4993E150-6676-4570-BD24-F8603F37EA2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609" name="Flowchart: Connector 9608">
                      <a:extLst>
                        <a:ext uri="{FF2B5EF4-FFF2-40B4-BE49-F238E27FC236}">
                          <a16:creationId xmlns:a16="http://schemas.microsoft.com/office/drawing/2014/main" id="{2C4CB515-E829-4138-A89B-B0550A47163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610" name="Flowchart: Connector 9609">
                      <a:extLst>
                        <a:ext uri="{FF2B5EF4-FFF2-40B4-BE49-F238E27FC236}">
                          <a16:creationId xmlns:a16="http://schemas.microsoft.com/office/drawing/2014/main" id="{064B9C93-76A8-49D2-93DF-A49B3995D9F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611" name="Flowchart: Connector 9610">
                      <a:extLst>
                        <a:ext uri="{FF2B5EF4-FFF2-40B4-BE49-F238E27FC236}">
                          <a16:creationId xmlns:a16="http://schemas.microsoft.com/office/drawing/2014/main" id="{20EFE4F0-DE94-4102-93F3-FCC98918A64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612" name="Flowchart: Connector 9611">
                      <a:extLst>
                        <a:ext uri="{FF2B5EF4-FFF2-40B4-BE49-F238E27FC236}">
                          <a16:creationId xmlns:a16="http://schemas.microsoft.com/office/drawing/2014/main" id="{DBA45B77-38D7-4BD9-87DB-ADF7A492E41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613" name="Flowchart: Connector 9612">
                      <a:extLst>
                        <a:ext uri="{FF2B5EF4-FFF2-40B4-BE49-F238E27FC236}">
                          <a16:creationId xmlns:a16="http://schemas.microsoft.com/office/drawing/2014/main" id="{6B21AF87-C36B-4C9A-91B5-B9E750724B8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614" name="3D Model 9613" descr="Sphere">
                          <a:extLst>
                            <a:ext uri="{FF2B5EF4-FFF2-40B4-BE49-F238E27FC236}">
                              <a16:creationId xmlns:a16="http://schemas.microsoft.com/office/drawing/2014/main" id="{667EDFFE-54DA-4CD9-A6C6-51A95118C3C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312531625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9615" name="Flowchart: Connector 9614">
                      <a:extLst>
                        <a:ext uri="{FF2B5EF4-FFF2-40B4-BE49-F238E27FC236}">
                          <a16:creationId xmlns:a16="http://schemas.microsoft.com/office/drawing/2014/main" id="{6C59FDAD-BCC9-4EB3-9001-F93B2A8868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616" name="3D Model 9615" descr="Sphere">
                          <a:extLst>
                            <a:ext uri="{FF2B5EF4-FFF2-40B4-BE49-F238E27FC236}">
                              <a16:creationId xmlns:a16="http://schemas.microsoft.com/office/drawing/2014/main" id="{B92193BA-1CF6-489C-9C7E-BEE5F05230D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3990808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9617" name="Flowchart: Connector 9616">
                      <a:extLst>
                        <a:ext uri="{FF2B5EF4-FFF2-40B4-BE49-F238E27FC236}">
                          <a16:creationId xmlns:a16="http://schemas.microsoft.com/office/drawing/2014/main" id="{140CA5D0-06F7-4681-96D8-524CB79A03B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618" name="3D Model 9617" descr="Sphere">
                          <a:extLst>
                            <a:ext uri="{FF2B5EF4-FFF2-40B4-BE49-F238E27FC236}">
                              <a16:creationId xmlns:a16="http://schemas.microsoft.com/office/drawing/2014/main" id="{F0D2E354-70DA-4AD5-A1CA-06F87F8C4E4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958112545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9619" name="Flowchart: Connector 9618">
                      <a:extLst>
                        <a:ext uri="{FF2B5EF4-FFF2-40B4-BE49-F238E27FC236}">
                          <a16:creationId xmlns:a16="http://schemas.microsoft.com/office/drawing/2014/main" id="{78DB0642-9543-4731-970D-BE3AAC0596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620" name="3D Model 9619" descr="Sphere">
                          <a:extLst>
                            <a:ext uri="{FF2B5EF4-FFF2-40B4-BE49-F238E27FC236}">
                              <a16:creationId xmlns:a16="http://schemas.microsoft.com/office/drawing/2014/main" id="{E5E95CDC-5C11-467B-B035-B51C8E1B261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462723726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9570" name="Freeform: Shape 9569">
                  <a:extLst>
                    <a:ext uri="{FF2B5EF4-FFF2-40B4-BE49-F238E27FC236}">
                      <a16:creationId xmlns:a16="http://schemas.microsoft.com/office/drawing/2014/main" id="{CEFCD0A5-862B-46D9-BA5C-1CAE65162F99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571" name="Freeform: Shape 9570">
                  <a:extLst>
                    <a:ext uri="{FF2B5EF4-FFF2-40B4-BE49-F238E27FC236}">
                      <a16:creationId xmlns:a16="http://schemas.microsoft.com/office/drawing/2014/main" id="{92B0F7E0-20F2-43CF-A8F2-B41258F65CDB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572" name="Freeform: Shape 9571">
                  <a:extLst>
                    <a:ext uri="{FF2B5EF4-FFF2-40B4-BE49-F238E27FC236}">
                      <a16:creationId xmlns:a16="http://schemas.microsoft.com/office/drawing/2014/main" id="{57A17291-5E57-4667-930F-E115AC9AD5F9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573" name="Freeform: Shape 9572">
                  <a:extLst>
                    <a:ext uri="{FF2B5EF4-FFF2-40B4-BE49-F238E27FC236}">
                      <a16:creationId xmlns:a16="http://schemas.microsoft.com/office/drawing/2014/main" id="{35732582-A34D-4A68-B1E9-D68E79DAEF3B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574" name="Freeform: Shape 9573">
                  <a:extLst>
                    <a:ext uri="{FF2B5EF4-FFF2-40B4-BE49-F238E27FC236}">
                      <a16:creationId xmlns:a16="http://schemas.microsoft.com/office/drawing/2014/main" id="{9789CCF6-70A1-49DB-BC94-3D550B5BB699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575" name="Freeform: Shape 9574">
                  <a:extLst>
                    <a:ext uri="{FF2B5EF4-FFF2-40B4-BE49-F238E27FC236}">
                      <a16:creationId xmlns:a16="http://schemas.microsoft.com/office/drawing/2014/main" id="{F10F7E8C-F35B-4B3F-968C-D1172C6C5619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576" name="Freeform: Shape 9575">
                  <a:extLst>
                    <a:ext uri="{FF2B5EF4-FFF2-40B4-BE49-F238E27FC236}">
                      <a16:creationId xmlns:a16="http://schemas.microsoft.com/office/drawing/2014/main" id="{EC76ED1C-8851-488C-ABF8-14CC4DA5E4A8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577" name="Freeform: Shape 9576">
                  <a:extLst>
                    <a:ext uri="{FF2B5EF4-FFF2-40B4-BE49-F238E27FC236}">
                      <a16:creationId xmlns:a16="http://schemas.microsoft.com/office/drawing/2014/main" id="{1CBBE5B9-344F-4327-AE0B-AF9266DFF2DD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578" name="Freeform: Shape 9577">
                  <a:extLst>
                    <a:ext uri="{FF2B5EF4-FFF2-40B4-BE49-F238E27FC236}">
                      <a16:creationId xmlns:a16="http://schemas.microsoft.com/office/drawing/2014/main" id="{712C8DFB-2044-446F-817F-2DD099DC6269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579" name="Freeform: Shape 9578">
                  <a:extLst>
                    <a:ext uri="{FF2B5EF4-FFF2-40B4-BE49-F238E27FC236}">
                      <a16:creationId xmlns:a16="http://schemas.microsoft.com/office/drawing/2014/main" id="{2BCD5AD6-828F-4C50-9ADC-B36D94DD0A12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580" name="Freeform: Shape 9579">
                  <a:extLst>
                    <a:ext uri="{FF2B5EF4-FFF2-40B4-BE49-F238E27FC236}">
                      <a16:creationId xmlns:a16="http://schemas.microsoft.com/office/drawing/2014/main" id="{F9020CD3-A741-48D2-BA63-5C69E9E23F42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581" name="Freeform: Shape 9580">
                  <a:extLst>
                    <a:ext uri="{FF2B5EF4-FFF2-40B4-BE49-F238E27FC236}">
                      <a16:creationId xmlns:a16="http://schemas.microsoft.com/office/drawing/2014/main" id="{2349F29E-8D29-4091-A4B5-6F2F8AA0A855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9566" name="Freeform: Shape 9565">
                <a:extLst>
                  <a:ext uri="{FF2B5EF4-FFF2-40B4-BE49-F238E27FC236}">
                    <a16:creationId xmlns:a16="http://schemas.microsoft.com/office/drawing/2014/main" id="{A76E342E-C775-406B-88D2-94CAAA761F23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9567" name="Freeform: Shape 9566">
                <a:extLst>
                  <a:ext uri="{FF2B5EF4-FFF2-40B4-BE49-F238E27FC236}">
                    <a16:creationId xmlns:a16="http://schemas.microsoft.com/office/drawing/2014/main" id="{BF15D0CA-E688-44B2-AEA1-6002D529005F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9568" name="Freeform: Shape 9567">
                <a:extLst>
                  <a:ext uri="{FF2B5EF4-FFF2-40B4-BE49-F238E27FC236}">
                    <a16:creationId xmlns:a16="http://schemas.microsoft.com/office/drawing/2014/main" id="{EA857381-555D-435B-BDB0-9ED082EC2891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9864" name="Group 9863">
              <a:extLst>
                <a:ext uri="{FF2B5EF4-FFF2-40B4-BE49-F238E27FC236}">
                  <a16:creationId xmlns:a16="http://schemas.microsoft.com/office/drawing/2014/main" id="{77DAB104-B39A-4E8A-BD91-40E308BB1AA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418034" y="6027249"/>
              <a:ext cx="521735" cy="419131"/>
              <a:chOff x="558227" y="4289344"/>
              <a:chExt cx="2384501" cy="2135404"/>
            </a:xfrm>
          </p:grpSpPr>
          <p:grpSp>
            <p:nvGrpSpPr>
              <p:cNvPr id="9865" name="Group 9864">
                <a:extLst>
                  <a:ext uri="{FF2B5EF4-FFF2-40B4-BE49-F238E27FC236}">
                    <a16:creationId xmlns:a16="http://schemas.microsoft.com/office/drawing/2014/main" id="{4F8B2BAD-48A8-49BA-A924-590CDA400A96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9869" name="Group 9868">
                  <a:extLst>
                    <a:ext uri="{FF2B5EF4-FFF2-40B4-BE49-F238E27FC236}">
                      <a16:creationId xmlns:a16="http://schemas.microsoft.com/office/drawing/2014/main" id="{179B43AE-D2DE-40B4-A8B7-5F5FC6C2C16D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9882" name="Group 9881">
                    <a:extLst>
                      <a:ext uri="{FF2B5EF4-FFF2-40B4-BE49-F238E27FC236}">
                        <a16:creationId xmlns:a16="http://schemas.microsoft.com/office/drawing/2014/main" id="{E429C7ED-078B-4731-A5A5-202865521257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10103" name="Group 10102">
                      <a:extLst>
                        <a:ext uri="{FF2B5EF4-FFF2-40B4-BE49-F238E27FC236}">
                          <a16:creationId xmlns:a16="http://schemas.microsoft.com/office/drawing/2014/main" id="{22B29947-A50C-4FA7-9E45-C3BD757E0D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10160" name="Flowchart: Connector 10159">
                        <a:extLst>
                          <a:ext uri="{FF2B5EF4-FFF2-40B4-BE49-F238E27FC236}">
                            <a16:creationId xmlns:a16="http://schemas.microsoft.com/office/drawing/2014/main" id="{93F8AC04-7E26-4872-B555-A7FD622D31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161" name="Flowchart: Connector 10160">
                        <a:extLst>
                          <a:ext uri="{FF2B5EF4-FFF2-40B4-BE49-F238E27FC236}">
                            <a16:creationId xmlns:a16="http://schemas.microsoft.com/office/drawing/2014/main" id="{74F47AEF-9653-464E-9CC1-205AAB7035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162" name="Flowchart: Connector 10161">
                        <a:extLst>
                          <a:ext uri="{FF2B5EF4-FFF2-40B4-BE49-F238E27FC236}">
                            <a16:creationId xmlns:a16="http://schemas.microsoft.com/office/drawing/2014/main" id="{ADCD0B19-2114-470E-A888-CEC9F1CC023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163" name="Flowchart: Connector 10162">
                        <a:extLst>
                          <a:ext uri="{FF2B5EF4-FFF2-40B4-BE49-F238E27FC236}">
                            <a16:creationId xmlns:a16="http://schemas.microsoft.com/office/drawing/2014/main" id="{834F0B2A-4056-4044-9BBF-AB8730D6D6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0104" name="Group 10103">
                      <a:extLst>
                        <a:ext uri="{FF2B5EF4-FFF2-40B4-BE49-F238E27FC236}">
                          <a16:creationId xmlns:a16="http://schemas.microsoft.com/office/drawing/2014/main" id="{0F99EAD8-2F50-4D6A-A13E-A35FE9D49C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10105" name="Group 10104">
                        <a:extLst>
                          <a:ext uri="{FF2B5EF4-FFF2-40B4-BE49-F238E27FC236}">
                            <a16:creationId xmlns:a16="http://schemas.microsoft.com/office/drawing/2014/main" id="{8A6CEBD6-F68E-446E-9DCD-5DC15F6C25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153" name="3D Model 10152" descr="Sphere">
                              <a:extLst>
                                <a:ext uri="{FF2B5EF4-FFF2-40B4-BE49-F238E27FC236}">
                                  <a16:creationId xmlns:a16="http://schemas.microsoft.com/office/drawing/2014/main" id="{BDCBBAB8-C452-487F-92EC-98D94327595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6523040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154" name="Flowchart: Connector 10153">
                          <a:extLst>
                            <a:ext uri="{FF2B5EF4-FFF2-40B4-BE49-F238E27FC236}">
                              <a16:creationId xmlns:a16="http://schemas.microsoft.com/office/drawing/2014/main" id="{573FAB66-9DC7-41BA-84C7-59B87EA01D6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155" name="3D Model 10154" descr="Sphere">
                              <a:extLst>
                                <a:ext uri="{FF2B5EF4-FFF2-40B4-BE49-F238E27FC236}">
                                  <a16:creationId xmlns:a16="http://schemas.microsoft.com/office/drawing/2014/main" id="{03C5B00C-9882-43DC-A268-0F5D7B33E15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502675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156" name="Flowchart: Connector 10155">
                          <a:extLst>
                            <a:ext uri="{FF2B5EF4-FFF2-40B4-BE49-F238E27FC236}">
                              <a16:creationId xmlns:a16="http://schemas.microsoft.com/office/drawing/2014/main" id="{EF72BB01-F55D-4E8A-92E7-64D76C1574D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157" name="3D Model 10156" descr="Sphere">
                              <a:extLst>
                                <a:ext uri="{FF2B5EF4-FFF2-40B4-BE49-F238E27FC236}">
                                  <a16:creationId xmlns:a16="http://schemas.microsoft.com/office/drawing/2014/main" id="{B1F60ABD-A274-463C-BE34-4E8F7158363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1452497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158" name="Flowchart: Connector 10157">
                          <a:extLst>
                            <a:ext uri="{FF2B5EF4-FFF2-40B4-BE49-F238E27FC236}">
                              <a16:creationId xmlns:a16="http://schemas.microsoft.com/office/drawing/2014/main" id="{2E56E822-0CBE-49CF-9201-AEBDAB917B2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159" name="3D Model 10158" descr="Sphere">
                              <a:extLst>
                                <a:ext uri="{FF2B5EF4-FFF2-40B4-BE49-F238E27FC236}">
                                  <a16:creationId xmlns:a16="http://schemas.microsoft.com/office/drawing/2014/main" id="{6FC76455-AA3F-4D68-BE47-6D8DAF2CE61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9365527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106" name="Group 10105">
                        <a:extLst>
                          <a:ext uri="{FF2B5EF4-FFF2-40B4-BE49-F238E27FC236}">
                            <a16:creationId xmlns:a16="http://schemas.microsoft.com/office/drawing/2014/main" id="{7F30F727-922B-4564-A3DE-033CB344E7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0138" name="Flowchart: Connector 10137">
                          <a:extLst>
                            <a:ext uri="{FF2B5EF4-FFF2-40B4-BE49-F238E27FC236}">
                              <a16:creationId xmlns:a16="http://schemas.microsoft.com/office/drawing/2014/main" id="{F10FAFB8-E670-4673-BE0C-7654AD6B1C3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39" name="Flowchart: Connector 10138">
                          <a:extLst>
                            <a:ext uri="{FF2B5EF4-FFF2-40B4-BE49-F238E27FC236}">
                              <a16:creationId xmlns:a16="http://schemas.microsoft.com/office/drawing/2014/main" id="{92198A11-1933-4934-8C06-0E79AD5EBCA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40" name="Flowchart: Connector 10139">
                          <a:extLst>
                            <a:ext uri="{FF2B5EF4-FFF2-40B4-BE49-F238E27FC236}">
                              <a16:creationId xmlns:a16="http://schemas.microsoft.com/office/drawing/2014/main" id="{82F5D40D-EBDB-472A-AC13-44783E0EC4A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41" name="Flowchart: Connector 10140">
                          <a:extLst>
                            <a:ext uri="{FF2B5EF4-FFF2-40B4-BE49-F238E27FC236}">
                              <a16:creationId xmlns:a16="http://schemas.microsoft.com/office/drawing/2014/main" id="{8B27BE36-92B8-4242-BCA2-5890906E098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42" name="Flowchart: Connector 10141">
                          <a:extLst>
                            <a:ext uri="{FF2B5EF4-FFF2-40B4-BE49-F238E27FC236}">
                              <a16:creationId xmlns:a16="http://schemas.microsoft.com/office/drawing/2014/main" id="{A81CB577-A08E-4802-A2CB-A526AA03C4A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43" name="Flowchart: Connector 10142">
                          <a:extLst>
                            <a:ext uri="{FF2B5EF4-FFF2-40B4-BE49-F238E27FC236}">
                              <a16:creationId xmlns:a16="http://schemas.microsoft.com/office/drawing/2014/main" id="{F2D9A4E1-8202-45EF-8C7F-1606D5401E8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44" name="Flowchart: Connector 10143">
                          <a:extLst>
                            <a:ext uri="{FF2B5EF4-FFF2-40B4-BE49-F238E27FC236}">
                              <a16:creationId xmlns:a16="http://schemas.microsoft.com/office/drawing/2014/main" id="{434896D4-A6ED-4E69-B617-08BEBF7AF4A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45" name="Flowchart: Connector 10144">
                          <a:extLst>
                            <a:ext uri="{FF2B5EF4-FFF2-40B4-BE49-F238E27FC236}">
                              <a16:creationId xmlns:a16="http://schemas.microsoft.com/office/drawing/2014/main" id="{52DF837C-DFF3-46A5-AAA2-7DE7A416725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146" name="3D Model 10145" descr="Sphere">
                              <a:extLst>
                                <a:ext uri="{FF2B5EF4-FFF2-40B4-BE49-F238E27FC236}">
                                  <a16:creationId xmlns:a16="http://schemas.microsoft.com/office/drawing/2014/main" id="{3D8140C2-EEB2-42A7-9113-8CD35D285B0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9121407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147" name="Flowchart: Connector 10146">
                          <a:extLst>
                            <a:ext uri="{FF2B5EF4-FFF2-40B4-BE49-F238E27FC236}">
                              <a16:creationId xmlns:a16="http://schemas.microsoft.com/office/drawing/2014/main" id="{CC1A4B84-0409-485D-849B-83EC56FE421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148" name="3D Model 10147" descr="Sphere">
                              <a:extLst>
                                <a:ext uri="{FF2B5EF4-FFF2-40B4-BE49-F238E27FC236}">
                                  <a16:creationId xmlns:a16="http://schemas.microsoft.com/office/drawing/2014/main" id="{928D7690-545F-4D00-84B1-3F029F4DDDB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7229357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149" name="Flowchart: Connector 10148">
                          <a:extLst>
                            <a:ext uri="{FF2B5EF4-FFF2-40B4-BE49-F238E27FC236}">
                              <a16:creationId xmlns:a16="http://schemas.microsoft.com/office/drawing/2014/main" id="{8BF3D3CA-61EB-4509-9351-4CDFF519733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150" name="3D Model 10149" descr="Sphere">
                              <a:extLst>
                                <a:ext uri="{FF2B5EF4-FFF2-40B4-BE49-F238E27FC236}">
                                  <a16:creationId xmlns:a16="http://schemas.microsoft.com/office/drawing/2014/main" id="{BFF4CAC7-158A-4A46-9226-934897F9AC4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4832519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151" name="Flowchart: Connector 10150">
                          <a:extLst>
                            <a:ext uri="{FF2B5EF4-FFF2-40B4-BE49-F238E27FC236}">
                              <a16:creationId xmlns:a16="http://schemas.microsoft.com/office/drawing/2014/main" id="{0C784519-862B-4CBE-860A-573A97CA9A0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152" name="3D Model 10151" descr="Sphere">
                              <a:extLst>
                                <a:ext uri="{FF2B5EF4-FFF2-40B4-BE49-F238E27FC236}">
                                  <a16:creationId xmlns:a16="http://schemas.microsoft.com/office/drawing/2014/main" id="{1B75491D-01E0-41EB-B209-61A03A73CCC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4524676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107" name="Group 10106">
                        <a:extLst>
                          <a:ext uri="{FF2B5EF4-FFF2-40B4-BE49-F238E27FC236}">
                            <a16:creationId xmlns:a16="http://schemas.microsoft.com/office/drawing/2014/main" id="{5F15F973-8913-4900-9002-EAF1FFF238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0123" name="Flowchart: Connector 10122">
                          <a:extLst>
                            <a:ext uri="{FF2B5EF4-FFF2-40B4-BE49-F238E27FC236}">
                              <a16:creationId xmlns:a16="http://schemas.microsoft.com/office/drawing/2014/main" id="{87ED3623-A643-44D5-8AE7-02E569330D5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24" name="Flowchart: Connector 10123">
                          <a:extLst>
                            <a:ext uri="{FF2B5EF4-FFF2-40B4-BE49-F238E27FC236}">
                              <a16:creationId xmlns:a16="http://schemas.microsoft.com/office/drawing/2014/main" id="{43A6694F-F019-4137-A51B-574164DA80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25" name="Flowchart: Connector 10124">
                          <a:extLst>
                            <a:ext uri="{FF2B5EF4-FFF2-40B4-BE49-F238E27FC236}">
                              <a16:creationId xmlns:a16="http://schemas.microsoft.com/office/drawing/2014/main" id="{CB4DB4A7-AD60-477E-A8E0-FE97D3EEACE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26" name="Flowchart: Connector 10125">
                          <a:extLst>
                            <a:ext uri="{FF2B5EF4-FFF2-40B4-BE49-F238E27FC236}">
                              <a16:creationId xmlns:a16="http://schemas.microsoft.com/office/drawing/2014/main" id="{D8955BD9-EBF0-41EB-A6FF-F6EB2AD09F2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27" name="Flowchart: Connector 10126">
                          <a:extLst>
                            <a:ext uri="{FF2B5EF4-FFF2-40B4-BE49-F238E27FC236}">
                              <a16:creationId xmlns:a16="http://schemas.microsoft.com/office/drawing/2014/main" id="{BD38E7F2-5C47-436A-A449-2E5AD57D164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28" name="Flowchart: Connector 10127">
                          <a:extLst>
                            <a:ext uri="{FF2B5EF4-FFF2-40B4-BE49-F238E27FC236}">
                              <a16:creationId xmlns:a16="http://schemas.microsoft.com/office/drawing/2014/main" id="{0491C7F2-4D80-48AC-9629-00E3258B9B2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29" name="Flowchart: Connector 10128">
                          <a:extLst>
                            <a:ext uri="{FF2B5EF4-FFF2-40B4-BE49-F238E27FC236}">
                              <a16:creationId xmlns:a16="http://schemas.microsoft.com/office/drawing/2014/main" id="{2A39ED9E-7F27-4F2E-A1A8-23965E7D96E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130" name="Flowchart: Connector 10129">
                          <a:extLst>
                            <a:ext uri="{FF2B5EF4-FFF2-40B4-BE49-F238E27FC236}">
                              <a16:creationId xmlns:a16="http://schemas.microsoft.com/office/drawing/2014/main" id="{0D6849CA-B3A7-4EB8-805A-9974B8F768A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131" name="3D Model 10130" descr="Sphere">
                              <a:extLst>
                                <a:ext uri="{FF2B5EF4-FFF2-40B4-BE49-F238E27FC236}">
                                  <a16:creationId xmlns:a16="http://schemas.microsoft.com/office/drawing/2014/main" id="{730CFB23-8EC5-497F-BB72-A3BBEA2CAAE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9867280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132" name="Flowchart: Connector 10131">
                          <a:extLst>
                            <a:ext uri="{FF2B5EF4-FFF2-40B4-BE49-F238E27FC236}">
                              <a16:creationId xmlns:a16="http://schemas.microsoft.com/office/drawing/2014/main" id="{6FAE3001-FF87-444B-9C6B-700E9283E0C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133" name="3D Model 10132" descr="Sphere">
                              <a:extLst>
                                <a:ext uri="{FF2B5EF4-FFF2-40B4-BE49-F238E27FC236}">
                                  <a16:creationId xmlns:a16="http://schemas.microsoft.com/office/drawing/2014/main" id="{7F1426B5-8B7D-44D7-9DC7-EB4E4186426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9784971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134" name="Flowchart: Connector 10133">
                          <a:extLst>
                            <a:ext uri="{FF2B5EF4-FFF2-40B4-BE49-F238E27FC236}">
                              <a16:creationId xmlns:a16="http://schemas.microsoft.com/office/drawing/2014/main" id="{36C3EE7A-03DD-404E-877F-B431862DFE0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135" name="3D Model 10134" descr="Sphere">
                              <a:extLst>
                                <a:ext uri="{FF2B5EF4-FFF2-40B4-BE49-F238E27FC236}">
                                  <a16:creationId xmlns:a16="http://schemas.microsoft.com/office/drawing/2014/main" id="{2B34870E-7B71-4D5B-BA2E-38D979061A5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0912816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136" name="Flowchart: Connector 10135">
                          <a:extLst>
                            <a:ext uri="{FF2B5EF4-FFF2-40B4-BE49-F238E27FC236}">
                              <a16:creationId xmlns:a16="http://schemas.microsoft.com/office/drawing/2014/main" id="{14DA4E79-BD86-407C-92E4-FD212F99346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137" name="3D Model 10136" descr="Sphere">
                              <a:extLst>
                                <a:ext uri="{FF2B5EF4-FFF2-40B4-BE49-F238E27FC236}">
                                  <a16:creationId xmlns:a16="http://schemas.microsoft.com/office/drawing/2014/main" id="{F892AC7A-95C0-4FB3-A3B6-FA47D7B1945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9890297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0108" name="Flowchart: Connector 10107">
                        <a:extLst>
                          <a:ext uri="{FF2B5EF4-FFF2-40B4-BE49-F238E27FC236}">
                            <a16:creationId xmlns:a16="http://schemas.microsoft.com/office/drawing/2014/main" id="{3FA9675E-D80E-4D4C-B41E-647582C0AA5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109" name="Flowchart: Connector 10108">
                        <a:extLst>
                          <a:ext uri="{FF2B5EF4-FFF2-40B4-BE49-F238E27FC236}">
                            <a16:creationId xmlns:a16="http://schemas.microsoft.com/office/drawing/2014/main" id="{984B0B35-14E3-4036-BD93-23EDF29967B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110" name="Flowchart: Connector 10109">
                        <a:extLst>
                          <a:ext uri="{FF2B5EF4-FFF2-40B4-BE49-F238E27FC236}">
                            <a16:creationId xmlns:a16="http://schemas.microsoft.com/office/drawing/2014/main" id="{356687B8-FEA0-454A-835B-06B37B8CB72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111" name="Flowchart: Connector 10110">
                        <a:extLst>
                          <a:ext uri="{FF2B5EF4-FFF2-40B4-BE49-F238E27FC236}">
                            <a16:creationId xmlns:a16="http://schemas.microsoft.com/office/drawing/2014/main" id="{7044BDB8-7382-4C50-9291-6C35F6E178D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112" name="Flowchart: Connector 10111">
                        <a:extLst>
                          <a:ext uri="{FF2B5EF4-FFF2-40B4-BE49-F238E27FC236}">
                            <a16:creationId xmlns:a16="http://schemas.microsoft.com/office/drawing/2014/main" id="{3079DA5C-1AED-4216-B8DA-80C92800FD9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113" name="Flowchart: Connector 10112">
                        <a:extLst>
                          <a:ext uri="{FF2B5EF4-FFF2-40B4-BE49-F238E27FC236}">
                            <a16:creationId xmlns:a16="http://schemas.microsoft.com/office/drawing/2014/main" id="{4E1B418A-D902-4A38-A3DA-9FA306903E8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114" name="Flowchart: Connector 10113">
                        <a:extLst>
                          <a:ext uri="{FF2B5EF4-FFF2-40B4-BE49-F238E27FC236}">
                            <a16:creationId xmlns:a16="http://schemas.microsoft.com/office/drawing/2014/main" id="{9D465BF6-FB93-4195-AC07-BEB680549AD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115" name="Flowchart: Connector 10114">
                        <a:extLst>
                          <a:ext uri="{FF2B5EF4-FFF2-40B4-BE49-F238E27FC236}">
                            <a16:creationId xmlns:a16="http://schemas.microsoft.com/office/drawing/2014/main" id="{21C04F17-8235-4FF9-9FBE-2C5005FE2D6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116" name="3D Model 10115" descr="Sphere">
                            <a:extLst>
                              <a:ext uri="{FF2B5EF4-FFF2-40B4-BE49-F238E27FC236}">
                                <a16:creationId xmlns:a16="http://schemas.microsoft.com/office/drawing/2014/main" id="{81E79C3A-DFED-4CF7-B84F-F168D7545C0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87781578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117" name="Flowchart: Connector 10116">
                        <a:extLst>
                          <a:ext uri="{FF2B5EF4-FFF2-40B4-BE49-F238E27FC236}">
                            <a16:creationId xmlns:a16="http://schemas.microsoft.com/office/drawing/2014/main" id="{6A2CED2E-A8E0-4059-A0F7-8269C82B2AC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118" name="3D Model 10117" descr="Sphere">
                            <a:extLst>
                              <a:ext uri="{FF2B5EF4-FFF2-40B4-BE49-F238E27FC236}">
                                <a16:creationId xmlns:a16="http://schemas.microsoft.com/office/drawing/2014/main" id="{5ABA9868-8021-4930-BF5C-E8D1EC5D9AA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69864107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119" name="Flowchart: Connector 10118">
                        <a:extLst>
                          <a:ext uri="{FF2B5EF4-FFF2-40B4-BE49-F238E27FC236}">
                            <a16:creationId xmlns:a16="http://schemas.microsoft.com/office/drawing/2014/main" id="{2424E273-CB2F-4E06-8C58-6A9F8FFB3B7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120" name="3D Model 10119" descr="Sphere">
                            <a:extLst>
                              <a:ext uri="{FF2B5EF4-FFF2-40B4-BE49-F238E27FC236}">
                                <a16:creationId xmlns:a16="http://schemas.microsoft.com/office/drawing/2014/main" id="{ED7E61F2-2DD4-40ED-BF3B-29CFF30FC83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2802025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121" name="Flowchart: Connector 10120">
                        <a:extLst>
                          <a:ext uri="{FF2B5EF4-FFF2-40B4-BE49-F238E27FC236}">
                            <a16:creationId xmlns:a16="http://schemas.microsoft.com/office/drawing/2014/main" id="{CFE0098D-E5BC-4094-9356-BFE71AC02DD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122" name="3D Model 10121" descr="Sphere">
                            <a:extLst>
                              <a:ext uri="{FF2B5EF4-FFF2-40B4-BE49-F238E27FC236}">
                                <a16:creationId xmlns:a16="http://schemas.microsoft.com/office/drawing/2014/main" id="{DF0A929F-120C-4569-BFC8-0879477E241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82838578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9883" name="Group 9882">
                    <a:extLst>
                      <a:ext uri="{FF2B5EF4-FFF2-40B4-BE49-F238E27FC236}">
                        <a16:creationId xmlns:a16="http://schemas.microsoft.com/office/drawing/2014/main" id="{0315E9FD-033E-4032-9E15-1660A14B5918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0100" name="Flowchart: Connector 10099">
                      <a:extLst>
                        <a:ext uri="{FF2B5EF4-FFF2-40B4-BE49-F238E27FC236}">
                          <a16:creationId xmlns:a16="http://schemas.microsoft.com/office/drawing/2014/main" id="{C566A555-0C5B-4886-869B-EE3B342C449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101" name="Flowchart: Connector 10100">
                      <a:extLst>
                        <a:ext uri="{FF2B5EF4-FFF2-40B4-BE49-F238E27FC236}">
                          <a16:creationId xmlns:a16="http://schemas.microsoft.com/office/drawing/2014/main" id="{1EA2B2E3-B85F-4D5A-A5B4-873A429EE5E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102" name="Flowchart: Connector 10101">
                      <a:extLst>
                        <a:ext uri="{FF2B5EF4-FFF2-40B4-BE49-F238E27FC236}">
                          <a16:creationId xmlns:a16="http://schemas.microsoft.com/office/drawing/2014/main" id="{81B278BD-5C4F-456E-B0D5-4C4E65307FF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9884" name="Flowchart: Connector 9883">
                    <a:extLst>
                      <a:ext uri="{FF2B5EF4-FFF2-40B4-BE49-F238E27FC236}">
                        <a16:creationId xmlns:a16="http://schemas.microsoft.com/office/drawing/2014/main" id="{072A198A-542E-4141-AFD8-799233CDCC2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885" name="Flowchart: Connector 9884">
                    <a:extLst>
                      <a:ext uri="{FF2B5EF4-FFF2-40B4-BE49-F238E27FC236}">
                        <a16:creationId xmlns:a16="http://schemas.microsoft.com/office/drawing/2014/main" id="{8687BB75-67ED-4383-B326-148C94FF8E6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9886" name="Group 9885">
                    <a:extLst>
                      <a:ext uri="{FF2B5EF4-FFF2-40B4-BE49-F238E27FC236}">
                        <a16:creationId xmlns:a16="http://schemas.microsoft.com/office/drawing/2014/main" id="{31AE1EE9-E4AF-4654-BAD1-60153BA21348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10097" name="Flowchart: Connector 10096">
                      <a:extLst>
                        <a:ext uri="{FF2B5EF4-FFF2-40B4-BE49-F238E27FC236}">
                          <a16:creationId xmlns:a16="http://schemas.microsoft.com/office/drawing/2014/main" id="{7270785C-FAC7-4F5B-BEA4-06E5C1EF679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098" name="Flowchart: Connector 10097">
                      <a:extLst>
                        <a:ext uri="{FF2B5EF4-FFF2-40B4-BE49-F238E27FC236}">
                          <a16:creationId xmlns:a16="http://schemas.microsoft.com/office/drawing/2014/main" id="{EF2D9121-58CE-480B-8BF3-570851439A9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099" name="Flowchart: Connector 10098">
                      <a:extLst>
                        <a:ext uri="{FF2B5EF4-FFF2-40B4-BE49-F238E27FC236}">
                          <a16:creationId xmlns:a16="http://schemas.microsoft.com/office/drawing/2014/main" id="{6D8A8AC1-A28F-4B65-AC81-075695A518D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9887" name="Group 9886">
                    <a:extLst>
                      <a:ext uri="{FF2B5EF4-FFF2-40B4-BE49-F238E27FC236}">
                        <a16:creationId xmlns:a16="http://schemas.microsoft.com/office/drawing/2014/main" id="{B02DDFE6-E363-4BBD-9A57-2033D1E32B85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10032" name="Group 10031">
                      <a:extLst>
                        <a:ext uri="{FF2B5EF4-FFF2-40B4-BE49-F238E27FC236}">
                          <a16:creationId xmlns:a16="http://schemas.microsoft.com/office/drawing/2014/main" id="{4E2B4BF4-056A-4DBF-8593-5962508F10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10093" name="Flowchart: Connector 10092">
                        <a:extLst>
                          <a:ext uri="{FF2B5EF4-FFF2-40B4-BE49-F238E27FC236}">
                            <a16:creationId xmlns:a16="http://schemas.microsoft.com/office/drawing/2014/main" id="{3EE8CF79-231A-41AB-92B7-4B5827A627C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94" name="Flowchart: Connector 10093">
                        <a:extLst>
                          <a:ext uri="{FF2B5EF4-FFF2-40B4-BE49-F238E27FC236}">
                            <a16:creationId xmlns:a16="http://schemas.microsoft.com/office/drawing/2014/main" id="{7223D793-CCE1-4230-9799-0DCC52686C9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95" name="Flowchart: Connector 10094">
                        <a:extLst>
                          <a:ext uri="{FF2B5EF4-FFF2-40B4-BE49-F238E27FC236}">
                            <a16:creationId xmlns:a16="http://schemas.microsoft.com/office/drawing/2014/main" id="{01B21DA5-E3B2-4483-88D5-A7D4D903FB6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96" name="Flowchart: Connector 10095">
                        <a:extLst>
                          <a:ext uri="{FF2B5EF4-FFF2-40B4-BE49-F238E27FC236}">
                            <a16:creationId xmlns:a16="http://schemas.microsoft.com/office/drawing/2014/main" id="{C30A4E96-2EBE-4A4C-B287-95DFB1151A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0033" name="Group 10032">
                      <a:extLst>
                        <a:ext uri="{FF2B5EF4-FFF2-40B4-BE49-F238E27FC236}">
                          <a16:creationId xmlns:a16="http://schemas.microsoft.com/office/drawing/2014/main" id="{980EF82E-818A-4423-8660-965C85A2B6A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10034" name="Group 10033">
                        <a:extLst>
                          <a:ext uri="{FF2B5EF4-FFF2-40B4-BE49-F238E27FC236}">
                            <a16:creationId xmlns:a16="http://schemas.microsoft.com/office/drawing/2014/main" id="{CAC9898C-7542-41BF-B218-8D89363898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0085" name="Flowchart: Connector 10084">
                          <a:extLst>
                            <a:ext uri="{FF2B5EF4-FFF2-40B4-BE49-F238E27FC236}">
                              <a16:creationId xmlns:a16="http://schemas.microsoft.com/office/drawing/2014/main" id="{3ABC9C0E-8C5A-49CE-AE6F-C4E2BEBCC97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86" name="3D Model 10085" descr="Sphere">
                              <a:extLst>
                                <a:ext uri="{FF2B5EF4-FFF2-40B4-BE49-F238E27FC236}">
                                  <a16:creationId xmlns:a16="http://schemas.microsoft.com/office/drawing/2014/main" id="{649AEC50-FB87-4E3D-B69D-9733D1122E5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0719873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87" name="Flowchart: Connector 10086">
                          <a:extLst>
                            <a:ext uri="{FF2B5EF4-FFF2-40B4-BE49-F238E27FC236}">
                              <a16:creationId xmlns:a16="http://schemas.microsoft.com/office/drawing/2014/main" id="{0200247D-7372-4078-A701-23E7866F7CC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88" name="3D Model 10087" descr="Sphere">
                              <a:extLst>
                                <a:ext uri="{FF2B5EF4-FFF2-40B4-BE49-F238E27FC236}">
                                  <a16:creationId xmlns:a16="http://schemas.microsoft.com/office/drawing/2014/main" id="{1F72FAD0-9CBA-41A3-AD15-010F7746659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3426755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89" name="Flowchart: Connector 10088">
                          <a:extLst>
                            <a:ext uri="{FF2B5EF4-FFF2-40B4-BE49-F238E27FC236}">
                              <a16:creationId xmlns:a16="http://schemas.microsoft.com/office/drawing/2014/main" id="{A758585D-1B79-490C-ABAC-13F6FFB7CAA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90" name="3D Model 10089" descr="Sphere">
                              <a:extLst>
                                <a:ext uri="{FF2B5EF4-FFF2-40B4-BE49-F238E27FC236}">
                                  <a16:creationId xmlns:a16="http://schemas.microsoft.com/office/drawing/2014/main" id="{60CA3DD1-7B5F-474E-87E3-34CE4125C93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551548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91" name="Flowchart: Connector 10090">
                          <a:extLst>
                            <a:ext uri="{FF2B5EF4-FFF2-40B4-BE49-F238E27FC236}">
                              <a16:creationId xmlns:a16="http://schemas.microsoft.com/office/drawing/2014/main" id="{6BD7C151-C693-4EF4-A0A6-8831E75986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92" name="3D Model 10091" descr="Sphere">
                              <a:extLst>
                                <a:ext uri="{FF2B5EF4-FFF2-40B4-BE49-F238E27FC236}">
                                  <a16:creationId xmlns:a16="http://schemas.microsoft.com/office/drawing/2014/main" id="{0E36E929-D4B1-4F8D-962A-5B70C1F4A01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7410171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035" name="Group 10034">
                        <a:extLst>
                          <a:ext uri="{FF2B5EF4-FFF2-40B4-BE49-F238E27FC236}">
                            <a16:creationId xmlns:a16="http://schemas.microsoft.com/office/drawing/2014/main" id="{CADD15D6-C1DB-49D2-9DCE-3E86BD107DA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0069" name="Flowchart: Connector 10068">
                          <a:extLst>
                            <a:ext uri="{FF2B5EF4-FFF2-40B4-BE49-F238E27FC236}">
                              <a16:creationId xmlns:a16="http://schemas.microsoft.com/office/drawing/2014/main" id="{A19EF02E-147C-48DC-9C75-20B87244560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70" name="Flowchart: Connector 10069">
                          <a:extLst>
                            <a:ext uri="{FF2B5EF4-FFF2-40B4-BE49-F238E27FC236}">
                              <a16:creationId xmlns:a16="http://schemas.microsoft.com/office/drawing/2014/main" id="{8A237D9F-D9A9-4646-82F0-AB3791C2382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71" name="Flowchart: Connector 10070">
                          <a:extLst>
                            <a:ext uri="{FF2B5EF4-FFF2-40B4-BE49-F238E27FC236}">
                              <a16:creationId xmlns:a16="http://schemas.microsoft.com/office/drawing/2014/main" id="{E7CB3A4B-B11A-4A76-A0DE-AB451D507DA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72" name="Flowchart: Connector 10071">
                          <a:extLst>
                            <a:ext uri="{FF2B5EF4-FFF2-40B4-BE49-F238E27FC236}">
                              <a16:creationId xmlns:a16="http://schemas.microsoft.com/office/drawing/2014/main" id="{FF0084B6-14CE-4DA7-8EA8-B89D7B964AB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73" name="Flowchart: Connector 10072">
                          <a:extLst>
                            <a:ext uri="{FF2B5EF4-FFF2-40B4-BE49-F238E27FC236}">
                              <a16:creationId xmlns:a16="http://schemas.microsoft.com/office/drawing/2014/main" id="{03746373-DF76-43C7-95F1-31E0A42E499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74" name="Flowchart: Connector 10073">
                          <a:extLst>
                            <a:ext uri="{FF2B5EF4-FFF2-40B4-BE49-F238E27FC236}">
                              <a16:creationId xmlns:a16="http://schemas.microsoft.com/office/drawing/2014/main" id="{C4B1B33E-33AC-47E8-9CB6-036D7F416C8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75" name="Flowchart: Connector 10074">
                          <a:extLst>
                            <a:ext uri="{FF2B5EF4-FFF2-40B4-BE49-F238E27FC236}">
                              <a16:creationId xmlns:a16="http://schemas.microsoft.com/office/drawing/2014/main" id="{43422E8B-030F-4A1D-BC1A-3FE2D1A658E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76" name="Flowchart: Connector 10075">
                          <a:extLst>
                            <a:ext uri="{FF2B5EF4-FFF2-40B4-BE49-F238E27FC236}">
                              <a16:creationId xmlns:a16="http://schemas.microsoft.com/office/drawing/2014/main" id="{AB4894DF-E4FC-4313-8C3C-3CD09C65ACE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77" name="Flowchart: Connector 10076">
                          <a:extLst>
                            <a:ext uri="{FF2B5EF4-FFF2-40B4-BE49-F238E27FC236}">
                              <a16:creationId xmlns:a16="http://schemas.microsoft.com/office/drawing/2014/main" id="{0D746C82-2B20-4540-9240-5B3173EB716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78" name="3D Model 10077" descr="Sphere">
                              <a:extLst>
                                <a:ext uri="{FF2B5EF4-FFF2-40B4-BE49-F238E27FC236}">
                                  <a16:creationId xmlns:a16="http://schemas.microsoft.com/office/drawing/2014/main" id="{BE23AF4F-9692-4976-81F9-8544E79A599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3013802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79" name="Flowchart: Connector 10078">
                          <a:extLst>
                            <a:ext uri="{FF2B5EF4-FFF2-40B4-BE49-F238E27FC236}">
                              <a16:creationId xmlns:a16="http://schemas.microsoft.com/office/drawing/2014/main" id="{862F0609-D41D-4D51-A002-20545ECD8F7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80" name="3D Model 10079" descr="Sphere">
                              <a:extLst>
                                <a:ext uri="{FF2B5EF4-FFF2-40B4-BE49-F238E27FC236}">
                                  <a16:creationId xmlns:a16="http://schemas.microsoft.com/office/drawing/2014/main" id="{7529A5FC-2568-42CF-931D-422E67F02D6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9719784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81" name="Flowchart: Connector 10080">
                          <a:extLst>
                            <a:ext uri="{FF2B5EF4-FFF2-40B4-BE49-F238E27FC236}">
                              <a16:creationId xmlns:a16="http://schemas.microsoft.com/office/drawing/2014/main" id="{E72BBFDB-6513-45B3-B6DB-344BA526C25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82" name="3D Model 10081" descr="Sphere">
                              <a:extLst>
                                <a:ext uri="{FF2B5EF4-FFF2-40B4-BE49-F238E27FC236}">
                                  <a16:creationId xmlns:a16="http://schemas.microsoft.com/office/drawing/2014/main" id="{6D786D6A-0671-4C7E-9A19-C5928516A9C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9973335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83" name="Flowchart: Connector 10082">
                          <a:extLst>
                            <a:ext uri="{FF2B5EF4-FFF2-40B4-BE49-F238E27FC236}">
                              <a16:creationId xmlns:a16="http://schemas.microsoft.com/office/drawing/2014/main" id="{4C21161E-450A-4E09-A00B-BFA546DDD1D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84" name="3D Model 10083" descr="Sphere">
                              <a:extLst>
                                <a:ext uri="{FF2B5EF4-FFF2-40B4-BE49-F238E27FC236}">
                                  <a16:creationId xmlns:a16="http://schemas.microsoft.com/office/drawing/2014/main" id="{8FE45698-AE01-4C6D-BF35-51A3528A28C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0543760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036" name="Group 10035">
                        <a:extLst>
                          <a:ext uri="{FF2B5EF4-FFF2-40B4-BE49-F238E27FC236}">
                            <a16:creationId xmlns:a16="http://schemas.microsoft.com/office/drawing/2014/main" id="{09B98334-4405-4E60-A078-A8D7C96C85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0053" name="Flowchart: Connector 10052">
                          <a:extLst>
                            <a:ext uri="{FF2B5EF4-FFF2-40B4-BE49-F238E27FC236}">
                              <a16:creationId xmlns:a16="http://schemas.microsoft.com/office/drawing/2014/main" id="{3265065F-3195-46C9-82B8-A35D0646DB0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54" name="Flowchart: Connector 10053">
                          <a:extLst>
                            <a:ext uri="{FF2B5EF4-FFF2-40B4-BE49-F238E27FC236}">
                              <a16:creationId xmlns:a16="http://schemas.microsoft.com/office/drawing/2014/main" id="{1FF8F472-34EE-44AC-80E5-BECCF5BD30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55" name="Flowchart: Connector 10054">
                          <a:extLst>
                            <a:ext uri="{FF2B5EF4-FFF2-40B4-BE49-F238E27FC236}">
                              <a16:creationId xmlns:a16="http://schemas.microsoft.com/office/drawing/2014/main" id="{C538F48E-4708-4D6F-A13A-1B71B3BE751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56" name="Flowchart: Connector 10055">
                          <a:extLst>
                            <a:ext uri="{FF2B5EF4-FFF2-40B4-BE49-F238E27FC236}">
                              <a16:creationId xmlns:a16="http://schemas.microsoft.com/office/drawing/2014/main" id="{1CF71C24-34D0-4900-A2A8-E9A2A112216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57" name="Flowchart: Connector 10056">
                          <a:extLst>
                            <a:ext uri="{FF2B5EF4-FFF2-40B4-BE49-F238E27FC236}">
                              <a16:creationId xmlns:a16="http://schemas.microsoft.com/office/drawing/2014/main" id="{1C7E06B1-72F4-422A-88F9-C295B5B38BA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58" name="Flowchart: Connector 10057">
                          <a:extLst>
                            <a:ext uri="{FF2B5EF4-FFF2-40B4-BE49-F238E27FC236}">
                              <a16:creationId xmlns:a16="http://schemas.microsoft.com/office/drawing/2014/main" id="{F83F7313-EBC0-4C8F-A921-F6CB97CE30E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59" name="Flowchart: Connector 10058">
                          <a:extLst>
                            <a:ext uri="{FF2B5EF4-FFF2-40B4-BE49-F238E27FC236}">
                              <a16:creationId xmlns:a16="http://schemas.microsoft.com/office/drawing/2014/main" id="{F708A665-A2AB-4F85-8F4B-1FD3375DBC3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60" name="Flowchart: Connector 10059">
                          <a:extLst>
                            <a:ext uri="{FF2B5EF4-FFF2-40B4-BE49-F238E27FC236}">
                              <a16:creationId xmlns:a16="http://schemas.microsoft.com/office/drawing/2014/main" id="{3A4FD2C9-6ACB-4207-A626-93D87DC66B1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61" name="Flowchart: Connector 10060">
                          <a:extLst>
                            <a:ext uri="{FF2B5EF4-FFF2-40B4-BE49-F238E27FC236}">
                              <a16:creationId xmlns:a16="http://schemas.microsoft.com/office/drawing/2014/main" id="{8794F887-6F03-43B2-90D3-B4987BC442B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62" name="3D Model 10061" descr="Sphere">
                              <a:extLst>
                                <a:ext uri="{FF2B5EF4-FFF2-40B4-BE49-F238E27FC236}">
                                  <a16:creationId xmlns:a16="http://schemas.microsoft.com/office/drawing/2014/main" id="{65E3F4C7-6E66-485C-8977-2FFEF8F07F3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0615538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63" name="Flowchart: Connector 10062">
                          <a:extLst>
                            <a:ext uri="{FF2B5EF4-FFF2-40B4-BE49-F238E27FC236}">
                              <a16:creationId xmlns:a16="http://schemas.microsoft.com/office/drawing/2014/main" id="{A82190A0-2D6B-4770-952E-BE8D731514F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64" name="3D Model 10063" descr="Sphere">
                              <a:extLst>
                                <a:ext uri="{FF2B5EF4-FFF2-40B4-BE49-F238E27FC236}">
                                  <a16:creationId xmlns:a16="http://schemas.microsoft.com/office/drawing/2014/main" id="{8ACB57A2-181A-45AD-91A7-54B4584124A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2727173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65" name="Flowchart: Connector 10064">
                          <a:extLst>
                            <a:ext uri="{FF2B5EF4-FFF2-40B4-BE49-F238E27FC236}">
                              <a16:creationId xmlns:a16="http://schemas.microsoft.com/office/drawing/2014/main" id="{B77A09EE-AA41-4FF4-9957-B21BB60F881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66" name="3D Model 10065" descr="Sphere">
                              <a:extLst>
                                <a:ext uri="{FF2B5EF4-FFF2-40B4-BE49-F238E27FC236}">
                                  <a16:creationId xmlns:a16="http://schemas.microsoft.com/office/drawing/2014/main" id="{4ACB9606-370F-420B-9E7A-135F5CFBDEA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4762194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67" name="Flowchart: Connector 10066">
                          <a:extLst>
                            <a:ext uri="{FF2B5EF4-FFF2-40B4-BE49-F238E27FC236}">
                              <a16:creationId xmlns:a16="http://schemas.microsoft.com/office/drawing/2014/main" id="{D807099A-45D1-4891-9299-78A244484A6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68" name="3D Model 10067" descr="Sphere">
                              <a:extLst>
                                <a:ext uri="{FF2B5EF4-FFF2-40B4-BE49-F238E27FC236}">
                                  <a16:creationId xmlns:a16="http://schemas.microsoft.com/office/drawing/2014/main" id="{2D9CDD8A-0070-445B-850E-34513A86741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5640788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0037" name="Flowchart: Connector 10036">
                        <a:extLst>
                          <a:ext uri="{FF2B5EF4-FFF2-40B4-BE49-F238E27FC236}">
                            <a16:creationId xmlns:a16="http://schemas.microsoft.com/office/drawing/2014/main" id="{EF358C0B-B0CB-4E0F-B306-D06BE36302E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38" name="Flowchart: Connector 10037">
                        <a:extLst>
                          <a:ext uri="{FF2B5EF4-FFF2-40B4-BE49-F238E27FC236}">
                            <a16:creationId xmlns:a16="http://schemas.microsoft.com/office/drawing/2014/main" id="{A94E9B98-C4CE-46E7-88FC-1AC145CB3F6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39" name="Flowchart: Connector 10038">
                        <a:extLst>
                          <a:ext uri="{FF2B5EF4-FFF2-40B4-BE49-F238E27FC236}">
                            <a16:creationId xmlns:a16="http://schemas.microsoft.com/office/drawing/2014/main" id="{2591C222-0177-40B1-92F5-C960BDDE478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40" name="Flowchart: Connector 10039">
                        <a:extLst>
                          <a:ext uri="{FF2B5EF4-FFF2-40B4-BE49-F238E27FC236}">
                            <a16:creationId xmlns:a16="http://schemas.microsoft.com/office/drawing/2014/main" id="{2B83CCD4-DEBF-4433-AB00-579EE76F7AB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41" name="Flowchart: Connector 10040">
                        <a:extLst>
                          <a:ext uri="{FF2B5EF4-FFF2-40B4-BE49-F238E27FC236}">
                            <a16:creationId xmlns:a16="http://schemas.microsoft.com/office/drawing/2014/main" id="{649E45B2-8D7D-48BA-AB5D-752EAF72071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42" name="Flowchart: Connector 10041">
                        <a:extLst>
                          <a:ext uri="{FF2B5EF4-FFF2-40B4-BE49-F238E27FC236}">
                            <a16:creationId xmlns:a16="http://schemas.microsoft.com/office/drawing/2014/main" id="{A4C50729-0D44-45F8-94C1-DB49813512B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43" name="Flowchart: Connector 10042">
                        <a:extLst>
                          <a:ext uri="{FF2B5EF4-FFF2-40B4-BE49-F238E27FC236}">
                            <a16:creationId xmlns:a16="http://schemas.microsoft.com/office/drawing/2014/main" id="{F0207338-5FE9-4A4A-904A-09D84000C9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44" name="Flowchart: Connector 10043">
                        <a:extLst>
                          <a:ext uri="{FF2B5EF4-FFF2-40B4-BE49-F238E27FC236}">
                            <a16:creationId xmlns:a16="http://schemas.microsoft.com/office/drawing/2014/main" id="{E080F108-BFD4-4D23-938E-0D3338DD781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45" name="Flowchart: Connector 10044">
                        <a:extLst>
                          <a:ext uri="{FF2B5EF4-FFF2-40B4-BE49-F238E27FC236}">
                            <a16:creationId xmlns:a16="http://schemas.microsoft.com/office/drawing/2014/main" id="{6149E96A-2C43-481F-AD84-0677E5233EB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046" name="3D Model 10045" descr="Sphere">
                            <a:extLst>
                              <a:ext uri="{FF2B5EF4-FFF2-40B4-BE49-F238E27FC236}">
                                <a16:creationId xmlns:a16="http://schemas.microsoft.com/office/drawing/2014/main" id="{B496DC8F-8E59-459C-8704-A8FE9AE6C92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79659741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047" name="Flowchart: Connector 10046">
                        <a:extLst>
                          <a:ext uri="{FF2B5EF4-FFF2-40B4-BE49-F238E27FC236}">
                            <a16:creationId xmlns:a16="http://schemas.microsoft.com/office/drawing/2014/main" id="{DAEBEF68-9E67-42C4-85AC-272D1487481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048" name="3D Model 10047" descr="Sphere">
                            <a:extLst>
                              <a:ext uri="{FF2B5EF4-FFF2-40B4-BE49-F238E27FC236}">
                                <a16:creationId xmlns:a16="http://schemas.microsoft.com/office/drawing/2014/main" id="{B5C5C6CF-2316-40FD-8FD8-B395FF1EC5A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78173048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049" name="Flowchart: Connector 10048">
                        <a:extLst>
                          <a:ext uri="{FF2B5EF4-FFF2-40B4-BE49-F238E27FC236}">
                            <a16:creationId xmlns:a16="http://schemas.microsoft.com/office/drawing/2014/main" id="{A89B2312-C08A-43C8-9160-0C883EDED75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050" name="3D Model 10049" descr="Sphere">
                            <a:extLst>
                              <a:ext uri="{FF2B5EF4-FFF2-40B4-BE49-F238E27FC236}">
                                <a16:creationId xmlns:a16="http://schemas.microsoft.com/office/drawing/2014/main" id="{D6B57CAC-1706-4145-96B1-221BE8B1613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2652698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051" name="Flowchart: Connector 10050">
                        <a:extLst>
                          <a:ext uri="{FF2B5EF4-FFF2-40B4-BE49-F238E27FC236}">
                            <a16:creationId xmlns:a16="http://schemas.microsoft.com/office/drawing/2014/main" id="{BB3EA376-A60D-4AE5-BDD2-1C62483F7F7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052" name="3D Model 10051" descr="Sphere">
                            <a:extLst>
                              <a:ext uri="{FF2B5EF4-FFF2-40B4-BE49-F238E27FC236}">
                                <a16:creationId xmlns:a16="http://schemas.microsoft.com/office/drawing/2014/main" id="{379A4CDD-F2ED-4519-A22B-B22C5ED9EE0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73406433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9888" name="Group 9887">
                    <a:extLst>
                      <a:ext uri="{FF2B5EF4-FFF2-40B4-BE49-F238E27FC236}">
                        <a16:creationId xmlns:a16="http://schemas.microsoft.com/office/drawing/2014/main" id="{1D269CEB-2031-4B69-B969-07963EDE451E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0029" name="Flowchart: Connector 10028">
                      <a:extLst>
                        <a:ext uri="{FF2B5EF4-FFF2-40B4-BE49-F238E27FC236}">
                          <a16:creationId xmlns:a16="http://schemas.microsoft.com/office/drawing/2014/main" id="{10D3DF39-027F-4076-818F-59330CFFF41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030" name="Flowchart: Connector 10029">
                      <a:extLst>
                        <a:ext uri="{FF2B5EF4-FFF2-40B4-BE49-F238E27FC236}">
                          <a16:creationId xmlns:a16="http://schemas.microsoft.com/office/drawing/2014/main" id="{9BEEB1B8-25D3-4D6B-94CA-97DD734347B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031" name="Flowchart: Connector 10030">
                      <a:extLst>
                        <a:ext uri="{FF2B5EF4-FFF2-40B4-BE49-F238E27FC236}">
                          <a16:creationId xmlns:a16="http://schemas.microsoft.com/office/drawing/2014/main" id="{B97CD3F1-E825-4781-A65D-331BE8F18BD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9889" name="Flowchart: Connector 9888">
                    <a:extLst>
                      <a:ext uri="{FF2B5EF4-FFF2-40B4-BE49-F238E27FC236}">
                        <a16:creationId xmlns:a16="http://schemas.microsoft.com/office/drawing/2014/main" id="{A6E42B95-D14A-46B5-BBFF-1DBE566E950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890" name="Flowchart: Connector 9889">
                    <a:extLst>
                      <a:ext uri="{FF2B5EF4-FFF2-40B4-BE49-F238E27FC236}">
                        <a16:creationId xmlns:a16="http://schemas.microsoft.com/office/drawing/2014/main" id="{388D16C6-1931-4DCF-AD70-3D4E50208B0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9891" name="Group 9890">
                    <a:extLst>
                      <a:ext uri="{FF2B5EF4-FFF2-40B4-BE49-F238E27FC236}">
                        <a16:creationId xmlns:a16="http://schemas.microsoft.com/office/drawing/2014/main" id="{9DA564AB-C226-4B54-B46A-254BED44FD15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10026" name="Flowchart: Connector 10025">
                      <a:extLst>
                        <a:ext uri="{FF2B5EF4-FFF2-40B4-BE49-F238E27FC236}">
                          <a16:creationId xmlns:a16="http://schemas.microsoft.com/office/drawing/2014/main" id="{470B6886-558D-45D1-B107-4A896231F03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027" name="Flowchart: Connector 10026">
                      <a:extLst>
                        <a:ext uri="{FF2B5EF4-FFF2-40B4-BE49-F238E27FC236}">
                          <a16:creationId xmlns:a16="http://schemas.microsoft.com/office/drawing/2014/main" id="{4DE6C39C-BBE1-416E-B369-E4A15EDE57C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028" name="Flowchart: Connector 10027">
                      <a:extLst>
                        <a:ext uri="{FF2B5EF4-FFF2-40B4-BE49-F238E27FC236}">
                          <a16:creationId xmlns:a16="http://schemas.microsoft.com/office/drawing/2014/main" id="{EEF43690-3776-4C45-94A7-B4970398B27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9892" name="Group 9891">
                    <a:extLst>
                      <a:ext uri="{FF2B5EF4-FFF2-40B4-BE49-F238E27FC236}">
                        <a16:creationId xmlns:a16="http://schemas.microsoft.com/office/drawing/2014/main" id="{5FED0E35-B3A8-40AE-AE2D-D93C8BE65625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9961" name="Group 9960">
                      <a:extLst>
                        <a:ext uri="{FF2B5EF4-FFF2-40B4-BE49-F238E27FC236}">
                          <a16:creationId xmlns:a16="http://schemas.microsoft.com/office/drawing/2014/main" id="{ECB69509-A2AD-44C9-9163-BE03C57BCE8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10022" name="Flowchart: Connector 10021">
                        <a:extLst>
                          <a:ext uri="{FF2B5EF4-FFF2-40B4-BE49-F238E27FC236}">
                            <a16:creationId xmlns:a16="http://schemas.microsoft.com/office/drawing/2014/main" id="{31B1B859-D27C-4278-B866-E31A019E5E9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23" name="Flowchart: Connector 10022">
                        <a:extLst>
                          <a:ext uri="{FF2B5EF4-FFF2-40B4-BE49-F238E27FC236}">
                            <a16:creationId xmlns:a16="http://schemas.microsoft.com/office/drawing/2014/main" id="{8345E2F1-E206-45B2-AAB4-F8862D8484C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24" name="Flowchart: Connector 10023">
                        <a:extLst>
                          <a:ext uri="{FF2B5EF4-FFF2-40B4-BE49-F238E27FC236}">
                            <a16:creationId xmlns:a16="http://schemas.microsoft.com/office/drawing/2014/main" id="{A7988F54-3FDB-48BC-B9D0-924B637401D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025" name="Flowchart: Connector 10024">
                        <a:extLst>
                          <a:ext uri="{FF2B5EF4-FFF2-40B4-BE49-F238E27FC236}">
                            <a16:creationId xmlns:a16="http://schemas.microsoft.com/office/drawing/2014/main" id="{22D4F95F-F1A3-40DB-97F0-ED83D6836BF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9962" name="Group 9961">
                      <a:extLst>
                        <a:ext uri="{FF2B5EF4-FFF2-40B4-BE49-F238E27FC236}">
                          <a16:creationId xmlns:a16="http://schemas.microsoft.com/office/drawing/2014/main" id="{FB2FA61F-BFEA-4EDE-AB0E-A46FB4DCF8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9963" name="Group 9962">
                        <a:extLst>
                          <a:ext uri="{FF2B5EF4-FFF2-40B4-BE49-F238E27FC236}">
                            <a16:creationId xmlns:a16="http://schemas.microsoft.com/office/drawing/2014/main" id="{55E0E627-636C-439A-A124-8FC13BBD2D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0014" name="Flowchart: Connector 10013">
                          <a:extLst>
                            <a:ext uri="{FF2B5EF4-FFF2-40B4-BE49-F238E27FC236}">
                              <a16:creationId xmlns:a16="http://schemas.microsoft.com/office/drawing/2014/main" id="{AE9145EE-22CB-4643-9C72-FDC4470894B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15" name="3D Model 10014" descr="Sphere">
                              <a:extLst>
                                <a:ext uri="{FF2B5EF4-FFF2-40B4-BE49-F238E27FC236}">
                                  <a16:creationId xmlns:a16="http://schemas.microsoft.com/office/drawing/2014/main" id="{0BCB407E-97C6-4621-8731-93DDB50D4BC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3412242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16" name="Flowchart: Connector 10015">
                          <a:extLst>
                            <a:ext uri="{FF2B5EF4-FFF2-40B4-BE49-F238E27FC236}">
                              <a16:creationId xmlns:a16="http://schemas.microsoft.com/office/drawing/2014/main" id="{ADBC3449-4DB6-4C57-A81F-6A0A06AFEEB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17" name="3D Model 10016" descr="Sphere">
                              <a:extLst>
                                <a:ext uri="{FF2B5EF4-FFF2-40B4-BE49-F238E27FC236}">
                                  <a16:creationId xmlns:a16="http://schemas.microsoft.com/office/drawing/2014/main" id="{8E89067D-248A-4BB2-9052-2D65BF18E01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8058839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18" name="Flowchart: Connector 10017">
                          <a:extLst>
                            <a:ext uri="{FF2B5EF4-FFF2-40B4-BE49-F238E27FC236}">
                              <a16:creationId xmlns:a16="http://schemas.microsoft.com/office/drawing/2014/main" id="{A2BD0DB9-3D4F-4D31-ADC2-92385120214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19" name="3D Model 10018" descr="Sphere">
                              <a:extLst>
                                <a:ext uri="{FF2B5EF4-FFF2-40B4-BE49-F238E27FC236}">
                                  <a16:creationId xmlns:a16="http://schemas.microsoft.com/office/drawing/2014/main" id="{43EB1757-8827-4B9B-A376-2A589FD61AB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8610737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20" name="Flowchart: Connector 10019">
                          <a:extLst>
                            <a:ext uri="{FF2B5EF4-FFF2-40B4-BE49-F238E27FC236}">
                              <a16:creationId xmlns:a16="http://schemas.microsoft.com/office/drawing/2014/main" id="{0D5E61A4-39B8-4F80-B815-9EC1752E3E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21" name="3D Model 10020" descr="Sphere">
                              <a:extLst>
                                <a:ext uri="{FF2B5EF4-FFF2-40B4-BE49-F238E27FC236}">
                                  <a16:creationId xmlns:a16="http://schemas.microsoft.com/office/drawing/2014/main" id="{7601F797-8520-4521-A2A3-77734E46A1C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1266455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964" name="Group 9963">
                        <a:extLst>
                          <a:ext uri="{FF2B5EF4-FFF2-40B4-BE49-F238E27FC236}">
                            <a16:creationId xmlns:a16="http://schemas.microsoft.com/office/drawing/2014/main" id="{93864DCC-D534-44A3-B21E-93896E35CE1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998" name="Flowchart: Connector 9997">
                          <a:extLst>
                            <a:ext uri="{FF2B5EF4-FFF2-40B4-BE49-F238E27FC236}">
                              <a16:creationId xmlns:a16="http://schemas.microsoft.com/office/drawing/2014/main" id="{AFE1525F-74A8-4841-8EBF-E388C8791FF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999" name="Flowchart: Connector 9998">
                          <a:extLst>
                            <a:ext uri="{FF2B5EF4-FFF2-40B4-BE49-F238E27FC236}">
                              <a16:creationId xmlns:a16="http://schemas.microsoft.com/office/drawing/2014/main" id="{32CDF971-709D-4891-855C-C12F47DA408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00" name="Flowchart: Connector 9999">
                          <a:extLst>
                            <a:ext uri="{FF2B5EF4-FFF2-40B4-BE49-F238E27FC236}">
                              <a16:creationId xmlns:a16="http://schemas.microsoft.com/office/drawing/2014/main" id="{96A481D5-A35E-43B2-9C9C-F0E995E7B97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01" name="Flowchart: Connector 10000">
                          <a:extLst>
                            <a:ext uri="{FF2B5EF4-FFF2-40B4-BE49-F238E27FC236}">
                              <a16:creationId xmlns:a16="http://schemas.microsoft.com/office/drawing/2014/main" id="{F2DAFFF7-F93C-4686-9F52-F75B21FC96B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02" name="Flowchart: Connector 10001">
                          <a:extLst>
                            <a:ext uri="{FF2B5EF4-FFF2-40B4-BE49-F238E27FC236}">
                              <a16:creationId xmlns:a16="http://schemas.microsoft.com/office/drawing/2014/main" id="{03E7231D-09DB-46B5-8A71-B122E75131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03" name="Flowchart: Connector 10002">
                          <a:extLst>
                            <a:ext uri="{FF2B5EF4-FFF2-40B4-BE49-F238E27FC236}">
                              <a16:creationId xmlns:a16="http://schemas.microsoft.com/office/drawing/2014/main" id="{27B3F304-638E-4EC3-A6A8-218CD6FA05F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04" name="Flowchart: Connector 10003">
                          <a:extLst>
                            <a:ext uri="{FF2B5EF4-FFF2-40B4-BE49-F238E27FC236}">
                              <a16:creationId xmlns:a16="http://schemas.microsoft.com/office/drawing/2014/main" id="{AC085AE9-82AA-4ECC-9586-9BA3C5B9448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05" name="Flowchart: Connector 10004">
                          <a:extLst>
                            <a:ext uri="{FF2B5EF4-FFF2-40B4-BE49-F238E27FC236}">
                              <a16:creationId xmlns:a16="http://schemas.microsoft.com/office/drawing/2014/main" id="{EA1A1563-3F2E-4BBC-88F4-312511B116A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006" name="Flowchart: Connector 10005">
                          <a:extLst>
                            <a:ext uri="{FF2B5EF4-FFF2-40B4-BE49-F238E27FC236}">
                              <a16:creationId xmlns:a16="http://schemas.microsoft.com/office/drawing/2014/main" id="{166C65C5-EA1E-4FCF-BA38-075FD435DAF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07" name="3D Model 10006" descr="Sphere">
                              <a:extLst>
                                <a:ext uri="{FF2B5EF4-FFF2-40B4-BE49-F238E27FC236}">
                                  <a16:creationId xmlns:a16="http://schemas.microsoft.com/office/drawing/2014/main" id="{7F84DDA3-2BF2-4EE7-A7BB-0584570EEEE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8537274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08" name="Flowchart: Connector 10007">
                          <a:extLst>
                            <a:ext uri="{FF2B5EF4-FFF2-40B4-BE49-F238E27FC236}">
                              <a16:creationId xmlns:a16="http://schemas.microsoft.com/office/drawing/2014/main" id="{63EC80D6-027C-4BD2-A9E1-8BFF0ECBA18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09" name="3D Model 10008" descr="Sphere">
                              <a:extLst>
                                <a:ext uri="{FF2B5EF4-FFF2-40B4-BE49-F238E27FC236}">
                                  <a16:creationId xmlns:a16="http://schemas.microsoft.com/office/drawing/2014/main" id="{C9280E43-A990-4DA5-96A1-0505C535725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3164560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10" name="Flowchart: Connector 10009">
                          <a:extLst>
                            <a:ext uri="{FF2B5EF4-FFF2-40B4-BE49-F238E27FC236}">
                              <a16:creationId xmlns:a16="http://schemas.microsoft.com/office/drawing/2014/main" id="{78559253-A1CC-47F9-BCA2-042CB609FAB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11" name="3D Model 10010" descr="Sphere">
                              <a:extLst>
                                <a:ext uri="{FF2B5EF4-FFF2-40B4-BE49-F238E27FC236}">
                                  <a16:creationId xmlns:a16="http://schemas.microsoft.com/office/drawing/2014/main" id="{80A752EA-EFBF-4B50-B2DC-36A901CF353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9775290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012" name="Flowchart: Connector 10011">
                          <a:extLst>
                            <a:ext uri="{FF2B5EF4-FFF2-40B4-BE49-F238E27FC236}">
                              <a16:creationId xmlns:a16="http://schemas.microsoft.com/office/drawing/2014/main" id="{346DF2C5-F067-4A56-8377-63F5019FF48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013" name="3D Model 10012" descr="Sphere">
                              <a:extLst>
                                <a:ext uri="{FF2B5EF4-FFF2-40B4-BE49-F238E27FC236}">
                                  <a16:creationId xmlns:a16="http://schemas.microsoft.com/office/drawing/2014/main" id="{9B66C769-3393-418B-8022-4A37D2C60D0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1874200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9965" name="Group 9964">
                        <a:extLst>
                          <a:ext uri="{FF2B5EF4-FFF2-40B4-BE49-F238E27FC236}">
                            <a16:creationId xmlns:a16="http://schemas.microsoft.com/office/drawing/2014/main" id="{421F64A5-B6F7-426A-B5F5-393167BE3B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9982" name="Flowchart: Connector 9981">
                          <a:extLst>
                            <a:ext uri="{FF2B5EF4-FFF2-40B4-BE49-F238E27FC236}">
                              <a16:creationId xmlns:a16="http://schemas.microsoft.com/office/drawing/2014/main" id="{ADC9650F-C5C7-4D8A-AF7F-F5874D87CAE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983" name="Flowchart: Connector 9982">
                          <a:extLst>
                            <a:ext uri="{FF2B5EF4-FFF2-40B4-BE49-F238E27FC236}">
                              <a16:creationId xmlns:a16="http://schemas.microsoft.com/office/drawing/2014/main" id="{815E6BB5-A0C4-4545-A2B3-89FD4DD60D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984" name="Flowchart: Connector 9983">
                          <a:extLst>
                            <a:ext uri="{FF2B5EF4-FFF2-40B4-BE49-F238E27FC236}">
                              <a16:creationId xmlns:a16="http://schemas.microsoft.com/office/drawing/2014/main" id="{32A5B7E3-985C-4E51-BFD8-A1A89430847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985" name="Flowchart: Connector 9984">
                          <a:extLst>
                            <a:ext uri="{FF2B5EF4-FFF2-40B4-BE49-F238E27FC236}">
                              <a16:creationId xmlns:a16="http://schemas.microsoft.com/office/drawing/2014/main" id="{B62CCB53-D23F-47FB-9F19-60129204FFC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986" name="Flowchart: Connector 9985">
                          <a:extLst>
                            <a:ext uri="{FF2B5EF4-FFF2-40B4-BE49-F238E27FC236}">
                              <a16:creationId xmlns:a16="http://schemas.microsoft.com/office/drawing/2014/main" id="{0152E6F7-6E50-483A-AF21-BCDFB3B143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987" name="Flowchart: Connector 9986">
                          <a:extLst>
                            <a:ext uri="{FF2B5EF4-FFF2-40B4-BE49-F238E27FC236}">
                              <a16:creationId xmlns:a16="http://schemas.microsoft.com/office/drawing/2014/main" id="{2CF4ED56-4889-491A-9B0B-4723C85BB7D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988" name="Flowchart: Connector 9987">
                          <a:extLst>
                            <a:ext uri="{FF2B5EF4-FFF2-40B4-BE49-F238E27FC236}">
                              <a16:creationId xmlns:a16="http://schemas.microsoft.com/office/drawing/2014/main" id="{74502F15-88F4-4F1E-BE39-1AB77263C90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989" name="Flowchart: Connector 9988">
                          <a:extLst>
                            <a:ext uri="{FF2B5EF4-FFF2-40B4-BE49-F238E27FC236}">
                              <a16:creationId xmlns:a16="http://schemas.microsoft.com/office/drawing/2014/main" id="{EF2F47A5-4EEE-48FA-88E3-64A95A3F15D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9990" name="Flowchart: Connector 9989">
                          <a:extLst>
                            <a:ext uri="{FF2B5EF4-FFF2-40B4-BE49-F238E27FC236}">
                              <a16:creationId xmlns:a16="http://schemas.microsoft.com/office/drawing/2014/main" id="{A5F625D6-043D-407C-806A-67D23A20781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991" name="3D Model 9990" descr="Sphere">
                              <a:extLst>
                                <a:ext uri="{FF2B5EF4-FFF2-40B4-BE49-F238E27FC236}">
                                  <a16:creationId xmlns:a16="http://schemas.microsoft.com/office/drawing/2014/main" id="{F526D873-5CBE-4994-B97D-D7D1D85561A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9173600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992" name="Flowchart: Connector 9991">
                          <a:extLst>
                            <a:ext uri="{FF2B5EF4-FFF2-40B4-BE49-F238E27FC236}">
                              <a16:creationId xmlns:a16="http://schemas.microsoft.com/office/drawing/2014/main" id="{5A6E4E13-1B34-427D-96B8-2CC041E7957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993" name="3D Model 9992" descr="Sphere">
                              <a:extLst>
                                <a:ext uri="{FF2B5EF4-FFF2-40B4-BE49-F238E27FC236}">
                                  <a16:creationId xmlns:a16="http://schemas.microsoft.com/office/drawing/2014/main" id="{C166FBB9-F0D7-44D7-9D56-23E682E5EEC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2084005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994" name="Flowchart: Connector 9993">
                          <a:extLst>
                            <a:ext uri="{FF2B5EF4-FFF2-40B4-BE49-F238E27FC236}">
                              <a16:creationId xmlns:a16="http://schemas.microsoft.com/office/drawing/2014/main" id="{D9F791EB-8E27-4ED1-82E2-6BA2B7F9F3C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995" name="3D Model 9994" descr="Sphere">
                              <a:extLst>
                                <a:ext uri="{FF2B5EF4-FFF2-40B4-BE49-F238E27FC236}">
                                  <a16:creationId xmlns:a16="http://schemas.microsoft.com/office/drawing/2014/main" id="{D039D852-1BF6-4616-B618-393CDA778A1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5424741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9996" name="Flowchart: Connector 9995">
                          <a:extLst>
                            <a:ext uri="{FF2B5EF4-FFF2-40B4-BE49-F238E27FC236}">
                              <a16:creationId xmlns:a16="http://schemas.microsoft.com/office/drawing/2014/main" id="{3A0F9430-3B4A-4620-B7E1-18E6322050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9997" name="3D Model 9996" descr="Sphere">
                              <a:extLst>
                                <a:ext uri="{FF2B5EF4-FFF2-40B4-BE49-F238E27FC236}">
                                  <a16:creationId xmlns:a16="http://schemas.microsoft.com/office/drawing/2014/main" id="{C3250F5B-3528-4455-8FA6-DE26A6D7A4C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7323913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9966" name="Flowchart: Connector 9965">
                        <a:extLst>
                          <a:ext uri="{FF2B5EF4-FFF2-40B4-BE49-F238E27FC236}">
                            <a16:creationId xmlns:a16="http://schemas.microsoft.com/office/drawing/2014/main" id="{8F1FD7F8-F2B1-472F-997A-CBC9518DAE4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67" name="Flowchart: Connector 9966">
                        <a:extLst>
                          <a:ext uri="{FF2B5EF4-FFF2-40B4-BE49-F238E27FC236}">
                            <a16:creationId xmlns:a16="http://schemas.microsoft.com/office/drawing/2014/main" id="{BC10D7D7-6FBD-44B0-BCEA-FFA4EB6AAE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68" name="Flowchart: Connector 9967">
                        <a:extLst>
                          <a:ext uri="{FF2B5EF4-FFF2-40B4-BE49-F238E27FC236}">
                            <a16:creationId xmlns:a16="http://schemas.microsoft.com/office/drawing/2014/main" id="{7FDD1F9E-EAA1-4528-80E2-4F967997D2D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69" name="Flowchart: Connector 9968">
                        <a:extLst>
                          <a:ext uri="{FF2B5EF4-FFF2-40B4-BE49-F238E27FC236}">
                            <a16:creationId xmlns:a16="http://schemas.microsoft.com/office/drawing/2014/main" id="{EA76F36C-A5C2-4C2F-AAD5-FDFBDE70E25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70" name="Flowchart: Connector 9969">
                        <a:extLst>
                          <a:ext uri="{FF2B5EF4-FFF2-40B4-BE49-F238E27FC236}">
                            <a16:creationId xmlns:a16="http://schemas.microsoft.com/office/drawing/2014/main" id="{C85D7FC3-0E26-46F3-A406-DE46E43385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71" name="Flowchart: Connector 9970">
                        <a:extLst>
                          <a:ext uri="{FF2B5EF4-FFF2-40B4-BE49-F238E27FC236}">
                            <a16:creationId xmlns:a16="http://schemas.microsoft.com/office/drawing/2014/main" id="{DB9EA7DC-0D2F-408F-847F-ACF9A3DF046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72" name="Flowchart: Connector 9971">
                        <a:extLst>
                          <a:ext uri="{FF2B5EF4-FFF2-40B4-BE49-F238E27FC236}">
                            <a16:creationId xmlns:a16="http://schemas.microsoft.com/office/drawing/2014/main" id="{6F49AF2F-F4D7-4A6C-97EE-134287A73F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73" name="Flowchart: Connector 9972">
                        <a:extLst>
                          <a:ext uri="{FF2B5EF4-FFF2-40B4-BE49-F238E27FC236}">
                            <a16:creationId xmlns:a16="http://schemas.microsoft.com/office/drawing/2014/main" id="{28E2FB86-7856-4376-9484-1790A561E98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74" name="Flowchart: Connector 9973">
                        <a:extLst>
                          <a:ext uri="{FF2B5EF4-FFF2-40B4-BE49-F238E27FC236}">
                            <a16:creationId xmlns:a16="http://schemas.microsoft.com/office/drawing/2014/main" id="{7B0C3419-48B9-41D4-B045-01FA928610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75" name="3D Model 9974" descr="Sphere">
                            <a:extLst>
                              <a:ext uri="{FF2B5EF4-FFF2-40B4-BE49-F238E27FC236}">
                                <a16:creationId xmlns:a16="http://schemas.microsoft.com/office/drawing/2014/main" id="{82698D4D-C41C-42B5-A30A-F7C16CE039B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298066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976" name="Flowchart: Connector 9975">
                        <a:extLst>
                          <a:ext uri="{FF2B5EF4-FFF2-40B4-BE49-F238E27FC236}">
                            <a16:creationId xmlns:a16="http://schemas.microsoft.com/office/drawing/2014/main" id="{D7BBEC44-DB2E-4DDD-ABA3-95DEE87005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77" name="3D Model 9976" descr="Sphere">
                            <a:extLst>
                              <a:ext uri="{FF2B5EF4-FFF2-40B4-BE49-F238E27FC236}">
                                <a16:creationId xmlns:a16="http://schemas.microsoft.com/office/drawing/2014/main" id="{80FA8AB4-45E6-4BD5-8C0C-B4DA57B8758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12198075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978" name="Flowchart: Connector 9977">
                        <a:extLst>
                          <a:ext uri="{FF2B5EF4-FFF2-40B4-BE49-F238E27FC236}">
                            <a16:creationId xmlns:a16="http://schemas.microsoft.com/office/drawing/2014/main" id="{AF2CF3D0-91AC-4D4E-A670-9DF402FEB91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79" name="3D Model 9978" descr="Sphere">
                            <a:extLst>
                              <a:ext uri="{FF2B5EF4-FFF2-40B4-BE49-F238E27FC236}">
                                <a16:creationId xmlns:a16="http://schemas.microsoft.com/office/drawing/2014/main" id="{563C7DB6-0692-4542-A777-82FEA8ACF32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39124705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980" name="Flowchart: Connector 9979">
                        <a:extLst>
                          <a:ext uri="{FF2B5EF4-FFF2-40B4-BE49-F238E27FC236}">
                            <a16:creationId xmlns:a16="http://schemas.microsoft.com/office/drawing/2014/main" id="{6371EE6B-FF60-4A74-8F71-D61279D2D79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81" name="3D Model 9980" descr="Sphere">
                            <a:extLst>
                              <a:ext uri="{FF2B5EF4-FFF2-40B4-BE49-F238E27FC236}">
                                <a16:creationId xmlns:a16="http://schemas.microsoft.com/office/drawing/2014/main" id="{75F95840-A154-495A-AABE-F4429285EE3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90644179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9893" name="Flowchart: Connector 9892">
                    <a:extLst>
                      <a:ext uri="{FF2B5EF4-FFF2-40B4-BE49-F238E27FC236}">
                        <a16:creationId xmlns:a16="http://schemas.microsoft.com/office/drawing/2014/main" id="{99DD937C-62BF-4661-879D-6870E61B6B2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894" name="Flowchart: Connector 9893">
                    <a:extLst>
                      <a:ext uri="{FF2B5EF4-FFF2-40B4-BE49-F238E27FC236}">
                        <a16:creationId xmlns:a16="http://schemas.microsoft.com/office/drawing/2014/main" id="{F974B0B9-9F3C-4708-8B33-CF481AF1C51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895" name="Flowchart: Connector 9894">
                    <a:extLst>
                      <a:ext uri="{FF2B5EF4-FFF2-40B4-BE49-F238E27FC236}">
                        <a16:creationId xmlns:a16="http://schemas.microsoft.com/office/drawing/2014/main" id="{D71095E9-8D52-42D6-8EB2-E2FD2378974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896" name="Flowchart: Connector 9895">
                    <a:extLst>
                      <a:ext uri="{FF2B5EF4-FFF2-40B4-BE49-F238E27FC236}">
                        <a16:creationId xmlns:a16="http://schemas.microsoft.com/office/drawing/2014/main" id="{8E353634-DE72-47F9-A14D-182CA30F80C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897" name="Flowchart: Connector 9896">
                    <a:extLst>
                      <a:ext uri="{FF2B5EF4-FFF2-40B4-BE49-F238E27FC236}">
                        <a16:creationId xmlns:a16="http://schemas.microsoft.com/office/drawing/2014/main" id="{2E7F75CE-6D35-445B-9CF2-22894B60D6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898" name="Flowchart: Connector 9897">
                    <a:extLst>
                      <a:ext uri="{FF2B5EF4-FFF2-40B4-BE49-F238E27FC236}">
                        <a16:creationId xmlns:a16="http://schemas.microsoft.com/office/drawing/2014/main" id="{26E9CB71-E852-42F6-8EE9-2FF00E16841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9899" name="Flowchart: Connector 9898">
                    <a:extLst>
                      <a:ext uri="{FF2B5EF4-FFF2-40B4-BE49-F238E27FC236}">
                        <a16:creationId xmlns:a16="http://schemas.microsoft.com/office/drawing/2014/main" id="{5ABF9C12-4A8D-49DF-AA18-C7FCB0ABE8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9900" name="Flowchart: Connector 9899">
                    <a:extLst>
                      <a:ext uri="{FF2B5EF4-FFF2-40B4-BE49-F238E27FC236}">
                        <a16:creationId xmlns:a16="http://schemas.microsoft.com/office/drawing/2014/main" id="{65EC053D-86E6-442F-96D6-5514DA9DA89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9901" name="Group 9900">
                    <a:extLst>
                      <a:ext uri="{FF2B5EF4-FFF2-40B4-BE49-F238E27FC236}">
                        <a16:creationId xmlns:a16="http://schemas.microsoft.com/office/drawing/2014/main" id="{0BA44E4A-A5EE-46D2-A138-3E449B899F1F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9902" name="Group 9901">
                      <a:extLst>
                        <a:ext uri="{FF2B5EF4-FFF2-40B4-BE49-F238E27FC236}">
                          <a16:creationId xmlns:a16="http://schemas.microsoft.com/office/drawing/2014/main" id="{BF7DA485-F959-47C9-8524-229E27812C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9953" name="Flowchart: Connector 9952">
                        <a:extLst>
                          <a:ext uri="{FF2B5EF4-FFF2-40B4-BE49-F238E27FC236}">
                            <a16:creationId xmlns:a16="http://schemas.microsoft.com/office/drawing/2014/main" id="{E35B8D1C-463A-4E41-BAC8-2D8DA0AA38F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54" name="3D Model 9953" descr="Sphere">
                            <a:extLst>
                              <a:ext uri="{FF2B5EF4-FFF2-40B4-BE49-F238E27FC236}">
                                <a16:creationId xmlns:a16="http://schemas.microsoft.com/office/drawing/2014/main" id="{350B8980-4C63-4F28-B49E-DA2F4C3B500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7120485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955" name="Flowchart: Connector 9954">
                        <a:extLst>
                          <a:ext uri="{FF2B5EF4-FFF2-40B4-BE49-F238E27FC236}">
                            <a16:creationId xmlns:a16="http://schemas.microsoft.com/office/drawing/2014/main" id="{C5172396-177E-4863-81B7-C289BCBC39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56" name="3D Model 9955" descr="Sphere">
                            <a:extLst>
                              <a:ext uri="{FF2B5EF4-FFF2-40B4-BE49-F238E27FC236}">
                                <a16:creationId xmlns:a16="http://schemas.microsoft.com/office/drawing/2014/main" id="{B7B89C1D-766F-40F2-9A39-E7AE6F9AF3A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94875009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957" name="Flowchart: Connector 9956">
                        <a:extLst>
                          <a:ext uri="{FF2B5EF4-FFF2-40B4-BE49-F238E27FC236}">
                            <a16:creationId xmlns:a16="http://schemas.microsoft.com/office/drawing/2014/main" id="{7A83FAC0-B8C9-4F3B-A69F-AD17E890E5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58" name="3D Model 9957" descr="Sphere">
                            <a:extLst>
                              <a:ext uri="{FF2B5EF4-FFF2-40B4-BE49-F238E27FC236}">
                                <a16:creationId xmlns:a16="http://schemas.microsoft.com/office/drawing/2014/main" id="{ED50DFE4-CD00-4101-BB29-35A2429FB59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42033032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959" name="Flowchart: Connector 9958">
                        <a:extLst>
                          <a:ext uri="{FF2B5EF4-FFF2-40B4-BE49-F238E27FC236}">
                            <a16:creationId xmlns:a16="http://schemas.microsoft.com/office/drawing/2014/main" id="{BE28A971-A6CC-42E7-9D90-CB20083D856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60" name="3D Model 9959" descr="Sphere">
                            <a:extLst>
                              <a:ext uri="{FF2B5EF4-FFF2-40B4-BE49-F238E27FC236}">
                                <a16:creationId xmlns:a16="http://schemas.microsoft.com/office/drawing/2014/main" id="{30DC8579-7282-4E70-85FC-CF5A2B0C730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9495381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9903" name="Group 9902">
                      <a:extLst>
                        <a:ext uri="{FF2B5EF4-FFF2-40B4-BE49-F238E27FC236}">
                          <a16:creationId xmlns:a16="http://schemas.microsoft.com/office/drawing/2014/main" id="{15AEBE30-344A-4C6F-AA86-B21EAF2449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9937" name="Flowchart: Connector 9936">
                        <a:extLst>
                          <a:ext uri="{FF2B5EF4-FFF2-40B4-BE49-F238E27FC236}">
                            <a16:creationId xmlns:a16="http://schemas.microsoft.com/office/drawing/2014/main" id="{DE44AC45-1CF4-417F-9E30-1614354DD6B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38" name="Flowchart: Connector 9937">
                        <a:extLst>
                          <a:ext uri="{FF2B5EF4-FFF2-40B4-BE49-F238E27FC236}">
                            <a16:creationId xmlns:a16="http://schemas.microsoft.com/office/drawing/2014/main" id="{3D9EDCC6-9A8C-4C86-834B-6772B235CF6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39" name="Flowchart: Connector 9938">
                        <a:extLst>
                          <a:ext uri="{FF2B5EF4-FFF2-40B4-BE49-F238E27FC236}">
                            <a16:creationId xmlns:a16="http://schemas.microsoft.com/office/drawing/2014/main" id="{BACE7A4F-A3E4-45FA-B186-3D47DEBB74C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40" name="Flowchart: Connector 9939">
                        <a:extLst>
                          <a:ext uri="{FF2B5EF4-FFF2-40B4-BE49-F238E27FC236}">
                            <a16:creationId xmlns:a16="http://schemas.microsoft.com/office/drawing/2014/main" id="{38FD6B3E-2150-4E1E-BC92-1D57CA365F5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41" name="Flowchart: Connector 9940">
                        <a:extLst>
                          <a:ext uri="{FF2B5EF4-FFF2-40B4-BE49-F238E27FC236}">
                            <a16:creationId xmlns:a16="http://schemas.microsoft.com/office/drawing/2014/main" id="{7D788E63-B6DA-46A5-B321-3C2D3EE7603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42" name="Flowchart: Connector 9941">
                        <a:extLst>
                          <a:ext uri="{FF2B5EF4-FFF2-40B4-BE49-F238E27FC236}">
                            <a16:creationId xmlns:a16="http://schemas.microsoft.com/office/drawing/2014/main" id="{999410F5-A3E8-4C18-BA1F-9DF257E10A6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43" name="Flowchart: Connector 9942">
                        <a:extLst>
                          <a:ext uri="{FF2B5EF4-FFF2-40B4-BE49-F238E27FC236}">
                            <a16:creationId xmlns:a16="http://schemas.microsoft.com/office/drawing/2014/main" id="{4E28C4F7-4209-45D4-B044-F8A47AED705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44" name="Flowchart: Connector 9943">
                        <a:extLst>
                          <a:ext uri="{FF2B5EF4-FFF2-40B4-BE49-F238E27FC236}">
                            <a16:creationId xmlns:a16="http://schemas.microsoft.com/office/drawing/2014/main" id="{0C3C63BF-7F83-4015-ADB6-12F6117F93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45" name="Flowchart: Connector 9944">
                        <a:extLst>
                          <a:ext uri="{FF2B5EF4-FFF2-40B4-BE49-F238E27FC236}">
                            <a16:creationId xmlns:a16="http://schemas.microsoft.com/office/drawing/2014/main" id="{285EA458-1E20-4E2B-B51E-E326CD69E8F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46" name="3D Model 9945" descr="Sphere">
                            <a:extLst>
                              <a:ext uri="{FF2B5EF4-FFF2-40B4-BE49-F238E27FC236}">
                                <a16:creationId xmlns:a16="http://schemas.microsoft.com/office/drawing/2014/main" id="{039F4D3B-0405-4AA2-8BED-54421EA5C2A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87688295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947" name="Flowchart: Connector 9946">
                        <a:extLst>
                          <a:ext uri="{FF2B5EF4-FFF2-40B4-BE49-F238E27FC236}">
                            <a16:creationId xmlns:a16="http://schemas.microsoft.com/office/drawing/2014/main" id="{94C0BC24-AB83-4A62-B930-33BCF9772FB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48" name="3D Model 9947" descr="Sphere">
                            <a:extLst>
                              <a:ext uri="{FF2B5EF4-FFF2-40B4-BE49-F238E27FC236}">
                                <a16:creationId xmlns:a16="http://schemas.microsoft.com/office/drawing/2014/main" id="{A6EFE84B-779C-4D4C-86BB-CF230C07575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92180993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949" name="Flowchart: Connector 9948">
                        <a:extLst>
                          <a:ext uri="{FF2B5EF4-FFF2-40B4-BE49-F238E27FC236}">
                            <a16:creationId xmlns:a16="http://schemas.microsoft.com/office/drawing/2014/main" id="{7B9C8FFF-92F4-445B-B6BE-4201C00704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50" name="3D Model 9949" descr="Sphere">
                            <a:extLst>
                              <a:ext uri="{FF2B5EF4-FFF2-40B4-BE49-F238E27FC236}">
                                <a16:creationId xmlns:a16="http://schemas.microsoft.com/office/drawing/2014/main" id="{AAA69177-0ECE-482F-A2FE-37225EA822F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4933743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951" name="Flowchart: Connector 9950">
                        <a:extLst>
                          <a:ext uri="{FF2B5EF4-FFF2-40B4-BE49-F238E27FC236}">
                            <a16:creationId xmlns:a16="http://schemas.microsoft.com/office/drawing/2014/main" id="{DE7491D5-4F95-47B7-B72A-E1574CBADC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52" name="3D Model 9951" descr="Sphere">
                            <a:extLst>
                              <a:ext uri="{FF2B5EF4-FFF2-40B4-BE49-F238E27FC236}">
                                <a16:creationId xmlns:a16="http://schemas.microsoft.com/office/drawing/2014/main" id="{24DAAB6B-405F-4566-9ED5-387E2FE5B2F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2946338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9904" name="Group 9903">
                      <a:extLst>
                        <a:ext uri="{FF2B5EF4-FFF2-40B4-BE49-F238E27FC236}">
                          <a16:creationId xmlns:a16="http://schemas.microsoft.com/office/drawing/2014/main" id="{27ECD9B6-19D5-434B-BA48-0F1DDED671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9921" name="Flowchart: Connector 9920">
                        <a:extLst>
                          <a:ext uri="{FF2B5EF4-FFF2-40B4-BE49-F238E27FC236}">
                            <a16:creationId xmlns:a16="http://schemas.microsoft.com/office/drawing/2014/main" id="{35C81137-4A65-4F9D-B682-3A3B9FA7F45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22" name="Flowchart: Connector 9921">
                        <a:extLst>
                          <a:ext uri="{FF2B5EF4-FFF2-40B4-BE49-F238E27FC236}">
                            <a16:creationId xmlns:a16="http://schemas.microsoft.com/office/drawing/2014/main" id="{94B09E60-87AC-4083-ACCE-FF23D306E2B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23" name="Flowchart: Connector 9922">
                        <a:extLst>
                          <a:ext uri="{FF2B5EF4-FFF2-40B4-BE49-F238E27FC236}">
                            <a16:creationId xmlns:a16="http://schemas.microsoft.com/office/drawing/2014/main" id="{ED78A840-8F6F-4FA7-8FFF-B8F04437F82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24" name="Flowchart: Connector 9923">
                        <a:extLst>
                          <a:ext uri="{FF2B5EF4-FFF2-40B4-BE49-F238E27FC236}">
                            <a16:creationId xmlns:a16="http://schemas.microsoft.com/office/drawing/2014/main" id="{AFB33489-1A66-47C4-83F0-425866C28F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25" name="Flowchart: Connector 9924">
                        <a:extLst>
                          <a:ext uri="{FF2B5EF4-FFF2-40B4-BE49-F238E27FC236}">
                            <a16:creationId xmlns:a16="http://schemas.microsoft.com/office/drawing/2014/main" id="{DB1B5755-1A8F-423F-A591-D7E374BB48D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26" name="Flowchart: Connector 9925">
                        <a:extLst>
                          <a:ext uri="{FF2B5EF4-FFF2-40B4-BE49-F238E27FC236}">
                            <a16:creationId xmlns:a16="http://schemas.microsoft.com/office/drawing/2014/main" id="{47818C38-5BD0-44AD-9A5C-29B279163F6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27" name="Flowchart: Connector 9926">
                        <a:extLst>
                          <a:ext uri="{FF2B5EF4-FFF2-40B4-BE49-F238E27FC236}">
                            <a16:creationId xmlns:a16="http://schemas.microsoft.com/office/drawing/2014/main" id="{F727C1A5-A9B7-4128-9686-4E5D0A65636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28" name="Flowchart: Connector 9927">
                        <a:extLst>
                          <a:ext uri="{FF2B5EF4-FFF2-40B4-BE49-F238E27FC236}">
                            <a16:creationId xmlns:a16="http://schemas.microsoft.com/office/drawing/2014/main" id="{A5AA27F2-5B23-4FED-8B4B-52EEB34C6BE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9929" name="Flowchart: Connector 9928">
                        <a:extLst>
                          <a:ext uri="{FF2B5EF4-FFF2-40B4-BE49-F238E27FC236}">
                            <a16:creationId xmlns:a16="http://schemas.microsoft.com/office/drawing/2014/main" id="{37D81DAE-B692-4B43-96AE-4A73F0B03C3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30" name="3D Model 9929" descr="Sphere">
                            <a:extLst>
                              <a:ext uri="{FF2B5EF4-FFF2-40B4-BE49-F238E27FC236}">
                                <a16:creationId xmlns:a16="http://schemas.microsoft.com/office/drawing/2014/main" id="{B2480E4F-4142-44CD-B8D4-54B9F840EF4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92087172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931" name="Flowchart: Connector 9930">
                        <a:extLst>
                          <a:ext uri="{FF2B5EF4-FFF2-40B4-BE49-F238E27FC236}">
                            <a16:creationId xmlns:a16="http://schemas.microsoft.com/office/drawing/2014/main" id="{8C018F40-30CC-46CA-851C-3C31E3CA486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32" name="3D Model 9931" descr="Sphere">
                            <a:extLst>
                              <a:ext uri="{FF2B5EF4-FFF2-40B4-BE49-F238E27FC236}">
                                <a16:creationId xmlns:a16="http://schemas.microsoft.com/office/drawing/2014/main" id="{2DDFD6BC-307A-4B27-9759-3E4B7D9B7B1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08985763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933" name="Flowchart: Connector 9932">
                        <a:extLst>
                          <a:ext uri="{FF2B5EF4-FFF2-40B4-BE49-F238E27FC236}">
                            <a16:creationId xmlns:a16="http://schemas.microsoft.com/office/drawing/2014/main" id="{3FEAA33C-4B2C-4F8F-9F1F-B2C2D336ECD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34" name="3D Model 9933" descr="Sphere">
                            <a:extLst>
                              <a:ext uri="{FF2B5EF4-FFF2-40B4-BE49-F238E27FC236}">
                                <a16:creationId xmlns:a16="http://schemas.microsoft.com/office/drawing/2014/main" id="{085352BA-AA71-4C76-B976-93A8CB51740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7881538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9935" name="Flowchart: Connector 9934">
                        <a:extLst>
                          <a:ext uri="{FF2B5EF4-FFF2-40B4-BE49-F238E27FC236}">
                            <a16:creationId xmlns:a16="http://schemas.microsoft.com/office/drawing/2014/main" id="{0A445B8B-255C-4118-AA1E-6394000716B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9936" name="3D Model 9935" descr="Sphere">
                            <a:extLst>
                              <a:ext uri="{FF2B5EF4-FFF2-40B4-BE49-F238E27FC236}">
                                <a16:creationId xmlns:a16="http://schemas.microsoft.com/office/drawing/2014/main" id="{EF3032F6-91C9-4B8E-A35D-A50E4B954B4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17598377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9905" name="Flowchart: Connector 9904">
                      <a:extLst>
                        <a:ext uri="{FF2B5EF4-FFF2-40B4-BE49-F238E27FC236}">
                          <a16:creationId xmlns:a16="http://schemas.microsoft.com/office/drawing/2014/main" id="{4BB32DFE-9308-4A46-AB38-2AC72BC8280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906" name="Flowchart: Connector 9905">
                      <a:extLst>
                        <a:ext uri="{FF2B5EF4-FFF2-40B4-BE49-F238E27FC236}">
                          <a16:creationId xmlns:a16="http://schemas.microsoft.com/office/drawing/2014/main" id="{3E101807-8BB6-4334-97C6-BF4D40DBF15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907" name="Flowchart: Connector 9906">
                      <a:extLst>
                        <a:ext uri="{FF2B5EF4-FFF2-40B4-BE49-F238E27FC236}">
                          <a16:creationId xmlns:a16="http://schemas.microsoft.com/office/drawing/2014/main" id="{9428B3B7-86CC-4710-B650-C269CEAFB07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908" name="Flowchart: Connector 9907">
                      <a:extLst>
                        <a:ext uri="{FF2B5EF4-FFF2-40B4-BE49-F238E27FC236}">
                          <a16:creationId xmlns:a16="http://schemas.microsoft.com/office/drawing/2014/main" id="{D13815E4-068A-42A6-8C26-94D38EA5FD6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909" name="Flowchart: Connector 9908">
                      <a:extLst>
                        <a:ext uri="{FF2B5EF4-FFF2-40B4-BE49-F238E27FC236}">
                          <a16:creationId xmlns:a16="http://schemas.microsoft.com/office/drawing/2014/main" id="{AC5C92A1-C2B3-42DA-AA71-9779170BA94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910" name="Flowchart: Connector 9909">
                      <a:extLst>
                        <a:ext uri="{FF2B5EF4-FFF2-40B4-BE49-F238E27FC236}">
                          <a16:creationId xmlns:a16="http://schemas.microsoft.com/office/drawing/2014/main" id="{D65FE72A-F5A9-4698-9E41-E3DDCE925A3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911" name="Flowchart: Connector 9910">
                      <a:extLst>
                        <a:ext uri="{FF2B5EF4-FFF2-40B4-BE49-F238E27FC236}">
                          <a16:creationId xmlns:a16="http://schemas.microsoft.com/office/drawing/2014/main" id="{6C108761-9048-44D4-802C-1A090AE8B0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912" name="Flowchart: Connector 9911">
                      <a:extLst>
                        <a:ext uri="{FF2B5EF4-FFF2-40B4-BE49-F238E27FC236}">
                          <a16:creationId xmlns:a16="http://schemas.microsoft.com/office/drawing/2014/main" id="{6BD9A33B-F806-48D2-8C7A-D0E8FEF8A7D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9913" name="Flowchart: Connector 9912">
                      <a:extLst>
                        <a:ext uri="{FF2B5EF4-FFF2-40B4-BE49-F238E27FC236}">
                          <a16:creationId xmlns:a16="http://schemas.microsoft.com/office/drawing/2014/main" id="{A2D1BA02-D40D-4E55-B7CA-F1CB0D8A1C1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914" name="3D Model 9913" descr="Sphere">
                          <a:extLst>
                            <a:ext uri="{FF2B5EF4-FFF2-40B4-BE49-F238E27FC236}">
                              <a16:creationId xmlns:a16="http://schemas.microsoft.com/office/drawing/2014/main" id="{17284376-CAED-41DD-BEDA-5FB51B15021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884061318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9915" name="Flowchart: Connector 9914">
                      <a:extLst>
                        <a:ext uri="{FF2B5EF4-FFF2-40B4-BE49-F238E27FC236}">
                          <a16:creationId xmlns:a16="http://schemas.microsoft.com/office/drawing/2014/main" id="{E11ECB91-B695-4D6B-A376-2423B38DFF1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916" name="3D Model 9915" descr="Sphere">
                          <a:extLst>
                            <a:ext uri="{FF2B5EF4-FFF2-40B4-BE49-F238E27FC236}">
                              <a16:creationId xmlns:a16="http://schemas.microsoft.com/office/drawing/2014/main" id="{B2B86AC6-144C-461F-A8B5-C48C3E48186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188424791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9917" name="Flowchart: Connector 9916">
                      <a:extLst>
                        <a:ext uri="{FF2B5EF4-FFF2-40B4-BE49-F238E27FC236}">
                          <a16:creationId xmlns:a16="http://schemas.microsoft.com/office/drawing/2014/main" id="{A0CAA5C5-A080-4D84-A167-98804BE9FB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918" name="3D Model 9917" descr="Sphere">
                          <a:extLst>
                            <a:ext uri="{FF2B5EF4-FFF2-40B4-BE49-F238E27FC236}">
                              <a16:creationId xmlns:a16="http://schemas.microsoft.com/office/drawing/2014/main" id="{FDB43E36-A5F2-486C-A350-77001844975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545477880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9919" name="Flowchart: Connector 9918">
                      <a:extLst>
                        <a:ext uri="{FF2B5EF4-FFF2-40B4-BE49-F238E27FC236}">
                          <a16:creationId xmlns:a16="http://schemas.microsoft.com/office/drawing/2014/main" id="{8B1795DF-2B07-4BBC-84B2-A657177D5E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9920" name="3D Model 9919" descr="Sphere">
                          <a:extLst>
                            <a:ext uri="{FF2B5EF4-FFF2-40B4-BE49-F238E27FC236}">
                              <a16:creationId xmlns:a16="http://schemas.microsoft.com/office/drawing/2014/main" id="{3DE5E2E8-7C84-4573-8897-D441AD9A9CB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74167313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9870" name="Freeform: Shape 9869">
                  <a:extLst>
                    <a:ext uri="{FF2B5EF4-FFF2-40B4-BE49-F238E27FC236}">
                      <a16:creationId xmlns:a16="http://schemas.microsoft.com/office/drawing/2014/main" id="{99A2300A-EB77-4B87-92F9-A7E77762CF8E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871" name="Freeform: Shape 9870">
                  <a:extLst>
                    <a:ext uri="{FF2B5EF4-FFF2-40B4-BE49-F238E27FC236}">
                      <a16:creationId xmlns:a16="http://schemas.microsoft.com/office/drawing/2014/main" id="{1275D193-A3AE-4169-AF21-C0F3088410EF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872" name="Freeform: Shape 9871">
                  <a:extLst>
                    <a:ext uri="{FF2B5EF4-FFF2-40B4-BE49-F238E27FC236}">
                      <a16:creationId xmlns:a16="http://schemas.microsoft.com/office/drawing/2014/main" id="{D9B7888C-5961-48E8-A29B-33A69BB0FB3A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873" name="Freeform: Shape 9872">
                  <a:extLst>
                    <a:ext uri="{FF2B5EF4-FFF2-40B4-BE49-F238E27FC236}">
                      <a16:creationId xmlns:a16="http://schemas.microsoft.com/office/drawing/2014/main" id="{80570967-9779-49FF-95EA-D40CD31404AF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874" name="Freeform: Shape 9873">
                  <a:extLst>
                    <a:ext uri="{FF2B5EF4-FFF2-40B4-BE49-F238E27FC236}">
                      <a16:creationId xmlns:a16="http://schemas.microsoft.com/office/drawing/2014/main" id="{D0D01BA8-1137-42CB-B8C9-31B842CA8BAE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875" name="Freeform: Shape 9874">
                  <a:extLst>
                    <a:ext uri="{FF2B5EF4-FFF2-40B4-BE49-F238E27FC236}">
                      <a16:creationId xmlns:a16="http://schemas.microsoft.com/office/drawing/2014/main" id="{C861BCF1-32ED-4511-8E26-3A7C44017351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876" name="Freeform: Shape 9875">
                  <a:extLst>
                    <a:ext uri="{FF2B5EF4-FFF2-40B4-BE49-F238E27FC236}">
                      <a16:creationId xmlns:a16="http://schemas.microsoft.com/office/drawing/2014/main" id="{2B9E9A84-FD37-4E2C-AF64-1A968713778E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877" name="Freeform: Shape 9876">
                  <a:extLst>
                    <a:ext uri="{FF2B5EF4-FFF2-40B4-BE49-F238E27FC236}">
                      <a16:creationId xmlns:a16="http://schemas.microsoft.com/office/drawing/2014/main" id="{5776D981-4269-470D-A184-5B2F6A4CE5DA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878" name="Freeform: Shape 9877">
                  <a:extLst>
                    <a:ext uri="{FF2B5EF4-FFF2-40B4-BE49-F238E27FC236}">
                      <a16:creationId xmlns:a16="http://schemas.microsoft.com/office/drawing/2014/main" id="{C041B13A-6332-43EE-A77D-B56E8E4D163E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879" name="Freeform: Shape 9878">
                  <a:extLst>
                    <a:ext uri="{FF2B5EF4-FFF2-40B4-BE49-F238E27FC236}">
                      <a16:creationId xmlns:a16="http://schemas.microsoft.com/office/drawing/2014/main" id="{67BA6B50-0C03-4C69-8996-677730000AE8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880" name="Freeform: Shape 9879">
                  <a:extLst>
                    <a:ext uri="{FF2B5EF4-FFF2-40B4-BE49-F238E27FC236}">
                      <a16:creationId xmlns:a16="http://schemas.microsoft.com/office/drawing/2014/main" id="{2EDCB7DF-28A4-4F62-9AEB-0A085B8EDDE0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9881" name="Freeform: Shape 9880">
                  <a:extLst>
                    <a:ext uri="{FF2B5EF4-FFF2-40B4-BE49-F238E27FC236}">
                      <a16:creationId xmlns:a16="http://schemas.microsoft.com/office/drawing/2014/main" id="{B886C631-952E-4B24-98D3-06F5DABFDA87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9866" name="Freeform: Shape 9865">
                <a:extLst>
                  <a:ext uri="{FF2B5EF4-FFF2-40B4-BE49-F238E27FC236}">
                    <a16:creationId xmlns:a16="http://schemas.microsoft.com/office/drawing/2014/main" id="{76ECB963-5708-42B1-B4E4-A7C8F3CEA4B1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9867" name="Freeform: Shape 9866">
                <a:extLst>
                  <a:ext uri="{FF2B5EF4-FFF2-40B4-BE49-F238E27FC236}">
                    <a16:creationId xmlns:a16="http://schemas.microsoft.com/office/drawing/2014/main" id="{2C16FDB8-F09D-42C2-B894-C7254FFFCFFC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9868" name="Freeform: Shape 9867">
                <a:extLst>
                  <a:ext uri="{FF2B5EF4-FFF2-40B4-BE49-F238E27FC236}">
                    <a16:creationId xmlns:a16="http://schemas.microsoft.com/office/drawing/2014/main" id="{9CC0581F-C842-471C-BEE0-D22B7317D489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10164" name="Group 10163">
              <a:extLst>
                <a:ext uri="{FF2B5EF4-FFF2-40B4-BE49-F238E27FC236}">
                  <a16:creationId xmlns:a16="http://schemas.microsoft.com/office/drawing/2014/main" id="{35E023A0-3665-44D6-AE25-9032F3698BB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226321" y="6030757"/>
              <a:ext cx="521735" cy="419131"/>
              <a:chOff x="558227" y="4289344"/>
              <a:chExt cx="2384501" cy="2135404"/>
            </a:xfrm>
          </p:grpSpPr>
          <p:grpSp>
            <p:nvGrpSpPr>
              <p:cNvPr id="10165" name="Group 10164">
                <a:extLst>
                  <a:ext uri="{FF2B5EF4-FFF2-40B4-BE49-F238E27FC236}">
                    <a16:creationId xmlns:a16="http://schemas.microsoft.com/office/drawing/2014/main" id="{DB3956EE-C2B0-4663-AE7D-56EC2DFAF131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10169" name="Group 10168">
                  <a:extLst>
                    <a:ext uri="{FF2B5EF4-FFF2-40B4-BE49-F238E27FC236}">
                      <a16:creationId xmlns:a16="http://schemas.microsoft.com/office/drawing/2014/main" id="{ABF185BA-6390-4ABE-92EE-7E1618F0FE5F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10182" name="Group 10181">
                    <a:extLst>
                      <a:ext uri="{FF2B5EF4-FFF2-40B4-BE49-F238E27FC236}">
                        <a16:creationId xmlns:a16="http://schemas.microsoft.com/office/drawing/2014/main" id="{FD70DC03-33C5-43E3-BAF7-3B2CBBC9C9CA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10403" name="Group 10402">
                      <a:extLst>
                        <a:ext uri="{FF2B5EF4-FFF2-40B4-BE49-F238E27FC236}">
                          <a16:creationId xmlns:a16="http://schemas.microsoft.com/office/drawing/2014/main" id="{2EA9400E-3BED-4EAE-BF9E-19A8E4BF811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10460" name="Flowchart: Connector 10459">
                        <a:extLst>
                          <a:ext uri="{FF2B5EF4-FFF2-40B4-BE49-F238E27FC236}">
                            <a16:creationId xmlns:a16="http://schemas.microsoft.com/office/drawing/2014/main" id="{00D14C6E-EAE6-490F-B118-4BABCD91BF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461" name="Flowchart: Connector 10460">
                        <a:extLst>
                          <a:ext uri="{FF2B5EF4-FFF2-40B4-BE49-F238E27FC236}">
                            <a16:creationId xmlns:a16="http://schemas.microsoft.com/office/drawing/2014/main" id="{BD99A725-D817-492C-B7AF-49EFA70044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462" name="Flowchart: Connector 10461">
                        <a:extLst>
                          <a:ext uri="{FF2B5EF4-FFF2-40B4-BE49-F238E27FC236}">
                            <a16:creationId xmlns:a16="http://schemas.microsoft.com/office/drawing/2014/main" id="{251E0AD7-483E-4402-A3A0-59EE588EE90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463" name="Flowchart: Connector 10462">
                        <a:extLst>
                          <a:ext uri="{FF2B5EF4-FFF2-40B4-BE49-F238E27FC236}">
                            <a16:creationId xmlns:a16="http://schemas.microsoft.com/office/drawing/2014/main" id="{EF03E1D0-95C0-406B-B1A8-3AB0A3CB0FA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0404" name="Group 10403">
                      <a:extLst>
                        <a:ext uri="{FF2B5EF4-FFF2-40B4-BE49-F238E27FC236}">
                          <a16:creationId xmlns:a16="http://schemas.microsoft.com/office/drawing/2014/main" id="{B468517B-3B0F-4B51-8DD9-9176CAC67E4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10405" name="Group 10404">
                        <a:extLst>
                          <a:ext uri="{FF2B5EF4-FFF2-40B4-BE49-F238E27FC236}">
                            <a16:creationId xmlns:a16="http://schemas.microsoft.com/office/drawing/2014/main" id="{332FF355-6190-46C3-9BAD-121B0350719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453" name="3D Model 10452" descr="Sphere">
                              <a:extLst>
                                <a:ext uri="{FF2B5EF4-FFF2-40B4-BE49-F238E27FC236}">
                                  <a16:creationId xmlns:a16="http://schemas.microsoft.com/office/drawing/2014/main" id="{8AD34523-4B85-4A5C-BFC9-EFD04D59F5E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568786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454" name="Flowchart: Connector 10453">
                          <a:extLst>
                            <a:ext uri="{FF2B5EF4-FFF2-40B4-BE49-F238E27FC236}">
                              <a16:creationId xmlns:a16="http://schemas.microsoft.com/office/drawing/2014/main" id="{0D3C24E3-F405-4B68-B806-4BC4974AFD6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455" name="3D Model 10454" descr="Sphere">
                              <a:extLst>
                                <a:ext uri="{FF2B5EF4-FFF2-40B4-BE49-F238E27FC236}">
                                  <a16:creationId xmlns:a16="http://schemas.microsoft.com/office/drawing/2014/main" id="{CB862140-7EFB-4A18-B47A-A0D6FE29456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4306396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456" name="Flowchart: Connector 10455">
                          <a:extLst>
                            <a:ext uri="{FF2B5EF4-FFF2-40B4-BE49-F238E27FC236}">
                              <a16:creationId xmlns:a16="http://schemas.microsoft.com/office/drawing/2014/main" id="{6B1C162D-044E-4FA0-BA7A-CEB7FD55E40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457" name="3D Model 10456" descr="Sphere">
                              <a:extLst>
                                <a:ext uri="{FF2B5EF4-FFF2-40B4-BE49-F238E27FC236}">
                                  <a16:creationId xmlns:a16="http://schemas.microsoft.com/office/drawing/2014/main" id="{9274B3F7-0BEB-4730-8EA6-9035A1B6464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8875468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458" name="Flowchart: Connector 10457">
                          <a:extLst>
                            <a:ext uri="{FF2B5EF4-FFF2-40B4-BE49-F238E27FC236}">
                              <a16:creationId xmlns:a16="http://schemas.microsoft.com/office/drawing/2014/main" id="{17B2C388-DBDB-4334-BF78-8E49B9EC002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459" name="3D Model 10458" descr="Sphere">
                              <a:extLst>
                                <a:ext uri="{FF2B5EF4-FFF2-40B4-BE49-F238E27FC236}">
                                  <a16:creationId xmlns:a16="http://schemas.microsoft.com/office/drawing/2014/main" id="{49DE7FBC-8A14-40C4-80BB-F243720C37E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2516174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406" name="Group 10405">
                        <a:extLst>
                          <a:ext uri="{FF2B5EF4-FFF2-40B4-BE49-F238E27FC236}">
                            <a16:creationId xmlns:a16="http://schemas.microsoft.com/office/drawing/2014/main" id="{AB71E447-ED88-40B3-BFA7-F422905995A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0438" name="Flowchart: Connector 10437">
                          <a:extLst>
                            <a:ext uri="{FF2B5EF4-FFF2-40B4-BE49-F238E27FC236}">
                              <a16:creationId xmlns:a16="http://schemas.microsoft.com/office/drawing/2014/main" id="{7F056770-E9F6-46AC-B2D8-6078E0CC8A7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39" name="Flowchart: Connector 10438">
                          <a:extLst>
                            <a:ext uri="{FF2B5EF4-FFF2-40B4-BE49-F238E27FC236}">
                              <a16:creationId xmlns:a16="http://schemas.microsoft.com/office/drawing/2014/main" id="{FE6EE8E5-7529-45B2-B886-70617C1DCA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40" name="Flowchart: Connector 10439">
                          <a:extLst>
                            <a:ext uri="{FF2B5EF4-FFF2-40B4-BE49-F238E27FC236}">
                              <a16:creationId xmlns:a16="http://schemas.microsoft.com/office/drawing/2014/main" id="{18608282-A3CD-4118-AC86-66770C03C90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41" name="Flowchart: Connector 10440">
                          <a:extLst>
                            <a:ext uri="{FF2B5EF4-FFF2-40B4-BE49-F238E27FC236}">
                              <a16:creationId xmlns:a16="http://schemas.microsoft.com/office/drawing/2014/main" id="{43B73D92-F6B6-4BFA-BE9F-DEEA66FAD69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42" name="Flowchart: Connector 10441">
                          <a:extLst>
                            <a:ext uri="{FF2B5EF4-FFF2-40B4-BE49-F238E27FC236}">
                              <a16:creationId xmlns:a16="http://schemas.microsoft.com/office/drawing/2014/main" id="{59701444-D2B7-4DF0-91CF-490A1D152CC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43" name="Flowchart: Connector 10442">
                          <a:extLst>
                            <a:ext uri="{FF2B5EF4-FFF2-40B4-BE49-F238E27FC236}">
                              <a16:creationId xmlns:a16="http://schemas.microsoft.com/office/drawing/2014/main" id="{3C93F478-264D-4B4F-B002-93D4CAC6AF8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44" name="Flowchart: Connector 10443">
                          <a:extLst>
                            <a:ext uri="{FF2B5EF4-FFF2-40B4-BE49-F238E27FC236}">
                              <a16:creationId xmlns:a16="http://schemas.microsoft.com/office/drawing/2014/main" id="{8039EB72-30DB-4406-ABEA-3D16D3084CE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45" name="Flowchart: Connector 10444">
                          <a:extLst>
                            <a:ext uri="{FF2B5EF4-FFF2-40B4-BE49-F238E27FC236}">
                              <a16:creationId xmlns:a16="http://schemas.microsoft.com/office/drawing/2014/main" id="{869C1582-9094-43D8-A56D-1AD9BB06786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446" name="3D Model 10445" descr="Sphere">
                              <a:extLst>
                                <a:ext uri="{FF2B5EF4-FFF2-40B4-BE49-F238E27FC236}">
                                  <a16:creationId xmlns:a16="http://schemas.microsoft.com/office/drawing/2014/main" id="{CA1A12CD-F469-47C7-994A-D507DDA9AD1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8182551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447" name="Flowchart: Connector 10446">
                          <a:extLst>
                            <a:ext uri="{FF2B5EF4-FFF2-40B4-BE49-F238E27FC236}">
                              <a16:creationId xmlns:a16="http://schemas.microsoft.com/office/drawing/2014/main" id="{A28A6401-0972-4F27-B784-07744FE5051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448" name="3D Model 10447" descr="Sphere">
                              <a:extLst>
                                <a:ext uri="{FF2B5EF4-FFF2-40B4-BE49-F238E27FC236}">
                                  <a16:creationId xmlns:a16="http://schemas.microsoft.com/office/drawing/2014/main" id="{A737F580-82FE-409A-BBB3-E6630664F8C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4768722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449" name="Flowchart: Connector 10448">
                          <a:extLst>
                            <a:ext uri="{FF2B5EF4-FFF2-40B4-BE49-F238E27FC236}">
                              <a16:creationId xmlns:a16="http://schemas.microsoft.com/office/drawing/2014/main" id="{1147D7B1-8D5C-46C7-B9B4-70ED2009F1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450" name="3D Model 10449" descr="Sphere">
                              <a:extLst>
                                <a:ext uri="{FF2B5EF4-FFF2-40B4-BE49-F238E27FC236}">
                                  <a16:creationId xmlns:a16="http://schemas.microsoft.com/office/drawing/2014/main" id="{0FA1BA92-AE97-4F01-864B-251F24088D6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9232465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451" name="Flowchart: Connector 10450">
                          <a:extLst>
                            <a:ext uri="{FF2B5EF4-FFF2-40B4-BE49-F238E27FC236}">
                              <a16:creationId xmlns:a16="http://schemas.microsoft.com/office/drawing/2014/main" id="{176827F1-7EE1-4D0B-99A3-B2A82F508CE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452" name="3D Model 10451" descr="Sphere">
                              <a:extLst>
                                <a:ext uri="{FF2B5EF4-FFF2-40B4-BE49-F238E27FC236}">
                                  <a16:creationId xmlns:a16="http://schemas.microsoft.com/office/drawing/2014/main" id="{D59EAF3C-C6AB-423C-BAD6-5A51ACCF198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3470077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407" name="Group 10406">
                        <a:extLst>
                          <a:ext uri="{FF2B5EF4-FFF2-40B4-BE49-F238E27FC236}">
                            <a16:creationId xmlns:a16="http://schemas.microsoft.com/office/drawing/2014/main" id="{071F7FE1-BE5E-4A73-83B8-7EE24ACAF2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0423" name="Flowchart: Connector 10422">
                          <a:extLst>
                            <a:ext uri="{FF2B5EF4-FFF2-40B4-BE49-F238E27FC236}">
                              <a16:creationId xmlns:a16="http://schemas.microsoft.com/office/drawing/2014/main" id="{4AAD27AB-AC1B-4506-AED2-C30A955B68D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24" name="Flowchart: Connector 10423">
                          <a:extLst>
                            <a:ext uri="{FF2B5EF4-FFF2-40B4-BE49-F238E27FC236}">
                              <a16:creationId xmlns:a16="http://schemas.microsoft.com/office/drawing/2014/main" id="{410DA1D8-43F5-4C6B-AC2A-732BF245F92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25" name="Flowchart: Connector 10424">
                          <a:extLst>
                            <a:ext uri="{FF2B5EF4-FFF2-40B4-BE49-F238E27FC236}">
                              <a16:creationId xmlns:a16="http://schemas.microsoft.com/office/drawing/2014/main" id="{34EC8DD3-4684-4D6D-B82F-ACD1F65F77E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26" name="Flowchart: Connector 10425">
                          <a:extLst>
                            <a:ext uri="{FF2B5EF4-FFF2-40B4-BE49-F238E27FC236}">
                              <a16:creationId xmlns:a16="http://schemas.microsoft.com/office/drawing/2014/main" id="{C79B3D3A-6D60-46E4-9CC1-07F8361161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27" name="Flowchart: Connector 10426">
                          <a:extLst>
                            <a:ext uri="{FF2B5EF4-FFF2-40B4-BE49-F238E27FC236}">
                              <a16:creationId xmlns:a16="http://schemas.microsoft.com/office/drawing/2014/main" id="{E15EE08F-594A-45AE-8DD7-C8B15FB5C98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28" name="Flowchart: Connector 10427">
                          <a:extLst>
                            <a:ext uri="{FF2B5EF4-FFF2-40B4-BE49-F238E27FC236}">
                              <a16:creationId xmlns:a16="http://schemas.microsoft.com/office/drawing/2014/main" id="{C50AEC6F-1D2B-4850-9D5F-293618CF6B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29" name="Flowchart: Connector 10428">
                          <a:extLst>
                            <a:ext uri="{FF2B5EF4-FFF2-40B4-BE49-F238E27FC236}">
                              <a16:creationId xmlns:a16="http://schemas.microsoft.com/office/drawing/2014/main" id="{72C60A71-2E1A-43CE-9BC1-925E7209584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430" name="Flowchart: Connector 10429">
                          <a:extLst>
                            <a:ext uri="{FF2B5EF4-FFF2-40B4-BE49-F238E27FC236}">
                              <a16:creationId xmlns:a16="http://schemas.microsoft.com/office/drawing/2014/main" id="{2D591BC2-3C5C-4D4D-818E-AA20FD1F0BB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431" name="3D Model 10430" descr="Sphere">
                              <a:extLst>
                                <a:ext uri="{FF2B5EF4-FFF2-40B4-BE49-F238E27FC236}">
                                  <a16:creationId xmlns:a16="http://schemas.microsoft.com/office/drawing/2014/main" id="{6D8CA478-5515-4EAE-9ABB-8DEAC8E8170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9981117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432" name="Flowchart: Connector 10431">
                          <a:extLst>
                            <a:ext uri="{FF2B5EF4-FFF2-40B4-BE49-F238E27FC236}">
                              <a16:creationId xmlns:a16="http://schemas.microsoft.com/office/drawing/2014/main" id="{CCCF0BA0-EFB9-4564-BC3D-B8DAC4274E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433" name="3D Model 10432" descr="Sphere">
                              <a:extLst>
                                <a:ext uri="{FF2B5EF4-FFF2-40B4-BE49-F238E27FC236}">
                                  <a16:creationId xmlns:a16="http://schemas.microsoft.com/office/drawing/2014/main" id="{CBFF9EB6-06B5-452E-916A-F6C3EC9E4A8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4008909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434" name="Flowchart: Connector 10433">
                          <a:extLst>
                            <a:ext uri="{FF2B5EF4-FFF2-40B4-BE49-F238E27FC236}">
                              <a16:creationId xmlns:a16="http://schemas.microsoft.com/office/drawing/2014/main" id="{661E08B0-8023-4816-8BA4-5ABAFB4D561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435" name="3D Model 10434" descr="Sphere">
                              <a:extLst>
                                <a:ext uri="{FF2B5EF4-FFF2-40B4-BE49-F238E27FC236}">
                                  <a16:creationId xmlns:a16="http://schemas.microsoft.com/office/drawing/2014/main" id="{131140D0-7983-414E-B553-6CE5011A7EB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4358805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436" name="Flowchart: Connector 10435">
                          <a:extLst>
                            <a:ext uri="{FF2B5EF4-FFF2-40B4-BE49-F238E27FC236}">
                              <a16:creationId xmlns:a16="http://schemas.microsoft.com/office/drawing/2014/main" id="{2F26DDC1-7D4A-4C27-8939-8ABDEEDEF43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437" name="3D Model 10436" descr="Sphere">
                              <a:extLst>
                                <a:ext uri="{FF2B5EF4-FFF2-40B4-BE49-F238E27FC236}">
                                  <a16:creationId xmlns:a16="http://schemas.microsoft.com/office/drawing/2014/main" id="{9576F904-9C1D-48CF-808C-1673A7DB9A9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8912897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0408" name="Flowchart: Connector 10407">
                        <a:extLst>
                          <a:ext uri="{FF2B5EF4-FFF2-40B4-BE49-F238E27FC236}">
                            <a16:creationId xmlns:a16="http://schemas.microsoft.com/office/drawing/2014/main" id="{0FB09536-B977-4C7B-881B-5E0E9403A5E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409" name="Flowchart: Connector 10408">
                        <a:extLst>
                          <a:ext uri="{FF2B5EF4-FFF2-40B4-BE49-F238E27FC236}">
                            <a16:creationId xmlns:a16="http://schemas.microsoft.com/office/drawing/2014/main" id="{E1FB6245-3BE2-42CD-BED3-1A0CE321AC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410" name="Flowchart: Connector 10409">
                        <a:extLst>
                          <a:ext uri="{FF2B5EF4-FFF2-40B4-BE49-F238E27FC236}">
                            <a16:creationId xmlns:a16="http://schemas.microsoft.com/office/drawing/2014/main" id="{842CEDC6-4777-439C-BACE-AD71CE0D83C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411" name="Flowchart: Connector 10410">
                        <a:extLst>
                          <a:ext uri="{FF2B5EF4-FFF2-40B4-BE49-F238E27FC236}">
                            <a16:creationId xmlns:a16="http://schemas.microsoft.com/office/drawing/2014/main" id="{5ADE400B-C0E3-41BB-B37B-08D5DB74F31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412" name="Flowchart: Connector 10411">
                        <a:extLst>
                          <a:ext uri="{FF2B5EF4-FFF2-40B4-BE49-F238E27FC236}">
                            <a16:creationId xmlns:a16="http://schemas.microsoft.com/office/drawing/2014/main" id="{ABCA5978-1EE9-4A04-B5DD-82007A89FE3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413" name="Flowchart: Connector 10412">
                        <a:extLst>
                          <a:ext uri="{FF2B5EF4-FFF2-40B4-BE49-F238E27FC236}">
                            <a16:creationId xmlns:a16="http://schemas.microsoft.com/office/drawing/2014/main" id="{C4E86416-189A-4CF0-B957-78A7D2736D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414" name="Flowchart: Connector 10413">
                        <a:extLst>
                          <a:ext uri="{FF2B5EF4-FFF2-40B4-BE49-F238E27FC236}">
                            <a16:creationId xmlns:a16="http://schemas.microsoft.com/office/drawing/2014/main" id="{64178CEA-D8A4-44BB-A382-F79B5873A85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415" name="Flowchart: Connector 10414">
                        <a:extLst>
                          <a:ext uri="{FF2B5EF4-FFF2-40B4-BE49-F238E27FC236}">
                            <a16:creationId xmlns:a16="http://schemas.microsoft.com/office/drawing/2014/main" id="{16A6B152-5D7D-4CE4-BA91-07DDA959BC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416" name="3D Model 10415" descr="Sphere">
                            <a:extLst>
                              <a:ext uri="{FF2B5EF4-FFF2-40B4-BE49-F238E27FC236}">
                                <a16:creationId xmlns:a16="http://schemas.microsoft.com/office/drawing/2014/main" id="{38F5D8F3-31EC-40D8-9476-5EA3C94463D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92215096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417" name="Flowchart: Connector 10416">
                        <a:extLst>
                          <a:ext uri="{FF2B5EF4-FFF2-40B4-BE49-F238E27FC236}">
                            <a16:creationId xmlns:a16="http://schemas.microsoft.com/office/drawing/2014/main" id="{9054094D-79AF-4B50-AABF-BF1490DB01F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418" name="3D Model 10417" descr="Sphere">
                            <a:extLst>
                              <a:ext uri="{FF2B5EF4-FFF2-40B4-BE49-F238E27FC236}">
                                <a16:creationId xmlns:a16="http://schemas.microsoft.com/office/drawing/2014/main" id="{592064C5-46A5-4C16-AFE8-FEC489EE424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60682049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419" name="Flowchart: Connector 10418">
                        <a:extLst>
                          <a:ext uri="{FF2B5EF4-FFF2-40B4-BE49-F238E27FC236}">
                            <a16:creationId xmlns:a16="http://schemas.microsoft.com/office/drawing/2014/main" id="{EDAE4360-A754-4A59-B73C-4C1B1DDC5B6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420" name="3D Model 10419" descr="Sphere">
                            <a:extLst>
                              <a:ext uri="{FF2B5EF4-FFF2-40B4-BE49-F238E27FC236}">
                                <a16:creationId xmlns:a16="http://schemas.microsoft.com/office/drawing/2014/main" id="{CA600CD1-5B07-4BFD-BE78-49FE511C2DD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34813065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421" name="Flowchart: Connector 10420">
                        <a:extLst>
                          <a:ext uri="{FF2B5EF4-FFF2-40B4-BE49-F238E27FC236}">
                            <a16:creationId xmlns:a16="http://schemas.microsoft.com/office/drawing/2014/main" id="{BF4D19F8-18ED-4C25-9B80-FD3AB7D8719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422" name="3D Model 10421" descr="Sphere">
                            <a:extLst>
                              <a:ext uri="{FF2B5EF4-FFF2-40B4-BE49-F238E27FC236}">
                                <a16:creationId xmlns:a16="http://schemas.microsoft.com/office/drawing/2014/main" id="{3E11D29B-480C-4CDB-9231-EBB74262FE7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96442088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0183" name="Group 10182">
                    <a:extLst>
                      <a:ext uri="{FF2B5EF4-FFF2-40B4-BE49-F238E27FC236}">
                        <a16:creationId xmlns:a16="http://schemas.microsoft.com/office/drawing/2014/main" id="{95F5AD0B-5B57-49B1-94EB-A98D035CE160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0400" name="Flowchart: Connector 10399">
                      <a:extLst>
                        <a:ext uri="{FF2B5EF4-FFF2-40B4-BE49-F238E27FC236}">
                          <a16:creationId xmlns:a16="http://schemas.microsoft.com/office/drawing/2014/main" id="{5B9E4118-B4CD-4B8D-A567-2DA0EE6AE84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401" name="Flowchart: Connector 10400">
                      <a:extLst>
                        <a:ext uri="{FF2B5EF4-FFF2-40B4-BE49-F238E27FC236}">
                          <a16:creationId xmlns:a16="http://schemas.microsoft.com/office/drawing/2014/main" id="{DAA934A6-DDD3-46F7-AB0C-1A0EA5515D6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402" name="Flowchart: Connector 10401">
                      <a:extLst>
                        <a:ext uri="{FF2B5EF4-FFF2-40B4-BE49-F238E27FC236}">
                          <a16:creationId xmlns:a16="http://schemas.microsoft.com/office/drawing/2014/main" id="{61BFA7BA-06E1-4655-A22B-B67123FC23D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0184" name="Flowchart: Connector 10183">
                    <a:extLst>
                      <a:ext uri="{FF2B5EF4-FFF2-40B4-BE49-F238E27FC236}">
                        <a16:creationId xmlns:a16="http://schemas.microsoft.com/office/drawing/2014/main" id="{FB31D004-6C4A-4CEB-9510-AD4FB29028A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0185" name="Flowchart: Connector 10184">
                    <a:extLst>
                      <a:ext uri="{FF2B5EF4-FFF2-40B4-BE49-F238E27FC236}">
                        <a16:creationId xmlns:a16="http://schemas.microsoft.com/office/drawing/2014/main" id="{C4D8A0A3-AE92-4946-AA0B-4375BC4DB16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0186" name="Group 10185">
                    <a:extLst>
                      <a:ext uri="{FF2B5EF4-FFF2-40B4-BE49-F238E27FC236}">
                        <a16:creationId xmlns:a16="http://schemas.microsoft.com/office/drawing/2014/main" id="{55765DD8-B9F4-4BA7-BDF3-DEFFE05B9013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10397" name="Flowchart: Connector 10396">
                      <a:extLst>
                        <a:ext uri="{FF2B5EF4-FFF2-40B4-BE49-F238E27FC236}">
                          <a16:creationId xmlns:a16="http://schemas.microsoft.com/office/drawing/2014/main" id="{6C08EFF3-D983-43EA-9BF7-721F5C56A45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398" name="Flowchart: Connector 10397">
                      <a:extLst>
                        <a:ext uri="{FF2B5EF4-FFF2-40B4-BE49-F238E27FC236}">
                          <a16:creationId xmlns:a16="http://schemas.microsoft.com/office/drawing/2014/main" id="{185C972C-E000-4AD2-A606-E52D45A2B93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399" name="Flowchart: Connector 10398">
                      <a:extLst>
                        <a:ext uri="{FF2B5EF4-FFF2-40B4-BE49-F238E27FC236}">
                          <a16:creationId xmlns:a16="http://schemas.microsoft.com/office/drawing/2014/main" id="{A8C077B4-8881-46EC-A699-E8BC3549FD1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0187" name="Group 10186">
                    <a:extLst>
                      <a:ext uri="{FF2B5EF4-FFF2-40B4-BE49-F238E27FC236}">
                        <a16:creationId xmlns:a16="http://schemas.microsoft.com/office/drawing/2014/main" id="{D07CD7DB-55B1-44BB-80F7-F042BE0AA61E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10332" name="Group 10331">
                      <a:extLst>
                        <a:ext uri="{FF2B5EF4-FFF2-40B4-BE49-F238E27FC236}">
                          <a16:creationId xmlns:a16="http://schemas.microsoft.com/office/drawing/2014/main" id="{0C1820AA-74D4-4DFB-ABC6-1744B9BF17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10393" name="Flowchart: Connector 10392">
                        <a:extLst>
                          <a:ext uri="{FF2B5EF4-FFF2-40B4-BE49-F238E27FC236}">
                            <a16:creationId xmlns:a16="http://schemas.microsoft.com/office/drawing/2014/main" id="{79238933-1945-4B83-85D7-7550CEC6E3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94" name="Flowchart: Connector 10393">
                        <a:extLst>
                          <a:ext uri="{FF2B5EF4-FFF2-40B4-BE49-F238E27FC236}">
                            <a16:creationId xmlns:a16="http://schemas.microsoft.com/office/drawing/2014/main" id="{DBCC98BF-612D-4287-8C4D-830571664B9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95" name="Flowchart: Connector 10394">
                        <a:extLst>
                          <a:ext uri="{FF2B5EF4-FFF2-40B4-BE49-F238E27FC236}">
                            <a16:creationId xmlns:a16="http://schemas.microsoft.com/office/drawing/2014/main" id="{C00B6263-3016-47E6-A0B7-7F4B42E4C0C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96" name="Flowchart: Connector 10395">
                        <a:extLst>
                          <a:ext uri="{FF2B5EF4-FFF2-40B4-BE49-F238E27FC236}">
                            <a16:creationId xmlns:a16="http://schemas.microsoft.com/office/drawing/2014/main" id="{F9A8767D-49D1-4D18-98A9-54482C29238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0333" name="Group 10332">
                      <a:extLst>
                        <a:ext uri="{FF2B5EF4-FFF2-40B4-BE49-F238E27FC236}">
                          <a16:creationId xmlns:a16="http://schemas.microsoft.com/office/drawing/2014/main" id="{A1540647-349A-4F09-AF33-6DEFFC98EF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10334" name="Group 10333">
                        <a:extLst>
                          <a:ext uri="{FF2B5EF4-FFF2-40B4-BE49-F238E27FC236}">
                            <a16:creationId xmlns:a16="http://schemas.microsoft.com/office/drawing/2014/main" id="{4FE0AC7B-5D4A-48FA-9330-0439323A91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0385" name="Flowchart: Connector 10384">
                          <a:extLst>
                            <a:ext uri="{FF2B5EF4-FFF2-40B4-BE49-F238E27FC236}">
                              <a16:creationId xmlns:a16="http://schemas.microsoft.com/office/drawing/2014/main" id="{8EEC6E5F-9C76-4553-8490-E7DB25C5463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86" name="3D Model 10385" descr="Sphere">
                              <a:extLst>
                                <a:ext uri="{FF2B5EF4-FFF2-40B4-BE49-F238E27FC236}">
                                  <a16:creationId xmlns:a16="http://schemas.microsoft.com/office/drawing/2014/main" id="{78627BEE-78F8-494C-BB12-308C205F7BF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0021812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87" name="Flowchart: Connector 10386">
                          <a:extLst>
                            <a:ext uri="{FF2B5EF4-FFF2-40B4-BE49-F238E27FC236}">
                              <a16:creationId xmlns:a16="http://schemas.microsoft.com/office/drawing/2014/main" id="{565BA54F-0D3C-4452-BCB5-BCC3A265127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88" name="3D Model 10387" descr="Sphere">
                              <a:extLst>
                                <a:ext uri="{FF2B5EF4-FFF2-40B4-BE49-F238E27FC236}">
                                  <a16:creationId xmlns:a16="http://schemas.microsoft.com/office/drawing/2014/main" id="{C1114728-E29C-4D59-8E7B-EB8815EDF8D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24461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89" name="Flowchart: Connector 10388">
                          <a:extLst>
                            <a:ext uri="{FF2B5EF4-FFF2-40B4-BE49-F238E27FC236}">
                              <a16:creationId xmlns:a16="http://schemas.microsoft.com/office/drawing/2014/main" id="{5DC88E65-BCA7-43F5-AF0A-9780301EDD0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90" name="3D Model 10389" descr="Sphere">
                              <a:extLst>
                                <a:ext uri="{FF2B5EF4-FFF2-40B4-BE49-F238E27FC236}">
                                  <a16:creationId xmlns:a16="http://schemas.microsoft.com/office/drawing/2014/main" id="{A77F95B7-0715-4475-B58E-482A822C7EC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1080246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91" name="Flowchart: Connector 10390">
                          <a:extLst>
                            <a:ext uri="{FF2B5EF4-FFF2-40B4-BE49-F238E27FC236}">
                              <a16:creationId xmlns:a16="http://schemas.microsoft.com/office/drawing/2014/main" id="{A0EF6130-F799-43C6-9956-3F1D722DFBA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92" name="3D Model 10391" descr="Sphere">
                              <a:extLst>
                                <a:ext uri="{FF2B5EF4-FFF2-40B4-BE49-F238E27FC236}">
                                  <a16:creationId xmlns:a16="http://schemas.microsoft.com/office/drawing/2014/main" id="{00723711-E8BE-463D-9795-1382485DE57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0727331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335" name="Group 10334">
                        <a:extLst>
                          <a:ext uri="{FF2B5EF4-FFF2-40B4-BE49-F238E27FC236}">
                            <a16:creationId xmlns:a16="http://schemas.microsoft.com/office/drawing/2014/main" id="{2E01088D-CBA0-421A-9B6C-0B14F4D376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0369" name="Flowchart: Connector 10368">
                          <a:extLst>
                            <a:ext uri="{FF2B5EF4-FFF2-40B4-BE49-F238E27FC236}">
                              <a16:creationId xmlns:a16="http://schemas.microsoft.com/office/drawing/2014/main" id="{CC643A68-8850-4C2C-8828-4B2646528FD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70" name="Flowchart: Connector 10369">
                          <a:extLst>
                            <a:ext uri="{FF2B5EF4-FFF2-40B4-BE49-F238E27FC236}">
                              <a16:creationId xmlns:a16="http://schemas.microsoft.com/office/drawing/2014/main" id="{738B61DF-D7AC-4079-9F60-5FCC6E1153E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71" name="Flowchart: Connector 10370">
                          <a:extLst>
                            <a:ext uri="{FF2B5EF4-FFF2-40B4-BE49-F238E27FC236}">
                              <a16:creationId xmlns:a16="http://schemas.microsoft.com/office/drawing/2014/main" id="{99F4533B-8D38-42E9-A749-DE76865ACA9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72" name="Flowchart: Connector 10371">
                          <a:extLst>
                            <a:ext uri="{FF2B5EF4-FFF2-40B4-BE49-F238E27FC236}">
                              <a16:creationId xmlns:a16="http://schemas.microsoft.com/office/drawing/2014/main" id="{40DD1E55-7712-4416-BAF7-F817339EFFB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73" name="Flowchart: Connector 10372">
                          <a:extLst>
                            <a:ext uri="{FF2B5EF4-FFF2-40B4-BE49-F238E27FC236}">
                              <a16:creationId xmlns:a16="http://schemas.microsoft.com/office/drawing/2014/main" id="{23055B2C-B496-456C-A9DB-610FA2E81EA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74" name="Flowchart: Connector 10373">
                          <a:extLst>
                            <a:ext uri="{FF2B5EF4-FFF2-40B4-BE49-F238E27FC236}">
                              <a16:creationId xmlns:a16="http://schemas.microsoft.com/office/drawing/2014/main" id="{942F5278-BB6F-4433-A9A4-231AEAF04D6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75" name="Flowchart: Connector 10374">
                          <a:extLst>
                            <a:ext uri="{FF2B5EF4-FFF2-40B4-BE49-F238E27FC236}">
                              <a16:creationId xmlns:a16="http://schemas.microsoft.com/office/drawing/2014/main" id="{FA5642C0-17CD-4E54-9903-1D85DC9B81F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76" name="Flowchart: Connector 10375">
                          <a:extLst>
                            <a:ext uri="{FF2B5EF4-FFF2-40B4-BE49-F238E27FC236}">
                              <a16:creationId xmlns:a16="http://schemas.microsoft.com/office/drawing/2014/main" id="{72B21EB6-4FA8-401B-BC0B-C5864F66E39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77" name="Flowchart: Connector 10376">
                          <a:extLst>
                            <a:ext uri="{FF2B5EF4-FFF2-40B4-BE49-F238E27FC236}">
                              <a16:creationId xmlns:a16="http://schemas.microsoft.com/office/drawing/2014/main" id="{A1BBA992-8444-4DE4-A78A-6969F2EC281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78" name="3D Model 10377" descr="Sphere">
                              <a:extLst>
                                <a:ext uri="{FF2B5EF4-FFF2-40B4-BE49-F238E27FC236}">
                                  <a16:creationId xmlns:a16="http://schemas.microsoft.com/office/drawing/2014/main" id="{27C64C8B-9E9C-4416-8DA7-B086EB6AB67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9908777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79" name="Flowchart: Connector 10378">
                          <a:extLst>
                            <a:ext uri="{FF2B5EF4-FFF2-40B4-BE49-F238E27FC236}">
                              <a16:creationId xmlns:a16="http://schemas.microsoft.com/office/drawing/2014/main" id="{02EDB516-576A-40EB-8794-5180BCEFA4E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80" name="3D Model 10379" descr="Sphere">
                              <a:extLst>
                                <a:ext uri="{FF2B5EF4-FFF2-40B4-BE49-F238E27FC236}">
                                  <a16:creationId xmlns:a16="http://schemas.microsoft.com/office/drawing/2014/main" id="{CF0B7A8B-604F-41A4-905D-A0A3C73996C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7162444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81" name="Flowchart: Connector 10380">
                          <a:extLst>
                            <a:ext uri="{FF2B5EF4-FFF2-40B4-BE49-F238E27FC236}">
                              <a16:creationId xmlns:a16="http://schemas.microsoft.com/office/drawing/2014/main" id="{8B84A969-A879-4AD4-B5DA-D7718249E56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82" name="3D Model 10381" descr="Sphere">
                              <a:extLst>
                                <a:ext uri="{FF2B5EF4-FFF2-40B4-BE49-F238E27FC236}">
                                  <a16:creationId xmlns:a16="http://schemas.microsoft.com/office/drawing/2014/main" id="{5FAC1537-D636-40A6-A797-4E85DBFED33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5406516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83" name="Flowchart: Connector 10382">
                          <a:extLst>
                            <a:ext uri="{FF2B5EF4-FFF2-40B4-BE49-F238E27FC236}">
                              <a16:creationId xmlns:a16="http://schemas.microsoft.com/office/drawing/2014/main" id="{7E5CBC61-A4DE-4817-8DBB-9B74388A19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84" name="3D Model 10383" descr="Sphere">
                              <a:extLst>
                                <a:ext uri="{FF2B5EF4-FFF2-40B4-BE49-F238E27FC236}">
                                  <a16:creationId xmlns:a16="http://schemas.microsoft.com/office/drawing/2014/main" id="{346EEE28-AEF6-483D-9911-38D14744DEF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146000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336" name="Group 10335">
                        <a:extLst>
                          <a:ext uri="{FF2B5EF4-FFF2-40B4-BE49-F238E27FC236}">
                            <a16:creationId xmlns:a16="http://schemas.microsoft.com/office/drawing/2014/main" id="{D9FB83F0-4547-4BA5-AD5B-C70DEF93D3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0353" name="Flowchart: Connector 10352">
                          <a:extLst>
                            <a:ext uri="{FF2B5EF4-FFF2-40B4-BE49-F238E27FC236}">
                              <a16:creationId xmlns:a16="http://schemas.microsoft.com/office/drawing/2014/main" id="{E6AF9299-2EED-48F4-B65D-565F9137E3B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54" name="Flowchart: Connector 10353">
                          <a:extLst>
                            <a:ext uri="{FF2B5EF4-FFF2-40B4-BE49-F238E27FC236}">
                              <a16:creationId xmlns:a16="http://schemas.microsoft.com/office/drawing/2014/main" id="{A462071D-B0BD-444A-831C-3646E9A4931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55" name="Flowchart: Connector 10354">
                          <a:extLst>
                            <a:ext uri="{FF2B5EF4-FFF2-40B4-BE49-F238E27FC236}">
                              <a16:creationId xmlns:a16="http://schemas.microsoft.com/office/drawing/2014/main" id="{B31F1FF4-F327-4691-BBF5-2B37E25296D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56" name="Flowchart: Connector 10355">
                          <a:extLst>
                            <a:ext uri="{FF2B5EF4-FFF2-40B4-BE49-F238E27FC236}">
                              <a16:creationId xmlns:a16="http://schemas.microsoft.com/office/drawing/2014/main" id="{FB1F4196-7499-471D-A1C3-A2F139D20CC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57" name="Flowchart: Connector 10356">
                          <a:extLst>
                            <a:ext uri="{FF2B5EF4-FFF2-40B4-BE49-F238E27FC236}">
                              <a16:creationId xmlns:a16="http://schemas.microsoft.com/office/drawing/2014/main" id="{138045CD-2D08-436C-829B-4DD97D3301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58" name="Flowchart: Connector 10357">
                          <a:extLst>
                            <a:ext uri="{FF2B5EF4-FFF2-40B4-BE49-F238E27FC236}">
                              <a16:creationId xmlns:a16="http://schemas.microsoft.com/office/drawing/2014/main" id="{9DCAC2C8-CB47-455C-8240-8CDD3CF442B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59" name="Flowchart: Connector 10358">
                          <a:extLst>
                            <a:ext uri="{FF2B5EF4-FFF2-40B4-BE49-F238E27FC236}">
                              <a16:creationId xmlns:a16="http://schemas.microsoft.com/office/drawing/2014/main" id="{7201D27D-FF84-466F-8291-B091BDD83CB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60" name="Flowchart: Connector 10359">
                          <a:extLst>
                            <a:ext uri="{FF2B5EF4-FFF2-40B4-BE49-F238E27FC236}">
                              <a16:creationId xmlns:a16="http://schemas.microsoft.com/office/drawing/2014/main" id="{79F0133C-B6DF-460A-AED4-D86BCB6E2F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61" name="Flowchart: Connector 10360">
                          <a:extLst>
                            <a:ext uri="{FF2B5EF4-FFF2-40B4-BE49-F238E27FC236}">
                              <a16:creationId xmlns:a16="http://schemas.microsoft.com/office/drawing/2014/main" id="{8157D9C5-36DB-4D84-BD02-9F7A26CC9B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62" name="3D Model 10361" descr="Sphere">
                              <a:extLst>
                                <a:ext uri="{FF2B5EF4-FFF2-40B4-BE49-F238E27FC236}">
                                  <a16:creationId xmlns:a16="http://schemas.microsoft.com/office/drawing/2014/main" id="{6C2C7F96-8D3A-4A77-B260-E414643D8B5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7432087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63" name="Flowchart: Connector 10362">
                          <a:extLst>
                            <a:ext uri="{FF2B5EF4-FFF2-40B4-BE49-F238E27FC236}">
                              <a16:creationId xmlns:a16="http://schemas.microsoft.com/office/drawing/2014/main" id="{2E92FA39-7484-47CD-A239-3FD64300067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64" name="3D Model 10363" descr="Sphere">
                              <a:extLst>
                                <a:ext uri="{FF2B5EF4-FFF2-40B4-BE49-F238E27FC236}">
                                  <a16:creationId xmlns:a16="http://schemas.microsoft.com/office/drawing/2014/main" id="{5A645172-5BAE-46C0-974C-E86CA27733E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3591820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65" name="Flowchart: Connector 10364">
                          <a:extLst>
                            <a:ext uri="{FF2B5EF4-FFF2-40B4-BE49-F238E27FC236}">
                              <a16:creationId xmlns:a16="http://schemas.microsoft.com/office/drawing/2014/main" id="{1F92DC95-D0EA-4C82-8F80-87F8F15EA91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66" name="3D Model 10365" descr="Sphere">
                              <a:extLst>
                                <a:ext uri="{FF2B5EF4-FFF2-40B4-BE49-F238E27FC236}">
                                  <a16:creationId xmlns:a16="http://schemas.microsoft.com/office/drawing/2014/main" id="{84042C1C-2760-4944-836C-2E9020BD85D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2988720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67" name="Flowchart: Connector 10366">
                          <a:extLst>
                            <a:ext uri="{FF2B5EF4-FFF2-40B4-BE49-F238E27FC236}">
                              <a16:creationId xmlns:a16="http://schemas.microsoft.com/office/drawing/2014/main" id="{BFD3C2EA-3051-426F-9180-85396B71503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68" name="3D Model 10367" descr="Sphere">
                              <a:extLst>
                                <a:ext uri="{FF2B5EF4-FFF2-40B4-BE49-F238E27FC236}">
                                  <a16:creationId xmlns:a16="http://schemas.microsoft.com/office/drawing/2014/main" id="{7DB93BE0-593D-4ED9-B3B1-DFBEECC9F14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3792253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0337" name="Flowchart: Connector 10336">
                        <a:extLst>
                          <a:ext uri="{FF2B5EF4-FFF2-40B4-BE49-F238E27FC236}">
                            <a16:creationId xmlns:a16="http://schemas.microsoft.com/office/drawing/2014/main" id="{503F8789-4CCC-4B74-B4C3-4AD1A1B9EC5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38" name="Flowchart: Connector 10337">
                        <a:extLst>
                          <a:ext uri="{FF2B5EF4-FFF2-40B4-BE49-F238E27FC236}">
                            <a16:creationId xmlns:a16="http://schemas.microsoft.com/office/drawing/2014/main" id="{CA775DBA-170C-49B5-B520-958171897D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39" name="Flowchart: Connector 10338">
                        <a:extLst>
                          <a:ext uri="{FF2B5EF4-FFF2-40B4-BE49-F238E27FC236}">
                            <a16:creationId xmlns:a16="http://schemas.microsoft.com/office/drawing/2014/main" id="{12C868DC-1F93-4B1B-AC29-D0C719D3CF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40" name="Flowchart: Connector 10339">
                        <a:extLst>
                          <a:ext uri="{FF2B5EF4-FFF2-40B4-BE49-F238E27FC236}">
                            <a16:creationId xmlns:a16="http://schemas.microsoft.com/office/drawing/2014/main" id="{495C4AB9-2566-4274-8AD1-BB0228BA32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41" name="Flowchart: Connector 10340">
                        <a:extLst>
                          <a:ext uri="{FF2B5EF4-FFF2-40B4-BE49-F238E27FC236}">
                            <a16:creationId xmlns:a16="http://schemas.microsoft.com/office/drawing/2014/main" id="{199A9CC7-4681-4DA7-90A5-6A920FFFD0A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42" name="Flowchart: Connector 10341">
                        <a:extLst>
                          <a:ext uri="{FF2B5EF4-FFF2-40B4-BE49-F238E27FC236}">
                            <a16:creationId xmlns:a16="http://schemas.microsoft.com/office/drawing/2014/main" id="{07798218-4384-430E-ACC5-123F2458281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43" name="Flowchart: Connector 10342">
                        <a:extLst>
                          <a:ext uri="{FF2B5EF4-FFF2-40B4-BE49-F238E27FC236}">
                            <a16:creationId xmlns:a16="http://schemas.microsoft.com/office/drawing/2014/main" id="{F3E5C4D8-B8FA-4AF8-B07C-8ADC281711C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44" name="Flowchart: Connector 10343">
                        <a:extLst>
                          <a:ext uri="{FF2B5EF4-FFF2-40B4-BE49-F238E27FC236}">
                            <a16:creationId xmlns:a16="http://schemas.microsoft.com/office/drawing/2014/main" id="{10B46B26-6430-4B32-9AD5-DBD18974F3C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45" name="Flowchart: Connector 10344">
                        <a:extLst>
                          <a:ext uri="{FF2B5EF4-FFF2-40B4-BE49-F238E27FC236}">
                            <a16:creationId xmlns:a16="http://schemas.microsoft.com/office/drawing/2014/main" id="{70F4A65D-F7E5-45B8-99D6-64A589CD5F7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346" name="3D Model 10345" descr="Sphere">
                            <a:extLst>
                              <a:ext uri="{FF2B5EF4-FFF2-40B4-BE49-F238E27FC236}">
                                <a16:creationId xmlns:a16="http://schemas.microsoft.com/office/drawing/2014/main" id="{94FE2968-1680-4519-9A52-AC6DB49442D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48837667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347" name="Flowchart: Connector 10346">
                        <a:extLst>
                          <a:ext uri="{FF2B5EF4-FFF2-40B4-BE49-F238E27FC236}">
                            <a16:creationId xmlns:a16="http://schemas.microsoft.com/office/drawing/2014/main" id="{88DA504C-6ABA-42BD-AA8C-23D91DEB2BF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348" name="3D Model 10347" descr="Sphere">
                            <a:extLst>
                              <a:ext uri="{FF2B5EF4-FFF2-40B4-BE49-F238E27FC236}">
                                <a16:creationId xmlns:a16="http://schemas.microsoft.com/office/drawing/2014/main" id="{250CCCC3-7E87-4B7E-8F96-043B9548763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63811726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349" name="Flowchart: Connector 10348">
                        <a:extLst>
                          <a:ext uri="{FF2B5EF4-FFF2-40B4-BE49-F238E27FC236}">
                            <a16:creationId xmlns:a16="http://schemas.microsoft.com/office/drawing/2014/main" id="{94F03B23-9915-42B3-A75F-877C50FB26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350" name="3D Model 10349" descr="Sphere">
                            <a:extLst>
                              <a:ext uri="{FF2B5EF4-FFF2-40B4-BE49-F238E27FC236}">
                                <a16:creationId xmlns:a16="http://schemas.microsoft.com/office/drawing/2014/main" id="{336B738A-DC6B-465C-AD25-C85ACB9DA8C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83093997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351" name="Flowchart: Connector 10350">
                        <a:extLst>
                          <a:ext uri="{FF2B5EF4-FFF2-40B4-BE49-F238E27FC236}">
                            <a16:creationId xmlns:a16="http://schemas.microsoft.com/office/drawing/2014/main" id="{B01CD048-2831-4DBC-8BF2-9F7BE730819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352" name="3D Model 10351" descr="Sphere">
                            <a:extLst>
                              <a:ext uri="{FF2B5EF4-FFF2-40B4-BE49-F238E27FC236}">
                                <a16:creationId xmlns:a16="http://schemas.microsoft.com/office/drawing/2014/main" id="{E26F3D43-1A56-4B67-A2A0-7F83EAA26C6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0839672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0188" name="Group 10187">
                    <a:extLst>
                      <a:ext uri="{FF2B5EF4-FFF2-40B4-BE49-F238E27FC236}">
                        <a16:creationId xmlns:a16="http://schemas.microsoft.com/office/drawing/2014/main" id="{96A54039-37F3-421A-843D-0DB0601DE8C5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0329" name="Flowchart: Connector 10328">
                      <a:extLst>
                        <a:ext uri="{FF2B5EF4-FFF2-40B4-BE49-F238E27FC236}">
                          <a16:creationId xmlns:a16="http://schemas.microsoft.com/office/drawing/2014/main" id="{197EFF67-D86A-439F-84ED-928E01548A5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330" name="Flowchart: Connector 10329">
                      <a:extLst>
                        <a:ext uri="{FF2B5EF4-FFF2-40B4-BE49-F238E27FC236}">
                          <a16:creationId xmlns:a16="http://schemas.microsoft.com/office/drawing/2014/main" id="{6E2B4A1C-AC6E-4256-81EF-8FB05126682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331" name="Flowchart: Connector 10330">
                      <a:extLst>
                        <a:ext uri="{FF2B5EF4-FFF2-40B4-BE49-F238E27FC236}">
                          <a16:creationId xmlns:a16="http://schemas.microsoft.com/office/drawing/2014/main" id="{7E56F73B-DF54-4EB6-A1DC-B2ED6E8E7A4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0189" name="Flowchart: Connector 10188">
                    <a:extLst>
                      <a:ext uri="{FF2B5EF4-FFF2-40B4-BE49-F238E27FC236}">
                        <a16:creationId xmlns:a16="http://schemas.microsoft.com/office/drawing/2014/main" id="{E772866F-B6B7-4A98-92FA-D12A5BC13C1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0190" name="Flowchart: Connector 10189">
                    <a:extLst>
                      <a:ext uri="{FF2B5EF4-FFF2-40B4-BE49-F238E27FC236}">
                        <a16:creationId xmlns:a16="http://schemas.microsoft.com/office/drawing/2014/main" id="{5FEDA256-AD3A-437B-83FD-2A7C0A7F710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0191" name="Group 10190">
                    <a:extLst>
                      <a:ext uri="{FF2B5EF4-FFF2-40B4-BE49-F238E27FC236}">
                        <a16:creationId xmlns:a16="http://schemas.microsoft.com/office/drawing/2014/main" id="{5613E113-93D2-4DD0-9190-14AA5E707649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10326" name="Flowchart: Connector 10325">
                      <a:extLst>
                        <a:ext uri="{FF2B5EF4-FFF2-40B4-BE49-F238E27FC236}">
                          <a16:creationId xmlns:a16="http://schemas.microsoft.com/office/drawing/2014/main" id="{319CED56-C155-48A7-8AFE-1BAFED25EC4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327" name="Flowchart: Connector 10326">
                      <a:extLst>
                        <a:ext uri="{FF2B5EF4-FFF2-40B4-BE49-F238E27FC236}">
                          <a16:creationId xmlns:a16="http://schemas.microsoft.com/office/drawing/2014/main" id="{A156626D-1DC2-495A-93CB-67FC36A4F38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328" name="Flowchart: Connector 10327">
                      <a:extLst>
                        <a:ext uri="{FF2B5EF4-FFF2-40B4-BE49-F238E27FC236}">
                          <a16:creationId xmlns:a16="http://schemas.microsoft.com/office/drawing/2014/main" id="{B3788DD5-A8AC-475D-9F91-E4F0591730D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0192" name="Group 10191">
                    <a:extLst>
                      <a:ext uri="{FF2B5EF4-FFF2-40B4-BE49-F238E27FC236}">
                        <a16:creationId xmlns:a16="http://schemas.microsoft.com/office/drawing/2014/main" id="{4DD5A4CC-6280-4444-BDB9-0BCF1C42061F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10261" name="Group 10260">
                      <a:extLst>
                        <a:ext uri="{FF2B5EF4-FFF2-40B4-BE49-F238E27FC236}">
                          <a16:creationId xmlns:a16="http://schemas.microsoft.com/office/drawing/2014/main" id="{DB1F6639-361E-4373-B390-CC1F468E7A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10322" name="Flowchart: Connector 10321">
                        <a:extLst>
                          <a:ext uri="{FF2B5EF4-FFF2-40B4-BE49-F238E27FC236}">
                            <a16:creationId xmlns:a16="http://schemas.microsoft.com/office/drawing/2014/main" id="{D41556D1-5E82-45E6-AB82-D518C99859B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23" name="Flowchart: Connector 10322">
                        <a:extLst>
                          <a:ext uri="{FF2B5EF4-FFF2-40B4-BE49-F238E27FC236}">
                            <a16:creationId xmlns:a16="http://schemas.microsoft.com/office/drawing/2014/main" id="{62A6DF94-4078-41EC-8A31-613AA03C2E0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24" name="Flowchart: Connector 10323">
                        <a:extLst>
                          <a:ext uri="{FF2B5EF4-FFF2-40B4-BE49-F238E27FC236}">
                            <a16:creationId xmlns:a16="http://schemas.microsoft.com/office/drawing/2014/main" id="{EBEDDE5E-D67F-44FD-9087-1DDD37B043E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325" name="Flowchart: Connector 10324">
                        <a:extLst>
                          <a:ext uri="{FF2B5EF4-FFF2-40B4-BE49-F238E27FC236}">
                            <a16:creationId xmlns:a16="http://schemas.microsoft.com/office/drawing/2014/main" id="{69B1CBAE-9B18-4AAE-A7C4-F5BB0F381C6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0262" name="Group 10261">
                      <a:extLst>
                        <a:ext uri="{FF2B5EF4-FFF2-40B4-BE49-F238E27FC236}">
                          <a16:creationId xmlns:a16="http://schemas.microsoft.com/office/drawing/2014/main" id="{E256F472-E08B-4852-A6F9-B04D8063E1D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10263" name="Group 10262">
                        <a:extLst>
                          <a:ext uri="{FF2B5EF4-FFF2-40B4-BE49-F238E27FC236}">
                            <a16:creationId xmlns:a16="http://schemas.microsoft.com/office/drawing/2014/main" id="{0B9B9537-93D2-4BBA-B2FB-A3B14F359D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0314" name="Flowchart: Connector 10313">
                          <a:extLst>
                            <a:ext uri="{FF2B5EF4-FFF2-40B4-BE49-F238E27FC236}">
                              <a16:creationId xmlns:a16="http://schemas.microsoft.com/office/drawing/2014/main" id="{D5C52067-B195-484B-AEF4-9C0D670E1BC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15" name="3D Model 10314" descr="Sphere">
                              <a:extLst>
                                <a:ext uri="{FF2B5EF4-FFF2-40B4-BE49-F238E27FC236}">
                                  <a16:creationId xmlns:a16="http://schemas.microsoft.com/office/drawing/2014/main" id="{BABDB305-AF46-4168-967F-5C4D225A28F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9110077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16" name="Flowchart: Connector 10315">
                          <a:extLst>
                            <a:ext uri="{FF2B5EF4-FFF2-40B4-BE49-F238E27FC236}">
                              <a16:creationId xmlns:a16="http://schemas.microsoft.com/office/drawing/2014/main" id="{85DE3F39-0C23-45B5-AB13-9828371C3C8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17" name="3D Model 10316" descr="Sphere">
                              <a:extLst>
                                <a:ext uri="{FF2B5EF4-FFF2-40B4-BE49-F238E27FC236}">
                                  <a16:creationId xmlns:a16="http://schemas.microsoft.com/office/drawing/2014/main" id="{BA42A03E-D69A-409D-BC05-4B02DCBAF82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1752008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18" name="Flowchart: Connector 10317">
                          <a:extLst>
                            <a:ext uri="{FF2B5EF4-FFF2-40B4-BE49-F238E27FC236}">
                              <a16:creationId xmlns:a16="http://schemas.microsoft.com/office/drawing/2014/main" id="{BBBAAF5F-CD7F-4409-954D-D3B8D97F93B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19" name="3D Model 10318" descr="Sphere">
                              <a:extLst>
                                <a:ext uri="{FF2B5EF4-FFF2-40B4-BE49-F238E27FC236}">
                                  <a16:creationId xmlns:a16="http://schemas.microsoft.com/office/drawing/2014/main" id="{8ECCF1F2-C240-4713-A3FF-F41EE057F8C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0484073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20" name="Flowchart: Connector 10319">
                          <a:extLst>
                            <a:ext uri="{FF2B5EF4-FFF2-40B4-BE49-F238E27FC236}">
                              <a16:creationId xmlns:a16="http://schemas.microsoft.com/office/drawing/2014/main" id="{EE0FAF65-4FE3-48BE-B82B-9B411949B11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21" name="3D Model 10320" descr="Sphere">
                              <a:extLst>
                                <a:ext uri="{FF2B5EF4-FFF2-40B4-BE49-F238E27FC236}">
                                  <a16:creationId xmlns:a16="http://schemas.microsoft.com/office/drawing/2014/main" id="{A4BEE0BB-14A2-4F37-8C42-F0D8F13D847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9221371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264" name="Group 10263">
                        <a:extLst>
                          <a:ext uri="{FF2B5EF4-FFF2-40B4-BE49-F238E27FC236}">
                            <a16:creationId xmlns:a16="http://schemas.microsoft.com/office/drawing/2014/main" id="{02C409D1-EDE0-40DE-BBEC-2D71558A9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0298" name="Flowchart: Connector 10297">
                          <a:extLst>
                            <a:ext uri="{FF2B5EF4-FFF2-40B4-BE49-F238E27FC236}">
                              <a16:creationId xmlns:a16="http://schemas.microsoft.com/office/drawing/2014/main" id="{F2EECFC5-CB15-4368-9072-DB0A98BFF18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299" name="Flowchart: Connector 10298">
                          <a:extLst>
                            <a:ext uri="{FF2B5EF4-FFF2-40B4-BE49-F238E27FC236}">
                              <a16:creationId xmlns:a16="http://schemas.microsoft.com/office/drawing/2014/main" id="{04A5FB39-75F8-4FDA-8FEA-9377F96144A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00" name="Flowchart: Connector 10299">
                          <a:extLst>
                            <a:ext uri="{FF2B5EF4-FFF2-40B4-BE49-F238E27FC236}">
                              <a16:creationId xmlns:a16="http://schemas.microsoft.com/office/drawing/2014/main" id="{91DEBC71-40A5-410D-B446-E6941FAFC67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01" name="Flowchart: Connector 10300">
                          <a:extLst>
                            <a:ext uri="{FF2B5EF4-FFF2-40B4-BE49-F238E27FC236}">
                              <a16:creationId xmlns:a16="http://schemas.microsoft.com/office/drawing/2014/main" id="{A5FB8FD6-FF23-4C4E-ABBC-AD5C045E122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02" name="Flowchart: Connector 10301">
                          <a:extLst>
                            <a:ext uri="{FF2B5EF4-FFF2-40B4-BE49-F238E27FC236}">
                              <a16:creationId xmlns:a16="http://schemas.microsoft.com/office/drawing/2014/main" id="{8C7CF71D-63C1-4C4E-AC38-CA1BD7D6DF7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03" name="Flowchart: Connector 10302">
                          <a:extLst>
                            <a:ext uri="{FF2B5EF4-FFF2-40B4-BE49-F238E27FC236}">
                              <a16:creationId xmlns:a16="http://schemas.microsoft.com/office/drawing/2014/main" id="{502D5B7F-E1C6-48FA-ADD3-CEF00DADB1F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04" name="Flowchart: Connector 10303">
                          <a:extLst>
                            <a:ext uri="{FF2B5EF4-FFF2-40B4-BE49-F238E27FC236}">
                              <a16:creationId xmlns:a16="http://schemas.microsoft.com/office/drawing/2014/main" id="{8B193602-3B32-45DA-880C-6FA9FBD4227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05" name="Flowchart: Connector 10304">
                          <a:extLst>
                            <a:ext uri="{FF2B5EF4-FFF2-40B4-BE49-F238E27FC236}">
                              <a16:creationId xmlns:a16="http://schemas.microsoft.com/office/drawing/2014/main" id="{AA3CFD01-F402-43C2-B58A-18E76A9A3D5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306" name="Flowchart: Connector 10305">
                          <a:extLst>
                            <a:ext uri="{FF2B5EF4-FFF2-40B4-BE49-F238E27FC236}">
                              <a16:creationId xmlns:a16="http://schemas.microsoft.com/office/drawing/2014/main" id="{92AD45ED-BC5B-4483-8B62-0B383F4E16B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07" name="3D Model 10306" descr="Sphere">
                              <a:extLst>
                                <a:ext uri="{FF2B5EF4-FFF2-40B4-BE49-F238E27FC236}">
                                  <a16:creationId xmlns:a16="http://schemas.microsoft.com/office/drawing/2014/main" id="{B72C8D14-E2D5-494A-9351-D6AC1A9F077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8419423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08" name="Flowchart: Connector 10307">
                          <a:extLst>
                            <a:ext uri="{FF2B5EF4-FFF2-40B4-BE49-F238E27FC236}">
                              <a16:creationId xmlns:a16="http://schemas.microsoft.com/office/drawing/2014/main" id="{7852B6F8-0928-42C4-8467-74A8D250B66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09" name="3D Model 10308" descr="Sphere">
                              <a:extLst>
                                <a:ext uri="{FF2B5EF4-FFF2-40B4-BE49-F238E27FC236}">
                                  <a16:creationId xmlns:a16="http://schemas.microsoft.com/office/drawing/2014/main" id="{8830978E-8DFF-4E46-9EF2-3C00AE64575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5020830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10" name="Flowchart: Connector 10309">
                          <a:extLst>
                            <a:ext uri="{FF2B5EF4-FFF2-40B4-BE49-F238E27FC236}">
                              <a16:creationId xmlns:a16="http://schemas.microsoft.com/office/drawing/2014/main" id="{0D0770EB-3472-4364-B8B4-610B29C3AD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11" name="3D Model 10310" descr="Sphere">
                              <a:extLst>
                                <a:ext uri="{FF2B5EF4-FFF2-40B4-BE49-F238E27FC236}">
                                  <a16:creationId xmlns:a16="http://schemas.microsoft.com/office/drawing/2014/main" id="{CA4BEECB-4116-4EA2-8436-134745EF411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1439054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312" name="Flowchart: Connector 10311">
                          <a:extLst>
                            <a:ext uri="{FF2B5EF4-FFF2-40B4-BE49-F238E27FC236}">
                              <a16:creationId xmlns:a16="http://schemas.microsoft.com/office/drawing/2014/main" id="{BA8E308D-3566-4789-9DE1-405EAD30661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313" name="3D Model 10312" descr="Sphere">
                              <a:extLst>
                                <a:ext uri="{FF2B5EF4-FFF2-40B4-BE49-F238E27FC236}">
                                  <a16:creationId xmlns:a16="http://schemas.microsoft.com/office/drawing/2014/main" id="{5301697A-E4F4-415A-AFE8-FA2CBB34A57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2954113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265" name="Group 10264">
                        <a:extLst>
                          <a:ext uri="{FF2B5EF4-FFF2-40B4-BE49-F238E27FC236}">
                            <a16:creationId xmlns:a16="http://schemas.microsoft.com/office/drawing/2014/main" id="{5E72DD5B-9EE7-4DCE-B99E-3B13D20F32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0282" name="Flowchart: Connector 10281">
                          <a:extLst>
                            <a:ext uri="{FF2B5EF4-FFF2-40B4-BE49-F238E27FC236}">
                              <a16:creationId xmlns:a16="http://schemas.microsoft.com/office/drawing/2014/main" id="{06C61978-A61D-4B85-A8D5-931950EC875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283" name="Flowchart: Connector 10282">
                          <a:extLst>
                            <a:ext uri="{FF2B5EF4-FFF2-40B4-BE49-F238E27FC236}">
                              <a16:creationId xmlns:a16="http://schemas.microsoft.com/office/drawing/2014/main" id="{314B2D75-4E74-42E2-AE96-C68AADDF33D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284" name="Flowchart: Connector 10283">
                          <a:extLst>
                            <a:ext uri="{FF2B5EF4-FFF2-40B4-BE49-F238E27FC236}">
                              <a16:creationId xmlns:a16="http://schemas.microsoft.com/office/drawing/2014/main" id="{E7DD5890-F667-4DFC-B901-AE212DC36B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285" name="Flowchart: Connector 10284">
                          <a:extLst>
                            <a:ext uri="{FF2B5EF4-FFF2-40B4-BE49-F238E27FC236}">
                              <a16:creationId xmlns:a16="http://schemas.microsoft.com/office/drawing/2014/main" id="{76FD1C84-388E-4CB5-91BD-B452F2500DC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286" name="Flowchart: Connector 10285">
                          <a:extLst>
                            <a:ext uri="{FF2B5EF4-FFF2-40B4-BE49-F238E27FC236}">
                              <a16:creationId xmlns:a16="http://schemas.microsoft.com/office/drawing/2014/main" id="{A0D453EC-1254-42E4-953C-EC6F5639FF5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287" name="Flowchart: Connector 10286">
                          <a:extLst>
                            <a:ext uri="{FF2B5EF4-FFF2-40B4-BE49-F238E27FC236}">
                              <a16:creationId xmlns:a16="http://schemas.microsoft.com/office/drawing/2014/main" id="{B9DAFF18-9E27-4319-B0A6-D6DD4F2E17C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288" name="Flowchart: Connector 10287">
                          <a:extLst>
                            <a:ext uri="{FF2B5EF4-FFF2-40B4-BE49-F238E27FC236}">
                              <a16:creationId xmlns:a16="http://schemas.microsoft.com/office/drawing/2014/main" id="{6287912A-7B35-4644-A1A5-8F8F2BE7D8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289" name="Flowchart: Connector 10288">
                          <a:extLst>
                            <a:ext uri="{FF2B5EF4-FFF2-40B4-BE49-F238E27FC236}">
                              <a16:creationId xmlns:a16="http://schemas.microsoft.com/office/drawing/2014/main" id="{D181DA85-1E5C-4F39-A919-385C03E51E2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290" name="Flowchart: Connector 10289">
                          <a:extLst>
                            <a:ext uri="{FF2B5EF4-FFF2-40B4-BE49-F238E27FC236}">
                              <a16:creationId xmlns:a16="http://schemas.microsoft.com/office/drawing/2014/main" id="{7E39D800-86E7-4FFE-8727-04F8F0C6805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291" name="3D Model 10290" descr="Sphere">
                              <a:extLst>
                                <a:ext uri="{FF2B5EF4-FFF2-40B4-BE49-F238E27FC236}">
                                  <a16:creationId xmlns:a16="http://schemas.microsoft.com/office/drawing/2014/main" id="{57AF096B-B324-45B9-94AB-DA2DB9F5A66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4487229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292" name="Flowchart: Connector 10291">
                          <a:extLst>
                            <a:ext uri="{FF2B5EF4-FFF2-40B4-BE49-F238E27FC236}">
                              <a16:creationId xmlns:a16="http://schemas.microsoft.com/office/drawing/2014/main" id="{53D403A6-D121-48FE-A7D9-DFA757DB02B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293" name="3D Model 10292" descr="Sphere">
                              <a:extLst>
                                <a:ext uri="{FF2B5EF4-FFF2-40B4-BE49-F238E27FC236}">
                                  <a16:creationId xmlns:a16="http://schemas.microsoft.com/office/drawing/2014/main" id="{D6F2A9C5-7F23-495B-BD36-7D576B4D6F6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5513785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294" name="Flowchart: Connector 10293">
                          <a:extLst>
                            <a:ext uri="{FF2B5EF4-FFF2-40B4-BE49-F238E27FC236}">
                              <a16:creationId xmlns:a16="http://schemas.microsoft.com/office/drawing/2014/main" id="{A625B907-39F4-402C-A614-7D6E8D863A9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295" name="3D Model 10294" descr="Sphere">
                              <a:extLst>
                                <a:ext uri="{FF2B5EF4-FFF2-40B4-BE49-F238E27FC236}">
                                  <a16:creationId xmlns:a16="http://schemas.microsoft.com/office/drawing/2014/main" id="{3E3A9E72-EBAC-4D6D-801C-AD63295F6B9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6348990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296" name="Flowchart: Connector 10295">
                          <a:extLst>
                            <a:ext uri="{FF2B5EF4-FFF2-40B4-BE49-F238E27FC236}">
                              <a16:creationId xmlns:a16="http://schemas.microsoft.com/office/drawing/2014/main" id="{6942D789-5E5E-4CBB-9245-DF8C7FA5F4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297" name="3D Model 10296" descr="Sphere">
                              <a:extLst>
                                <a:ext uri="{FF2B5EF4-FFF2-40B4-BE49-F238E27FC236}">
                                  <a16:creationId xmlns:a16="http://schemas.microsoft.com/office/drawing/2014/main" id="{92D8345E-9BC5-4E0C-AC40-4F97B4700CA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619209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0266" name="Flowchart: Connector 10265">
                        <a:extLst>
                          <a:ext uri="{FF2B5EF4-FFF2-40B4-BE49-F238E27FC236}">
                            <a16:creationId xmlns:a16="http://schemas.microsoft.com/office/drawing/2014/main" id="{4F94F748-3C6F-460F-989C-FF7B89999BF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67" name="Flowchart: Connector 10266">
                        <a:extLst>
                          <a:ext uri="{FF2B5EF4-FFF2-40B4-BE49-F238E27FC236}">
                            <a16:creationId xmlns:a16="http://schemas.microsoft.com/office/drawing/2014/main" id="{8B3ECDE4-1793-480C-B168-7BE9C74B647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68" name="Flowchart: Connector 10267">
                        <a:extLst>
                          <a:ext uri="{FF2B5EF4-FFF2-40B4-BE49-F238E27FC236}">
                            <a16:creationId xmlns:a16="http://schemas.microsoft.com/office/drawing/2014/main" id="{4D31DD6F-4728-4B65-AB37-6E043880F6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69" name="Flowchart: Connector 10268">
                        <a:extLst>
                          <a:ext uri="{FF2B5EF4-FFF2-40B4-BE49-F238E27FC236}">
                            <a16:creationId xmlns:a16="http://schemas.microsoft.com/office/drawing/2014/main" id="{E5F595C9-202C-4F03-B81C-B9D93E94A0B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70" name="Flowchart: Connector 10269">
                        <a:extLst>
                          <a:ext uri="{FF2B5EF4-FFF2-40B4-BE49-F238E27FC236}">
                            <a16:creationId xmlns:a16="http://schemas.microsoft.com/office/drawing/2014/main" id="{0654C702-7AA8-4079-B93A-A75C2FAD467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71" name="Flowchart: Connector 10270">
                        <a:extLst>
                          <a:ext uri="{FF2B5EF4-FFF2-40B4-BE49-F238E27FC236}">
                            <a16:creationId xmlns:a16="http://schemas.microsoft.com/office/drawing/2014/main" id="{C5D46F08-D821-4C55-A79B-2028B09D40F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72" name="Flowchart: Connector 10271">
                        <a:extLst>
                          <a:ext uri="{FF2B5EF4-FFF2-40B4-BE49-F238E27FC236}">
                            <a16:creationId xmlns:a16="http://schemas.microsoft.com/office/drawing/2014/main" id="{115FCCA0-0113-41A9-8141-5FB8262F18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73" name="Flowchart: Connector 10272">
                        <a:extLst>
                          <a:ext uri="{FF2B5EF4-FFF2-40B4-BE49-F238E27FC236}">
                            <a16:creationId xmlns:a16="http://schemas.microsoft.com/office/drawing/2014/main" id="{6081EC01-FB05-49F9-8603-55F8F08D6D8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74" name="Flowchart: Connector 10273">
                        <a:extLst>
                          <a:ext uri="{FF2B5EF4-FFF2-40B4-BE49-F238E27FC236}">
                            <a16:creationId xmlns:a16="http://schemas.microsoft.com/office/drawing/2014/main" id="{6E70B0CF-9E0E-4B67-B693-EC9F365AD1A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75" name="3D Model 10274" descr="Sphere">
                            <a:extLst>
                              <a:ext uri="{FF2B5EF4-FFF2-40B4-BE49-F238E27FC236}">
                                <a16:creationId xmlns:a16="http://schemas.microsoft.com/office/drawing/2014/main" id="{624677C5-10A2-4603-8B05-F6A33DC8A70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42080133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276" name="Flowchart: Connector 10275">
                        <a:extLst>
                          <a:ext uri="{FF2B5EF4-FFF2-40B4-BE49-F238E27FC236}">
                            <a16:creationId xmlns:a16="http://schemas.microsoft.com/office/drawing/2014/main" id="{F41C7E25-E130-4CDD-99AC-DF65425BBA9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77" name="3D Model 10276" descr="Sphere">
                            <a:extLst>
                              <a:ext uri="{FF2B5EF4-FFF2-40B4-BE49-F238E27FC236}">
                                <a16:creationId xmlns:a16="http://schemas.microsoft.com/office/drawing/2014/main" id="{2F207FDA-C37E-4D9E-99A4-EFE64C5EB34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23830725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278" name="Flowchart: Connector 10277">
                        <a:extLst>
                          <a:ext uri="{FF2B5EF4-FFF2-40B4-BE49-F238E27FC236}">
                            <a16:creationId xmlns:a16="http://schemas.microsoft.com/office/drawing/2014/main" id="{36A8F5C5-F10F-4BE7-904F-EE55786AB76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79" name="3D Model 10278" descr="Sphere">
                            <a:extLst>
                              <a:ext uri="{FF2B5EF4-FFF2-40B4-BE49-F238E27FC236}">
                                <a16:creationId xmlns:a16="http://schemas.microsoft.com/office/drawing/2014/main" id="{CB5B5A98-8B7F-4502-8866-B435FE739FF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55156964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280" name="Flowchart: Connector 10279">
                        <a:extLst>
                          <a:ext uri="{FF2B5EF4-FFF2-40B4-BE49-F238E27FC236}">
                            <a16:creationId xmlns:a16="http://schemas.microsoft.com/office/drawing/2014/main" id="{BCC1A6C9-FC3C-4852-A420-6B77DF48F5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81" name="3D Model 10280" descr="Sphere">
                            <a:extLst>
                              <a:ext uri="{FF2B5EF4-FFF2-40B4-BE49-F238E27FC236}">
                                <a16:creationId xmlns:a16="http://schemas.microsoft.com/office/drawing/2014/main" id="{223E8916-9E15-4ABF-B8D6-A3B943CB774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41536135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0193" name="Flowchart: Connector 10192">
                    <a:extLst>
                      <a:ext uri="{FF2B5EF4-FFF2-40B4-BE49-F238E27FC236}">
                        <a16:creationId xmlns:a16="http://schemas.microsoft.com/office/drawing/2014/main" id="{5E32494F-3809-4536-AC64-17CD3F59673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194" name="Flowchart: Connector 10193">
                    <a:extLst>
                      <a:ext uri="{FF2B5EF4-FFF2-40B4-BE49-F238E27FC236}">
                        <a16:creationId xmlns:a16="http://schemas.microsoft.com/office/drawing/2014/main" id="{2630981F-5201-4108-92D8-7F5376721B2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195" name="Flowchart: Connector 10194">
                    <a:extLst>
                      <a:ext uri="{FF2B5EF4-FFF2-40B4-BE49-F238E27FC236}">
                        <a16:creationId xmlns:a16="http://schemas.microsoft.com/office/drawing/2014/main" id="{402ED28D-8A0E-4163-969C-B1C59ECA71B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196" name="Flowchart: Connector 10195">
                    <a:extLst>
                      <a:ext uri="{FF2B5EF4-FFF2-40B4-BE49-F238E27FC236}">
                        <a16:creationId xmlns:a16="http://schemas.microsoft.com/office/drawing/2014/main" id="{3DE22C70-1B3B-4358-BB61-1D48E55CAF7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197" name="Flowchart: Connector 10196">
                    <a:extLst>
                      <a:ext uri="{FF2B5EF4-FFF2-40B4-BE49-F238E27FC236}">
                        <a16:creationId xmlns:a16="http://schemas.microsoft.com/office/drawing/2014/main" id="{D9E089C2-4D7B-4F03-B848-D0BC09E4C8A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198" name="Flowchart: Connector 10197">
                    <a:extLst>
                      <a:ext uri="{FF2B5EF4-FFF2-40B4-BE49-F238E27FC236}">
                        <a16:creationId xmlns:a16="http://schemas.microsoft.com/office/drawing/2014/main" id="{B8B491E5-7A8A-4F2F-9BC4-7825EC13941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0199" name="Flowchart: Connector 10198">
                    <a:extLst>
                      <a:ext uri="{FF2B5EF4-FFF2-40B4-BE49-F238E27FC236}">
                        <a16:creationId xmlns:a16="http://schemas.microsoft.com/office/drawing/2014/main" id="{45433643-081D-456E-813F-231C1DB8206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200" name="Flowchart: Connector 10199">
                    <a:extLst>
                      <a:ext uri="{FF2B5EF4-FFF2-40B4-BE49-F238E27FC236}">
                        <a16:creationId xmlns:a16="http://schemas.microsoft.com/office/drawing/2014/main" id="{9EF6B72F-4B33-4F49-97DD-1F13B10DDE3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10201" name="Group 10200">
                    <a:extLst>
                      <a:ext uri="{FF2B5EF4-FFF2-40B4-BE49-F238E27FC236}">
                        <a16:creationId xmlns:a16="http://schemas.microsoft.com/office/drawing/2014/main" id="{145CEDDC-47B0-48AE-804F-432396893A81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10202" name="Group 10201">
                      <a:extLst>
                        <a:ext uri="{FF2B5EF4-FFF2-40B4-BE49-F238E27FC236}">
                          <a16:creationId xmlns:a16="http://schemas.microsoft.com/office/drawing/2014/main" id="{C25B117C-F983-495D-8E0A-D29F754EA9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10253" name="Flowchart: Connector 10252">
                        <a:extLst>
                          <a:ext uri="{FF2B5EF4-FFF2-40B4-BE49-F238E27FC236}">
                            <a16:creationId xmlns:a16="http://schemas.microsoft.com/office/drawing/2014/main" id="{CEA26CD8-9507-4E24-9F6B-1A29BE60923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54" name="3D Model 10253" descr="Sphere">
                            <a:extLst>
                              <a:ext uri="{FF2B5EF4-FFF2-40B4-BE49-F238E27FC236}">
                                <a16:creationId xmlns:a16="http://schemas.microsoft.com/office/drawing/2014/main" id="{A0D7FDCD-3F3C-4C49-AD63-DE824AB45AE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1150457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255" name="Flowchart: Connector 10254">
                        <a:extLst>
                          <a:ext uri="{FF2B5EF4-FFF2-40B4-BE49-F238E27FC236}">
                            <a16:creationId xmlns:a16="http://schemas.microsoft.com/office/drawing/2014/main" id="{BD0FA051-CA22-4519-8ADC-C51E4376AAB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56" name="3D Model 10255" descr="Sphere">
                            <a:extLst>
                              <a:ext uri="{FF2B5EF4-FFF2-40B4-BE49-F238E27FC236}">
                                <a16:creationId xmlns:a16="http://schemas.microsoft.com/office/drawing/2014/main" id="{79E8203D-755B-453B-BFB5-FB329F083CA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46315618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257" name="Flowchart: Connector 10256">
                        <a:extLst>
                          <a:ext uri="{FF2B5EF4-FFF2-40B4-BE49-F238E27FC236}">
                            <a16:creationId xmlns:a16="http://schemas.microsoft.com/office/drawing/2014/main" id="{5DC1E68F-5EA3-42EF-AA2A-B687B97F2F8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58" name="3D Model 10257" descr="Sphere">
                            <a:extLst>
                              <a:ext uri="{FF2B5EF4-FFF2-40B4-BE49-F238E27FC236}">
                                <a16:creationId xmlns:a16="http://schemas.microsoft.com/office/drawing/2014/main" id="{D0C3A773-C001-4413-823E-7961BBBFD2D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449013085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259" name="Flowchart: Connector 10258">
                        <a:extLst>
                          <a:ext uri="{FF2B5EF4-FFF2-40B4-BE49-F238E27FC236}">
                            <a16:creationId xmlns:a16="http://schemas.microsoft.com/office/drawing/2014/main" id="{17030EA4-F82B-4F64-B045-10B8BEC90A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60" name="3D Model 10259" descr="Sphere">
                            <a:extLst>
                              <a:ext uri="{FF2B5EF4-FFF2-40B4-BE49-F238E27FC236}">
                                <a16:creationId xmlns:a16="http://schemas.microsoft.com/office/drawing/2014/main" id="{CB2DF307-756F-4582-9918-A0973688C4A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1767977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0203" name="Group 10202">
                      <a:extLst>
                        <a:ext uri="{FF2B5EF4-FFF2-40B4-BE49-F238E27FC236}">
                          <a16:creationId xmlns:a16="http://schemas.microsoft.com/office/drawing/2014/main" id="{CB58D7F7-0C86-41BB-A1A4-3EB38563CE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10237" name="Flowchart: Connector 10236">
                        <a:extLst>
                          <a:ext uri="{FF2B5EF4-FFF2-40B4-BE49-F238E27FC236}">
                            <a16:creationId xmlns:a16="http://schemas.microsoft.com/office/drawing/2014/main" id="{B1FED052-7142-43E1-A059-3846D637464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38" name="Flowchart: Connector 10237">
                        <a:extLst>
                          <a:ext uri="{FF2B5EF4-FFF2-40B4-BE49-F238E27FC236}">
                            <a16:creationId xmlns:a16="http://schemas.microsoft.com/office/drawing/2014/main" id="{8D4E63C0-CB64-451F-8BE7-1BE5F756917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39" name="Flowchart: Connector 10238">
                        <a:extLst>
                          <a:ext uri="{FF2B5EF4-FFF2-40B4-BE49-F238E27FC236}">
                            <a16:creationId xmlns:a16="http://schemas.microsoft.com/office/drawing/2014/main" id="{0AC0913E-694C-4614-90F7-F5CDC0AFAF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40" name="Flowchart: Connector 10239">
                        <a:extLst>
                          <a:ext uri="{FF2B5EF4-FFF2-40B4-BE49-F238E27FC236}">
                            <a16:creationId xmlns:a16="http://schemas.microsoft.com/office/drawing/2014/main" id="{FD71C523-F9A0-42F1-812A-B26B4CF82ED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41" name="Flowchart: Connector 10240">
                        <a:extLst>
                          <a:ext uri="{FF2B5EF4-FFF2-40B4-BE49-F238E27FC236}">
                            <a16:creationId xmlns:a16="http://schemas.microsoft.com/office/drawing/2014/main" id="{E97C2D2D-DA5A-49DC-9346-B4589C2B65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42" name="Flowchart: Connector 10241">
                        <a:extLst>
                          <a:ext uri="{FF2B5EF4-FFF2-40B4-BE49-F238E27FC236}">
                            <a16:creationId xmlns:a16="http://schemas.microsoft.com/office/drawing/2014/main" id="{BFEC36FB-FC0C-4E52-98CA-599E79328FF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43" name="Flowchart: Connector 10242">
                        <a:extLst>
                          <a:ext uri="{FF2B5EF4-FFF2-40B4-BE49-F238E27FC236}">
                            <a16:creationId xmlns:a16="http://schemas.microsoft.com/office/drawing/2014/main" id="{9E1E9BD0-5626-4154-9151-ADB820027CE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44" name="Flowchart: Connector 10243">
                        <a:extLst>
                          <a:ext uri="{FF2B5EF4-FFF2-40B4-BE49-F238E27FC236}">
                            <a16:creationId xmlns:a16="http://schemas.microsoft.com/office/drawing/2014/main" id="{A743F453-D27F-45DD-B404-3D62FE8FE40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45" name="Flowchart: Connector 10244">
                        <a:extLst>
                          <a:ext uri="{FF2B5EF4-FFF2-40B4-BE49-F238E27FC236}">
                            <a16:creationId xmlns:a16="http://schemas.microsoft.com/office/drawing/2014/main" id="{B4782465-6EEF-4F83-91A9-31FEAE8F7F3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46" name="3D Model 10245" descr="Sphere">
                            <a:extLst>
                              <a:ext uri="{FF2B5EF4-FFF2-40B4-BE49-F238E27FC236}">
                                <a16:creationId xmlns:a16="http://schemas.microsoft.com/office/drawing/2014/main" id="{BD6E1489-8F88-4F1E-A68B-7710627547F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50960894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247" name="Flowchart: Connector 10246">
                        <a:extLst>
                          <a:ext uri="{FF2B5EF4-FFF2-40B4-BE49-F238E27FC236}">
                            <a16:creationId xmlns:a16="http://schemas.microsoft.com/office/drawing/2014/main" id="{68D4CEB9-1CF5-4DA2-962B-62FF88D533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48" name="3D Model 10247" descr="Sphere">
                            <a:extLst>
                              <a:ext uri="{FF2B5EF4-FFF2-40B4-BE49-F238E27FC236}">
                                <a16:creationId xmlns:a16="http://schemas.microsoft.com/office/drawing/2014/main" id="{E8FD7CC6-9A83-4288-9430-BCDA2411ADA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0455959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249" name="Flowchart: Connector 10248">
                        <a:extLst>
                          <a:ext uri="{FF2B5EF4-FFF2-40B4-BE49-F238E27FC236}">
                            <a16:creationId xmlns:a16="http://schemas.microsoft.com/office/drawing/2014/main" id="{5CA084F9-3EAA-4661-850D-0266EC4A20C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50" name="3D Model 10249" descr="Sphere">
                            <a:extLst>
                              <a:ext uri="{FF2B5EF4-FFF2-40B4-BE49-F238E27FC236}">
                                <a16:creationId xmlns:a16="http://schemas.microsoft.com/office/drawing/2014/main" id="{BB364188-697D-4D64-9C45-F0844F6A2B4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6926349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251" name="Flowchart: Connector 10250">
                        <a:extLst>
                          <a:ext uri="{FF2B5EF4-FFF2-40B4-BE49-F238E27FC236}">
                            <a16:creationId xmlns:a16="http://schemas.microsoft.com/office/drawing/2014/main" id="{1E859DF3-FF6A-46FA-A6CD-ACE970F1E1C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52" name="3D Model 10251" descr="Sphere">
                            <a:extLst>
                              <a:ext uri="{FF2B5EF4-FFF2-40B4-BE49-F238E27FC236}">
                                <a16:creationId xmlns:a16="http://schemas.microsoft.com/office/drawing/2014/main" id="{AFD2F7C1-40E2-404E-AEE1-BA636CDB5A2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024075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0204" name="Group 10203">
                      <a:extLst>
                        <a:ext uri="{FF2B5EF4-FFF2-40B4-BE49-F238E27FC236}">
                          <a16:creationId xmlns:a16="http://schemas.microsoft.com/office/drawing/2014/main" id="{4009CAAC-DC4C-4963-A0E3-B52A490912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10221" name="Flowchart: Connector 10220">
                        <a:extLst>
                          <a:ext uri="{FF2B5EF4-FFF2-40B4-BE49-F238E27FC236}">
                            <a16:creationId xmlns:a16="http://schemas.microsoft.com/office/drawing/2014/main" id="{AEF105B7-C4EA-488E-8079-32E7FB8997E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22" name="Flowchart: Connector 10221">
                        <a:extLst>
                          <a:ext uri="{FF2B5EF4-FFF2-40B4-BE49-F238E27FC236}">
                            <a16:creationId xmlns:a16="http://schemas.microsoft.com/office/drawing/2014/main" id="{D450F603-6513-453B-8740-463DA767203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23" name="Flowchart: Connector 10222">
                        <a:extLst>
                          <a:ext uri="{FF2B5EF4-FFF2-40B4-BE49-F238E27FC236}">
                            <a16:creationId xmlns:a16="http://schemas.microsoft.com/office/drawing/2014/main" id="{527431A3-DC06-4899-8944-FA71DE222F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24" name="Flowchart: Connector 10223">
                        <a:extLst>
                          <a:ext uri="{FF2B5EF4-FFF2-40B4-BE49-F238E27FC236}">
                            <a16:creationId xmlns:a16="http://schemas.microsoft.com/office/drawing/2014/main" id="{6E061743-398B-4C65-B278-DD17FDE2F2C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25" name="Flowchart: Connector 10224">
                        <a:extLst>
                          <a:ext uri="{FF2B5EF4-FFF2-40B4-BE49-F238E27FC236}">
                            <a16:creationId xmlns:a16="http://schemas.microsoft.com/office/drawing/2014/main" id="{00C715C1-84F9-47DC-B0B9-AC65DC5C13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26" name="Flowchart: Connector 10225">
                        <a:extLst>
                          <a:ext uri="{FF2B5EF4-FFF2-40B4-BE49-F238E27FC236}">
                            <a16:creationId xmlns:a16="http://schemas.microsoft.com/office/drawing/2014/main" id="{9115D616-FE59-4804-B2F0-560935616B8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27" name="Flowchart: Connector 10226">
                        <a:extLst>
                          <a:ext uri="{FF2B5EF4-FFF2-40B4-BE49-F238E27FC236}">
                            <a16:creationId xmlns:a16="http://schemas.microsoft.com/office/drawing/2014/main" id="{150EE282-8539-45BB-B98A-81404ADCB1C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28" name="Flowchart: Connector 10227">
                        <a:extLst>
                          <a:ext uri="{FF2B5EF4-FFF2-40B4-BE49-F238E27FC236}">
                            <a16:creationId xmlns:a16="http://schemas.microsoft.com/office/drawing/2014/main" id="{33F8B517-A056-445A-A33E-E7AB30020F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229" name="Flowchart: Connector 10228">
                        <a:extLst>
                          <a:ext uri="{FF2B5EF4-FFF2-40B4-BE49-F238E27FC236}">
                            <a16:creationId xmlns:a16="http://schemas.microsoft.com/office/drawing/2014/main" id="{22F94AD3-3849-454C-BD2A-98D815147A9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30" name="3D Model 10229" descr="Sphere">
                            <a:extLst>
                              <a:ext uri="{FF2B5EF4-FFF2-40B4-BE49-F238E27FC236}">
                                <a16:creationId xmlns:a16="http://schemas.microsoft.com/office/drawing/2014/main" id="{92B7BC3F-CF68-4015-9EF7-022C7752485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24878186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231" name="Flowchart: Connector 10230">
                        <a:extLst>
                          <a:ext uri="{FF2B5EF4-FFF2-40B4-BE49-F238E27FC236}">
                            <a16:creationId xmlns:a16="http://schemas.microsoft.com/office/drawing/2014/main" id="{E61899C3-8AF4-4916-8771-7C22237067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32" name="3D Model 10231" descr="Sphere">
                            <a:extLst>
                              <a:ext uri="{FF2B5EF4-FFF2-40B4-BE49-F238E27FC236}">
                                <a16:creationId xmlns:a16="http://schemas.microsoft.com/office/drawing/2014/main" id="{D6DFA533-D7AF-4156-9E5F-B61D60A02F9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34769619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233" name="Flowchart: Connector 10232">
                        <a:extLst>
                          <a:ext uri="{FF2B5EF4-FFF2-40B4-BE49-F238E27FC236}">
                            <a16:creationId xmlns:a16="http://schemas.microsoft.com/office/drawing/2014/main" id="{159F4403-C8AE-4228-9511-42EF2DF48F5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34" name="3D Model 10233" descr="Sphere">
                            <a:extLst>
                              <a:ext uri="{FF2B5EF4-FFF2-40B4-BE49-F238E27FC236}">
                                <a16:creationId xmlns:a16="http://schemas.microsoft.com/office/drawing/2014/main" id="{DF3FD751-D207-46FA-8370-775A40DC350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0078903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235" name="Flowchart: Connector 10234">
                        <a:extLst>
                          <a:ext uri="{FF2B5EF4-FFF2-40B4-BE49-F238E27FC236}">
                            <a16:creationId xmlns:a16="http://schemas.microsoft.com/office/drawing/2014/main" id="{F257BB79-F4DA-4387-B452-9D8CC18AC7D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236" name="3D Model 10235" descr="Sphere">
                            <a:extLst>
                              <a:ext uri="{FF2B5EF4-FFF2-40B4-BE49-F238E27FC236}">
                                <a16:creationId xmlns:a16="http://schemas.microsoft.com/office/drawing/2014/main" id="{08D06ADD-A853-426E-884A-5FEFFCF1D45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9604219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0205" name="Flowchart: Connector 10204">
                      <a:extLst>
                        <a:ext uri="{FF2B5EF4-FFF2-40B4-BE49-F238E27FC236}">
                          <a16:creationId xmlns:a16="http://schemas.microsoft.com/office/drawing/2014/main" id="{60D00485-EC7C-44CC-A477-2C65E4A426E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206" name="Flowchart: Connector 10205">
                      <a:extLst>
                        <a:ext uri="{FF2B5EF4-FFF2-40B4-BE49-F238E27FC236}">
                          <a16:creationId xmlns:a16="http://schemas.microsoft.com/office/drawing/2014/main" id="{1AC0B545-548A-4BEA-829F-29F6E7976D0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207" name="Flowchart: Connector 10206">
                      <a:extLst>
                        <a:ext uri="{FF2B5EF4-FFF2-40B4-BE49-F238E27FC236}">
                          <a16:creationId xmlns:a16="http://schemas.microsoft.com/office/drawing/2014/main" id="{D1FF9179-DE2D-46F9-BF26-36D88BD1D9F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208" name="Flowchart: Connector 10207">
                      <a:extLst>
                        <a:ext uri="{FF2B5EF4-FFF2-40B4-BE49-F238E27FC236}">
                          <a16:creationId xmlns:a16="http://schemas.microsoft.com/office/drawing/2014/main" id="{9AB706BA-D8B2-4A0D-9798-3E362BF0BFD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209" name="Flowchart: Connector 10208">
                      <a:extLst>
                        <a:ext uri="{FF2B5EF4-FFF2-40B4-BE49-F238E27FC236}">
                          <a16:creationId xmlns:a16="http://schemas.microsoft.com/office/drawing/2014/main" id="{6E1242E3-5EE7-4F0D-AF63-27F77DB40FB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210" name="Flowchart: Connector 10209">
                      <a:extLst>
                        <a:ext uri="{FF2B5EF4-FFF2-40B4-BE49-F238E27FC236}">
                          <a16:creationId xmlns:a16="http://schemas.microsoft.com/office/drawing/2014/main" id="{60858C12-3947-4B4E-A110-42949137490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211" name="Flowchart: Connector 10210">
                      <a:extLst>
                        <a:ext uri="{FF2B5EF4-FFF2-40B4-BE49-F238E27FC236}">
                          <a16:creationId xmlns:a16="http://schemas.microsoft.com/office/drawing/2014/main" id="{F7D00654-74F0-4657-AE0F-E96D4D2A41C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212" name="Flowchart: Connector 10211">
                      <a:extLst>
                        <a:ext uri="{FF2B5EF4-FFF2-40B4-BE49-F238E27FC236}">
                          <a16:creationId xmlns:a16="http://schemas.microsoft.com/office/drawing/2014/main" id="{0F5F7508-CE16-454F-97E8-AFFD548DC08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213" name="Flowchart: Connector 10212">
                      <a:extLst>
                        <a:ext uri="{FF2B5EF4-FFF2-40B4-BE49-F238E27FC236}">
                          <a16:creationId xmlns:a16="http://schemas.microsoft.com/office/drawing/2014/main" id="{B857E6AC-54F2-4CBE-A51C-F488E78F315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0214" name="3D Model 10213" descr="Sphere">
                          <a:extLst>
                            <a:ext uri="{FF2B5EF4-FFF2-40B4-BE49-F238E27FC236}">
                              <a16:creationId xmlns:a16="http://schemas.microsoft.com/office/drawing/2014/main" id="{86983D6D-2791-48E2-8BD0-0F980CE5B18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947537730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0215" name="Flowchart: Connector 10214">
                      <a:extLst>
                        <a:ext uri="{FF2B5EF4-FFF2-40B4-BE49-F238E27FC236}">
                          <a16:creationId xmlns:a16="http://schemas.microsoft.com/office/drawing/2014/main" id="{44B35F21-B1E1-4BCE-BAB5-9E727246A62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0216" name="3D Model 10215" descr="Sphere">
                          <a:extLst>
                            <a:ext uri="{FF2B5EF4-FFF2-40B4-BE49-F238E27FC236}">
                              <a16:creationId xmlns:a16="http://schemas.microsoft.com/office/drawing/2014/main" id="{9080E1FC-F168-48FF-B23D-D9B1AA9E807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552321737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0217" name="Flowchart: Connector 10216">
                      <a:extLst>
                        <a:ext uri="{FF2B5EF4-FFF2-40B4-BE49-F238E27FC236}">
                          <a16:creationId xmlns:a16="http://schemas.microsoft.com/office/drawing/2014/main" id="{8748DD5D-85BA-4225-8340-0B945CA47E6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0218" name="3D Model 10217" descr="Sphere">
                          <a:extLst>
                            <a:ext uri="{FF2B5EF4-FFF2-40B4-BE49-F238E27FC236}">
                              <a16:creationId xmlns:a16="http://schemas.microsoft.com/office/drawing/2014/main" id="{7790446D-14D1-403D-8E8B-2E2BD2E24E9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488677595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0219" name="Flowchart: Connector 10218">
                      <a:extLst>
                        <a:ext uri="{FF2B5EF4-FFF2-40B4-BE49-F238E27FC236}">
                          <a16:creationId xmlns:a16="http://schemas.microsoft.com/office/drawing/2014/main" id="{2844FB6A-DF7F-4D16-8AD2-AB356C07BDE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0220" name="3D Model 10219" descr="Sphere">
                          <a:extLst>
                            <a:ext uri="{FF2B5EF4-FFF2-40B4-BE49-F238E27FC236}">
                              <a16:creationId xmlns:a16="http://schemas.microsoft.com/office/drawing/2014/main" id="{12DCA871-6BD6-40D4-865F-56856E27DC34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239231322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10170" name="Freeform: Shape 10169">
                  <a:extLst>
                    <a:ext uri="{FF2B5EF4-FFF2-40B4-BE49-F238E27FC236}">
                      <a16:creationId xmlns:a16="http://schemas.microsoft.com/office/drawing/2014/main" id="{ADC1EF0E-F4B0-40C3-82C1-6E0E00DCB245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171" name="Freeform: Shape 10170">
                  <a:extLst>
                    <a:ext uri="{FF2B5EF4-FFF2-40B4-BE49-F238E27FC236}">
                      <a16:creationId xmlns:a16="http://schemas.microsoft.com/office/drawing/2014/main" id="{C699258E-38BC-4D14-B85B-1F1A34347473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172" name="Freeform: Shape 10171">
                  <a:extLst>
                    <a:ext uri="{FF2B5EF4-FFF2-40B4-BE49-F238E27FC236}">
                      <a16:creationId xmlns:a16="http://schemas.microsoft.com/office/drawing/2014/main" id="{2B4FC0FB-0FBA-4D2D-961C-52FF635853F3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173" name="Freeform: Shape 10172">
                  <a:extLst>
                    <a:ext uri="{FF2B5EF4-FFF2-40B4-BE49-F238E27FC236}">
                      <a16:creationId xmlns:a16="http://schemas.microsoft.com/office/drawing/2014/main" id="{A4C379E2-9D1F-432F-BCAF-C4F484CF1D84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174" name="Freeform: Shape 10173">
                  <a:extLst>
                    <a:ext uri="{FF2B5EF4-FFF2-40B4-BE49-F238E27FC236}">
                      <a16:creationId xmlns:a16="http://schemas.microsoft.com/office/drawing/2014/main" id="{09738EBA-8B37-4A54-871A-9E2D3705A73B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175" name="Freeform: Shape 10174">
                  <a:extLst>
                    <a:ext uri="{FF2B5EF4-FFF2-40B4-BE49-F238E27FC236}">
                      <a16:creationId xmlns:a16="http://schemas.microsoft.com/office/drawing/2014/main" id="{6C1330E7-2459-4F84-AE6B-0BBCAA2E18A3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176" name="Freeform: Shape 10175">
                  <a:extLst>
                    <a:ext uri="{FF2B5EF4-FFF2-40B4-BE49-F238E27FC236}">
                      <a16:creationId xmlns:a16="http://schemas.microsoft.com/office/drawing/2014/main" id="{A3008320-4930-403A-BF9C-0D8174EEE239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177" name="Freeform: Shape 10176">
                  <a:extLst>
                    <a:ext uri="{FF2B5EF4-FFF2-40B4-BE49-F238E27FC236}">
                      <a16:creationId xmlns:a16="http://schemas.microsoft.com/office/drawing/2014/main" id="{71057221-223E-49DB-ADCA-CA2A0C136487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178" name="Freeform: Shape 10177">
                  <a:extLst>
                    <a:ext uri="{FF2B5EF4-FFF2-40B4-BE49-F238E27FC236}">
                      <a16:creationId xmlns:a16="http://schemas.microsoft.com/office/drawing/2014/main" id="{457FEB1C-FA2A-42DE-B30A-D4E07D66416E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179" name="Freeform: Shape 10178">
                  <a:extLst>
                    <a:ext uri="{FF2B5EF4-FFF2-40B4-BE49-F238E27FC236}">
                      <a16:creationId xmlns:a16="http://schemas.microsoft.com/office/drawing/2014/main" id="{767ED6AF-B23A-4E05-AF9E-A756583428F5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180" name="Freeform: Shape 10179">
                  <a:extLst>
                    <a:ext uri="{FF2B5EF4-FFF2-40B4-BE49-F238E27FC236}">
                      <a16:creationId xmlns:a16="http://schemas.microsoft.com/office/drawing/2014/main" id="{9C55E1A4-C6A0-443C-837E-B349B08987AD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181" name="Freeform: Shape 10180">
                  <a:extLst>
                    <a:ext uri="{FF2B5EF4-FFF2-40B4-BE49-F238E27FC236}">
                      <a16:creationId xmlns:a16="http://schemas.microsoft.com/office/drawing/2014/main" id="{887DFC31-62C1-445B-B38D-42BF1B359D22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10166" name="Freeform: Shape 10165">
                <a:extLst>
                  <a:ext uri="{FF2B5EF4-FFF2-40B4-BE49-F238E27FC236}">
                    <a16:creationId xmlns:a16="http://schemas.microsoft.com/office/drawing/2014/main" id="{24C1655B-D5C6-41D3-9FD0-5E2CD6806FD3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0167" name="Freeform: Shape 10166">
                <a:extLst>
                  <a:ext uri="{FF2B5EF4-FFF2-40B4-BE49-F238E27FC236}">
                    <a16:creationId xmlns:a16="http://schemas.microsoft.com/office/drawing/2014/main" id="{44BA571D-EF06-4A91-AFF7-0E95F8B6B4DD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0168" name="Freeform: Shape 10167">
                <a:extLst>
                  <a:ext uri="{FF2B5EF4-FFF2-40B4-BE49-F238E27FC236}">
                    <a16:creationId xmlns:a16="http://schemas.microsoft.com/office/drawing/2014/main" id="{70501D80-ADCF-48EC-93C8-7BCD8A66B905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10464" name="Group 10463">
              <a:extLst>
                <a:ext uri="{FF2B5EF4-FFF2-40B4-BE49-F238E27FC236}">
                  <a16:creationId xmlns:a16="http://schemas.microsoft.com/office/drawing/2014/main" id="{C0C3374A-43E8-4315-86CC-D340A000B4F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840653" y="6038624"/>
              <a:ext cx="521735" cy="419131"/>
              <a:chOff x="558227" y="4289344"/>
              <a:chExt cx="2384501" cy="2135404"/>
            </a:xfrm>
          </p:grpSpPr>
          <p:grpSp>
            <p:nvGrpSpPr>
              <p:cNvPr id="10465" name="Group 10464">
                <a:extLst>
                  <a:ext uri="{FF2B5EF4-FFF2-40B4-BE49-F238E27FC236}">
                    <a16:creationId xmlns:a16="http://schemas.microsoft.com/office/drawing/2014/main" id="{A865B92E-2A96-4001-A709-3906F08F4BB8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10469" name="Group 10468">
                  <a:extLst>
                    <a:ext uri="{FF2B5EF4-FFF2-40B4-BE49-F238E27FC236}">
                      <a16:creationId xmlns:a16="http://schemas.microsoft.com/office/drawing/2014/main" id="{F0132C44-E30F-48FF-A998-149DB54CB932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10482" name="Group 10481">
                    <a:extLst>
                      <a:ext uri="{FF2B5EF4-FFF2-40B4-BE49-F238E27FC236}">
                        <a16:creationId xmlns:a16="http://schemas.microsoft.com/office/drawing/2014/main" id="{1A47EF34-3434-4448-8E78-7666853D02BF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10703" name="Group 10702">
                      <a:extLst>
                        <a:ext uri="{FF2B5EF4-FFF2-40B4-BE49-F238E27FC236}">
                          <a16:creationId xmlns:a16="http://schemas.microsoft.com/office/drawing/2014/main" id="{307CFBEA-636B-4E9D-8CCE-9FC6DA37E0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10760" name="Flowchart: Connector 10759">
                        <a:extLst>
                          <a:ext uri="{FF2B5EF4-FFF2-40B4-BE49-F238E27FC236}">
                            <a16:creationId xmlns:a16="http://schemas.microsoft.com/office/drawing/2014/main" id="{B98A5C77-6412-4969-BD15-73A78277D0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61" name="Flowchart: Connector 10760">
                        <a:extLst>
                          <a:ext uri="{FF2B5EF4-FFF2-40B4-BE49-F238E27FC236}">
                            <a16:creationId xmlns:a16="http://schemas.microsoft.com/office/drawing/2014/main" id="{64E9A223-EBF2-4921-AC0F-D83F9609B0F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62" name="Flowchart: Connector 10761">
                        <a:extLst>
                          <a:ext uri="{FF2B5EF4-FFF2-40B4-BE49-F238E27FC236}">
                            <a16:creationId xmlns:a16="http://schemas.microsoft.com/office/drawing/2014/main" id="{16CF5C21-B18D-48ED-AFD4-F402BFCD5DD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63" name="Flowchart: Connector 10762">
                        <a:extLst>
                          <a:ext uri="{FF2B5EF4-FFF2-40B4-BE49-F238E27FC236}">
                            <a16:creationId xmlns:a16="http://schemas.microsoft.com/office/drawing/2014/main" id="{C533919C-0EC5-45AB-A943-3BA144ADED6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0704" name="Group 10703">
                      <a:extLst>
                        <a:ext uri="{FF2B5EF4-FFF2-40B4-BE49-F238E27FC236}">
                          <a16:creationId xmlns:a16="http://schemas.microsoft.com/office/drawing/2014/main" id="{8C5D563A-9651-4DC4-83BC-5F94C336508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10705" name="Group 10704">
                        <a:extLst>
                          <a:ext uri="{FF2B5EF4-FFF2-40B4-BE49-F238E27FC236}">
                            <a16:creationId xmlns:a16="http://schemas.microsoft.com/office/drawing/2014/main" id="{980B9EEA-22E4-4483-85B6-504B9144E51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53" name="3D Model 10752" descr="Sphere">
                              <a:extLst>
                                <a:ext uri="{FF2B5EF4-FFF2-40B4-BE49-F238E27FC236}">
                                  <a16:creationId xmlns:a16="http://schemas.microsoft.com/office/drawing/2014/main" id="{88A76EB3-EB60-465B-BD39-41265C32BF8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71075853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754" name="Flowchart: Connector 10753">
                          <a:extLst>
                            <a:ext uri="{FF2B5EF4-FFF2-40B4-BE49-F238E27FC236}">
                              <a16:creationId xmlns:a16="http://schemas.microsoft.com/office/drawing/2014/main" id="{4D95F305-9AF5-4FED-AFC8-7E5722904D2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55" name="3D Model 10754" descr="Sphere">
                              <a:extLst>
                                <a:ext uri="{FF2B5EF4-FFF2-40B4-BE49-F238E27FC236}">
                                  <a16:creationId xmlns:a16="http://schemas.microsoft.com/office/drawing/2014/main" id="{8A4F84F3-2D0B-4A16-B0C0-7D37116F255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049366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756" name="Flowchart: Connector 10755">
                          <a:extLst>
                            <a:ext uri="{FF2B5EF4-FFF2-40B4-BE49-F238E27FC236}">
                              <a16:creationId xmlns:a16="http://schemas.microsoft.com/office/drawing/2014/main" id="{45ECE391-FDF5-44A2-8C02-E79AE54BFEA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57" name="3D Model 10756" descr="Sphere">
                              <a:extLst>
                                <a:ext uri="{FF2B5EF4-FFF2-40B4-BE49-F238E27FC236}">
                                  <a16:creationId xmlns:a16="http://schemas.microsoft.com/office/drawing/2014/main" id="{159CF0AF-9190-493B-9416-64B4595DEF8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3011827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758" name="Flowchart: Connector 10757">
                          <a:extLst>
                            <a:ext uri="{FF2B5EF4-FFF2-40B4-BE49-F238E27FC236}">
                              <a16:creationId xmlns:a16="http://schemas.microsoft.com/office/drawing/2014/main" id="{D3A44480-C447-4339-8866-395870B784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59" name="3D Model 10758" descr="Sphere">
                              <a:extLst>
                                <a:ext uri="{FF2B5EF4-FFF2-40B4-BE49-F238E27FC236}">
                                  <a16:creationId xmlns:a16="http://schemas.microsoft.com/office/drawing/2014/main" id="{72826CA2-99FB-4451-AFE8-18ECC76C4C0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1822317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706" name="Group 10705">
                        <a:extLst>
                          <a:ext uri="{FF2B5EF4-FFF2-40B4-BE49-F238E27FC236}">
                            <a16:creationId xmlns:a16="http://schemas.microsoft.com/office/drawing/2014/main" id="{CDA169F1-5CBB-49E6-BB95-57F57A0982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0738" name="Flowchart: Connector 10737">
                          <a:extLst>
                            <a:ext uri="{FF2B5EF4-FFF2-40B4-BE49-F238E27FC236}">
                              <a16:creationId xmlns:a16="http://schemas.microsoft.com/office/drawing/2014/main" id="{1F6C9B6C-54CE-4B14-BC33-EB3D856C291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39" name="Flowchart: Connector 10738">
                          <a:extLst>
                            <a:ext uri="{FF2B5EF4-FFF2-40B4-BE49-F238E27FC236}">
                              <a16:creationId xmlns:a16="http://schemas.microsoft.com/office/drawing/2014/main" id="{31AEFD7C-00B0-41A3-9148-86242228F07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40" name="Flowchart: Connector 10739">
                          <a:extLst>
                            <a:ext uri="{FF2B5EF4-FFF2-40B4-BE49-F238E27FC236}">
                              <a16:creationId xmlns:a16="http://schemas.microsoft.com/office/drawing/2014/main" id="{B5FFEEF5-1C62-4955-8458-8EA6F442DD6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41" name="Flowchart: Connector 10740">
                          <a:extLst>
                            <a:ext uri="{FF2B5EF4-FFF2-40B4-BE49-F238E27FC236}">
                              <a16:creationId xmlns:a16="http://schemas.microsoft.com/office/drawing/2014/main" id="{8099B21C-6BEC-4396-9EFD-A5B899D2EB3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42" name="Flowchart: Connector 10741">
                          <a:extLst>
                            <a:ext uri="{FF2B5EF4-FFF2-40B4-BE49-F238E27FC236}">
                              <a16:creationId xmlns:a16="http://schemas.microsoft.com/office/drawing/2014/main" id="{829C394A-818C-4285-BD72-7191CCE0A03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43" name="Flowchart: Connector 10742">
                          <a:extLst>
                            <a:ext uri="{FF2B5EF4-FFF2-40B4-BE49-F238E27FC236}">
                              <a16:creationId xmlns:a16="http://schemas.microsoft.com/office/drawing/2014/main" id="{7F1C37E3-DA76-4689-B7FF-210EFB7514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44" name="Flowchart: Connector 10743">
                          <a:extLst>
                            <a:ext uri="{FF2B5EF4-FFF2-40B4-BE49-F238E27FC236}">
                              <a16:creationId xmlns:a16="http://schemas.microsoft.com/office/drawing/2014/main" id="{4492E0F3-4A09-4C98-9D8D-20B01C6CB93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45" name="Flowchart: Connector 10744">
                          <a:extLst>
                            <a:ext uri="{FF2B5EF4-FFF2-40B4-BE49-F238E27FC236}">
                              <a16:creationId xmlns:a16="http://schemas.microsoft.com/office/drawing/2014/main" id="{D253B7BD-2125-4D10-B8B3-8A4D710D751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46" name="3D Model 10745" descr="Sphere">
                              <a:extLst>
                                <a:ext uri="{FF2B5EF4-FFF2-40B4-BE49-F238E27FC236}">
                                  <a16:creationId xmlns:a16="http://schemas.microsoft.com/office/drawing/2014/main" id="{6878CE0C-A8A7-497B-89CA-2BAE78736B8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9046853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747" name="Flowchart: Connector 10746">
                          <a:extLst>
                            <a:ext uri="{FF2B5EF4-FFF2-40B4-BE49-F238E27FC236}">
                              <a16:creationId xmlns:a16="http://schemas.microsoft.com/office/drawing/2014/main" id="{AE5EE42C-9D1F-4D94-A706-2B2E6FEFA85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48" name="3D Model 10747" descr="Sphere">
                              <a:extLst>
                                <a:ext uri="{FF2B5EF4-FFF2-40B4-BE49-F238E27FC236}">
                                  <a16:creationId xmlns:a16="http://schemas.microsoft.com/office/drawing/2014/main" id="{44DEA9A8-722A-4AAE-9B79-BA7B08A2941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1654337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749" name="Flowchart: Connector 10748">
                          <a:extLst>
                            <a:ext uri="{FF2B5EF4-FFF2-40B4-BE49-F238E27FC236}">
                              <a16:creationId xmlns:a16="http://schemas.microsoft.com/office/drawing/2014/main" id="{9BC1CBBC-8E5F-4355-A123-74D22A1DF7C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50" name="3D Model 10749" descr="Sphere">
                              <a:extLst>
                                <a:ext uri="{FF2B5EF4-FFF2-40B4-BE49-F238E27FC236}">
                                  <a16:creationId xmlns:a16="http://schemas.microsoft.com/office/drawing/2014/main" id="{771D1A58-1676-4B44-BCEE-F7B2C9FA099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6670080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751" name="Flowchart: Connector 10750">
                          <a:extLst>
                            <a:ext uri="{FF2B5EF4-FFF2-40B4-BE49-F238E27FC236}">
                              <a16:creationId xmlns:a16="http://schemas.microsoft.com/office/drawing/2014/main" id="{2421F4E2-153D-4F2E-9020-FF975BC7BBE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52" name="3D Model 10751" descr="Sphere">
                              <a:extLst>
                                <a:ext uri="{FF2B5EF4-FFF2-40B4-BE49-F238E27FC236}">
                                  <a16:creationId xmlns:a16="http://schemas.microsoft.com/office/drawing/2014/main" id="{D8C9F62A-CE6D-4B64-93AD-48EEB44A496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1445963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707" name="Group 10706">
                        <a:extLst>
                          <a:ext uri="{FF2B5EF4-FFF2-40B4-BE49-F238E27FC236}">
                            <a16:creationId xmlns:a16="http://schemas.microsoft.com/office/drawing/2014/main" id="{7C8727D9-ABB3-49AF-9F0C-92DCCB5A50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0723" name="Flowchart: Connector 10722">
                          <a:extLst>
                            <a:ext uri="{FF2B5EF4-FFF2-40B4-BE49-F238E27FC236}">
                              <a16:creationId xmlns:a16="http://schemas.microsoft.com/office/drawing/2014/main" id="{9C725BFE-6E1F-4970-8BE9-88CA6B13E5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24" name="Flowchart: Connector 10723">
                          <a:extLst>
                            <a:ext uri="{FF2B5EF4-FFF2-40B4-BE49-F238E27FC236}">
                              <a16:creationId xmlns:a16="http://schemas.microsoft.com/office/drawing/2014/main" id="{4F8D225D-88FA-4423-A7F2-E9E3D84DA03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25" name="Flowchart: Connector 10724">
                          <a:extLst>
                            <a:ext uri="{FF2B5EF4-FFF2-40B4-BE49-F238E27FC236}">
                              <a16:creationId xmlns:a16="http://schemas.microsoft.com/office/drawing/2014/main" id="{7DB18639-49EC-415D-9D0C-04C26DA770A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26" name="Flowchart: Connector 10725">
                          <a:extLst>
                            <a:ext uri="{FF2B5EF4-FFF2-40B4-BE49-F238E27FC236}">
                              <a16:creationId xmlns:a16="http://schemas.microsoft.com/office/drawing/2014/main" id="{9953298A-2313-46B0-8E61-8DEDCAC79B3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27" name="Flowchart: Connector 10726">
                          <a:extLst>
                            <a:ext uri="{FF2B5EF4-FFF2-40B4-BE49-F238E27FC236}">
                              <a16:creationId xmlns:a16="http://schemas.microsoft.com/office/drawing/2014/main" id="{1B56E5E1-ECCA-4169-B1B0-A8DB815631A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28" name="Flowchart: Connector 10727">
                          <a:extLst>
                            <a:ext uri="{FF2B5EF4-FFF2-40B4-BE49-F238E27FC236}">
                              <a16:creationId xmlns:a16="http://schemas.microsoft.com/office/drawing/2014/main" id="{1E703F1A-8E21-4608-9041-2F3961C0C25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29" name="Flowchart: Connector 10728">
                          <a:extLst>
                            <a:ext uri="{FF2B5EF4-FFF2-40B4-BE49-F238E27FC236}">
                              <a16:creationId xmlns:a16="http://schemas.microsoft.com/office/drawing/2014/main" id="{14C1B62D-5B85-4AEA-9873-6B096852E1C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730" name="Flowchart: Connector 10729">
                          <a:extLst>
                            <a:ext uri="{FF2B5EF4-FFF2-40B4-BE49-F238E27FC236}">
                              <a16:creationId xmlns:a16="http://schemas.microsoft.com/office/drawing/2014/main" id="{15B19F8B-19B2-4C56-BD1A-988CE6E2BE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31" name="3D Model 10730" descr="Sphere">
                              <a:extLst>
                                <a:ext uri="{FF2B5EF4-FFF2-40B4-BE49-F238E27FC236}">
                                  <a16:creationId xmlns:a16="http://schemas.microsoft.com/office/drawing/2014/main" id="{AA5483BF-2439-4CFC-BFCB-ACA5DCADD82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6152686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732" name="Flowchart: Connector 10731">
                          <a:extLst>
                            <a:ext uri="{FF2B5EF4-FFF2-40B4-BE49-F238E27FC236}">
                              <a16:creationId xmlns:a16="http://schemas.microsoft.com/office/drawing/2014/main" id="{FA83B115-C54A-4E8E-9579-DD07086351C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33" name="3D Model 10732" descr="Sphere">
                              <a:extLst>
                                <a:ext uri="{FF2B5EF4-FFF2-40B4-BE49-F238E27FC236}">
                                  <a16:creationId xmlns:a16="http://schemas.microsoft.com/office/drawing/2014/main" id="{8BDDC4E3-D003-452D-9D16-B37C85779E4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862521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734" name="Flowchart: Connector 10733">
                          <a:extLst>
                            <a:ext uri="{FF2B5EF4-FFF2-40B4-BE49-F238E27FC236}">
                              <a16:creationId xmlns:a16="http://schemas.microsoft.com/office/drawing/2014/main" id="{3F3D6D9A-1506-453F-A5B4-42F445362B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35" name="3D Model 10734" descr="Sphere">
                              <a:extLst>
                                <a:ext uri="{FF2B5EF4-FFF2-40B4-BE49-F238E27FC236}">
                                  <a16:creationId xmlns:a16="http://schemas.microsoft.com/office/drawing/2014/main" id="{6901961C-B78E-4D05-9822-B476F4EF328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7516655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736" name="Flowchart: Connector 10735">
                          <a:extLst>
                            <a:ext uri="{FF2B5EF4-FFF2-40B4-BE49-F238E27FC236}">
                              <a16:creationId xmlns:a16="http://schemas.microsoft.com/office/drawing/2014/main" id="{C9C05111-24E0-4971-B75A-52F8E972B92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737" name="3D Model 10736" descr="Sphere">
                              <a:extLst>
                                <a:ext uri="{FF2B5EF4-FFF2-40B4-BE49-F238E27FC236}">
                                  <a16:creationId xmlns:a16="http://schemas.microsoft.com/office/drawing/2014/main" id="{00A55CA5-D1D6-4547-BC55-065F89E97AD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756800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0708" name="Flowchart: Connector 10707">
                        <a:extLst>
                          <a:ext uri="{FF2B5EF4-FFF2-40B4-BE49-F238E27FC236}">
                            <a16:creationId xmlns:a16="http://schemas.microsoft.com/office/drawing/2014/main" id="{1504C3C6-0682-49E7-8B5E-55C653801F0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09" name="Flowchart: Connector 10708">
                        <a:extLst>
                          <a:ext uri="{FF2B5EF4-FFF2-40B4-BE49-F238E27FC236}">
                            <a16:creationId xmlns:a16="http://schemas.microsoft.com/office/drawing/2014/main" id="{1743E86B-6610-4A0E-900C-129B2BA01EE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10" name="Flowchart: Connector 10709">
                        <a:extLst>
                          <a:ext uri="{FF2B5EF4-FFF2-40B4-BE49-F238E27FC236}">
                            <a16:creationId xmlns:a16="http://schemas.microsoft.com/office/drawing/2014/main" id="{36D81282-4EA5-4986-A70B-0F5D5CA1609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11" name="Flowchart: Connector 10710">
                        <a:extLst>
                          <a:ext uri="{FF2B5EF4-FFF2-40B4-BE49-F238E27FC236}">
                            <a16:creationId xmlns:a16="http://schemas.microsoft.com/office/drawing/2014/main" id="{EB9EA829-4302-4570-B673-104C9EDF82A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12" name="Flowchart: Connector 10711">
                        <a:extLst>
                          <a:ext uri="{FF2B5EF4-FFF2-40B4-BE49-F238E27FC236}">
                            <a16:creationId xmlns:a16="http://schemas.microsoft.com/office/drawing/2014/main" id="{D0ABF59D-3CF6-4FB6-BBC5-7BD0636D5FE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13" name="Flowchart: Connector 10712">
                        <a:extLst>
                          <a:ext uri="{FF2B5EF4-FFF2-40B4-BE49-F238E27FC236}">
                            <a16:creationId xmlns:a16="http://schemas.microsoft.com/office/drawing/2014/main" id="{BF14972F-D85F-45AB-A02B-849F51ABA6C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14" name="Flowchart: Connector 10713">
                        <a:extLst>
                          <a:ext uri="{FF2B5EF4-FFF2-40B4-BE49-F238E27FC236}">
                            <a16:creationId xmlns:a16="http://schemas.microsoft.com/office/drawing/2014/main" id="{F5CFE7E6-CEF3-45EB-88E0-B91B2DECF5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715" name="Flowchart: Connector 10714">
                        <a:extLst>
                          <a:ext uri="{FF2B5EF4-FFF2-40B4-BE49-F238E27FC236}">
                            <a16:creationId xmlns:a16="http://schemas.microsoft.com/office/drawing/2014/main" id="{7CB8EEDB-652B-4949-A297-8F872219550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716" name="3D Model 10715" descr="Sphere">
                            <a:extLst>
                              <a:ext uri="{FF2B5EF4-FFF2-40B4-BE49-F238E27FC236}">
                                <a16:creationId xmlns:a16="http://schemas.microsoft.com/office/drawing/2014/main" id="{FE46B3BF-5051-47CF-A4D8-2FADC4D9DBF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51883886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717" name="Flowchart: Connector 10716">
                        <a:extLst>
                          <a:ext uri="{FF2B5EF4-FFF2-40B4-BE49-F238E27FC236}">
                            <a16:creationId xmlns:a16="http://schemas.microsoft.com/office/drawing/2014/main" id="{EE1C980E-8245-4780-AC0A-E1A667B7ED4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718" name="3D Model 10717" descr="Sphere">
                            <a:extLst>
                              <a:ext uri="{FF2B5EF4-FFF2-40B4-BE49-F238E27FC236}">
                                <a16:creationId xmlns:a16="http://schemas.microsoft.com/office/drawing/2014/main" id="{FA1708E5-C5DB-43B4-957F-01148A556A7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23974722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719" name="Flowchart: Connector 10718">
                        <a:extLst>
                          <a:ext uri="{FF2B5EF4-FFF2-40B4-BE49-F238E27FC236}">
                            <a16:creationId xmlns:a16="http://schemas.microsoft.com/office/drawing/2014/main" id="{CFA68263-3725-4EDF-913B-29BEF7A85ED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720" name="3D Model 10719" descr="Sphere">
                            <a:extLst>
                              <a:ext uri="{FF2B5EF4-FFF2-40B4-BE49-F238E27FC236}">
                                <a16:creationId xmlns:a16="http://schemas.microsoft.com/office/drawing/2014/main" id="{80CC261F-C4D4-4C03-9ECC-343318CDF6D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441971584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721" name="Flowchart: Connector 10720">
                        <a:extLst>
                          <a:ext uri="{FF2B5EF4-FFF2-40B4-BE49-F238E27FC236}">
                            <a16:creationId xmlns:a16="http://schemas.microsoft.com/office/drawing/2014/main" id="{1BF78471-866C-438D-B947-251D36B217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722" name="3D Model 10721" descr="Sphere">
                            <a:extLst>
                              <a:ext uri="{FF2B5EF4-FFF2-40B4-BE49-F238E27FC236}">
                                <a16:creationId xmlns:a16="http://schemas.microsoft.com/office/drawing/2014/main" id="{FC9553E9-31F8-4093-89E8-C32690F5322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20652515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0483" name="Group 10482">
                    <a:extLst>
                      <a:ext uri="{FF2B5EF4-FFF2-40B4-BE49-F238E27FC236}">
                        <a16:creationId xmlns:a16="http://schemas.microsoft.com/office/drawing/2014/main" id="{391A0E3E-8AAB-400D-A593-64D735197773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0700" name="Flowchart: Connector 10699">
                      <a:extLst>
                        <a:ext uri="{FF2B5EF4-FFF2-40B4-BE49-F238E27FC236}">
                          <a16:creationId xmlns:a16="http://schemas.microsoft.com/office/drawing/2014/main" id="{D2E78D31-81C4-46A4-8ACE-0D25BD75EDB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701" name="Flowchart: Connector 10700">
                      <a:extLst>
                        <a:ext uri="{FF2B5EF4-FFF2-40B4-BE49-F238E27FC236}">
                          <a16:creationId xmlns:a16="http://schemas.microsoft.com/office/drawing/2014/main" id="{4DDD4D6F-D8FE-41BF-8FA1-B869F6B23B6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702" name="Flowchart: Connector 10701">
                      <a:extLst>
                        <a:ext uri="{FF2B5EF4-FFF2-40B4-BE49-F238E27FC236}">
                          <a16:creationId xmlns:a16="http://schemas.microsoft.com/office/drawing/2014/main" id="{D722D10D-F63B-4633-A5E3-287CD863607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0484" name="Flowchart: Connector 10483">
                    <a:extLst>
                      <a:ext uri="{FF2B5EF4-FFF2-40B4-BE49-F238E27FC236}">
                        <a16:creationId xmlns:a16="http://schemas.microsoft.com/office/drawing/2014/main" id="{31D50E16-90CE-44FA-B723-C20AD72DA93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0485" name="Flowchart: Connector 10484">
                    <a:extLst>
                      <a:ext uri="{FF2B5EF4-FFF2-40B4-BE49-F238E27FC236}">
                        <a16:creationId xmlns:a16="http://schemas.microsoft.com/office/drawing/2014/main" id="{76FAE182-F039-4DAC-A035-C40F98ABE53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0486" name="Group 10485">
                    <a:extLst>
                      <a:ext uri="{FF2B5EF4-FFF2-40B4-BE49-F238E27FC236}">
                        <a16:creationId xmlns:a16="http://schemas.microsoft.com/office/drawing/2014/main" id="{0A90DFA4-074F-4B99-908F-804BAB801AE9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10697" name="Flowchart: Connector 10696">
                      <a:extLst>
                        <a:ext uri="{FF2B5EF4-FFF2-40B4-BE49-F238E27FC236}">
                          <a16:creationId xmlns:a16="http://schemas.microsoft.com/office/drawing/2014/main" id="{E447E242-4655-4500-B393-AF6BF540F8F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698" name="Flowchart: Connector 10697">
                      <a:extLst>
                        <a:ext uri="{FF2B5EF4-FFF2-40B4-BE49-F238E27FC236}">
                          <a16:creationId xmlns:a16="http://schemas.microsoft.com/office/drawing/2014/main" id="{B06C3E30-6764-471C-A371-C23B8A19917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699" name="Flowchart: Connector 10698">
                      <a:extLst>
                        <a:ext uri="{FF2B5EF4-FFF2-40B4-BE49-F238E27FC236}">
                          <a16:creationId xmlns:a16="http://schemas.microsoft.com/office/drawing/2014/main" id="{11C152DE-D03B-498C-8CC8-681B90B4CD8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0487" name="Group 10486">
                    <a:extLst>
                      <a:ext uri="{FF2B5EF4-FFF2-40B4-BE49-F238E27FC236}">
                        <a16:creationId xmlns:a16="http://schemas.microsoft.com/office/drawing/2014/main" id="{E9A00B78-EE80-4509-9C1C-E7038743C35E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10632" name="Group 10631">
                      <a:extLst>
                        <a:ext uri="{FF2B5EF4-FFF2-40B4-BE49-F238E27FC236}">
                          <a16:creationId xmlns:a16="http://schemas.microsoft.com/office/drawing/2014/main" id="{CA60D9E7-7389-49FF-8BE5-488CA005EF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10693" name="Flowchart: Connector 10692">
                        <a:extLst>
                          <a:ext uri="{FF2B5EF4-FFF2-40B4-BE49-F238E27FC236}">
                            <a16:creationId xmlns:a16="http://schemas.microsoft.com/office/drawing/2014/main" id="{732EA4A6-F57F-433A-8551-DE26F04923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94" name="Flowchart: Connector 10693">
                        <a:extLst>
                          <a:ext uri="{FF2B5EF4-FFF2-40B4-BE49-F238E27FC236}">
                            <a16:creationId xmlns:a16="http://schemas.microsoft.com/office/drawing/2014/main" id="{A4D7B0B4-3EEE-4CAE-8A14-EFA0C4E8973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95" name="Flowchart: Connector 10694">
                        <a:extLst>
                          <a:ext uri="{FF2B5EF4-FFF2-40B4-BE49-F238E27FC236}">
                            <a16:creationId xmlns:a16="http://schemas.microsoft.com/office/drawing/2014/main" id="{EC24A2E9-5646-4F05-8F60-034EA0EC92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96" name="Flowchart: Connector 10695">
                        <a:extLst>
                          <a:ext uri="{FF2B5EF4-FFF2-40B4-BE49-F238E27FC236}">
                            <a16:creationId xmlns:a16="http://schemas.microsoft.com/office/drawing/2014/main" id="{952B45E9-CE5D-4EA9-8618-8F2A0C2C6A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0633" name="Group 10632">
                      <a:extLst>
                        <a:ext uri="{FF2B5EF4-FFF2-40B4-BE49-F238E27FC236}">
                          <a16:creationId xmlns:a16="http://schemas.microsoft.com/office/drawing/2014/main" id="{5D3AF2F0-9337-44BB-9B9D-6277EB86FD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10634" name="Group 10633">
                        <a:extLst>
                          <a:ext uri="{FF2B5EF4-FFF2-40B4-BE49-F238E27FC236}">
                            <a16:creationId xmlns:a16="http://schemas.microsoft.com/office/drawing/2014/main" id="{0BB0E0EF-998D-459F-AF59-49F5E78964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0685" name="Flowchart: Connector 10684">
                          <a:extLst>
                            <a:ext uri="{FF2B5EF4-FFF2-40B4-BE49-F238E27FC236}">
                              <a16:creationId xmlns:a16="http://schemas.microsoft.com/office/drawing/2014/main" id="{B575DD8F-43B7-4673-81DE-45B8CE652F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86" name="3D Model 10685" descr="Sphere">
                              <a:extLst>
                                <a:ext uri="{FF2B5EF4-FFF2-40B4-BE49-F238E27FC236}">
                                  <a16:creationId xmlns:a16="http://schemas.microsoft.com/office/drawing/2014/main" id="{75971A84-CC09-4575-98C4-0221AED0BCC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69134783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87" name="Flowchart: Connector 10686">
                          <a:extLst>
                            <a:ext uri="{FF2B5EF4-FFF2-40B4-BE49-F238E27FC236}">
                              <a16:creationId xmlns:a16="http://schemas.microsoft.com/office/drawing/2014/main" id="{02FCC737-44C7-4377-823A-DC834077850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88" name="3D Model 10687" descr="Sphere">
                              <a:extLst>
                                <a:ext uri="{FF2B5EF4-FFF2-40B4-BE49-F238E27FC236}">
                                  <a16:creationId xmlns:a16="http://schemas.microsoft.com/office/drawing/2014/main" id="{F605BED7-74E5-4B3F-BB27-E2924BCCB80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4960380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89" name="Flowchart: Connector 10688">
                          <a:extLst>
                            <a:ext uri="{FF2B5EF4-FFF2-40B4-BE49-F238E27FC236}">
                              <a16:creationId xmlns:a16="http://schemas.microsoft.com/office/drawing/2014/main" id="{05D08758-F0FC-433F-922E-BA1EC24CC6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90" name="3D Model 10689" descr="Sphere">
                              <a:extLst>
                                <a:ext uri="{FF2B5EF4-FFF2-40B4-BE49-F238E27FC236}">
                                  <a16:creationId xmlns:a16="http://schemas.microsoft.com/office/drawing/2014/main" id="{696D4AEE-38B2-4A5C-9F0D-8FE5DD80549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3853722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91" name="Flowchart: Connector 10690">
                          <a:extLst>
                            <a:ext uri="{FF2B5EF4-FFF2-40B4-BE49-F238E27FC236}">
                              <a16:creationId xmlns:a16="http://schemas.microsoft.com/office/drawing/2014/main" id="{BA9DA35A-B816-4E6A-9791-41B7728D6BC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92" name="3D Model 10691" descr="Sphere">
                              <a:extLst>
                                <a:ext uri="{FF2B5EF4-FFF2-40B4-BE49-F238E27FC236}">
                                  <a16:creationId xmlns:a16="http://schemas.microsoft.com/office/drawing/2014/main" id="{FE1E7AEB-2D34-437C-8F74-F0D45A177DB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557989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635" name="Group 10634">
                        <a:extLst>
                          <a:ext uri="{FF2B5EF4-FFF2-40B4-BE49-F238E27FC236}">
                            <a16:creationId xmlns:a16="http://schemas.microsoft.com/office/drawing/2014/main" id="{FC23493B-702C-496B-85E1-9D231839F39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0669" name="Flowchart: Connector 10668">
                          <a:extLst>
                            <a:ext uri="{FF2B5EF4-FFF2-40B4-BE49-F238E27FC236}">
                              <a16:creationId xmlns:a16="http://schemas.microsoft.com/office/drawing/2014/main" id="{92BBE151-186A-4F57-8469-12927471C56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70" name="Flowchart: Connector 10669">
                          <a:extLst>
                            <a:ext uri="{FF2B5EF4-FFF2-40B4-BE49-F238E27FC236}">
                              <a16:creationId xmlns:a16="http://schemas.microsoft.com/office/drawing/2014/main" id="{6D93E559-C098-4181-B8C1-9BBAA6BA2A7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71" name="Flowchart: Connector 10670">
                          <a:extLst>
                            <a:ext uri="{FF2B5EF4-FFF2-40B4-BE49-F238E27FC236}">
                              <a16:creationId xmlns:a16="http://schemas.microsoft.com/office/drawing/2014/main" id="{3DCE931B-2656-4592-B708-7612CB2A4F4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72" name="Flowchart: Connector 10671">
                          <a:extLst>
                            <a:ext uri="{FF2B5EF4-FFF2-40B4-BE49-F238E27FC236}">
                              <a16:creationId xmlns:a16="http://schemas.microsoft.com/office/drawing/2014/main" id="{C670E962-5B3C-4B89-8987-8EA0AF75781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73" name="Flowchart: Connector 10672">
                          <a:extLst>
                            <a:ext uri="{FF2B5EF4-FFF2-40B4-BE49-F238E27FC236}">
                              <a16:creationId xmlns:a16="http://schemas.microsoft.com/office/drawing/2014/main" id="{7ABAC45F-9008-458C-8389-AFB9917A259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74" name="Flowchart: Connector 10673">
                          <a:extLst>
                            <a:ext uri="{FF2B5EF4-FFF2-40B4-BE49-F238E27FC236}">
                              <a16:creationId xmlns:a16="http://schemas.microsoft.com/office/drawing/2014/main" id="{0C088781-1E2F-47F6-B011-6D70AF78BB8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75" name="Flowchart: Connector 10674">
                          <a:extLst>
                            <a:ext uri="{FF2B5EF4-FFF2-40B4-BE49-F238E27FC236}">
                              <a16:creationId xmlns:a16="http://schemas.microsoft.com/office/drawing/2014/main" id="{0D1DF84D-3424-410F-AA49-55108478AC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76" name="Flowchart: Connector 10675">
                          <a:extLst>
                            <a:ext uri="{FF2B5EF4-FFF2-40B4-BE49-F238E27FC236}">
                              <a16:creationId xmlns:a16="http://schemas.microsoft.com/office/drawing/2014/main" id="{1E9A7944-E363-43F2-987D-2FB30012C59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77" name="Flowchart: Connector 10676">
                          <a:extLst>
                            <a:ext uri="{FF2B5EF4-FFF2-40B4-BE49-F238E27FC236}">
                              <a16:creationId xmlns:a16="http://schemas.microsoft.com/office/drawing/2014/main" id="{D46D3D83-E4F7-4F00-B67D-02319D3A209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78" name="3D Model 10677" descr="Sphere">
                              <a:extLst>
                                <a:ext uri="{FF2B5EF4-FFF2-40B4-BE49-F238E27FC236}">
                                  <a16:creationId xmlns:a16="http://schemas.microsoft.com/office/drawing/2014/main" id="{9336AA93-905E-4027-82B3-278E27D8FC9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0576998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79" name="Flowchart: Connector 10678">
                          <a:extLst>
                            <a:ext uri="{FF2B5EF4-FFF2-40B4-BE49-F238E27FC236}">
                              <a16:creationId xmlns:a16="http://schemas.microsoft.com/office/drawing/2014/main" id="{C8184641-02F1-4E2B-A377-2C0876B43C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80" name="3D Model 10679" descr="Sphere">
                              <a:extLst>
                                <a:ext uri="{FF2B5EF4-FFF2-40B4-BE49-F238E27FC236}">
                                  <a16:creationId xmlns:a16="http://schemas.microsoft.com/office/drawing/2014/main" id="{D1D733F5-EC14-4AAA-92E7-A28E3083B89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993623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81" name="Flowchart: Connector 10680">
                          <a:extLst>
                            <a:ext uri="{FF2B5EF4-FFF2-40B4-BE49-F238E27FC236}">
                              <a16:creationId xmlns:a16="http://schemas.microsoft.com/office/drawing/2014/main" id="{D0D8C13C-67D6-470B-B2A1-09EB8184335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82" name="3D Model 10681" descr="Sphere">
                              <a:extLst>
                                <a:ext uri="{FF2B5EF4-FFF2-40B4-BE49-F238E27FC236}">
                                  <a16:creationId xmlns:a16="http://schemas.microsoft.com/office/drawing/2014/main" id="{C317EDB3-2ADF-46D4-A91E-5D424C15044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2900169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83" name="Flowchart: Connector 10682">
                          <a:extLst>
                            <a:ext uri="{FF2B5EF4-FFF2-40B4-BE49-F238E27FC236}">
                              <a16:creationId xmlns:a16="http://schemas.microsoft.com/office/drawing/2014/main" id="{9555D1A6-64A5-443F-81F0-A794D482714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84" name="3D Model 10683" descr="Sphere">
                              <a:extLst>
                                <a:ext uri="{FF2B5EF4-FFF2-40B4-BE49-F238E27FC236}">
                                  <a16:creationId xmlns:a16="http://schemas.microsoft.com/office/drawing/2014/main" id="{AA87734C-8177-48E9-A92C-BE520D01F4D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6448869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636" name="Group 10635">
                        <a:extLst>
                          <a:ext uri="{FF2B5EF4-FFF2-40B4-BE49-F238E27FC236}">
                            <a16:creationId xmlns:a16="http://schemas.microsoft.com/office/drawing/2014/main" id="{914EAEE0-74C4-4059-81CB-78194AB2B0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0653" name="Flowchart: Connector 10652">
                          <a:extLst>
                            <a:ext uri="{FF2B5EF4-FFF2-40B4-BE49-F238E27FC236}">
                              <a16:creationId xmlns:a16="http://schemas.microsoft.com/office/drawing/2014/main" id="{D621DE55-E096-4DDD-9702-59FCFC7958B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54" name="Flowchart: Connector 10653">
                          <a:extLst>
                            <a:ext uri="{FF2B5EF4-FFF2-40B4-BE49-F238E27FC236}">
                              <a16:creationId xmlns:a16="http://schemas.microsoft.com/office/drawing/2014/main" id="{9E1ED032-9D68-4495-BCEE-382565E56FB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55" name="Flowchart: Connector 10654">
                          <a:extLst>
                            <a:ext uri="{FF2B5EF4-FFF2-40B4-BE49-F238E27FC236}">
                              <a16:creationId xmlns:a16="http://schemas.microsoft.com/office/drawing/2014/main" id="{ED43DCE1-DF73-4374-8614-241BA2B430B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56" name="Flowchart: Connector 10655">
                          <a:extLst>
                            <a:ext uri="{FF2B5EF4-FFF2-40B4-BE49-F238E27FC236}">
                              <a16:creationId xmlns:a16="http://schemas.microsoft.com/office/drawing/2014/main" id="{560AE37B-347B-423F-B823-C6D39D1A383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57" name="Flowchart: Connector 10656">
                          <a:extLst>
                            <a:ext uri="{FF2B5EF4-FFF2-40B4-BE49-F238E27FC236}">
                              <a16:creationId xmlns:a16="http://schemas.microsoft.com/office/drawing/2014/main" id="{C7BF27BE-7CCF-4124-81C9-A65CF08BFB2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58" name="Flowchart: Connector 10657">
                          <a:extLst>
                            <a:ext uri="{FF2B5EF4-FFF2-40B4-BE49-F238E27FC236}">
                              <a16:creationId xmlns:a16="http://schemas.microsoft.com/office/drawing/2014/main" id="{A7D38DEC-8C14-490E-B0D4-949C288E82E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59" name="Flowchart: Connector 10658">
                          <a:extLst>
                            <a:ext uri="{FF2B5EF4-FFF2-40B4-BE49-F238E27FC236}">
                              <a16:creationId xmlns:a16="http://schemas.microsoft.com/office/drawing/2014/main" id="{C31BCBE4-D50E-41EA-8C58-AC229952869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60" name="Flowchart: Connector 10659">
                          <a:extLst>
                            <a:ext uri="{FF2B5EF4-FFF2-40B4-BE49-F238E27FC236}">
                              <a16:creationId xmlns:a16="http://schemas.microsoft.com/office/drawing/2014/main" id="{899CB028-5428-4A67-B0BA-E3ED6E703AD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61" name="Flowchart: Connector 10660">
                          <a:extLst>
                            <a:ext uri="{FF2B5EF4-FFF2-40B4-BE49-F238E27FC236}">
                              <a16:creationId xmlns:a16="http://schemas.microsoft.com/office/drawing/2014/main" id="{48A1F6F4-CEC8-4ABC-85BE-8C7F4FFADF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62" name="3D Model 10661" descr="Sphere">
                              <a:extLst>
                                <a:ext uri="{FF2B5EF4-FFF2-40B4-BE49-F238E27FC236}">
                                  <a16:creationId xmlns:a16="http://schemas.microsoft.com/office/drawing/2014/main" id="{E439E47A-E6E9-417C-B3AF-85455312AA0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6845717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63" name="Flowchart: Connector 10662">
                          <a:extLst>
                            <a:ext uri="{FF2B5EF4-FFF2-40B4-BE49-F238E27FC236}">
                              <a16:creationId xmlns:a16="http://schemas.microsoft.com/office/drawing/2014/main" id="{D67D33B1-9D2D-4053-9307-2A06B2FE179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64" name="3D Model 10663" descr="Sphere">
                              <a:extLst>
                                <a:ext uri="{FF2B5EF4-FFF2-40B4-BE49-F238E27FC236}">
                                  <a16:creationId xmlns:a16="http://schemas.microsoft.com/office/drawing/2014/main" id="{CF6D67FD-F03F-49F3-B52A-621FF28212D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6557130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65" name="Flowchart: Connector 10664">
                          <a:extLst>
                            <a:ext uri="{FF2B5EF4-FFF2-40B4-BE49-F238E27FC236}">
                              <a16:creationId xmlns:a16="http://schemas.microsoft.com/office/drawing/2014/main" id="{3ABF3ACB-0569-4C09-82BA-23E44A2D9F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66" name="3D Model 10665" descr="Sphere">
                              <a:extLst>
                                <a:ext uri="{FF2B5EF4-FFF2-40B4-BE49-F238E27FC236}">
                                  <a16:creationId xmlns:a16="http://schemas.microsoft.com/office/drawing/2014/main" id="{0E78A40E-393F-4381-B9BE-208E67692DD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5767509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67" name="Flowchart: Connector 10666">
                          <a:extLst>
                            <a:ext uri="{FF2B5EF4-FFF2-40B4-BE49-F238E27FC236}">
                              <a16:creationId xmlns:a16="http://schemas.microsoft.com/office/drawing/2014/main" id="{7490EF16-0617-4836-B2FB-F6B011021A7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68" name="3D Model 10667" descr="Sphere">
                              <a:extLst>
                                <a:ext uri="{FF2B5EF4-FFF2-40B4-BE49-F238E27FC236}">
                                  <a16:creationId xmlns:a16="http://schemas.microsoft.com/office/drawing/2014/main" id="{03125FA8-4B07-4820-8639-BD2EAC50DE9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1827901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0637" name="Flowchart: Connector 10636">
                        <a:extLst>
                          <a:ext uri="{FF2B5EF4-FFF2-40B4-BE49-F238E27FC236}">
                            <a16:creationId xmlns:a16="http://schemas.microsoft.com/office/drawing/2014/main" id="{75FD9F2F-CB31-4714-8F0E-4B4B79DA037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38" name="Flowchart: Connector 10637">
                        <a:extLst>
                          <a:ext uri="{FF2B5EF4-FFF2-40B4-BE49-F238E27FC236}">
                            <a16:creationId xmlns:a16="http://schemas.microsoft.com/office/drawing/2014/main" id="{F9A1E4FA-BE8D-4A58-90BF-D95E45E99FC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39" name="Flowchart: Connector 10638">
                        <a:extLst>
                          <a:ext uri="{FF2B5EF4-FFF2-40B4-BE49-F238E27FC236}">
                            <a16:creationId xmlns:a16="http://schemas.microsoft.com/office/drawing/2014/main" id="{84FD09BF-6BED-402C-BC57-BB7874DFB2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40" name="Flowchart: Connector 10639">
                        <a:extLst>
                          <a:ext uri="{FF2B5EF4-FFF2-40B4-BE49-F238E27FC236}">
                            <a16:creationId xmlns:a16="http://schemas.microsoft.com/office/drawing/2014/main" id="{FA646F97-4342-4CDE-B25C-4AA6E5587CD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41" name="Flowchart: Connector 10640">
                        <a:extLst>
                          <a:ext uri="{FF2B5EF4-FFF2-40B4-BE49-F238E27FC236}">
                            <a16:creationId xmlns:a16="http://schemas.microsoft.com/office/drawing/2014/main" id="{4C3C933D-942C-40D1-996E-EB229263DEC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42" name="Flowchart: Connector 10641">
                        <a:extLst>
                          <a:ext uri="{FF2B5EF4-FFF2-40B4-BE49-F238E27FC236}">
                            <a16:creationId xmlns:a16="http://schemas.microsoft.com/office/drawing/2014/main" id="{90E4A3DD-046F-4DDE-B13C-13B720CF58A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43" name="Flowchart: Connector 10642">
                        <a:extLst>
                          <a:ext uri="{FF2B5EF4-FFF2-40B4-BE49-F238E27FC236}">
                            <a16:creationId xmlns:a16="http://schemas.microsoft.com/office/drawing/2014/main" id="{33928336-86A8-4ECA-B07D-B5C0F143FD8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44" name="Flowchart: Connector 10643">
                        <a:extLst>
                          <a:ext uri="{FF2B5EF4-FFF2-40B4-BE49-F238E27FC236}">
                            <a16:creationId xmlns:a16="http://schemas.microsoft.com/office/drawing/2014/main" id="{C1564712-686F-48AD-A250-92D1752F89C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45" name="Flowchart: Connector 10644">
                        <a:extLst>
                          <a:ext uri="{FF2B5EF4-FFF2-40B4-BE49-F238E27FC236}">
                            <a16:creationId xmlns:a16="http://schemas.microsoft.com/office/drawing/2014/main" id="{53EEF660-3E96-4043-83DE-2378AA4AE20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646" name="3D Model 10645" descr="Sphere">
                            <a:extLst>
                              <a:ext uri="{FF2B5EF4-FFF2-40B4-BE49-F238E27FC236}">
                                <a16:creationId xmlns:a16="http://schemas.microsoft.com/office/drawing/2014/main" id="{AFBB9CF3-BDA1-4D87-806A-01B2D197752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32208040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647" name="Flowchart: Connector 10646">
                        <a:extLst>
                          <a:ext uri="{FF2B5EF4-FFF2-40B4-BE49-F238E27FC236}">
                            <a16:creationId xmlns:a16="http://schemas.microsoft.com/office/drawing/2014/main" id="{97785F1A-1EBA-4935-8AF9-64450CEE3D7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648" name="3D Model 10647" descr="Sphere">
                            <a:extLst>
                              <a:ext uri="{FF2B5EF4-FFF2-40B4-BE49-F238E27FC236}">
                                <a16:creationId xmlns:a16="http://schemas.microsoft.com/office/drawing/2014/main" id="{642E17AE-DCFB-453B-A55C-9130D6D685E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67544909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649" name="Flowchart: Connector 10648">
                        <a:extLst>
                          <a:ext uri="{FF2B5EF4-FFF2-40B4-BE49-F238E27FC236}">
                            <a16:creationId xmlns:a16="http://schemas.microsoft.com/office/drawing/2014/main" id="{D075EA9D-9C95-4C64-ABF6-B9B0772E890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650" name="3D Model 10649" descr="Sphere">
                            <a:extLst>
                              <a:ext uri="{FF2B5EF4-FFF2-40B4-BE49-F238E27FC236}">
                                <a16:creationId xmlns:a16="http://schemas.microsoft.com/office/drawing/2014/main" id="{B276A4C2-75BE-4281-A5F8-82E8AB528E0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99922268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651" name="Flowchart: Connector 10650">
                        <a:extLst>
                          <a:ext uri="{FF2B5EF4-FFF2-40B4-BE49-F238E27FC236}">
                            <a16:creationId xmlns:a16="http://schemas.microsoft.com/office/drawing/2014/main" id="{F67E57DB-61A5-43F0-8DD1-7AD3B1A2972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652" name="3D Model 10651" descr="Sphere">
                            <a:extLst>
                              <a:ext uri="{FF2B5EF4-FFF2-40B4-BE49-F238E27FC236}">
                                <a16:creationId xmlns:a16="http://schemas.microsoft.com/office/drawing/2014/main" id="{0EB51F7B-D987-4745-9F3E-FE9CF3DDE41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95737050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0488" name="Group 10487">
                    <a:extLst>
                      <a:ext uri="{FF2B5EF4-FFF2-40B4-BE49-F238E27FC236}">
                        <a16:creationId xmlns:a16="http://schemas.microsoft.com/office/drawing/2014/main" id="{70EED25C-7F7D-4E85-BFCA-6F26ADE0F543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0629" name="Flowchart: Connector 10628">
                      <a:extLst>
                        <a:ext uri="{FF2B5EF4-FFF2-40B4-BE49-F238E27FC236}">
                          <a16:creationId xmlns:a16="http://schemas.microsoft.com/office/drawing/2014/main" id="{54D87E25-89F4-4634-A69F-6172B5054FC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630" name="Flowchart: Connector 10629">
                      <a:extLst>
                        <a:ext uri="{FF2B5EF4-FFF2-40B4-BE49-F238E27FC236}">
                          <a16:creationId xmlns:a16="http://schemas.microsoft.com/office/drawing/2014/main" id="{A1CC8CD9-E07B-435E-84F6-EAD4F34272C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631" name="Flowchart: Connector 10630">
                      <a:extLst>
                        <a:ext uri="{FF2B5EF4-FFF2-40B4-BE49-F238E27FC236}">
                          <a16:creationId xmlns:a16="http://schemas.microsoft.com/office/drawing/2014/main" id="{9F136D54-755B-4895-A391-533E995EDF5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0489" name="Flowchart: Connector 10488">
                    <a:extLst>
                      <a:ext uri="{FF2B5EF4-FFF2-40B4-BE49-F238E27FC236}">
                        <a16:creationId xmlns:a16="http://schemas.microsoft.com/office/drawing/2014/main" id="{E4FC0094-9753-4A9A-B2AC-DFB72BF40D9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0490" name="Flowchart: Connector 10489">
                    <a:extLst>
                      <a:ext uri="{FF2B5EF4-FFF2-40B4-BE49-F238E27FC236}">
                        <a16:creationId xmlns:a16="http://schemas.microsoft.com/office/drawing/2014/main" id="{BA236779-260E-42EF-A026-76873D0CAE3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0491" name="Group 10490">
                    <a:extLst>
                      <a:ext uri="{FF2B5EF4-FFF2-40B4-BE49-F238E27FC236}">
                        <a16:creationId xmlns:a16="http://schemas.microsoft.com/office/drawing/2014/main" id="{03496572-8F00-46F2-87F3-CCAE2809CAB2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10626" name="Flowchart: Connector 10625">
                      <a:extLst>
                        <a:ext uri="{FF2B5EF4-FFF2-40B4-BE49-F238E27FC236}">
                          <a16:creationId xmlns:a16="http://schemas.microsoft.com/office/drawing/2014/main" id="{FAF164A2-1645-4AAE-82A7-5355002893E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627" name="Flowchart: Connector 10626">
                      <a:extLst>
                        <a:ext uri="{FF2B5EF4-FFF2-40B4-BE49-F238E27FC236}">
                          <a16:creationId xmlns:a16="http://schemas.microsoft.com/office/drawing/2014/main" id="{E28FE40B-B825-4A8B-AF30-82F9DC77BC0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628" name="Flowchart: Connector 10627">
                      <a:extLst>
                        <a:ext uri="{FF2B5EF4-FFF2-40B4-BE49-F238E27FC236}">
                          <a16:creationId xmlns:a16="http://schemas.microsoft.com/office/drawing/2014/main" id="{75EA1C5A-111A-4799-B8A3-6D352D5EB99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0492" name="Group 10491">
                    <a:extLst>
                      <a:ext uri="{FF2B5EF4-FFF2-40B4-BE49-F238E27FC236}">
                        <a16:creationId xmlns:a16="http://schemas.microsoft.com/office/drawing/2014/main" id="{B6B512F0-8984-4DAB-B03D-97377250573B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10561" name="Group 10560">
                      <a:extLst>
                        <a:ext uri="{FF2B5EF4-FFF2-40B4-BE49-F238E27FC236}">
                          <a16:creationId xmlns:a16="http://schemas.microsoft.com/office/drawing/2014/main" id="{E25C7019-38F6-4697-8979-F956492CB9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10622" name="Flowchart: Connector 10621">
                        <a:extLst>
                          <a:ext uri="{FF2B5EF4-FFF2-40B4-BE49-F238E27FC236}">
                            <a16:creationId xmlns:a16="http://schemas.microsoft.com/office/drawing/2014/main" id="{10985D90-9101-4445-BD63-D173F053646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23" name="Flowchart: Connector 10622">
                        <a:extLst>
                          <a:ext uri="{FF2B5EF4-FFF2-40B4-BE49-F238E27FC236}">
                            <a16:creationId xmlns:a16="http://schemas.microsoft.com/office/drawing/2014/main" id="{A4631E94-D731-4CEA-BF81-2609D2BAFA5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24" name="Flowchart: Connector 10623">
                        <a:extLst>
                          <a:ext uri="{FF2B5EF4-FFF2-40B4-BE49-F238E27FC236}">
                            <a16:creationId xmlns:a16="http://schemas.microsoft.com/office/drawing/2014/main" id="{4E12D978-4380-4E3E-B0D9-7871A0E2463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625" name="Flowchart: Connector 10624">
                        <a:extLst>
                          <a:ext uri="{FF2B5EF4-FFF2-40B4-BE49-F238E27FC236}">
                            <a16:creationId xmlns:a16="http://schemas.microsoft.com/office/drawing/2014/main" id="{1D4F8D92-B9EA-4E8B-9E03-9F04BE1F23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0562" name="Group 10561">
                      <a:extLst>
                        <a:ext uri="{FF2B5EF4-FFF2-40B4-BE49-F238E27FC236}">
                          <a16:creationId xmlns:a16="http://schemas.microsoft.com/office/drawing/2014/main" id="{CA660E15-1150-4A3B-87F8-5DE754C794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10563" name="Group 10562">
                        <a:extLst>
                          <a:ext uri="{FF2B5EF4-FFF2-40B4-BE49-F238E27FC236}">
                            <a16:creationId xmlns:a16="http://schemas.microsoft.com/office/drawing/2014/main" id="{1C7FFDA7-F7DE-495E-9FC0-7BEBA632D92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0614" name="Flowchart: Connector 10613">
                          <a:extLst>
                            <a:ext uri="{FF2B5EF4-FFF2-40B4-BE49-F238E27FC236}">
                              <a16:creationId xmlns:a16="http://schemas.microsoft.com/office/drawing/2014/main" id="{25513D01-D671-4127-B071-5106500A1A8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15" name="3D Model 10614" descr="Sphere">
                              <a:extLst>
                                <a:ext uri="{FF2B5EF4-FFF2-40B4-BE49-F238E27FC236}">
                                  <a16:creationId xmlns:a16="http://schemas.microsoft.com/office/drawing/2014/main" id="{A2F8E1A5-36DC-4262-B376-92FD6E32D5C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7653691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16" name="Flowchart: Connector 10615">
                          <a:extLst>
                            <a:ext uri="{FF2B5EF4-FFF2-40B4-BE49-F238E27FC236}">
                              <a16:creationId xmlns:a16="http://schemas.microsoft.com/office/drawing/2014/main" id="{CF7B512A-C919-4035-AE1E-DB5757DC8D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17" name="3D Model 10616" descr="Sphere">
                              <a:extLst>
                                <a:ext uri="{FF2B5EF4-FFF2-40B4-BE49-F238E27FC236}">
                                  <a16:creationId xmlns:a16="http://schemas.microsoft.com/office/drawing/2014/main" id="{A7B74E9B-034A-488B-A109-BB4678BAC77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824889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18" name="Flowchart: Connector 10617">
                          <a:extLst>
                            <a:ext uri="{FF2B5EF4-FFF2-40B4-BE49-F238E27FC236}">
                              <a16:creationId xmlns:a16="http://schemas.microsoft.com/office/drawing/2014/main" id="{9F25979F-69DB-4C0A-85C4-E1C926ADD0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19" name="3D Model 10618" descr="Sphere">
                              <a:extLst>
                                <a:ext uri="{FF2B5EF4-FFF2-40B4-BE49-F238E27FC236}">
                                  <a16:creationId xmlns:a16="http://schemas.microsoft.com/office/drawing/2014/main" id="{A54705DB-543D-4BBE-A1D7-4073CC57E73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509509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20" name="Flowchart: Connector 10619">
                          <a:extLst>
                            <a:ext uri="{FF2B5EF4-FFF2-40B4-BE49-F238E27FC236}">
                              <a16:creationId xmlns:a16="http://schemas.microsoft.com/office/drawing/2014/main" id="{10F76DBB-E386-47F0-811E-CE3B1D2482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21" name="3D Model 10620" descr="Sphere">
                              <a:extLst>
                                <a:ext uri="{FF2B5EF4-FFF2-40B4-BE49-F238E27FC236}">
                                  <a16:creationId xmlns:a16="http://schemas.microsoft.com/office/drawing/2014/main" id="{CA132585-4A72-405E-A061-463E3CFE210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8080266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564" name="Group 10563">
                        <a:extLst>
                          <a:ext uri="{FF2B5EF4-FFF2-40B4-BE49-F238E27FC236}">
                            <a16:creationId xmlns:a16="http://schemas.microsoft.com/office/drawing/2014/main" id="{B156C7F7-1E96-4DA5-8113-32510258C3C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0598" name="Flowchart: Connector 10597">
                          <a:extLst>
                            <a:ext uri="{FF2B5EF4-FFF2-40B4-BE49-F238E27FC236}">
                              <a16:creationId xmlns:a16="http://schemas.microsoft.com/office/drawing/2014/main" id="{2E3D43AF-BD9C-4F2A-812A-1F47897F83F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99" name="Flowchart: Connector 10598">
                          <a:extLst>
                            <a:ext uri="{FF2B5EF4-FFF2-40B4-BE49-F238E27FC236}">
                              <a16:creationId xmlns:a16="http://schemas.microsoft.com/office/drawing/2014/main" id="{CAC59C64-18B7-4556-A6B2-504059CA078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00" name="Flowchart: Connector 10599">
                          <a:extLst>
                            <a:ext uri="{FF2B5EF4-FFF2-40B4-BE49-F238E27FC236}">
                              <a16:creationId xmlns:a16="http://schemas.microsoft.com/office/drawing/2014/main" id="{273BDB3B-E750-47BC-8904-9BF085E729D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01" name="Flowchart: Connector 10600">
                          <a:extLst>
                            <a:ext uri="{FF2B5EF4-FFF2-40B4-BE49-F238E27FC236}">
                              <a16:creationId xmlns:a16="http://schemas.microsoft.com/office/drawing/2014/main" id="{B51294B1-4A8D-4354-BF95-4EFA1891C32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02" name="Flowchart: Connector 10601">
                          <a:extLst>
                            <a:ext uri="{FF2B5EF4-FFF2-40B4-BE49-F238E27FC236}">
                              <a16:creationId xmlns:a16="http://schemas.microsoft.com/office/drawing/2014/main" id="{8B23D5CA-8DD2-4D67-8D9B-569066E87A0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03" name="Flowchart: Connector 10602">
                          <a:extLst>
                            <a:ext uri="{FF2B5EF4-FFF2-40B4-BE49-F238E27FC236}">
                              <a16:creationId xmlns:a16="http://schemas.microsoft.com/office/drawing/2014/main" id="{1F08B1FA-46CD-497B-A3CA-BB22AB91D1C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04" name="Flowchart: Connector 10603">
                          <a:extLst>
                            <a:ext uri="{FF2B5EF4-FFF2-40B4-BE49-F238E27FC236}">
                              <a16:creationId xmlns:a16="http://schemas.microsoft.com/office/drawing/2014/main" id="{CA416CEF-0CE1-487A-AA0E-206536C9E47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05" name="Flowchart: Connector 10604">
                          <a:extLst>
                            <a:ext uri="{FF2B5EF4-FFF2-40B4-BE49-F238E27FC236}">
                              <a16:creationId xmlns:a16="http://schemas.microsoft.com/office/drawing/2014/main" id="{F830A5CA-37D6-47D2-BD0A-1A4155A53BB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606" name="Flowchart: Connector 10605">
                          <a:extLst>
                            <a:ext uri="{FF2B5EF4-FFF2-40B4-BE49-F238E27FC236}">
                              <a16:creationId xmlns:a16="http://schemas.microsoft.com/office/drawing/2014/main" id="{F3C8EAE2-2A22-4923-8504-A01A41AC437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07" name="3D Model 10606" descr="Sphere">
                              <a:extLst>
                                <a:ext uri="{FF2B5EF4-FFF2-40B4-BE49-F238E27FC236}">
                                  <a16:creationId xmlns:a16="http://schemas.microsoft.com/office/drawing/2014/main" id="{46264713-352D-4AB5-88F5-A14DAA89348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2032500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08" name="Flowchart: Connector 10607">
                          <a:extLst>
                            <a:ext uri="{FF2B5EF4-FFF2-40B4-BE49-F238E27FC236}">
                              <a16:creationId xmlns:a16="http://schemas.microsoft.com/office/drawing/2014/main" id="{C8261287-BAAB-487C-9191-C54F9AD272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09" name="3D Model 10608" descr="Sphere">
                              <a:extLst>
                                <a:ext uri="{FF2B5EF4-FFF2-40B4-BE49-F238E27FC236}">
                                  <a16:creationId xmlns:a16="http://schemas.microsoft.com/office/drawing/2014/main" id="{3A723499-D870-48A2-9458-84D3293D4BA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059326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10" name="Flowchart: Connector 10609">
                          <a:extLst>
                            <a:ext uri="{FF2B5EF4-FFF2-40B4-BE49-F238E27FC236}">
                              <a16:creationId xmlns:a16="http://schemas.microsoft.com/office/drawing/2014/main" id="{CD7078A0-3944-4874-B41D-6F7C4D1AE7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11" name="3D Model 10610" descr="Sphere">
                              <a:extLst>
                                <a:ext uri="{FF2B5EF4-FFF2-40B4-BE49-F238E27FC236}">
                                  <a16:creationId xmlns:a16="http://schemas.microsoft.com/office/drawing/2014/main" id="{BD6A761C-7819-4524-B49D-27A9855F946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4253514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612" name="Flowchart: Connector 10611">
                          <a:extLst>
                            <a:ext uri="{FF2B5EF4-FFF2-40B4-BE49-F238E27FC236}">
                              <a16:creationId xmlns:a16="http://schemas.microsoft.com/office/drawing/2014/main" id="{862598DF-37BC-4215-9D06-C832C5E2741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613" name="3D Model 10612" descr="Sphere">
                              <a:extLst>
                                <a:ext uri="{FF2B5EF4-FFF2-40B4-BE49-F238E27FC236}">
                                  <a16:creationId xmlns:a16="http://schemas.microsoft.com/office/drawing/2014/main" id="{EF4077C8-8586-4A4F-A3F9-82DA116A8E5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1931170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565" name="Group 10564">
                        <a:extLst>
                          <a:ext uri="{FF2B5EF4-FFF2-40B4-BE49-F238E27FC236}">
                            <a16:creationId xmlns:a16="http://schemas.microsoft.com/office/drawing/2014/main" id="{576180D1-0639-4C17-8621-CF6B4C20BC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0582" name="Flowchart: Connector 10581">
                          <a:extLst>
                            <a:ext uri="{FF2B5EF4-FFF2-40B4-BE49-F238E27FC236}">
                              <a16:creationId xmlns:a16="http://schemas.microsoft.com/office/drawing/2014/main" id="{92CA2296-8E09-4C37-B66B-387CA58951D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83" name="Flowchart: Connector 10582">
                          <a:extLst>
                            <a:ext uri="{FF2B5EF4-FFF2-40B4-BE49-F238E27FC236}">
                              <a16:creationId xmlns:a16="http://schemas.microsoft.com/office/drawing/2014/main" id="{965C72E3-3046-4C8F-AD6D-4CBF5C75E55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84" name="Flowchart: Connector 10583">
                          <a:extLst>
                            <a:ext uri="{FF2B5EF4-FFF2-40B4-BE49-F238E27FC236}">
                              <a16:creationId xmlns:a16="http://schemas.microsoft.com/office/drawing/2014/main" id="{8954461C-F982-4689-8D47-E3BD3F330A6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85" name="Flowchart: Connector 10584">
                          <a:extLst>
                            <a:ext uri="{FF2B5EF4-FFF2-40B4-BE49-F238E27FC236}">
                              <a16:creationId xmlns:a16="http://schemas.microsoft.com/office/drawing/2014/main" id="{1C1F2CA3-89C3-4DA3-802C-D2F91FB3B37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86" name="Flowchart: Connector 10585">
                          <a:extLst>
                            <a:ext uri="{FF2B5EF4-FFF2-40B4-BE49-F238E27FC236}">
                              <a16:creationId xmlns:a16="http://schemas.microsoft.com/office/drawing/2014/main" id="{9A28A1C9-9C18-4DB9-A8CA-205884B84C8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87" name="Flowchart: Connector 10586">
                          <a:extLst>
                            <a:ext uri="{FF2B5EF4-FFF2-40B4-BE49-F238E27FC236}">
                              <a16:creationId xmlns:a16="http://schemas.microsoft.com/office/drawing/2014/main" id="{8F258893-31E9-4B9A-8517-9AC2C88E4B6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88" name="Flowchart: Connector 10587">
                          <a:extLst>
                            <a:ext uri="{FF2B5EF4-FFF2-40B4-BE49-F238E27FC236}">
                              <a16:creationId xmlns:a16="http://schemas.microsoft.com/office/drawing/2014/main" id="{F65BA507-8066-426B-A101-377D5267FB9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89" name="Flowchart: Connector 10588">
                          <a:extLst>
                            <a:ext uri="{FF2B5EF4-FFF2-40B4-BE49-F238E27FC236}">
                              <a16:creationId xmlns:a16="http://schemas.microsoft.com/office/drawing/2014/main" id="{DA854692-D403-49AE-AF9A-F173C434CA7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590" name="Flowchart: Connector 10589">
                          <a:extLst>
                            <a:ext uri="{FF2B5EF4-FFF2-40B4-BE49-F238E27FC236}">
                              <a16:creationId xmlns:a16="http://schemas.microsoft.com/office/drawing/2014/main" id="{02955A9A-1892-4C6D-80CE-D415D5CAF0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591" name="3D Model 10590" descr="Sphere">
                              <a:extLst>
                                <a:ext uri="{FF2B5EF4-FFF2-40B4-BE49-F238E27FC236}">
                                  <a16:creationId xmlns:a16="http://schemas.microsoft.com/office/drawing/2014/main" id="{7DBD8A51-557F-4CF6-8FF3-8C1CB0DFB26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0644410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592" name="Flowchart: Connector 10591">
                          <a:extLst>
                            <a:ext uri="{FF2B5EF4-FFF2-40B4-BE49-F238E27FC236}">
                              <a16:creationId xmlns:a16="http://schemas.microsoft.com/office/drawing/2014/main" id="{A8273B39-0E8D-4663-B1BA-3C4EBF67B9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593" name="3D Model 10592" descr="Sphere">
                              <a:extLst>
                                <a:ext uri="{FF2B5EF4-FFF2-40B4-BE49-F238E27FC236}">
                                  <a16:creationId xmlns:a16="http://schemas.microsoft.com/office/drawing/2014/main" id="{FDC1A027-F2B9-466A-84A3-D0FBE51CA49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0172333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594" name="Flowchart: Connector 10593">
                          <a:extLst>
                            <a:ext uri="{FF2B5EF4-FFF2-40B4-BE49-F238E27FC236}">
                              <a16:creationId xmlns:a16="http://schemas.microsoft.com/office/drawing/2014/main" id="{3602DC1A-FDAF-48E8-A52E-F361005D477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595" name="3D Model 10594" descr="Sphere">
                              <a:extLst>
                                <a:ext uri="{FF2B5EF4-FFF2-40B4-BE49-F238E27FC236}">
                                  <a16:creationId xmlns:a16="http://schemas.microsoft.com/office/drawing/2014/main" id="{613B4388-0078-40C0-B447-49B0E0AFE94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5432039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596" name="Flowchart: Connector 10595">
                          <a:extLst>
                            <a:ext uri="{FF2B5EF4-FFF2-40B4-BE49-F238E27FC236}">
                              <a16:creationId xmlns:a16="http://schemas.microsoft.com/office/drawing/2014/main" id="{C19A2992-1006-4987-87A5-E758D6A763A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597" name="3D Model 10596" descr="Sphere">
                              <a:extLst>
                                <a:ext uri="{FF2B5EF4-FFF2-40B4-BE49-F238E27FC236}">
                                  <a16:creationId xmlns:a16="http://schemas.microsoft.com/office/drawing/2014/main" id="{5890BED2-9293-4E57-BA69-A1A34D3BFB8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1683311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0566" name="Flowchart: Connector 10565">
                        <a:extLst>
                          <a:ext uri="{FF2B5EF4-FFF2-40B4-BE49-F238E27FC236}">
                            <a16:creationId xmlns:a16="http://schemas.microsoft.com/office/drawing/2014/main" id="{E9DB285C-6448-4358-9E30-868E257982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67" name="Flowchart: Connector 10566">
                        <a:extLst>
                          <a:ext uri="{FF2B5EF4-FFF2-40B4-BE49-F238E27FC236}">
                            <a16:creationId xmlns:a16="http://schemas.microsoft.com/office/drawing/2014/main" id="{16FAE449-16FE-446C-B312-D6E1508D84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68" name="Flowchart: Connector 10567">
                        <a:extLst>
                          <a:ext uri="{FF2B5EF4-FFF2-40B4-BE49-F238E27FC236}">
                            <a16:creationId xmlns:a16="http://schemas.microsoft.com/office/drawing/2014/main" id="{A16F05D2-E944-4027-8CA8-174568D9507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69" name="Flowchart: Connector 10568">
                        <a:extLst>
                          <a:ext uri="{FF2B5EF4-FFF2-40B4-BE49-F238E27FC236}">
                            <a16:creationId xmlns:a16="http://schemas.microsoft.com/office/drawing/2014/main" id="{491805B2-DD54-4023-884E-5884E38B16E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70" name="Flowchart: Connector 10569">
                        <a:extLst>
                          <a:ext uri="{FF2B5EF4-FFF2-40B4-BE49-F238E27FC236}">
                            <a16:creationId xmlns:a16="http://schemas.microsoft.com/office/drawing/2014/main" id="{53560320-0BDE-4264-A2F0-0C8CF308E23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71" name="Flowchart: Connector 10570">
                        <a:extLst>
                          <a:ext uri="{FF2B5EF4-FFF2-40B4-BE49-F238E27FC236}">
                            <a16:creationId xmlns:a16="http://schemas.microsoft.com/office/drawing/2014/main" id="{F29638C2-1CEC-4C1B-8B55-F755493747B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72" name="Flowchart: Connector 10571">
                        <a:extLst>
                          <a:ext uri="{FF2B5EF4-FFF2-40B4-BE49-F238E27FC236}">
                            <a16:creationId xmlns:a16="http://schemas.microsoft.com/office/drawing/2014/main" id="{309DDD4C-119F-4FB8-B029-C5A9DE66CC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73" name="Flowchart: Connector 10572">
                        <a:extLst>
                          <a:ext uri="{FF2B5EF4-FFF2-40B4-BE49-F238E27FC236}">
                            <a16:creationId xmlns:a16="http://schemas.microsoft.com/office/drawing/2014/main" id="{693BF1C6-90D3-4872-8591-A9A2A53741A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74" name="Flowchart: Connector 10573">
                        <a:extLst>
                          <a:ext uri="{FF2B5EF4-FFF2-40B4-BE49-F238E27FC236}">
                            <a16:creationId xmlns:a16="http://schemas.microsoft.com/office/drawing/2014/main" id="{BCEFE7AF-B0DA-4B2A-BB75-0F82C6CA626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75" name="3D Model 10574" descr="Sphere">
                            <a:extLst>
                              <a:ext uri="{FF2B5EF4-FFF2-40B4-BE49-F238E27FC236}">
                                <a16:creationId xmlns:a16="http://schemas.microsoft.com/office/drawing/2014/main" id="{7B30A6B3-92D2-447C-82DD-3B5709CD9B8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40399729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576" name="Flowchart: Connector 10575">
                        <a:extLst>
                          <a:ext uri="{FF2B5EF4-FFF2-40B4-BE49-F238E27FC236}">
                            <a16:creationId xmlns:a16="http://schemas.microsoft.com/office/drawing/2014/main" id="{19575049-5A92-4B5F-A099-DA5D9980410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77" name="3D Model 10576" descr="Sphere">
                            <a:extLst>
                              <a:ext uri="{FF2B5EF4-FFF2-40B4-BE49-F238E27FC236}">
                                <a16:creationId xmlns:a16="http://schemas.microsoft.com/office/drawing/2014/main" id="{6F2984E4-7AB2-4B88-A1A6-73DCB482FD3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70877472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578" name="Flowchart: Connector 10577">
                        <a:extLst>
                          <a:ext uri="{FF2B5EF4-FFF2-40B4-BE49-F238E27FC236}">
                            <a16:creationId xmlns:a16="http://schemas.microsoft.com/office/drawing/2014/main" id="{7139E790-9F7A-4DF3-9C0B-3F9475AB2BD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79" name="3D Model 10578" descr="Sphere">
                            <a:extLst>
                              <a:ext uri="{FF2B5EF4-FFF2-40B4-BE49-F238E27FC236}">
                                <a16:creationId xmlns:a16="http://schemas.microsoft.com/office/drawing/2014/main" id="{EB581EF5-701E-4E49-A03D-7E130D08507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81549937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580" name="Flowchart: Connector 10579">
                        <a:extLst>
                          <a:ext uri="{FF2B5EF4-FFF2-40B4-BE49-F238E27FC236}">
                            <a16:creationId xmlns:a16="http://schemas.microsoft.com/office/drawing/2014/main" id="{F03D7C24-C48F-4065-ADF4-B03308A88F7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81" name="3D Model 10580" descr="Sphere">
                            <a:extLst>
                              <a:ext uri="{FF2B5EF4-FFF2-40B4-BE49-F238E27FC236}">
                                <a16:creationId xmlns:a16="http://schemas.microsoft.com/office/drawing/2014/main" id="{F35149D6-163A-4901-969D-E24A568CC7A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27346383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0493" name="Flowchart: Connector 10492">
                    <a:extLst>
                      <a:ext uri="{FF2B5EF4-FFF2-40B4-BE49-F238E27FC236}">
                        <a16:creationId xmlns:a16="http://schemas.microsoft.com/office/drawing/2014/main" id="{5B3F3B30-E817-47AD-B916-332C256BFBA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494" name="Flowchart: Connector 10493">
                    <a:extLst>
                      <a:ext uri="{FF2B5EF4-FFF2-40B4-BE49-F238E27FC236}">
                        <a16:creationId xmlns:a16="http://schemas.microsoft.com/office/drawing/2014/main" id="{C23FB5E8-03E8-45FD-9204-BC9751C57CE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495" name="Flowchart: Connector 10494">
                    <a:extLst>
                      <a:ext uri="{FF2B5EF4-FFF2-40B4-BE49-F238E27FC236}">
                        <a16:creationId xmlns:a16="http://schemas.microsoft.com/office/drawing/2014/main" id="{B9EB8188-73C6-4232-A519-31CCB58C031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496" name="Flowchart: Connector 10495">
                    <a:extLst>
                      <a:ext uri="{FF2B5EF4-FFF2-40B4-BE49-F238E27FC236}">
                        <a16:creationId xmlns:a16="http://schemas.microsoft.com/office/drawing/2014/main" id="{E53DD404-B88F-4910-A950-F62EFF9AB57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497" name="Flowchart: Connector 10496">
                    <a:extLst>
                      <a:ext uri="{FF2B5EF4-FFF2-40B4-BE49-F238E27FC236}">
                        <a16:creationId xmlns:a16="http://schemas.microsoft.com/office/drawing/2014/main" id="{32794EC5-279F-4928-ADDC-94F5D789DFE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498" name="Flowchart: Connector 10497">
                    <a:extLst>
                      <a:ext uri="{FF2B5EF4-FFF2-40B4-BE49-F238E27FC236}">
                        <a16:creationId xmlns:a16="http://schemas.microsoft.com/office/drawing/2014/main" id="{D8245391-0115-4399-A33F-90F7663B420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0499" name="Flowchart: Connector 10498">
                    <a:extLst>
                      <a:ext uri="{FF2B5EF4-FFF2-40B4-BE49-F238E27FC236}">
                        <a16:creationId xmlns:a16="http://schemas.microsoft.com/office/drawing/2014/main" id="{413AA02C-4350-4BA3-9C33-FFB75116C7C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500" name="Flowchart: Connector 10499">
                    <a:extLst>
                      <a:ext uri="{FF2B5EF4-FFF2-40B4-BE49-F238E27FC236}">
                        <a16:creationId xmlns:a16="http://schemas.microsoft.com/office/drawing/2014/main" id="{1CA6D2F3-D937-4958-9752-CE064B7E70E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10501" name="Group 10500">
                    <a:extLst>
                      <a:ext uri="{FF2B5EF4-FFF2-40B4-BE49-F238E27FC236}">
                        <a16:creationId xmlns:a16="http://schemas.microsoft.com/office/drawing/2014/main" id="{C080CE34-1E16-4353-BF84-11AA3F53F13E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10502" name="Group 10501">
                      <a:extLst>
                        <a:ext uri="{FF2B5EF4-FFF2-40B4-BE49-F238E27FC236}">
                          <a16:creationId xmlns:a16="http://schemas.microsoft.com/office/drawing/2014/main" id="{27EA4DD0-7F07-44CD-8AE3-E5F7343C19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10553" name="Flowchart: Connector 10552">
                        <a:extLst>
                          <a:ext uri="{FF2B5EF4-FFF2-40B4-BE49-F238E27FC236}">
                            <a16:creationId xmlns:a16="http://schemas.microsoft.com/office/drawing/2014/main" id="{9CFA8402-2F3C-4F76-8204-D440FFCAC06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54" name="3D Model 10553" descr="Sphere">
                            <a:extLst>
                              <a:ext uri="{FF2B5EF4-FFF2-40B4-BE49-F238E27FC236}">
                                <a16:creationId xmlns:a16="http://schemas.microsoft.com/office/drawing/2014/main" id="{4EF0F51B-0FD2-4DEB-AA7A-210D943E575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42651012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555" name="Flowchart: Connector 10554">
                        <a:extLst>
                          <a:ext uri="{FF2B5EF4-FFF2-40B4-BE49-F238E27FC236}">
                            <a16:creationId xmlns:a16="http://schemas.microsoft.com/office/drawing/2014/main" id="{8855F089-34D8-4742-BC04-9C2A26E920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56" name="3D Model 10555" descr="Sphere">
                            <a:extLst>
                              <a:ext uri="{FF2B5EF4-FFF2-40B4-BE49-F238E27FC236}">
                                <a16:creationId xmlns:a16="http://schemas.microsoft.com/office/drawing/2014/main" id="{6235222A-F787-4F40-A2B8-56C4FDB8A51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34404904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557" name="Flowchart: Connector 10556">
                        <a:extLst>
                          <a:ext uri="{FF2B5EF4-FFF2-40B4-BE49-F238E27FC236}">
                            <a16:creationId xmlns:a16="http://schemas.microsoft.com/office/drawing/2014/main" id="{37B79201-0EDD-4323-A476-E6AAC7244A6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58" name="3D Model 10557" descr="Sphere">
                            <a:extLst>
                              <a:ext uri="{FF2B5EF4-FFF2-40B4-BE49-F238E27FC236}">
                                <a16:creationId xmlns:a16="http://schemas.microsoft.com/office/drawing/2014/main" id="{5F3EC757-FA8B-48DC-B0B3-19AB2951614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05256395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559" name="Flowchart: Connector 10558">
                        <a:extLst>
                          <a:ext uri="{FF2B5EF4-FFF2-40B4-BE49-F238E27FC236}">
                            <a16:creationId xmlns:a16="http://schemas.microsoft.com/office/drawing/2014/main" id="{8496ECE3-5D72-481F-9620-1C92F679EC0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60" name="3D Model 10559" descr="Sphere">
                            <a:extLst>
                              <a:ext uri="{FF2B5EF4-FFF2-40B4-BE49-F238E27FC236}">
                                <a16:creationId xmlns:a16="http://schemas.microsoft.com/office/drawing/2014/main" id="{EE802D76-C7DD-4FB1-9427-A5D4D17C3C5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4724514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0503" name="Group 10502">
                      <a:extLst>
                        <a:ext uri="{FF2B5EF4-FFF2-40B4-BE49-F238E27FC236}">
                          <a16:creationId xmlns:a16="http://schemas.microsoft.com/office/drawing/2014/main" id="{267D43DD-9228-4571-8873-ECD31C6EB98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10537" name="Flowchart: Connector 10536">
                        <a:extLst>
                          <a:ext uri="{FF2B5EF4-FFF2-40B4-BE49-F238E27FC236}">
                            <a16:creationId xmlns:a16="http://schemas.microsoft.com/office/drawing/2014/main" id="{6009B093-0461-4064-A32A-826AC113360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38" name="Flowchart: Connector 10537">
                        <a:extLst>
                          <a:ext uri="{FF2B5EF4-FFF2-40B4-BE49-F238E27FC236}">
                            <a16:creationId xmlns:a16="http://schemas.microsoft.com/office/drawing/2014/main" id="{DA5C9E37-41DA-49E5-BAA6-DCBE61DC1A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39" name="Flowchart: Connector 10538">
                        <a:extLst>
                          <a:ext uri="{FF2B5EF4-FFF2-40B4-BE49-F238E27FC236}">
                            <a16:creationId xmlns:a16="http://schemas.microsoft.com/office/drawing/2014/main" id="{67F57EAF-5709-48EC-ADF9-A8AC56C525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40" name="Flowchart: Connector 10539">
                        <a:extLst>
                          <a:ext uri="{FF2B5EF4-FFF2-40B4-BE49-F238E27FC236}">
                            <a16:creationId xmlns:a16="http://schemas.microsoft.com/office/drawing/2014/main" id="{1FF3BAAC-4A90-42CD-A78F-64F1A2778BC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41" name="Flowchart: Connector 10540">
                        <a:extLst>
                          <a:ext uri="{FF2B5EF4-FFF2-40B4-BE49-F238E27FC236}">
                            <a16:creationId xmlns:a16="http://schemas.microsoft.com/office/drawing/2014/main" id="{B6760BDA-C1BB-4530-A2B8-EAA9E46DC6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42" name="Flowchart: Connector 10541">
                        <a:extLst>
                          <a:ext uri="{FF2B5EF4-FFF2-40B4-BE49-F238E27FC236}">
                            <a16:creationId xmlns:a16="http://schemas.microsoft.com/office/drawing/2014/main" id="{1C7742D3-DAD4-4046-9261-AD52EA49423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43" name="Flowchart: Connector 10542">
                        <a:extLst>
                          <a:ext uri="{FF2B5EF4-FFF2-40B4-BE49-F238E27FC236}">
                            <a16:creationId xmlns:a16="http://schemas.microsoft.com/office/drawing/2014/main" id="{D74CA700-DCD3-46C0-ACAA-193CB6156AB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44" name="Flowchart: Connector 10543">
                        <a:extLst>
                          <a:ext uri="{FF2B5EF4-FFF2-40B4-BE49-F238E27FC236}">
                            <a16:creationId xmlns:a16="http://schemas.microsoft.com/office/drawing/2014/main" id="{1F38E1C3-DDED-4369-A917-BE9F0840AC3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45" name="Flowchart: Connector 10544">
                        <a:extLst>
                          <a:ext uri="{FF2B5EF4-FFF2-40B4-BE49-F238E27FC236}">
                            <a16:creationId xmlns:a16="http://schemas.microsoft.com/office/drawing/2014/main" id="{FC32A66E-EDCB-4961-A613-ED0C6C2CA7E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46" name="3D Model 10545" descr="Sphere">
                            <a:extLst>
                              <a:ext uri="{FF2B5EF4-FFF2-40B4-BE49-F238E27FC236}">
                                <a16:creationId xmlns:a16="http://schemas.microsoft.com/office/drawing/2014/main" id="{B718A73E-4256-4B39-A3D3-323262EEC83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59167435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547" name="Flowchart: Connector 10546">
                        <a:extLst>
                          <a:ext uri="{FF2B5EF4-FFF2-40B4-BE49-F238E27FC236}">
                            <a16:creationId xmlns:a16="http://schemas.microsoft.com/office/drawing/2014/main" id="{1D9CE0B3-8A64-4D3F-8C21-C9E5619A0B3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48" name="3D Model 10547" descr="Sphere">
                            <a:extLst>
                              <a:ext uri="{FF2B5EF4-FFF2-40B4-BE49-F238E27FC236}">
                                <a16:creationId xmlns:a16="http://schemas.microsoft.com/office/drawing/2014/main" id="{5558D806-202B-4CA0-BA3B-E1BF4C16258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3412877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549" name="Flowchart: Connector 10548">
                        <a:extLst>
                          <a:ext uri="{FF2B5EF4-FFF2-40B4-BE49-F238E27FC236}">
                            <a16:creationId xmlns:a16="http://schemas.microsoft.com/office/drawing/2014/main" id="{BF27380E-85D5-4721-916C-BBF5634C67F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50" name="3D Model 10549" descr="Sphere">
                            <a:extLst>
                              <a:ext uri="{FF2B5EF4-FFF2-40B4-BE49-F238E27FC236}">
                                <a16:creationId xmlns:a16="http://schemas.microsoft.com/office/drawing/2014/main" id="{9219677B-FF52-49BB-A743-0043292F5AD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143897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551" name="Flowchart: Connector 10550">
                        <a:extLst>
                          <a:ext uri="{FF2B5EF4-FFF2-40B4-BE49-F238E27FC236}">
                            <a16:creationId xmlns:a16="http://schemas.microsoft.com/office/drawing/2014/main" id="{71606595-ADE7-4A1D-A498-CEFD456D83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52" name="3D Model 10551" descr="Sphere">
                            <a:extLst>
                              <a:ext uri="{FF2B5EF4-FFF2-40B4-BE49-F238E27FC236}">
                                <a16:creationId xmlns:a16="http://schemas.microsoft.com/office/drawing/2014/main" id="{E1126E80-008D-4B2A-9A58-DEDF226C7DA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8659859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0504" name="Group 10503">
                      <a:extLst>
                        <a:ext uri="{FF2B5EF4-FFF2-40B4-BE49-F238E27FC236}">
                          <a16:creationId xmlns:a16="http://schemas.microsoft.com/office/drawing/2014/main" id="{943F99D5-8928-481E-8FC9-5760DE00CD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10521" name="Flowchart: Connector 10520">
                        <a:extLst>
                          <a:ext uri="{FF2B5EF4-FFF2-40B4-BE49-F238E27FC236}">
                            <a16:creationId xmlns:a16="http://schemas.microsoft.com/office/drawing/2014/main" id="{400C9D20-A874-4359-B68D-E7F45A89599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22" name="Flowchart: Connector 10521">
                        <a:extLst>
                          <a:ext uri="{FF2B5EF4-FFF2-40B4-BE49-F238E27FC236}">
                            <a16:creationId xmlns:a16="http://schemas.microsoft.com/office/drawing/2014/main" id="{9AD1FE12-0E3C-4F5F-BCC5-E1DE5E12AE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23" name="Flowchart: Connector 10522">
                        <a:extLst>
                          <a:ext uri="{FF2B5EF4-FFF2-40B4-BE49-F238E27FC236}">
                            <a16:creationId xmlns:a16="http://schemas.microsoft.com/office/drawing/2014/main" id="{C7D8406F-6861-4453-BEFA-76922CA9B70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24" name="Flowchart: Connector 10523">
                        <a:extLst>
                          <a:ext uri="{FF2B5EF4-FFF2-40B4-BE49-F238E27FC236}">
                            <a16:creationId xmlns:a16="http://schemas.microsoft.com/office/drawing/2014/main" id="{33D9B942-2921-461F-B404-A1F39D7BF64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25" name="Flowchart: Connector 10524">
                        <a:extLst>
                          <a:ext uri="{FF2B5EF4-FFF2-40B4-BE49-F238E27FC236}">
                            <a16:creationId xmlns:a16="http://schemas.microsoft.com/office/drawing/2014/main" id="{484CEFC2-D68A-4364-9333-ECC6F537E7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26" name="Flowchart: Connector 10525">
                        <a:extLst>
                          <a:ext uri="{FF2B5EF4-FFF2-40B4-BE49-F238E27FC236}">
                            <a16:creationId xmlns:a16="http://schemas.microsoft.com/office/drawing/2014/main" id="{C5032BD4-805B-49D8-8399-7B3D9C50909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27" name="Flowchart: Connector 10526">
                        <a:extLst>
                          <a:ext uri="{FF2B5EF4-FFF2-40B4-BE49-F238E27FC236}">
                            <a16:creationId xmlns:a16="http://schemas.microsoft.com/office/drawing/2014/main" id="{F231B4E5-CC4C-4342-8855-257D564A59D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28" name="Flowchart: Connector 10527">
                        <a:extLst>
                          <a:ext uri="{FF2B5EF4-FFF2-40B4-BE49-F238E27FC236}">
                            <a16:creationId xmlns:a16="http://schemas.microsoft.com/office/drawing/2014/main" id="{64688181-7D1B-43DA-8D26-27CA68595A4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529" name="Flowchart: Connector 10528">
                        <a:extLst>
                          <a:ext uri="{FF2B5EF4-FFF2-40B4-BE49-F238E27FC236}">
                            <a16:creationId xmlns:a16="http://schemas.microsoft.com/office/drawing/2014/main" id="{E1BDDBF3-7F18-4EAC-B25A-6F89FB1FD4B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30" name="3D Model 10529" descr="Sphere">
                            <a:extLst>
                              <a:ext uri="{FF2B5EF4-FFF2-40B4-BE49-F238E27FC236}">
                                <a16:creationId xmlns:a16="http://schemas.microsoft.com/office/drawing/2014/main" id="{A3457215-01C6-4602-83AD-B1A65E5E76E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59925377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531" name="Flowchart: Connector 10530">
                        <a:extLst>
                          <a:ext uri="{FF2B5EF4-FFF2-40B4-BE49-F238E27FC236}">
                            <a16:creationId xmlns:a16="http://schemas.microsoft.com/office/drawing/2014/main" id="{AD141A7A-B9CE-4DE2-9D60-D8C9CBC1EBE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32" name="3D Model 10531" descr="Sphere">
                            <a:extLst>
                              <a:ext uri="{FF2B5EF4-FFF2-40B4-BE49-F238E27FC236}">
                                <a16:creationId xmlns:a16="http://schemas.microsoft.com/office/drawing/2014/main" id="{572D6B31-3CFB-40C0-9BF2-882A8ADC51C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42904569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533" name="Flowchart: Connector 10532">
                        <a:extLst>
                          <a:ext uri="{FF2B5EF4-FFF2-40B4-BE49-F238E27FC236}">
                            <a16:creationId xmlns:a16="http://schemas.microsoft.com/office/drawing/2014/main" id="{FD212E22-4846-48BA-AD18-2EB26CCF8F3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34" name="3D Model 10533" descr="Sphere">
                            <a:extLst>
                              <a:ext uri="{FF2B5EF4-FFF2-40B4-BE49-F238E27FC236}">
                                <a16:creationId xmlns:a16="http://schemas.microsoft.com/office/drawing/2014/main" id="{9B5A1A7A-F99D-4118-BB36-C73D7FF092C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7649811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535" name="Flowchart: Connector 10534">
                        <a:extLst>
                          <a:ext uri="{FF2B5EF4-FFF2-40B4-BE49-F238E27FC236}">
                            <a16:creationId xmlns:a16="http://schemas.microsoft.com/office/drawing/2014/main" id="{BA252974-6592-4C20-AB80-9F6B0A6EA7B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536" name="3D Model 10535" descr="Sphere">
                            <a:extLst>
                              <a:ext uri="{FF2B5EF4-FFF2-40B4-BE49-F238E27FC236}">
                                <a16:creationId xmlns:a16="http://schemas.microsoft.com/office/drawing/2014/main" id="{BA65D832-9713-4FA4-987E-F15BD6C8C01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8540596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0505" name="Flowchart: Connector 10504">
                      <a:extLst>
                        <a:ext uri="{FF2B5EF4-FFF2-40B4-BE49-F238E27FC236}">
                          <a16:creationId xmlns:a16="http://schemas.microsoft.com/office/drawing/2014/main" id="{99C04C41-4AB4-40DE-B2F6-E687BCE5FD0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506" name="Flowchart: Connector 10505">
                      <a:extLst>
                        <a:ext uri="{FF2B5EF4-FFF2-40B4-BE49-F238E27FC236}">
                          <a16:creationId xmlns:a16="http://schemas.microsoft.com/office/drawing/2014/main" id="{7C957465-13AB-42E5-B853-FE261AA0E4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507" name="Flowchart: Connector 10506">
                      <a:extLst>
                        <a:ext uri="{FF2B5EF4-FFF2-40B4-BE49-F238E27FC236}">
                          <a16:creationId xmlns:a16="http://schemas.microsoft.com/office/drawing/2014/main" id="{F3164A63-D416-4D4B-BA1F-66B6C5EEED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508" name="Flowchart: Connector 10507">
                      <a:extLst>
                        <a:ext uri="{FF2B5EF4-FFF2-40B4-BE49-F238E27FC236}">
                          <a16:creationId xmlns:a16="http://schemas.microsoft.com/office/drawing/2014/main" id="{0C735596-E5C9-4855-98BD-5D849EBD1AE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509" name="Flowchart: Connector 10508">
                      <a:extLst>
                        <a:ext uri="{FF2B5EF4-FFF2-40B4-BE49-F238E27FC236}">
                          <a16:creationId xmlns:a16="http://schemas.microsoft.com/office/drawing/2014/main" id="{CBFDD250-23E1-423F-A6EE-DF233A4D48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510" name="Flowchart: Connector 10509">
                      <a:extLst>
                        <a:ext uri="{FF2B5EF4-FFF2-40B4-BE49-F238E27FC236}">
                          <a16:creationId xmlns:a16="http://schemas.microsoft.com/office/drawing/2014/main" id="{4E624C4A-B451-49F8-B8AB-CFD784716D4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511" name="Flowchart: Connector 10510">
                      <a:extLst>
                        <a:ext uri="{FF2B5EF4-FFF2-40B4-BE49-F238E27FC236}">
                          <a16:creationId xmlns:a16="http://schemas.microsoft.com/office/drawing/2014/main" id="{F3467E47-060F-4CE7-894F-693560B1CE1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512" name="Flowchart: Connector 10511">
                      <a:extLst>
                        <a:ext uri="{FF2B5EF4-FFF2-40B4-BE49-F238E27FC236}">
                          <a16:creationId xmlns:a16="http://schemas.microsoft.com/office/drawing/2014/main" id="{2C32C7A9-F25A-4BF2-90E9-13BDDC2BFFF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513" name="Flowchart: Connector 10512">
                      <a:extLst>
                        <a:ext uri="{FF2B5EF4-FFF2-40B4-BE49-F238E27FC236}">
                          <a16:creationId xmlns:a16="http://schemas.microsoft.com/office/drawing/2014/main" id="{367586EA-88CB-4436-8B63-C8E4EC1A299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0514" name="3D Model 10513" descr="Sphere">
                          <a:extLst>
                            <a:ext uri="{FF2B5EF4-FFF2-40B4-BE49-F238E27FC236}">
                              <a16:creationId xmlns:a16="http://schemas.microsoft.com/office/drawing/2014/main" id="{DF22B4BE-FB09-4632-ABDF-0D787703E77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748769628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0515" name="Flowchart: Connector 10514">
                      <a:extLst>
                        <a:ext uri="{FF2B5EF4-FFF2-40B4-BE49-F238E27FC236}">
                          <a16:creationId xmlns:a16="http://schemas.microsoft.com/office/drawing/2014/main" id="{021C7CA7-A9D6-446E-84A3-803C8599B0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0516" name="3D Model 10515" descr="Sphere">
                          <a:extLst>
                            <a:ext uri="{FF2B5EF4-FFF2-40B4-BE49-F238E27FC236}">
                              <a16:creationId xmlns:a16="http://schemas.microsoft.com/office/drawing/2014/main" id="{B136B04D-35ED-4340-B157-504EF82DF95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349549957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0517" name="Flowchart: Connector 10516">
                      <a:extLst>
                        <a:ext uri="{FF2B5EF4-FFF2-40B4-BE49-F238E27FC236}">
                          <a16:creationId xmlns:a16="http://schemas.microsoft.com/office/drawing/2014/main" id="{E138F9A3-E222-4572-8035-D02918D8306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0518" name="3D Model 10517" descr="Sphere">
                          <a:extLst>
                            <a:ext uri="{FF2B5EF4-FFF2-40B4-BE49-F238E27FC236}">
                              <a16:creationId xmlns:a16="http://schemas.microsoft.com/office/drawing/2014/main" id="{0CF81E78-19A9-496D-B8CB-5B2F5A8D3A9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082499865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0519" name="Flowchart: Connector 10518">
                      <a:extLst>
                        <a:ext uri="{FF2B5EF4-FFF2-40B4-BE49-F238E27FC236}">
                          <a16:creationId xmlns:a16="http://schemas.microsoft.com/office/drawing/2014/main" id="{E1A61EC9-AF91-44B1-B95F-93A3A5E3522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0520" name="3D Model 10519" descr="Sphere">
                          <a:extLst>
                            <a:ext uri="{FF2B5EF4-FFF2-40B4-BE49-F238E27FC236}">
                              <a16:creationId xmlns:a16="http://schemas.microsoft.com/office/drawing/2014/main" id="{A516F32E-4887-49BE-97B3-FC95E442431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643476572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10470" name="Freeform: Shape 10469">
                  <a:extLst>
                    <a:ext uri="{FF2B5EF4-FFF2-40B4-BE49-F238E27FC236}">
                      <a16:creationId xmlns:a16="http://schemas.microsoft.com/office/drawing/2014/main" id="{4B514F1A-68FF-49DA-87AE-477741EDB825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471" name="Freeform: Shape 10470">
                  <a:extLst>
                    <a:ext uri="{FF2B5EF4-FFF2-40B4-BE49-F238E27FC236}">
                      <a16:creationId xmlns:a16="http://schemas.microsoft.com/office/drawing/2014/main" id="{92FF5272-8F64-4EB4-91C3-BD6EAA751726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472" name="Freeform: Shape 10471">
                  <a:extLst>
                    <a:ext uri="{FF2B5EF4-FFF2-40B4-BE49-F238E27FC236}">
                      <a16:creationId xmlns:a16="http://schemas.microsoft.com/office/drawing/2014/main" id="{4925419F-140B-4791-A957-9A8027B303BE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473" name="Freeform: Shape 10472">
                  <a:extLst>
                    <a:ext uri="{FF2B5EF4-FFF2-40B4-BE49-F238E27FC236}">
                      <a16:creationId xmlns:a16="http://schemas.microsoft.com/office/drawing/2014/main" id="{B0C6EB06-053D-4130-BB7A-03FE89627BE2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474" name="Freeform: Shape 10473">
                  <a:extLst>
                    <a:ext uri="{FF2B5EF4-FFF2-40B4-BE49-F238E27FC236}">
                      <a16:creationId xmlns:a16="http://schemas.microsoft.com/office/drawing/2014/main" id="{3A87BA42-8942-4651-8B47-5C6506FAF32D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475" name="Freeform: Shape 10474">
                  <a:extLst>
                    <a:ext uri="{FF2B5EF4-FFF2-40B4-BE49-F238E27FC236}">
                      <a16:creationId xmlns:a16="http://schemas.microsoft.com/office/drawing/2014/main" id="{7EAFB357-1866-4A5D-9227-0917E3A4DE22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476" name="Freeform: Shape 10475">
                  <a:extLst>
                    <a:ext uri="{FF2B5EF4-FFF2-40B4-BE49-F238E27FC236}">
                      <a16:creationId xmlns:a16="http://schemas.microsoft.com/office/drawing/2014/main" id="{F5769AB4-362E-460E-B892-C9DF294D0719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477" name="Freeform: Shape 10476">
                  <a:extLst>
                    <a:ext uri="{FF2B5EF4-FFF2-40B4-BE49-F238E27FC236}">
                      <a16:creationId xmlns:a16="http://schemas.microsoft.com/office/drawing/2014/main" id="{793A4B3D-0590-4FC9-8056-2DB066B2118B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478" name="Freeform: Shape 10477">
                  <a:extLst>
                    <a:ext uri="{FF2B5EF4-FFF2-40B4-BE49-F238E27FC236}">
                      <a16:creationId xmlns:a16="http://schemas.microsoft.com/office/drawing/2014/main" id="{3092BB92-3358-4B1B-8B43-5CBD2C0519FF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479" name="Freeform: Shape 10478">
                  <a:extLst>
                    <a:ext uri="{FF2B5EF4-FFF2-40B4-BE49-F238E27FC236}">
                      <a16:creationId xmlns:a16="http://schemas.microsoft.com/office/drawing/2014/main" id="{34BA8F8D-BEBB-4FAD-81FB-DA9BA1A10D8C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480" name="Freeform: Shape 10479">
                  <a:extLst>
                    <a:ext uri="{FF2B5EF4-FFF2-40B4-BE49-F238E27FC236}">
                      <a16:creationId xmlns:a16="http://schemas.microsoft.com/office/drawing/2014/main" id="{FA9389B3-FCC9-4E2E-BA73-2E113DFA8CA3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481" name="Freeform: Shape 10480">
                  <a:extLst>
                    <a:ext uri="{FF2B5EF4-FFF2-40B4-BE49-F238E27FC236}">
                      <a16:creationId xmlns:a16="http://schemas.microsoft.com/office/drawing/2014/main" id="{507EB807-9E2F-400C-8B9A-76532CC00895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10466" name="Freeform: Shape 10465">
                <a:extLst>
                  <a:ext uri="{FF2B5EF4-FFF2-40B4-BE49-F238E27FC236}">
                    <a16:creationId xmlns:a16="http://schemas.microsoft.com/office/drawing/2014/main" id="{974ECCE7-7DF5-4DA4-A5F0-9953D048D47D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0467" name="Freeform: Shape 10466">
                <a:extLst>
                  <a:ext uri="{FF2B5EF4-FFF2-40B4-BE49-F238E27FC236}">
                    <a16:creationId xmlns:a16="http://schemas.microsoft.com/office/drawing/2014/main" id="{20415E33-49EA-40CB-A202-8FD136611032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0468" name="Freeform: Shape 10467">
                <a:extLst>
                  <a:ext uri="{FF2B5EF4-FFF2-40B4-BE49-F238E27FC236}">
                    <a16:creationId xmlns:a16="http://schemas.microsoft.com/office/drawing/2014/main" id="{8370E659-E4B7-48DD-82B7-C95F1619452C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10764" name="Group 10763">
              <a:extLst>
                <a:ext uri="{FF2B5EF4-FFF2-40B4-BE49-F238E27FC236}">
                  <a16:creationId xmlns:a16="http://schemas.microsoft.com/office/drawing/2014/main" id="{0803F710-4226-49CF-A828-ED5FB6E1AD4A}"/>
                </a:ext>
              </a:extLst>
            </p:cNvPr>
            <p:cNvGrpSpPr/>
            <p:nvPr/>
          </p:nvGrpSpPr>
          <p:grpSpPr>
            <a:xfrm>
              <a:off x="5342114" y="5686689"/>
              <a:ext cx="2244034" cy="443917"/>
              <a:chOff x="5118354" y="6015386"/>
              <a:chExt cx="2244034" cy="443917"/>
            </a:xfrm>
          </p:grpSpPr>
          <p:grpSp>
            <p:nvGrpSpPr>
              <p:cNvPr id="10765" name="Group 10764">
                <a:extLst>
                  <a:ext uri="{FF2B5EF4-FFF2-40B4-BE49-F238E27FC236}">
                    <a16:creationId xmlns:a16="http://schemas.microsoft.com/office/drawing/2014/main" id="{B7D10A96-3324-4307-8CB5-33661FC7751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118354" y="6015386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11966" name="Group 11965">
                  <a:extLst>
                    <a:ext uri="{FF2B5EF4-FFF2-40B4-BE49-F238E27FC236}">
                      <a16:creationId xmlns:a16="http://schemas.microsoft.com/office/drawing/2014/main" id="{A082FE00-F021-415B-BAB3-9CF1CC31A051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11970" name="Group 11969">
                    <a:extLst>
                      <a:ext uri="{FF2B5EF4-FFF2-40B4-BE49-F238E27FC236}">
                        <a16:creationId xmlns:a16="http://schemas.microsoft.com/office/drawing/2014/main" id="{8FA94C9B-EC68-40B3-BF72-1084A142C827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11983" name="Group 11982">
                      <a:extLst>
                        <a:ext uri="{FF2B5EF4-FFF2-40B4-BE49-F238E27FC236}">
                          <a16:creationId xmlns:a16="http://schemas.microsoft.com/office/drawing/2014/main" id="{9ED1FACF-8B94-4BE7-B76C-1A41826580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12204" name="Group 12203">
                        <a:extLst>
                          <a:ext uri="{FF2B5EF4-FFF2-40B4-BE49-F238E27FC236}">
                            <a16:creationId xmlns:a16="http://schemas.microsoft.com/office/drawing/2014/main" id="{B85C07D1-C93E-42CA-A946-9900E2A09F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12261" name="Flowchart: Connector 12260">
                          <a:extLst>
                            <a:ext uri="{FF2B5EF4-FFF2-40B4-BE49-F238E27FC236}">
                              <a16:creationId xmlns:a16="http://schemas.microsoft.com/office/drawing/2014/main" id="{A229A6ED-F357-4EF8-875B-01B2E00D08A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62" name="Flowchart: Connector 12261">
                          <a:extLst>
                            <a:ext uri="{FF2B5EF4-FFF2-40B4-BE49-F238E27FC236}">
                              <a16:creationId xmlns:a16="http://schemas.microsoft.com/office/drawing/2014/main" id="{3A9531BA-5A3C-4154-A391-CB66688773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63" name="Flowchart: Connector 12262">
                          <a:extLst>
                            <a:ext uri="{FF2B5EF4-FFF2-40B4-BE49-F238E27FC236}">
                              <a16:creationId xmlns:a16="http://schemas.microsoft.com/office/drawing/2014/main" id="{7F7C0D1D-EA45-4C8D-9724-3B30D59A072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64" name="Flowchart: Connector 12263">
                          <a:extLst>
                            <a:ext uri="{FF2B5EF4-FFF2-40B4-BE49-F238E27FC236}">
                              <a16:creationId xmlns:a16="http://schemas.microsoft.com/office/drawing/2014/main" id="{1291FE55-E856-4D28-B197-2B7BA7EB3F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205" name="Group 12204">
                        <a:extLst>
                          <a:ext uri="{FF2B5EF4-FFF2-40B4-BE49-F238E27FC236}">
                            <a16:creationId xmlns:a16="http://schemas.microsoft.com/office/drawing/2014/main" id="{BF6E393A-801B-4326-B96E-B04D4C89DA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12206" name="Group 12205">
                          <a:extLst>
                            <a:ext uri="{FF2B5EF4-FFF2-40B4-BE49-F238E27FC236}">
                              <a16:creationId xmlns:a16="http://schemas.microsoft.com/office/drawing/2014/main" id="{C0B42D40-EB83-411C-94FC-8B43BE7E9E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54" name="3D Model 12253" descr="Sphere">
                                <a:extLst>
                                  <a:ext uri="{FF2B5EF4-FFF2-40B4-BE49-F238E27FC236}">
                                    <a16:creationId xmlns:a16="http://schemas.microsoft.com/office/drawing/2014/main" id="{2B0F0C96-DB91-4934-B449-02F0D666B34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06093008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55" name="Flowchart: Connector 12254">
                            <a:extLst>
                              <a:ext uri="{FF2B5EF4-FFF2-40B4-BE49-F238E27FC236}">
                                <a16:creationId xmlns:a16="http://schemas.microsoft.com/office/drawing/2014/main" id="{4D5875DA-2D9B-4337-A75C-24F036690F4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56" name="3D Model 12255" descr="Sphere">
                                <a:extLst>
                                  <a:ext uri="{FF2B5EF4-FFF2-40B4-BE49-F238E27FC236}">
                                    <a16:creationId xmlns:a16="http://schemas.microsoft.com/office/drawing/2014/main" id="{5CD1C2C8-F38B-4BB4-AE93-EB4EDD1BC7F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0403175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57" name="Flowchart: Connector 12256">
                            <a:extLst>
                              <a:ext uri="{FF2B5EF4-FFF2-40B4-BE49-F238E27FC236}">
                                <a16:creationId xmlns:a16="http://schemas.microsoft.com/office/drawing/2014/main" id="{BBA66FEF-9FF2-4B55-839A-7FF54890F9F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58" name="3D Model 12257" descr="Sphere">
                                <a:extLst>
                                  <a:ext uri="{FF2B5EF4-FFF2-40B4-BE49-F238E27FC236}">
                                    <a16:creationId xmlns:a16="http://schemas.microsoft.com/office/drawing/2014/main" id="{7C7228BF-F4DA-4403-A604-D146D02A08F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4261264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59" name="Flowchart: Connector 12258">
                            <a:extLst>
                              <a:ext uri="{FF2B5EF4-FFF2-40B4-BE49-F238E27FC236}">
                                <a16:creationId xmlns:a16="http://schemas.microsoft.com/office/drawing/2014/main" id="{83207437-A290-4AEA-AEFB-995F1921954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60" name="3D Model 12259" descr="Sphere">
                                <a:extLst>
                                  <a:ext uri="{FF2B5EF4-FFF2-40B4-BE49-F238E27FC236}">
                                    <a16:creationId xmlns:a16="http://schemas.microsoft.com/office/drawing/2014/main" id="{A14FF47A-1AD9-4537-A611-9ED1F22BDFC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2464087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207" name="Group 12206">
                          <a:extLst>
                            <a:ext uri="{FF2B5EF4-FFF2-40B4-BE49-F238E27FC236}">
                              <a16:creationId xmlns:a16="http://schemas.microsoft.com/office/drawing/2014/main" id="{769B72D8-7FB4-4CE5-B241-D9E2BD7E7C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2239" name="Flowchart: Connector 12238">
                            <a:extLst>
                              <a:ext uri="{FF2B5EF4-FFF2-40B4-BE49-F238E27FC236}">
                                <a16:creationId xmlns:a16="http://schemas.microsoft.com/office/drawing/2014/main" id="{6434E393-5C2E-4CF8-9E0A-D6CAC2EE541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0" name="Flowchart: Connector 12239">
                            <a:extLst>
                              <a:ext uri="{FF2B5EF4-FFF2-40B4-BE49-F238E27FC236}">
                                <a16:creationId xmlns:a16="http://schemas.microsoft.com/office/drawing/2014/main" id="{45D2F4F3-12F2-48CB-91A5-1FD58ABABD6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1" name="Flowchart: Connector 12240">
                            <a:extLst>
                              <a:ext uri="{FF2B5EF4-FFF2-40B4-BE49-F238E27FC236}">
                                <a16:creationId xmlns:a16="http://schemas.microsoft.com/office/drawing/2014/main" id="{C750848A-A412-414B-856B-71E1CD051C1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2" name="Flowchart: Connector 12241">
                            <a:extLst>
                              <a:ext uri="{FF2B5EF4-FFF2-40B4-BE49-F238E27FC236}">
                                <a16:creationId xmlns:a16="http://schemas.microsoft.com/office/drawing/2014/main" id="{BB331680-BBAD-404A-9496-0DC905BDB1A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3" name="Flowchart: Connector 12242">
                            <a:extLst>
                              <a:ext uri="{FF2B5EF4-FFF2-40B4-BE49-F238E27FC236}">
                                <a16:creationId xmlns:a16="http://schemas.microsoft.com/office/drawing/2014/main" id="{B90A9B95-07F6-4907-8F93-37B0EB0452F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4" name="Flowchart: Connector 12243">
                            <a:extLst>
                              <a:ext uri="{FF2B5EF4-FFF2-40B4-BE49-F238E27FC236}">
                                <a16:creationId xmlns:a16="http://schemas.microsoft.com/office/drawing/2014/main" id="{326934CC-E2FD-41AF-9B60-20AA01A5E8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5" name="Flowchart: Connector 12244">
                            <a:extLst>
                              <a:ext uri="{FF2B5EF4-FFF2-40B4-BE49-F238E27FC236}">
                                <a16:creationId xmlns:a16="http://schemas.microsoft.com/office/drawing/2014/main" id="{76B42BD1-467E-42A0-ACFF-342330161A3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46" name="Flowchart: Connector 12245">
                            <a:extLst>
                              <a:ext uri="{FF2B5EF4-FFF2-40B4-BE49-F238E27FC236}">
                                <a16:creationId xmlns:a16="http://schemas.microsoft.com/office/drawing/2014/main" id="{9BBD30F3-CCD6-49C0-95EF-B7B50633182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47" name="3D Model 12246" descr="Sphere">
                                <a:extLst>
                                  <a:ext uri="{FF2B5EF4-FFF2-40B4-BE49-F238E27FC236}">
                                    <a16:creationId xmlns:a16="http://schemas.microsoft.com/office/drawing/2014/main" id="{996DD7A5-3A48-413B-9D16-5D660BDE91E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12041561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48" name="Flowchart: Connector 12247">
                            <a:extLst>
                              <a:ext uri="{FF2B5EF4-FFF2-40B4-BE49-F238E27FC236}">
                                <a16:creationId xmlns:a16="http://schemas.microsoft.com/office/drawing/2014/main" id="{E62241B0-A216-4CBD-8102-7A0E61730C4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49" name="3D Model 12248" descr="Sphere">
                                <a:extLst>
                                  <a:ext uri="{FF2B5EF4-FFF2-40B4-BE49-F238E27FC236}">
                                    <a16:creationId xmlns:a16="http://schemas.microsoft.com/office/drawing/2014/main" id="{E64F1352-E000-4E3F-AC29-BAF5F137766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2589394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50" name="Flowchart: Connector 12249">
                            <a:extLst>
                              <a:ext uri="{FF2B5EF4-FFF2-40B4-BE49-F238E27FC236}">
                                <a16:creationId xmlns:a16="http://schemas.microsoft.com/office/drawing/2014/main" id="{6C6F19E0-33CC-47B5-87D2-3FC16FF7AED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51" name="3D Model 12250" descr="Sphere">
                                <a:extLst>
                                  <a:ext uri="{FF2B5EF4-FFF2-40B4-BE49-F238E27FC236}">
                                    <a16:creationId xmlns:a16="http://schemas.microsoft.com/office/drawing/2014/main" id="{5A97967A-A5F3-4F39-AFE0-0BCDDD1586D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3835843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52" name="Flowchart: Connector 12251">
                            <a:extLst>
                              <a:ext uri="{FF2B5EF4-FFF2-40B4-BE49-F238E27FC236}">
                                <a16:creationId xmlns:a16="http://schemas.microsoft.com/office/drawing/2014/main" id="{4375ED79-75F2-42B7-9A74-CA447AD3B46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53" name="3D Model 12252" descr="Sphere">
                                <a:extLst>
                                  <a:ext uri="{FF2B5EF4-FFF2-40B4-BE49-F238E27FC236}">
                                    <a16:creationId xmlns:a16="http://schemas.microsoft.com/office/drawing/2014/main" id="{3F2E108A-66D1-46DC-85B0-A23177C7E34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0115859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208" name="Group 12207">
                          <a:extLst>
                            <a:ext uri="{FF2B5EF4-FFF2-40B4-BE49-F238E27FC236}">
                              <a16:creationId xmlns:a16="http://schemas.microsoft.com/office/drawing/2014/main" id="{DEBBE2F9-324F-47D9-B65D-291E058365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2224" name="Flowchart: Connector 12223">
                            <a:extLst>
                              <a:ext uri="{FF2B5EF4-FFF2-40B4-BE49-F238E27FC236}">
                                <a16:creationId xmlns:a16="http://schemas.microsoft.com/office/drawing/2014/main" id="{C4B02011-5A0D-4F9E-9C77-B0FA8BA77E1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25" name="Flowchart: Connector 12224">
                            <a:extLst>
                              <a:ext uri="{FF2B5EF4-FFF2-40B4-BE49-F238E27FC236}">
                                <a16:creationId xmlns:a16="http://schemas.microsoft.com/office/drawing/2014/main" id="{19D095C4-C68E-4742-9EA1-315CCB9FC1F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26" name="Flowchart: Connector 12225">
                            <a:extLst>
                              <a:ext uri="{FF2B5EF4-FFF2-40B4-BE49-F238E27FC236}">
                                <a16:creationId xmlns:a16="http://schemas.microsoft.com/office/drawing/2014/main" id="{E861E2A9-5BEF-47D6-B1F9-3CEFC459D8A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27" name="Flowchart: Connector 12226">
                            <a:extLst>
                              <a:ext uri="{FF2B5EF4-FFF2-40B4-BE49-F238E27FC236}">
                                <a16:creationId xmlns:a16="http://schemas.microsoft.com/office/drawing/2014/main" id="{3D35DB08-C231-4B82-A170-4A1821BF1DA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28" name="Flowchart: Connector 12227">
                            <a:extLst>
                              <a:ext uri="{FF2B5EF4-FFF2-40B4-BE49-F238E27FC236}">
                                <a16:creationId xmlns:a16="http://schemas.microsoft.com/office/drawing/2014/main" id="{A38C1678-B4C2-46D3-BE57-8D3FD17D357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29" name="Flowchart: Connector 12228">
                            <a:extLst>
                              <a:ext uri="{FF2B5EF4-FFF2-40B4-BE49-F238E27FC236}">
                                <a16:creationId xmlns:a16="http://schemas.microsoft.com/office/drawing/2014/main" id="{B83EB48F-BC54-43AF-A2A8-EE9152AB4AA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30" name="Flowchart: Connector 12229">
                            <a:extLst>
                              <a:ext uri="{FF2B5EF4-FFF2-40B4-BE49-F238E27FC236}">
                                <a16:creationId xmlns:a16="http://schemas.microsoft.com/office/drawing/2014/main" id="{6E96672B-1658-4747-A482-0230ABBC892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231" name="Flowchart: Connector 12230">
                            <a:extLst>
                              <a:ext uri="{FF2B5EF4-FFF2-40B4-BE49-F238E27FC236}">
                                <a16:creationId xmlns:a16="http://schemas.microsoft.com/office/drawing/2014/main" id="{8745DA24-8AE0-46D0-AF16-68B7110D85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32" name="3D Model 12231" descr="Sphere">
                                <a:extLst>
                                  <a:ext uri="{FF2B5EF4-FFF2-40B4-BE49-F238E27FC236}">
                                    <a16:creationId xmlns:a16="http://schemas.microsoft.com/office/drawing/2014/main" id="{13DDC37D-255C-4264-AD8F-8ADE9AED3B8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3266960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33" name="Flowchart: Connector 12232">
                            <a:extLst>
                              <a:ext uri="{FF2B5EF4-FFF2-40B4-BE49-F238E27FC236}">
                                <a16:creationId xmlns:a16="http://schemas.microsoft.com/office/drawing/2014/main" id="{CA58A0FC-CDFF-417C-824F-68ADF171FA8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34" name="3D Model 12233" descr="Sphere">
                                <a:extLst>
                                  <a:ext uri="{FF2B5EF4-FFF2-40B4-BE49-F238E27FC236}">
                                    <a16:creationId xmlns:a16="http://schemas.microsoft.com/office/drawing/2014/main" id="{CA77353B-0C57-4FCD-BFF9-C0FEE87F280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4124179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35" name="Flowchart: Connector 12234">
                            <a:extLst>
                              <a:ext uri="{FF2B5EF4-FFF2-40B4-BE49-F238E27FC236}">
                                <a16:creationId xmlns:a16="http://schemas.microsoft.com/office/drawing/2014/main" id="{E0A08FD4-F7EE-452D-9CF6-BF5A6978721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36" name="3D Model 12235" descr="Sphere">
                                <a:extLst>
                                  <a:ext uri="{FF2B5EF4-FFF2-40B4-BE49-F238E27FC236}">
                                    <a16:creationId xmlns:a16="http://schemas.microsoft.com/office/drawing/2014/main" id="{61CDC92B-B04F-4A23-B689-B6F1A6993A4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2857869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237" name="Flowchart: Connector 12236">
                            <a:extLst>
                              <a:ext uri="{FF2B5EF4-FFF2-40B4-BE49-F238E27FC236}">
                                <a16:creationId xmlns:a16="http://schemas.microsoft.com/office/drawing/2014/main" id="{94D8B502-ED53-4FF1-8365-E2E60B7E93B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238" name="3D Model 12237" descr="Sphere">
                                <a:extLst>
                                  <a:ext uri="{FF2B5EF4-FFF2-40B4-BE49-F238E27FC236}">
                                    <a16:creationId xmlns:a16="http://schemas.microsoft.com/office/drawing/2014/main" id="{EC7C47CB-2FCA-4EDD-A4CD-908AD2E8DA3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2629490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209" name="Flowchart: Connector 12208">
                          <a:extLst>
                            <a:ext uri="{FF2B5EF4-FFF2-40B4-BE49-F238E27FC236}">
                              <a16:creationId xmlns:a16="http://schemas.microsoft.com/office/drawing/2014/main" id="{BA0947EF-8A41-4C3D-85FF-FFC5C8BBC00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0" name="Flowchart: Connector 12209">
                          <a:extLst>
                            <a:ext uri="{FF2B5EF4-FFF2-40B4-BE49-F238E27FC236}">
                              <a16:creationId xmlns:a16="http://schemas.microsoft.com/office/drawing/2014/main" id="{350DB90B-DA11-45F6-96EB-14A96AC820C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1" name="Flowchart: Connector 12210">
                          <a:extLst>
                            <a:ext uri="{FF2B5EF4-FFF2-40B4-BE49-F238E27FC236}">
                              <a16:creationId xmlns:a16="http://schemas.microsoft.com/office/drawing/2014/main" id="{46440296-8748-4FF6-A2C8-A2077F7DACB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2" name="Flowchart: Connector 12211">
                          <a:extLst>
                            <a:ext uri="{FF2B5EF4-FFF2-40B4-BE49-F238E27FC236}">
                              <a16:creationId xmlns:a16="http://schemas.microsoft.com/office/drawing/2014/main" id="{E6FDF412-F12F-49D9-B186-4294C4AAD4A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3" name="Flowchart: Connector 12212">
                          <a:extLst>
                            <a:ext uri="{FF2B5EF4-FFF2-40B4-BE49-F238E27FC236}">
                              <a16:creationId xmlns:a16="http://schemas.microsoft.com/office/drawing/2014/main" id="{D42814A1-788C-45F5-A8E9-9C707F1F930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4" name="Flowchart: Connector 12213">
                          <a:extLst>
                            <a:ext uri="{FF2B5EF4-FFF2-40B4-BE49-F238E27FC236}">
                              <a16:creationId xmlns:a16="http://schemas.microsoft.com/office/drawing/2014/main" id="{EC3C97C8-FEF4-4E1F-80D2-6862634E60F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5" name="Flowchart: Connector 12214">
                          <a:extLst>
                            <a:ext uri="{FF2B5EF4-FFF2-40B4-BE49-F238E27FC236}">
                              <a16:creationId xmlns:a16="http://schemas.microsoft.com/office/drawing/2014/main" id="{7D813E80-E998-4740-A784-A3DBBD7E6A1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216" name="Flowchart: Connector 12215">
                          <a:extLst>
                            <a:ext uri="{FF2B5EF4-FFF2-40B4-BE49-F238E27FC236}">
                              <a16:creationId xmlns:a16="http://schemas.microsoft.com/office/drawing/2014/main" id="{EFEF8291-3520-472C-94A7-8C3478FF2AA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217" name="3D Model 12216" descr="Sphere">
                              <a:extLst>
                                <a:ext uri="{FF2B5EF4-FFF2-40B4-BE49-F238E27FC236}">
                                  <a16:creationId xmlns:a16="http://schemas.microsoft.com/office/drawing/2014/main" id="{34A95413-1173-48DD-9987-A36028EC8E0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373484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218" name="Flowchart: Connector 12217">
                          <a:extLst>
                            <a:ext uri="{FF2B5EF4-FFF2-40B4-BE49-F238E27FC236}">
                              <a16:creationId xmlns:a16="http://schemas.microsoft.com/office/drawing/2014/main" id="{84E7ACD4-95BC-44D1-994F-9AE83DAE696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219" name="3D Model 12218" descr="Sphere">
                              <a:extLst>
                                <a:ext uri="{FF2B5EF4-FFF2-40B4-BE49-F238E27FC236}">
                                  <a16:creationId xmlns:a16="http://schemas.microsoft.com/office/drawing/2014/main" id="{62A2BE4A-C195-41D2-812F-87C43AFD21B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0957230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220" name="Flowchart: Connector 12219">
                          <a:extLst>
                            <a:ext uri="{FF2B5EF4-FFF2-40B4-BE49-F238E27FC236}">
                              <a16:creationId xmlns:a16="http://schemas.microsoft.com/office/drawing/2014/main" id="{2209E424-00B3-428E-AD2F-088D225F5A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221" name="3D Model 12220" descr="Sphere">
                              <a:extLst>
                                <a:ext uri="{FF2B5EF4-FFF2-40B4-BE49-F238E27FC236}">
                                  <a16:creationId xmlns:a16="http://schemas.microsoft.com/office/drawing/2014/main" id="{7CC3640D-F700-4BBA-B4EF-EC48A5425BA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14380397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222" name="Flowchart: Connector 12221">
                          <a:extLst>
                            <a:ext uri="{FF2B5EF4-FFF2-40B4-BE49-F238E27FC236}">
                              <a16:creationId xmlns:a16="http://schemas.microsoft.com/office/drawing/2014/main" id="{FDB0F3CC-BA7F-45D9-BFD8-0D853053EC7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223" name="3D Model 12222" descr="Sphere">
                              <a:extLst>
                                <a:ext uri="{FF2B5EF4-FFF2-40B4-BE49-F238E27FC236}">
                                  <a16:creationId xmlns:a16="http://schemas.microsoft.com/office/drawing/2014/main" id="{F83C0434-214A-4AAD-9F79-D0996B9DF6D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38489028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1984" name="Group 11983">
                      <a:extLst>
                        <a:ext uri="{FF2B5EF4-FFF2-40B4-BE49-F238E27FC236}">
                          <a16:creationId xmlns:a16="http://schemas.microsoft.com/office/drawing/2014/main" id="{E04CE80E-60AB-4CBD-A085-3E55114965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2201" name="Flowchart: Connector 12200">
                        <a:extLst>
                          <a:ext uri="{FF2B5EF4-FFF2-40B4-BE49-F238E27FC236}">
                            <a16:creationId xmlns:a16="http://schemas.microsoft.com/office/drawing/2014/main" id="{F305F8E6-8742-4AAA-B4DA-2949A7AECF0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202" name="Flowchart: Connector 12201">
                        <a:extLst>
                          <a:ext uri="{FF2B5EF4-FFF2-40B4-BE49-F238E27FC236}">
                            <a16:creationId xmlns:a16="http://schemas.microsoft.com/office/drawing/2014/main" id="{1ABE24D4-ECF0-4CB3-B8E0-74CBDB4DC92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203" name="Flowchart: Connector 12202">
                        <a:extLst>
                          <a:ext uri="{FF2B5EF4-FFF2-40B4-BE49-F238E27FC236}">
                            <a16:creationId xmlns:a16="http://schemas.microsoft.com/office/drawing/2014/main" id="{29A42834-F9CC-4CF8-931F-DC9039E46BE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1985" name="Flowchart: Connector 11984">
                      <a:extLst>
                        <a:ext uri="{FF2B5EF4-FFF2-40B4-BE49-F238E27FC236}">
                          <a16:creationId xmlns:a16="http://schemas.microsoft.com/office/drawing/2014/main" id="{D3E55B00-DE52-44DA-925B-F04DA6B0C5B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1986" name="Flowchart: Connector 11985">
                      <a:extLst>
                        <a:ext uri="{FF2B5EF4-FFF2-40B4-BE49-F238E27FC236}">
                          <a16:creationId xmlns:a16="http://schemas.microsoft.com/office/drawing/2014/main" id="{5E38A4CA-0EF4-4533-995E-D8878ABC018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1987" name="Group 11986">
                      <a:extLst>
                        <a:ext uri="{FF2B5EF4-FFF2-40B4-BE49-F238E27FC236}">
                          <a16:creationId xmlns:a16="http://schemas.microsoft.com/office/drawing/2014/main" id="{9D17CB90-72B9-4F40-8B32-E8A489C1357C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12198" name="Flowchart: Connector 12197">
                        <a:extLst>
                          <a:ext uri="{FF2B5EF4-FFF2-40B4-BE49-F238E27FC236}">
                            <a16:creationId xmlns:a16="http://schemas.microsoft.com/office/drawing/2014/main" id="{765CA7B9-289C-4FB6-B174-329749DCE66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199" name="Flowchart: Connector 12198">
                        <a:extLst>
                          <a:ext uri="{FF2B5EF4-FFF2-40B4-BE49-F238E27FC236}">
                            <a16:creationId xmlns:a16="http://schemas.microsoft.com/office/drawing/2014/main" id="{9DFB4F0A-7C13-4DC9-A71A-509D9CC087C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200" name="Flowchart: Connector 12199">
                        <a:extLst>
                          <a:ext uri="{FF2B5EF4-FFF2-40B4-BE49-F238E27FC236}">
                            <a16:creationId xmlns:a16="http://schemas.microsoft.com/office/drawing/2014/main" id="{75442D35-0D0E-4E92-8F9A-6E174C9E579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1988" name="Group 11987">
                      <a:extLst>
                        <a:ext uri="{FF2B5EF4-FFF2-40B4-BE49-F238E27FC236}">
                          <a16:creationId xmlns:a16="http://schemas.microsoft.com/office/drawing/2014/main" id="{8F40A885-A864-4EA5-9AC5-03546DE72FC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12133" name="Group 12132">
                        <a:extLst>
                          <a:ext uri="{FF2B5EF4-FFF2-40B4-BE49-F238E27FC236}">
                            <a16:creationId xmlns:a16="http://schemas.microsoft.com/office/drawing/2014/main" id="{2EF093D8-85DD-4E99-BDE8-B5ECCA98F8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12194" name="Flowchart: Connector 12193">
                          <a:extLst>
                            <a:ext uri="{FF2B5EF4-FFF2-40B4-BE49-F238E27FC236}">
                              <a16:creationId xmlns:a16="http://schemas.microsoft.com/office/drawing/2014/main" id="{EDB35096-9ADB-4CCF-953B-289B47E3BD3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95" name="Flowchart: Connector 12194">
                          <a:extLst>
                            <a:ext uri="{FF2B5EF4-FFF2-40B4-BE49-F238E27FC236}">
                              <a16:creationId xmlns:a16="http://schemas.microsoft.com/office/drawing/2014/main" id="{385F7D71-62A3-4F17-968E-5B2BBCC0CA9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96" name="Flowchart: Connector 12195">
                          <a:extLst>
                            <a:ext uri="{FF2B5EF4-FFF2-40B4-BE49-F238E27FC236}">
                              <a16:creationId xmlns:a16="http://schemas.microsoft.com/office/drawing/2014/main" id="{48B9B18C-4849-41F1-B82A-E0EDC930BAA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97" name="Flowchart: Connector 12196">
                          <a:extLst>
                            <a:ext uri="{FF2B5EF4-FFF2-40B4-BE49-F238E27FC236}">
                              <a16:creationId xmlns:a16="http://schemas.microsoft.com/office/drawing/2014/main" id="{47356BFA-4D10-4C6F-97D0-0A1DF882BB9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134" name="Group 12133">
                        <a:extLst>
                          <a:ext uri="{FF2B5EF4-FFF2-40B4-BE49-F238E27FC236}">
                            <a16:creationId xmlns:a16="http://schemas.microsoft.com/office/drawing/2014/main" id="{B77B56BA-4A4F-4EE5-AF51-235B257BC4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12135" name="Group 12134">
                          <a:extLst>
                            <a:ext uri="{FF2B5EF4-FFF2-40B4-BE49-F238E27FC236}">
                              <a16:creationId xmlns:a16="http://schemas.microsoft.com/office/drawing/2014/main" id="{CE9A195F-456A-48B7-BC7D-C32DD641EB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2186" name="Flowchart: Connector 12185">
                            <a:extLst>
                              <a:ext uri="{FF2B5EF4-FFF2-40B4-BE49-F238E27FC236}">
                                <a16:creationId xmlns:a16="http://schemas.microsoft.com/office/drawing/2014/main" id="{F1285CA1-AAF4-4523-B031-D0F6844BF7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87" name="3D Model 12186" descr="Sphere">
                                <a:extLst>
                                  <a:ext uri="{FF2B5EF4-FFF2-40B4-BE49-F238E27FC236}">
                                    <a16:creationId xmlns:a16="http://schemas.microsoft.com/office/drawing/2014/main" id="{77407613-B62D-4B80-9F99-5425E7EE145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9869439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88" name="Flowchart: Connector 12187">
                            <a:extLst>
                              <a:ext uri="{FF2B5EF4-FFF2-40B4-BE49-F238E27FC236}">
                                <a16:creationId xmlns:a16="http://schemas.microsoft.com/office/drawing/2014/main" id="{77BA6283-1055-4AE9-9D25-38F9A5F9403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89" name="3D Model 12188" descr="Sphere">
                                <a:extLst>
                                  <a:ext uri="{FF2B5EF4-FFF2-40B4-BE49-F238E27FC236}">
                                    <a16:creationId xmlns:a16="http://schemas.microsoft.com/office/drawing/2014/main" id="{345AE2AE-0CB0-490B-B811-6EEA435B454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731117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90" name="Flowchart: Connector 12189">
                            <a:extLst>
                              <a:ext uri="{FF2B5EF4-FFF2-40B4-BE49-F238E27FC236}">
                                <a16:creationId xmlns:a16="http://schemas.microsoft.com/office/drawing/2014/main" id="{0523F761-128E-4C18-9015-AD4B64231C3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91" name="3D Model 12190" descr="Sphere">
                                <a:extLst>
                                  <a:ext uri="{FF2B5EF4-FFF2-40B4-BE49-F238E27FC236}">
                                    <a16:creationId xmlns:a16="http://schemas.microsoft.com/office/drawing/2014/main" id="{116913A3-66D8-4AF9-B10E-8FE3630E588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58273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92" name="Flowchart: Connector 12191">
                            <a:extLst>
                              <a:ext uri="{FF2B5EF4-FFF2-40B4-BE49-F238E27FC236}">
                                <a16:creationId xmlns:a16="http://schemas.microsoft.com/office/drawing/2014/main" id="{3D8CE73D-DE43-46F8-97EC-8B4D0750CA5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93" name="3D Model 12192" descr="Sphere">
                                <a:extLst>
                                  <a:ext uri="{FF2B5EF4-FFF2-40B4-BE49-F238E27FC236}">
                                    <a16:creationId xmlns:a16="http://schemas.microsoft.com/office/drawing/2014/main" id="{E3A1EDF5-768A-4701-97F9-52DA29BD873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1058212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136" name="Group 12135">
                          <a:extLst>
                            <a:ext uri="{FF2B5EF4-FFF2-40B4-BE49-F238E27FC236}">
                              <a16:creationId xmlns:a16="http://schemas.microsoft.com/office/drawing/2014/main" id="{AAB80603-86FB-4C34-96A3-78A8B04B24B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2170" name="Flowchart: Connector 12169">
                            <a:extLst>
                              <a:ext uri="{FF2B5EF4-FFF2-40B4-BE49-F238E27FC236}">
                                <a16:creationId xmlns:a16="http://schemas.microsoft.com/office/drawing/2014/main" id="{B7E2E94B-D8FA-4D14-9134-38AAD6F3FF0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71" name="Flowchart: Connector 12170">
                            <a:extLst>
                              <a:ext uri="{FF2B5EF4-FFF2-40B4-BE49-F238E27FC236}">
                                <a16:creationId xmlns:a16="http://schemas.microsoft.com/office/drawing/2014/main" id="{6731E843-9593-443D-9C25-E2C679FA76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72" name="Flowchart: Connector 12171">
                            <a:extLst>
                              <a:ext uri="{FF2B5EF4-FFF2-40B4-BE49-F238E27FC236}">
                                <a16:creationId xmlns:a16="http://schemas.microsoft.com/office/drawing/2014/main" id="{09167FF2-0C9E-4CAD-99D0-FFAA406A004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73" name="Flowchart: Connector 12172">
                            <a:extLst>
                              <a:ext uri="{FF2B5EF4-FFF2-40B4-BE49-F238E27FC236}">
                                <a16:creationId xmlns:a16="http://schemas.microsoft.com/office/drawing/2014/main" id="{6E4B2CA7-1665-4953-AFAA-0431509AEC0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74" name="Flowchart: Connector 12173">
                            <a:extLst>
                              <a:ext uri="{FF2B5EF4-FFF2-40B4-BE49-F238E27FC236}">
                                <a16:creationId xmlns:a16="http://schemas.microsoft.com/office/drawing/2014/main" id="{956230A2-00A1-493F-BB2B-A976A855752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75" name="Flowchart: Connector 12174">
                            <a:extLst>
                              <a:ext uri="{FF2B5EF4-FFF2-40B4-BE49-F238E27FC236}">
                                <a16:creationId xmlns:a16="http://schemas.microsoft.com/office/drawing/2014/main" id="{55F7A244-AB04-43A4-A10D-759428303D1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76" name="Flowchart: Connector 12175">
                            <a:extLst>
                              <a:ext uri="{FF2B5EF4-FFF2-40B4-BE49-F238E27FC236}">
                                <a16:creationId xmlns:a16="http://schemas.microsoft.com/office/drawing/2014/main" id="{668EB82F-F48F-4347-82FC-B1C247B0A7B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77" name="Flowchart: Connector 12176">
                            <a:extLst>
                              <a:ext uri="{FF2B5EF4-FFF2-40B4-BE49-F238E27FC236}">
                                <a16:creationId xmlns:a16="http://schemas.microsoft.com/office/drawing/2014/main" id="{2DA99CC9-A491-4CF3-B26F-3A41A290EB1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78" name="Flowchart: Connector 12177">
                            <a:extLst>
                              <a:ext uri="{FF2B5EF4-FFF2-40B4-BE49-F238E27FC236}">
                                <a16:creationId xmlns:a16="http://schemas.microsoft.com/office/drawing/2014/main" id="{7BA373C1-6491-4080-A201-EDB6B6B281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79" name="3D Model 12178" descr="Sphere">
                                <a:extLst>
                                  <a:ext uri="{FF2B5EF4-FFF2-40B4-BE49-F238E27FC236}">
                                    <a16:creationId xmlns:a16="http://schemas.microsoft.com/office/drawing/2014/main" id="{1D99BA02-91A9-4F8B-9937-B4386403A41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79747131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80" name="Flowchart: Connector 12179">
                            <a:extLst>
                              <a:ext uri="{FF2B5EF4-FFF2-40B4-BE49-F238E27FC236}">
                                <a16:creationId xmlns:a16="http://schemas.microsoft.com/office/drawing/2014/main" id="{0D184FF2-7BA2-446F-9F7A-69CFC89431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81" name="3D Model 12180" descr="Sphere">
                                <a:extLst>
                                  <a:ext uri="{FF2B5EF4-FFF2-40B4-BE49-F238E27FC236}">
                                    <a16:creationId xmlns:a16="http://schemas.microsoft.com/office/drawing/2014/main" id="{8E6CE33F-9AB7-48A6-9941-EB9E43BECE5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9438524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82" name="Flowchart: Connector 12181">
                            <a:extLst>
                              <a:ext uri="{FF2B5EF4-FFF2-40B4-BE49-F238E27FC236}">
                                <a16:creationId xmlns:a16="http://schemas.microsoft.com/office/drawing/2014/main" id="{E854CFC9-8160-47AF-B991-26310FBB7CF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83" name="3D Model 12182" descr="Sphere">
                                <a:extLst>
                                  <a:ext uri="{FF2B5EF4-FFF2-40B4-BE49-F238E27FC236}">
                                    <a16:creationId xmlns:a16="http://schemas.microsoft.com/office/drawing/2014/main" id="{0264FE69-9046-46DA-8423-0D0875E533E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1089771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84" name="Flowchart: Connector 12183">
                            <a:extLst>
                              <a:ext uri="{FF2B5EF4-FFF2-40B4-BE49-F238E27FC236}">
                                <a16:creationId xmlns:a16="http://schemas.microsoft.com/office/drawing/2014/main" id="{BAA99FB6-D16F-4125-B28F-6F40DB56B5B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85" name="3D Model 12184" descr="Sphere">
                                <a:extLst>
                                  <a:ext uri="{FF2B5EF4-FFF2-40B4-BE49-F238E27FC236}">
                                    <a16:creationId xmlns:a16="http://schemas.microsoft.com/office/drawing/2014/main" id="{8D88E678-4BE9-4E64-AB9A-801B8AAC3CF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3611043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137" name="Group 12136">
                          <a:extLst>
                            <a:ext uri="{FF2B5EF4-FFF2-40B4-BE49-F238E27FC236}">
                              <a16:creationId xmlns:a16="http://schemas.microsoft.com/office/drawing/2014/main" id="{C13E2729-9D6C-416F-A58C-E55A6DE8B47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2154" name="Flowchart: Connector 12153">
                            <a:extLst>
                              <a:ext uri="{FF2B5EF4-FFF2-40B4-BE49-F238E27FC236}">
                                <a16:creationId xmlns:a16="http://schemas.microsoft.com/office/drawing/2014/main" id="{AE222A56-719E-4115-9125-FCEC2921F2E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55" name="Flowchart: Connector 12154">
                            <a:extLst>
                              <a:ext uri="{FF2B5EF4-FFF2-40B4-BE49-F238E27FC236}">
                                <a16:creationId xmlns:a16="http://schemas.microsoft.com/office/drawing/2014/main" id="{22BC2BD4-18B7-45A7-8BE0-B8355286B5B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56" name="Flowchart: Connector 12155">
                            <a:extLst>
                              <a:ext uri="{FF2B5EF4-FFF2-40B4-BE49-F238E27FC236}">
                                <a16:creationId xmlns:a16="http://schemas.microsoft.com/office/drawing/2014/main" id="{BBC6E401-4E28-4525-8347-FC41364FF9B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57" name="Flowchart: Connector 12156">
                            <a:extLst>
                              <a:ext uri="{FF2B5EF4-FFF2-40B4-BE49-F238E27FC236}">
                                <a16:creationId xmlns:a16="http://schemas.microsoft.com/office/drawing/2014/main" id="{03F2D0A6-9782-42DD-9B73-340419A6BCD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58" name="Flowchart: Connector 12157">
                            <a:extLst>
                              <a:ext uri="{FF2B5EF4-FFF2-40B4-BE49-F238E27FC236}">
                                <a16:creationId xmlns:a16="http://schemas.microsoft.com/office/drawing/2014/main" id="{E6388113-23C5-4B5E-B1C8-0CDC7FAAA39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59" name="Flowchart: Connector 12158">
                            <a:extLst>
                              <a:ext uri="{FF2B5EF4-FFF2-40B4-BE49-F238E27FC236}">
                                <a16:creationId xmlns:a16="http://schemas.microsoft.com/office/drawing/2014/main" id="{5D4D8339-E552-4964-9692-A4C7E13AF99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60" name="Flowchart: Connector 12159">
                            <a:extLst>
                              <a:ext uri="{FF2B5EF4-FFF2-40B4-BE49-F238E27FC236}">
                                <a16:creationId xmlns:a16="http://schemas.microsoft.com/office/drawing/2014/main" id="{D9AC7760-9714-4CED-8E95-1EBEC164F80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61" name="Flowchart: Connector 12160">
                            <a:extLst>
                              <a:ext uri="{FF2B5EF4-FFF2-40B4-BE49-F238E27FC236}">
                                <a16:creationId xmlns:a16="http://schemas.microsoft.com/office/drawing/2014/main" id="{C388CEAB-F3FF-4CD0-A1F5-BD0DC1BADC0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62" name="Flowchart: Connector 12161">
                            <a:extLst>
                              <a:ext uri="{FF2B5EF4-FFF2-40B4-BE49-F238E27FC236}">
                                <a16:creationId xmlns:a16="http://schemas.microsoft.com/office/drawing/2014/main" id="{4942EB74-CBD1-42B2-BB19-7FE5AD7C5BE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63" name="3D Model 12162" descr="Sphere">
                                <a:extLst>
                                  <a:ext uri="{FF2B5EF4-FFF2-40B4-BE49-F238E27FC236}">
                                    <a16:creationId xmlns:a16="http://schemas.microsoft.com/office/drawing/2014/main" id="{F46A2265-4B8B-4D84-9912-1F63E048E7D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8447850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64" name="Flowchart: Connector 12163">
                            <a:extLst>
                              <a:ext uri="{FF2B5EF4-FFF2-40B4-BE49-F238E27FC236}">
                                <a16:creationId xmlns:a16="http://schemas.microsoft.com/office/drawing/2014/main" id="{590476C7-222A-4E70-AA9F-CCD1E1D9173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65" name="3D Model 12164" descr="Sphere">
                                <a:extLst>
                                  <a:ext uri="{FF2B5EF4-FFF2-40B4-BE49-F238E27FC236}">
                                    <a16:creationId xmlns:a16="http://schemas.microsoft.com/office/drawing/2014/main" id="{1684E626-0D97-4B44-B4BC-F7C86930EE9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8166591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66" name="Flowchart: Connector 12165">
                            <a:extLst>
                              <a:ext uri="{FF2B5EF4-FFF2-40B4-BE49-F238E27FC236}">
                                <a16:creationId xmlns:a16="http://schemas.microsoft.com/office/drawing/2014/main" id="{DFE52AB9-0D79-4567-809E-ECDA09A913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67" name="3D Model 12166" descr="Sphere">
                                <a:extLst>
                                  <a:ext uri="{FF2B5EF4-FFF2-40B4-BE49-F238E27FC236}">
                                    <a16:creationId xmlns:a16="http://schemas.microsoft.com/office/drawing/2014/main" id="{F110C929-6245-4A39-A11B-CAB3C98ABA1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8332037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68" name="Flowchart: Connector 12167">
                            <a:extLst>
                              <a:ext uri="{FF2B5EF4-FFF2-40B4-BE49-F238E27FC236}">
                                <a16:creationId xmlns:a16="http://schemas.microsoft.com/office/drawing/2014/main" id="{3EA6B518-AAED-49DA-ADF8-787CDE2FBA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69" name="3D Model 12168" descr="Sphere">
                                <a:extLst>
                                  <a:ext uri="{FF2B5EF4-FFF2-40B4-BE49-F238E27FC236}">
                                    <a16:creationId xmlns:a16="http://schemas.microsoft.com/office/drawing/2014/main" id="{7D0A3080-F830-4C2C-8E40-6CC82B79D85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421558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138" name="Flowchart: Connector 12137">
                          <a:extLst>
                            <a:ext uri="{FF2B5EF4-FFF2-40B4-BE49-F238E27FC236}">
                              <a16:creationId xmlns:a16="http://schemas.microsoft.com/office/drawing/2014/main" id="{56E648F6-90FE-4B11-9F27-2BEA476FB19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39" name="Flowchart: Connector 12138">
                          <a:extLst>
                            <a:ext uri="{FF2B5EF4-FFF2-40B4-BE49-F238E27FC236}">
                              <a16:creationId xmlns:a16="http://schemas.microsoft.com/office/drawing/2014/main" id="{C76B7A8E-0993-4BA6-AC47-172EFB0DB95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40" name="Flowchart: Connector 12139">
                          <a:extLst>
                            <a:ext uri="{FF2B5EF4-FFF2-40B4-BE49-F238E27FC236}">
                              <a16:creationId xmlns:a16="http://schemas.microsoft.com/office/drawing/2014/main" id="{B0E8C2D1-51F3-43F3-B106-1EE2F7F019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41" name="Flowchart: Connector 12140">
                          <a:extLst>
                            <a:ext uri="{FF2B5EF4-FFF2-40B4-BE49-F238E27FC236}">
                              <a16:creationId xmlns:a16="http://schemas.microsoft.com/office/drawing/2014/main" id="{0EB008C1-764E-4186-A331-699FDE8AF1B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42" name="Flowchart: Connector 12141">
                          <a:extLst>
                            <a:ext uri="{FF2B5EF4-FFF2-40B4-BE49-F238E27FC236}">
                              <a16:creationId xmlns:a16="http://schemas.microsoft.com/office/drawing/2014/main" id="{CCE1FB27-EB1A-4987-B103-A8175695085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43" name="Flowchart: Connector 12142">
                          <a:extLst>
                            <a:ext uri="{FF2B5EF4-FFF2-40B4-BE49-F238E27FC236}">
                              <a16:creationId xmlns:a16="http://schemas.microsoft.com/office/drawing/2014/main" id="{15ABC7EF-3193-4E83-99D9-87055A4A82A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44" name="Flowchart: Connector 12143">
                          <a:extLst>
                            <a:ext uri="{FF2B5EF4-FFF2-40B4-BE49-F238E27FC236}">
                              <a16:creationId xmlns:a16="http://schemas.microsoft.com/office/drawing/2014/main" id="{B8D5B092-0EA2-45E3-8019-69FA75942E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45" name="Flowchart: Connector 12144">
                          <a:extLst>
                            <a:ext uri="{FF2B5EF4-FFF2-40B4-BE49-F238E27FC236}">
                              <a16:creationId xmlns:a16="http://schemas.microsoft.com/office/drawing/2014/main" id="{5DB901BE-1429-4009-9363-C0D47EDC298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46" name="Flowchart: Connector 12145">
                          <a:extLst>
                            <a:ext uri="{FF2B5EF4-FFF2-40B4-BE49-F238E27FC236}">
                              <a16:creationId xmlns:a16="http://schemas.microsoft.com/office/drawing/2014/main" id="{08EF095B-DB65-48C9-8238-16159A0D5D3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147" name="3D Model 12146" descr="Sphere">
                              <a:extLst>
                                <a:ext uri="{FF2B5EF4-FFF2-40B4-BE49-F238E27FC236}">
                                  <a16:creationId xmlns:a16="http://schemas.microsoft.com/office/drawing/2014/main" id="{B9BC42A9-553C-4822-8F2C-A21D00EE33D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65240521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148" name="Flowchart: Connector 12147">
                          <a:extLst>
                            <a:ext uri="{FF2B5EF4-FFF2-40B4-BE49-F238E27FC236}">
                              <a16:creationId xmlns:a16="http://schemas.microsoft.com/office/drawing/2014/main" id="{FA639BFF-724A-453A-A807-E32F4100F9A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149" name="3D Model 12148" descr="Sphere">
                              <a:extLst>
                                <a:ext uri="{FF2B5EF4-FFF2-40B4-BE49-F238E27FC236}">
                                  <a16:creationId xmlns:a16="http://schemas.microsoft.com/office/drawing/2014/main" id="{8FE3F233-FBA4-4F3F-AA92-0DB1691BB70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72717298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150" name="Flowchart: Connector 12149">
                          <a:extLst>
                            <a:ext uri="{FF2B5EF4-FFF2-40B4-BE49-F238E27FC236}">
                              <a16:creationId xmlns:a16="http://schemas.microsoft.com/office/drawing/2014/main" id="{4A1E347C-CA81-4774-B8D4-4828B59ED10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151" name="3D Model 12150" descr="Sphere">
                              <a:extLst>
                                <a:ext uri="{FF2B5EF4-FFF2-40B4-BE49-F238E27FC236}">
                                  <a16:creationId xmlns:a16="http://schemas.microsoft.com/office/drawing/2014/main" id="{F236056D-691A-49FF-8EA7-1360B8F9B3B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85495464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152" name="Flowchart: Connector 12151">
                          <a:extLst>
                            <a:ext uri="{FF2B5EF4-FFF2-40B4-BE49-F238E27FC236}">
                              <a16:creationId xmlns:a16="http://schemas.microsoft.com/office/drawing/2014/main" id="{3A6ED123-5755-4044-B14B-DB432C54DC5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153" name="3D Model 12152" descr="Sphere">
                              <a:extLst>
                                <a:ext uri="{FF2B5EF4-FFF2-40B4-BE49-F238E27FC236}">
                                  <a16:creationId xmlns:a16="http://schemas.microsoft.com/office/drawing/2014/main" id="{3D4971E9-782D-4E05-B991-F12DC5DF5F8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72907174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1989" name="Group 11988">
                      <a:extLst>
                        <a:ext uri="{FF2B5EF4-FFF2-40B4-BE49-F238E27FC236}">
                          <a16:creationId xmlns:a16="http://schemas.microsoft.com/office/drawing/2014/main" id="{DCFA73AE-9FA0-49B2-9C7B-38EA3CF1111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2130" name="Flowchart: Connector 12129">
                        <a:extLst>
                          <a:ext uri="{FF2B5EF4-FFF2-40B4-BE49-F238E27FC236}">
                            <a16:creationId xmlns:a16="http://schemas.microsoft.com/office/drawing/2014/main" id="{8E49FDC0-AF3A-4A13-BAD5-F7947D6EA7E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131" name="Flowchart: Connector 12130">
                        <a:extLst>
                          <a:ext uri="{FF2B5EF4-FFF2-40B4-BE49-F238E27FC236}">
                            <a16:creationId xmlns:a16="http://schemas.microsoft.com/office/drawing/2014/main" id="{66996A31-0825-4F8F-ACD5-3D254544857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132" name="Flowchart: Connector 12131">
                        <a:extLst>
                          <a:ext uri="{FF2B5EF4-FFF2-40B4-BE49-F238E27FC236}">
                            <a16:creationId xmlns:a16="http://schemas.microsoft.com/office/drawing/2014/main" id="{D858A608-BC2B-473E-87A8-3459F3C1C0E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1990" name="Flowchart: Connector 11989">
                      <a:extLst>
                        <a:ext uri="{FF2B5EF4-FFF2-40B4-BE49-F238E27FC236}">
                          <a16:creationId xmlns:a16="http://schemas.microsoft.com/office/drawing/2014/main" id="{582FBC40-6D6A-4AE3-9D4F-83FCA25DA04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1991" name="Flowchart: Connector 11990">
                      <a:extLst>
                        <a:ext uri="{FF2B5EF4-FFF2-40B4-BE49-F238E27FC236}">
                          <a16:creationId xmlns:a16="http://schemas.microsoft.com/office/drawing/2014/main" id="{BBE60395-7760-4153-BB5D-415659A0F9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1992" name="Group 11991">
                      <a:extLst>
                        <a:ext uri="{FF2B5EF4-FFF2-40B4-BE49-F238E27FC236}">
                          <a16:creationId xmlns:a16="http://schemas.microsoft.com/office/drawing/2014/main" id="{CD1AF030-B313-4DA8-877C-702A986EB041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12127" name="Flowchart: Connector 12126">
                        <a:extLst>
                          <a:ext uri="{FF2B5EF4-FFF2-40B4-BE49-F238E27FC236}">
                            <a16:creationId xmlns:a16="http://schemas.microsoft.com/office/drawing/2014/main" id="{9066771B-1A4C-4CAA-95F4-0A9F01FA517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128" name="Flowchart: Connector 12127">
                        <a:extLst>
                          <a:ext uri="{FF2B5EF4-FFF2-40B4-BE49-F238E27FC236}">
                            <a16:creationId xmlns:a16="http://schemas.microsoft.com/office/drawing/2014/main" id="{C9DAAC71-F4BC-4C69-A88A-6A097A67BD0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129" name="Flowchart: Connector 12128">
                        <a:extLst>
                          <a:ext uri="{FF2B5EF4-FFF2-40B4-BE49-F238E27FC236}">
                            <a16:creationId xmlns:a16="http://schemas.microsoft.com/office/drawing/2014/main" id="{1CB675D4-5D45-4438-8589-A015996A34C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1993" name="Group 11992">
                      <a:extLst>
                        <a:ext uri="{FF2B5EF4-FFF2-40B4-BE49-F238E27FC236}">
                          <a16:creationId xmlns:a16="http://schemas.microsoft.com/office/drawing/2014/main" id="{F3F1327E-012F-4B24-85B2-02D258C7EC9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12062" name="Group 12061">
                        <a:extLst>
                          <a:ext uri="{FF2B5EF4-FFF2-40B4-BE49-F238E27FC236}">
                            <a16:creationId xmlns:a16="http://schemas.microsoft.com/office/drawing/2014/main" id="{116171A8-CBB2-423B-81D7-47026CE47F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12123" name="Flowchart: Connector 12122">
                          <a:extLst>
                            <a:ext uri="{FF2B5EF4-FFF2-40B4-BE49-F238E27FC236}">
                              <a16:creationId xmlns:a16="http://schemas.microsoft.com/office/drawing/2014/main" id="{FF8BF508-B6AF-4AE1-8BFF-54022551594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24" name="Flowchart: Connector 12123">
                          <a:extLst>
                            <a:ext uri="{FF2B5EF4-FFF2-40B4-BE49-F238E27FC236}">
                              <a16:creationId xmlns:a16="http://schemas.microsoft.com/office/drawing/2014/main" id="{FC95AE2E-3FDB-4C21-AF08-1F1EF8E8386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25" name="Flowchart: Connector 12124">
                          <a:extLst>
                            <a:ext uri="{FF2B5EF4-FFF2-40B4-BE49-F238E27FC236}">
                              <a16:creationId xmlns:a16="http://schemas.microsoft.com/office/drawing/2014/main" id="{ACBA7A64-1016-4B25-BAEB-BCB97A3FA4E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126" name="Flowchart: Connector 12125">
                          <a:extLst>
                            <a:ext uri="{FF2B5EF4-FFF2-40B4-BE49-F238E27FC236}">
                              <a16:creationId xmlns:a16="http://schemas.microsoft.com/office/drawing/2014/main" id="{4B4C29D9-36D9-4E17-8157-C56C4EEA781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063" name="Group 12062">
                        <a:extLst>
                          <a:ext uri="{FF2B5EF4-FFF2-40B4-BE49-F238E27FC236}">
                            <a16:creationId xmlns:a16="http://schemas.microsoft.com/office/drawing/2014/main" id="{77302DE6-6B00-4DF4-A854-EA19D6096A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12064" name="Group 12063">
                          <a:extLst>
                            <a:ext uri="{FF2B5EF4-FFF2-40B4-BE49-F238E27FC236}">
                              <a16:creationId xmlns:a16="http://schemas.microsoft.com/office/drawing/2014/main" id="{8C254551-F6DF-4138-9D2E-3CC455326BC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2115" name="Flowchart: Connector 12114">
                            <a:extLst>
                              <a:ext uri="{FF2B5EF4-FFF2-40B4-BE49-F238E27FC236}">
                                <a16:creationId xmlns:a16="http://schemas.microsoft.com/office/drawing/2014/main" id="{F382F6DC-3915-4F89-AD00-EDF8A5C98C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16" name="3D Model 12115" descr="Sphere">
                                <a:extLst>
                                  <a:ext uri="{FF2B5EF4-FFF2-40B4-BE49-F238E27FC236}">
                                    <a16:creationId xmlns:a16="http://schemas.microsoft.com/office/drawing/2014/main" id="{883E083E-1313-4701-A3DC-A88DF5AB7AC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756138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17" name="Flowchart: Connector 12116">
                            <a:extLst>
                              <a:ext uri="{FF2B5EF4-FFF2-40B4-BE49-F238E27FC236}">
                                <a16:creationId xmlns:a16="http://schemas.microsoft.com/office/drawing/2014/main" id="{63A90069-D758-473D-8BA3-FD21D920B93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18" name="3D Model 12117" descr="Sphere">
                                <a:extLst>
                                  <a:ext uri="{FF2B5EF4-FFF2-40B4-BE49-F238E27FC236}">
                                    <a16:creationId xmlns:a16="http://schemas.microsoft.com/office/drawing/2014/main" id="{620D3FE7-769B-4165-89BB-E6FD1371627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4456998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19" name="Flowchart: Connector 12118">
                            <a:extLst>
                              <a:ext uri="{FF2B5EF4-FFF2-40B4-BE49-F238E27FC236}">
                                <a16:creationId xmlns:a16="http://schemas.microsoft.com/office/drawing/2014/main" id="{DBCA20AB-821D-4E67-A4D4-FA1C30B4C46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20" name="3D Model 12119" descr="Sphere">
                                <a:extLst>
                                  <a:ext uri="{FF2B5EF4-FFF2-40B4-BE49-F238E27FC236}">
                                    <a16:creationId xmlns:a16="http://schemas.microsoft.com/office/drawing/2014/main" id="{E2107B98-F513-41C3-8D44-FD145A8179B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7822445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21" name="Flowchart: Connector 12120">
                            <a:extLst>
                              <a:ext uri="{FF2B5EF4-FFF2-40B4-BE49-F238E27FC236}">
                                <a16:creationId xmlns:a16="http://schemas.microsoft.com/office/drawing/2014/main" id="{F1FA7E58-349F-4D56-BDE1-D7881A76CF2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22" name="3D Model 12121" descr="Sphere">
                                <a:extLst>
                                  <a:ext uri="{FF2B5EF4-FFF2-40B4-BE49-F238E27FC236}">
                                    <a16:creationId xmlns:a16="http://schemas.microsoft.com/office/drawing/2014/main" id="{7E747FC9-7200-40CE-B3C1-6815606ABFC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7417077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065" name="Group 12064">
                          <a:extLst>
                            <a:ext uri="{FF2B5EF4-FFF2-40B4-BE49-F238E27FC236}">
                              <a16:creationId xmlns:a16="http://schemas.microsoft.com/office/drawing/2014/main" id="{1F19F506-286D-418A-BADE-706933297BC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2099" name="Flowchart: Connector 12098">
                            <a:extLst>
                              <a:ext uri="{FF2B5EF4-FFF2-40B4-BE49-F238E27FC236}">
                                <a16:creationId xmlns:a16="http://schemas.microsoft.com/office/drawing/2014/main" id="{BC6E1E95-E88E-40DC-ACD5-93CB712F5A6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00" name="Flowchart: Connector 12099">
                            <a:extLst>
                              <a:ext uri="{FF2B5EF4-FFF2-40B4-BE49-F238E27FC236}">
                                <a16:creationId xmlns:a16="http://schemas.microsoft.com/office/drawing/2014/main" id="{BF150C59-290C-4B74-94B2-24C7C0EE7B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01" name="Flowchart: Connector 12100">
                            <a:extLst>
                              <a:ext uri="{FF2B5EF4-FFF2-40B4-BE49-F238E27FC236}">
                                <a16:creationId xmlns:a16="http://schemas.microsoft.com/office/drawing/2014/main" id="{1A14D73F-CC2A-4EF0-B376-76FE9F98EBD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02" name="Flowchart: Connector 12101">
                            <a:extLst>
                              <a:ext uri="{FF2B5EF4-FFF2-40B4-BE49-F238E27FC236}">
                                <a16:creationId xmlns:a16="http://schemas.microsoft.com/office/drawing/2014/main" id="{B5028891-4979-4CB4-94C7-BED2027E4ED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03" name="Flowchart: Connector 12102">
                            <a:extLst>
                              <a:ext uri="{FF2B5EF4-FFF2-40B4-BE49-F238E27FC236}">
                                <a16:creationId xmlns:a16="http://schemas.microsoft.com/office/drawing/2014/main" id="{55602123-CB06-45BA-8037-0546101A7C1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04" name="Flowchart: Connector 12103">
                            <a:extLst>
                              <a:ext uri="{FF2B5EF4-FFF2-40B4-BE49-F238E27FC236}">
                                <a16:creationId xmlns:a16="http://schemas.microsoft.com/office/drawing/2014/main" id="{DCFD5F86-9B4D-4E2D-852E-7C71499BAC3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05" name="Flowchart: Connector 12104">
                            <a:extLst>
                              <a:ext uri="{FF2B5EF4-FFF2-40B4-BE49-F238E27FC236}">
                                <a16:creationId xmlns:a16="http://schemas.microsoft.com/office/drawing/2014/main" id="{69A999BB-00AD-40E6-B3E2-718C82E86C0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06" name="Flowchart: Connector 12105">
                            <a:extLst>
                              <a:ext uri="{FF2B5EF4-FFF2-40B4-BE49-F238E27FC236}">
                                <a16:creationId xmlns:a16="http://schemas.microsoft.com/office/drawing/2014/main" id="{8B06D65E-A909-4295-8C29-838E01184D3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107" name="Flowchart: Connector 12106">
                            <a:extLst>
                              <a:ext uri="{FF2B5EF4-FFF2-40B4-BE49-F238E27FC236}">
                                <a16:creationId xmlns:a16="http://schemas.microsoft.com/office/drawing/2014/main" id="{7C9003AF-64A0-498A-B0CD-43CCB477EA9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08" name="3D Model 12107" descr="Sphere">
                                <a:extLst>
                                  <a:ext uri="{FF2B5EF4-FFF2-40B4-BE49-F238E27FC236}">
                                    <a16:creationId xmlns:a16="http://schemas.microsoft.com/office/drawing/2014/main" id="{3C331C04-338D-439D-B994-740AB433307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42504199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09" name="Flowchart: Connector 12108">
                            <a:extLst>
                              <a:ext uri="{FF2B5EF4-FFF2-40B4-BE49-F238E27FC236}">
                                <a16:creationId xmlns:a16="http://schemas.microsoft.com/office/drawing/2014/main" id="{75397EFE-39B8-4D18-866E-FC08190161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10" name="3D Model 12109" descr="Sphere">
                                <a:extLst>
                                  <a:ext uri="{FF2B5EF4-FFF2-40B4-BE49-F238E27FC236}">
                                    <a16:creationId xmlns:a16="http://schemas.microsoft.com/office/drawing/2014/main" id="{1E2DB8EC-5E83-420B-998C-A93CD8351A5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3847925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11" name="Flowchart: Connector 12110">
                            <a:extLst>
                              <a:ext uri="{FF2B5EF4-FFF2-40B4-BE49-F238E27FC236}">
                                <a16:creationId xmlns:a16="http://schemas.microsoft.com/office/drawing/2014/main" id="{082042B7-83E9-463E-9ADE-F3DFD6494E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12" name="3D Model 12111" descr="Sphere">
                                <a:extLst>
                                  <a:ext uri="{FF2B5EF4-FFF2-40B4-BE49-F238E27FC236}">
                                    <a16:creationId xmlns:a16="http://schemas.microsoft.com/office/drawing/2014/main" id="{D0BC618B-F511-4BD4-8E60-CE8E4A56208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2405141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113" name="Flowchart: Connector 12112">
                            <a:extLst>
                              <a:ext uri="{FF2B5EF4-FFF2-40B4-BE49-F238E27FC236}">
                                <a16:creationId xmlns:a16="http://schemas.microsoft.com/office/drawing/2014/main" id="{1AA5AACD-60C7-4E96-B43C-0141278705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114" name="3D Model 12113" descr="Sphere">
                                <a:extLst>
                                  <a:ext uri="{FF2B5EF4-FFF2-40B4-BE49-F238E27FC236}">
                                    <a16:creationId xmlns:a16="http://schemas.microsoft.com/office/drawing/2014/main" id="{0F4E787F-3C0C-4A76-A103-C12AAFA22AC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3720106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066" name="Group 12065">
                          <a:extLst>
                            <a:ext uri="{FF2B5EF4-FFF2-40B4-BE49-F238E27FC236}">
                              <a16:creationId xmlns:a16="http://schemas.microsoft.com/office/drawing/2014/main" id="{6D07C8AA-BAE2-4D98-92C3-5659BAF3353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2083" name="Flowchart: Connector 12082">
                            <a:extLst>
                              <a:ext uri="{FF2B5EF4-FFF2-40B4-BE49-F238E27FC236}">
                                <a16:creationId xmlns:a16="http://schemas.microsoft.com/office/drawing/2014/main" id="{3F5E4C8F-29EE-4533-B40A-1FB4068C0E5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84" name="Flowchart: Connector 12083">
                            <a:extLst>
                              <a:ext uri="{FF2B5EF4-FFF2-40B4-BE49-F238E27FC236}">
                                <a16:creationId xmlns:a16="http://schemas.microsoft.com/office/drawing/2014/main" id="{4A449392-2B0B-4253-B054-7AC4C586D79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85" name="Flowchart: Connector 12084">
                            <a:extLst>
                              <a:ext uri="{FF2B5EF4-FFF2-40B4-BE49-F238E27FC236}">
                                <a16:creationId xmlns:a16="http://schemas.microsoft.com/office/drawing/2014/main" id="{422CA9F2-18C6-4BC2-842D-F941810C937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86" name="Flowchart: Connector 12085">
                            <a:extLst>
                              <a:ext uri="{FF2B5EF4-FFF2-40B4-BE49-F238E27FC236}">
                                <a16:creationId xmlns:a16="http://schemas.microsoft.com/office/drawing/2014/main" id="{4E40E7F4-6175-4367-996F-E84DA8DCFF7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87" name="Flowchart: Connector 12086">
                            <a:extLst>
                              <a:ext uri="{FF2B5EF4-FFF2-40B4-BE49-F238E27FC236}">
                                <a16:creationId xmlns:a16="http://schemas.microsoft.com/office/drawing/2014/main" id="{17403B97-0597-496C-9118-DC6494F177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88" name="Flowchart: Connector 12087">
                            <a:extLst>
                              <a:ext uri="{FF2B5EF4-FFF2-40B4-BE49-F238E27FC236}">
                                <a16:creationId xmlns:a16="http://schemas.microsoft.com/office/drawing/2014/main" id="{BE7709B6-E4BB-4A3F-AEA5-245BE68CEED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89" name="Flowchart: Connector 12088">
                            <a:extLst>
                              <a:ext uri="{FF2B5EF4-FFF2-40B4-BE49-F238E27FC236}">
                                <a16:creationId xmlns:a16="http://schemas.microsoft.com/office/drawing/2014/main" id="{2B872A7C-772F-41E7-96AC-240F6F1E5C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90" name="Flowchart: Connector 12089">
                            <a:extLst>
                              <a:ext uri="{FF2B5EF4-FFF2-40B4-BE49-F238E27FC236}">
                                <a16:creationId xmlns:a16="http://schemas.microsoft.com/office/drawing/2014/main" id="{D4C55DF1-2648-410C-8716-ED4CF0D272D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091" name="Flowchart: Connector 12090">
                            <a:extLst>
                              <a:ext uri="{FF2B5EF4-FFF2-40B4-BE49-F238E27FC236}">
                                <a16:creationId xmlns:a16="http://schemas.microsoft.com/office/drawing/2014/main" id="{D129C0AB-E3A7-4015-BEF1-9DC22727DF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092" name="3D Model 12091" descr="Sphere">
                                <a:extLst>
                                  <a:ext uri="{FF2B5EF4-FFF2-40B4-BE49-F238E27FC236}">
                                    <a16:creationId xmlns:a16="http://schemas.microsoft.com/office/drawing/2014/main" id="{C150611D-CDD0-4537-908F-A57D2941FB0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4289922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093" name="Flowchart: Connector 12092">
                            <a:extLst>
                              <a:ext uri="{FF2B5EF4-FFF2-40B4-BE49-F238E27FC236}">
                                <a16:creationId xmlns:a16="http://schemas.microsoft.com/office/drawing/2014/main" id="{30A235A7-1BCC-4E87-B616-B87A2F94109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094" name="3D Model 12093" descr="Sphere">
                                <a:extLst>
                                  <a:ext uri="{FF2B5EF4-FFF2-40B4-BE49-F238E27FC236}">
                                    <a16:creationId xmlns:a16="http://schemas.microsoft.com/office/drawing/2014/main" id="{51BB1A1B-A7EA-40D3-8A2B-27FB820856D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6060988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095" name="Flowchart: Connector 12094">
                            <a:extLst>
                              <a:ext uri="{FF2B5EF4-FFF2-40B4-BE49-F238E27FC236}">
                                <a16:creationId xmlns:a16="http://schemas.microsoft.com/office/drawing/2014/main" id="{E673AEAC-EB76-41CE-8F2E-34D768573F3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096" name="3D Model 12095" descr="Sphere">
                                <a:extLst>
                                  <a:ext uri="{FF2B5EF4-FFF2-40B4-BE49-F238E27FC236}">
                                    <a16:creationId xmlns:a16="http://schemas.microsoft.com/office/drawing/2014/main" id="{60C497FF-5CD8-46A1-901C-8D8D764A4CD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8543387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097" name="Flowchart: Connector 12096">
                            <a:extLst>
                              <a:ext uri="{FF2B5EF4-FFF2-40B4-BE49-F238E27FC236}">
                                <a16:creationId xmlns:a16="http://schemas.microsoft.com/office/drawing/2014/main" id="{F23D1AA3-EEAE-44AE-95E7-DCEC138A38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098" name="3D Model 12097" descr="Sphere">
                                <a:extLst>
                                  <a:ext uri="{FF2B5EF4-FFF2-40B4-BE49-F238E27FC236}">
                                    <a16:creationId xmlns:a16="http://schemas.microsoft.com/office/drawing/2014/main" id="{E74EF18B-D8A3-46EA-8068-A9E0997D6F1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3136257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067" name="Flowchart: Connector 12066">
                          <a:extLst>
                            <a:ext uri="{FF2B5EF4-FFF2-40B4-BE49-F238E27FC236}">
                              <a16:creationId xmlns:a16="http://schemas.microsoft.com/office/drawing/2014/main" id="{D5A7B8B2-D933-4917-A726-3FBF4127870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68" name="Flowchart: Connector 12067">
                          <a:extLst>
                            <a:ext uri="{FF2B5EF4-FFF2-40B4-BE49-F238E27FC236}">
                              <a16:creationId xmlns:a16="http://schemas.microsoft.com/office/drawing/2014/main" id="{502F5181-D114-4F20-B9D8-94824E04657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69" name="Flowchart: Connector 12068">
                          <a:extLst>
                            <a:ext uri="{FF2B5EF4-FFF2-40B4-BE49-F238E27FC236}">
                              <a16:creationId xmlns:a16="http://schemas.microsoft.com/office/drawing/2014/main" id="{47DABD7B-694A-4D5F-90CC-0F248E3A699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70" name="Flowchart: Connector 12069">
                          <a:extLst>
                            <a:ext uri="{FF2B5EF4-FFF2-40B4-BE49-F238E27FC236}">
                              <a16:creationId xmlns:a16="http://schemas.microsoft.com/office/drawing/2014/main" id="{8429919A-16BC-4A01-8D88-03F50FA7B06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71" name="Flowchart: Connector 12070">
                          <a:extLst>
                            <a:ext uri="{FF2B5EF4-FFF2-40B4-BE49-F238E27FC236}">
                              <a16:creationId xmlns:a16="http://schemas.microsoft.com/office/drawing/2014/main" id="{C1BD8ACF-A03A-41B7-BE9C-18F1795065A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72" name="Flowchart: Connector 12071">
                          <a:extLst>
                            <a:ext uri="{FF2B5EF4-FFF2-40B4-BE49-F238E27FC236}">
                              <a16:creationId xmlns:a16="http://schemas.microsoft.com/office/drawing/2014/main" id="{55E5FCF9-C033-4CEB-8D70-58F0C1B815B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73" name="Flowchart: Connector 12072">
                          <a:extLst>
                            <a:ext uri="{FF2B5EF4-FFF2-40B4-BE49-F238E27FC236}">
                              <a16:creationId xmlns:a16="http://schemas.microsoft.com/office/drawing/2014/main" id="{18082049-78EE-498A-A77A-DABEA66D13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74" name="Flowchart: Connector 12073">
                          <a:extLst>
                            <a:ext uri="{FF2B5EF4-FFF2-40B4-BE49-F238E27FC236}">
                              <a16:creationId xmlns:a16="http://schemas.microsoft.com/office/drawing/2014/main" id="{16AD4DBE-BAD3-406A-840F-0D1F87F3534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75" name="Flowchart: Connector 12074">
                          <a:extLst>
                            <a:ext uri="{FF2B5EF4-FFF2-40B4-BE49-F238E27FC236}">
                              <a16:creationId xmlns:a16="http://schemas.microsoft.com/office/drawing/2014/main" id="{18A3688A-E8DA-40CF-A9D3-2EDF64EA354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76" name="3D Model 12075" descr="Sphere">
                              <a:extLst>
                                <a:ext uri="{FF2B5EF4-FFF2-40B4-BE49-F238E27FC236}">
                                  <a16:creationId xmlns:a16="http://schemas.microsoft.com/office/drawing/2014/main" id="{3071470D-81D0-430C-A3E5-D128D4C1370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37504804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077" name="Flowchart: Connector 12076">
                          <a:extLst>
                            <a:ext uri="{FF2B5EF4-FFF2-40B4-BE49-F238E27FC236}">
                              <a16:creationId xmlns:a16="http://schemas.microsoft.com/office/drawing/2014/main" id="{5F23309B-E919-4E83-9489-569BE7CF0C0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78" name="3D Model 12077" descr="Sphere">
                              <a:extLst>
                                <a:ext uri="{FF2B5EF4-FFF2-40B4-BE49-F238E27FC236}">
                                  <a16:creationId xmlns:a16="http://schemas.microsoft.com/office/drawing/2014/main" id="{BE7A45A7-9FF2-4F4B-A1C1-F586E3AB9DB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38200811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079" name="Flowchart: Connector 12078">
                          <a:extLst>
                            <a:ext uri="{FF2B5EF4-FFF2-40B4-BE49-F238E27FC236}">
                              <a16:creationId xmlns:a16="http://schemas.microsoft.com/office/drawing/2014/main" id="{9E00A3E3-7BC5-48DB-BF5F-96BD729C7FB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80" name="3D Model 12079" descr="Sphere">
                              <a:extLst>
                                <a:ext uri="{FF2B5EF4-FFF2-40B4-BE49-F238E27FC236}">
                                  <a16:creationId xmlns:a16="http://schemas.microsoft.com/office/drawing/2014/main" id="{F3B83B74-A61F-4CDD-ADCA-EA8B9E9EBA5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67981273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081" name="Flowchart: Connector 12080">
                          <a:extLst>
                            <a:ext uri="{FF2B5EF4-FFF2-40B4-BE49-F238E27FC236}">
                              <a16:creationId xmlns:a16="http://schemas.microsoft.com/office/drawing/2014/main" id="{7E91F362-4BA4-4514-B128-B2644835AAD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82" name="3D Model 12081" descr="Sphere">
                              <a:extLst>
                                <a:ext uri="{FF2B5EF4-FFF2-40B4-BE49-F238E27FC236}">
                                  <a16:creationId xmlns:a16="http://schemas.microsoft.com/office/drawing/2014/main" id="{7049CF85-A0FE-4939-8FC6-7EDBB937FDD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06714338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11994" name="Flowchart: Connector 11993">
                      <a:extLst>
                        <a:ext uri="{FF2B5EF4-FFF2-40B4-BE49-F238E27FC236}">
                          <a16:creationId xmlns:a16="http://schemas.microsoft.com/office/drawing/2014/main" id="{90AF51F7-F18B-4461-A5D8-744B18E8032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995" name="Flowchart: Connector 11994">
                      <a:extLst>
                        <a:ext uri="{FF2B5EF4-FFF2-40B4-BE49-F238E27FC236}">
                          <a16:creationId xmlns:a16="http://schemas.microsoft.com/office/drawing/2014/main" id="{8826C385-13BD-49A3-9B61-B0EBEC5E554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996" name="Flowchart: Connector 11995">
                      <a:extLst>
                        <a:ext uri="{FF2B5EF4-FFF2-40B4-BE49-F238E27FC236}">
                          <a16:creationId xmlns:a16="http://schemas.microsoft.com/office/drawing/2014/main" id="{CB37E125-EF9A-483E-926E-A08EF6543FD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997" name="Flowchart: Connector 11996">
                      <a:extLst>
                        <a:ext uri="{FF2B5EF4-FFF2-40B4-BE49-F238E27FC236}">
                          <a16:creationId xmlns:a16="http://schemas.microsoft.com/office/drawing/2014/main" id="{0673B8E5-57A9-4883-91F7-E398A5D9A50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998" name="Flowchart: Connector 11997">
                      <a:extLst>
                        <a:ext uri="{FF2B5EF4-FFF2-40B4-BE49-F238E27FC236}">
                          <a16:creationId xmlns:a16="http://schemas.microsoft.com/office/drawing/2014/main" id="{07E8CD20-4B8F-454E-B2CE-B98D80537ED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999" name="Flowchart: Connector 11998">
                      <a:extLst>
                        <a:ext uri="{FF2B5EF4-FFF2-40B4-BE49-F238E27FC236}">
                          <a16:creationId xmlns:a16="http://schemas.microsoft.com/office/drawing/2014/main" id="{E719D266-8E55-4EEA-9670-32CCE1443F8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2000" name="Flowchart: Connector 11999">
                      <a:extLst>
                        <a:ext uri="{FF2B5EF4-FFF2-40B4-BE49-F238E27FC236}">
                          <a16:creationId xmlns:a16="http://schemas.microsoft.com/office/drawing/2014/main" id="{DFBE027E-0E2B-425D-BBC0-14D7D725F9F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001" name="Flowchart: Connector 12000">
                      <a:extLst>
                        <a:ext uri="{FF2B5EF4-FFF2-40B4-BE49-F238E27FC236}">
                          <a16:creationId xmlns:a16="http://schemas.microsoft.com/office/drawing/2014/main" id="{C7FF18F1-E163-4818-ABDB-D153A1A67EF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12002" name="Group 12001">
                      <a:extLst>
                        <a:ext uri="{FF2B5EF4-FFF2-40B4-BE49-F238E27FC236}">
                          <a16:creationId xmlns:a16="http://schemas.microsoft.com/office/drawing/2014/main" id="{12AEB847-295D-43A9-8626-36F4FD8DB8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12003" name="Group 12002">
                        <a:extLst>
                          <a:ext uri="{FF2B5EF4-FFF2-40B4-BE49-F238E27FC236}">
                            <a16:creationId xmlns:a16="http://schemas.microsoft.com/office/drawing/2014/main" id="{38D987A4-6C0A-4283-9F12-81AECA91F3E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12054" name="Flowchart: Connector 12053">
                          <a:extLst>
                            <a:ext uri="{FF2B5EF4-FFF2-40B4-BE49-F238E27FC236}">
                              <a16:creationId xmlns:a16="http://schemas.microsoft.com/office/drawing/2014/main" id="{4709E691-328D-4C38-A1F9-EA8663ACB6F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55" name="3D Model 12054" descr="Sphere">
                              <a:extLst>
                                <a:ext uri="{FF2B5EF4-FFF2-40B4-BE49-F238E27FC236}">
                                  <a16:creationId xmlns:a16="http://schemas.microsoft.com/office/drawing/2014/main" id="{C6C4C418-1318-4F84-AFAB-467521C629A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77985215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056" name="Flowchart: Connector 12055">
                          <a:extLst>
                            <a:ext uri="{FF2B5EF4-FFF2-40B4-BE49-F238E27FC236}">
                              <a16:creationId xmlns:a16="http://schemas.microsoft.com/office/drawing/2014/main" id="{BF6E87F1-1F34-4F3D-A546-F848EEAC9F9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57" name="3D Model 12056" descr="Sphere">
                              <a:extLst>
                                <a:ext uri="{FF2B5EF4-FFF2-40B4-BE49-F238E27FC236}">
                                  <a16:creationId xmlns:a16="http://schemas.microsoft.com/office/drawing/2014/main" id="{935073DC-3AD4-4937-808E-57D0A6C45E3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9596125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058" name="Flowchart: Connector 12057">
                          <a:extLst>
                            <a:ext uri="{FF2B5EF4-FFF2-40B4-BE49-F238E27FC236}">
                              <a16:creationId xmlns:a16="http://schemas.microsoft.com/office/drawing/2014/main" id="{3143235F-DBF9-425E-A7CE-F8F362ACD0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59" name="3D Model 12058" descr="Sphere">
                              <a:extLst>
                                <a:ext uri="{FF2B5EF4-FFF2-40B4-BE49-F238E27FC236}">
                                  <a16:creationId xmlns:a16="http://schemas.microsoft.com/office/drawing/2014/main" id="{E6AD450D-4CC8-4F76-843C-52142F4D1E3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4197743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060" name="Flowchart: Connector 12059">
                          <a:extLst>
                            <a:ext uri="{FF2B5EF4-FFF2-40B4-BE49-F238E27FC236}">
                              <a16:creationId xmlns:a16="http://schemas.microsoft.com/office/drawing/2014/main" id="{40505ADC-0A4D-4B9B-84F8-961EF476629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61" name="3D Model 12060" descr="Sphere">
                              <a:extLst>
                                <a:ext uri="{FF2B5EF4-FFF2-40B4-BE49-F238E27FC236}">
                                  <a16:creationId xmlns:a16="http://schemas.microsoft.com/office/drawing/2014/main" id="{29C3F5FA-65BA-4CED-955A-1638EC9DE27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9589110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2004" name="Group 12003">
                        <a:extLst>
                          <a:ext uri="{FF2B5EF4-FFF2-40B4-BE49-F238E27FC236}">
                            <a16:creationId xmlns:a16="http://schemas.microsoft.com/office/drawing/2014/main" id="{67F85552-8102-46CE-9006-2FD615CA46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12038" name="Flowchart: Connector 12037">
                          <a:extLst>
                            <a:ext uri="{FF2B5EF4-FFF2-40B4-BE49-F238E27FC236}">
                              <a16:creationId xmlns:a16="http://schemas.microsoft.com/office/drawing/2014/main" id="{8610BAF2-1ADF-4B00-949D-8C7F06F590A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39" name="Flowchart: Connector 12038">
                          <a:extLst>
                            <a:ext uri="{FF2B5EF4-FFF2-40B4-BE49-F238E27FC236}">
                              <a16:creationId xmlns:a16="http://schemas.microsoft.com/office/drawing/2014/main" id="{0104CAF5-355D-4E85-93E0-082C7500D6A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40" name="Flowchart: Connector 12039">
                          <a:extLst>
                            <a:ext uri="{FF2B5EF4-FFF2-40B4-BE49-F238E27FC236}">
                              <a16:creationId xmlns:a16="http://schemas.microsoft.com/office/drawing/2014/main" id="{E185D004-85E8-4056-8613-00FC8B835B9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41" name="Flowchart: Connector 12040">
                          <a:extLst>
                            <a:ext uri="{FF2B5EF4-FFF2-40B4-BE49-F238E27FC236}">
                              <a16:creationId xmlns:a16="http://schemas.microsoft.com/office/drawing/2014/main" id="{2580E768-4556-4390-9615-60B4BF2C528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42" name="Flowchart: Connector 12041">
                          <a:extLst>
                            <a:ext uri="{FF2B5EF4-FFF2-40B4-BE49-F238E27FC236}">
                              <a16:creationId xmlns:a16="http://schemas.microsoft.com/office/drawing/2014/main" id="{15D33DE8-35AC-4787-98AE-2987FB9D1D9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43" name="Flowchart: Connector 12042">
                          <a:extLst>
                            <a:ext uri="{FF2B5EF4-FFF2-40B4-BE49-F238E27FC236}">
                              <a16:creationId xmlns:a16="http://schemas.microsoft.com/office/drawing/2014/main" id="{565A91EA-2973-4139-9F02-2D064BC53DF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44" name="Flowchart: Connector 12043">
                          <a:extLst>
                            <a:ext uri="{FF2B5EF4-FFF2-40B4-BE49-F238E27FC236}">
                              <a16:creationId xmlns:a16="http://schemas.microsoft.com/office/drawing/2014/main" id="{398F0EB2-D8E6-40FE-8EE0-9364BE85CCB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45" name="Flowchart: Connector 12044">
                          <a:extLst>
                            <a:ext uri="{FF2B5EF4-FFF2-40B4-BE49-F238E27FC236}">
                              <a16:creationId xmlns:a16="http://schemas.microsoft.com/office/drawing/2014/main" id="{D531150E-5BA6-448F-978A-CF83B87C586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46" name="Flowchart: Connector 12045">
                          <a:extLst>
                            <a:ext uri="{FF2B5EF4-FFF2-40B4-BE49-F238E27FC236}">
                              <a16:creationId xmlns:a16="http://schemas.microsoft.com/office/drawing/2014/main" id="{96A77B53-52E5-4BF6-8A2B-8212D3CC4B1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47" name="3D Model 12046" descr="Sphere">
                              <a:extLst>
                                <a:ext uri="{FF2B5EF4-FFF2-40B4-BE49-F238E27FC236}">
                                  <a16:creationId xmlns:a16="http://schemas.microsoft.com/office/drawing/2014/main" id="{3228CE73-5E8D-463C-97AF-E80D426C3CB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00515197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048" name="Flowchart: Connector 12047">
                          <a:extLst>
                            <a:ext uri="{FF2B5EF4-FFF2-40B4-BE49-F238E27FC236}">
                              <a16:creationId xmlns:a16="http://schemas.microsoft.com/office/drawing/2014/main" id="{652F85E7-6E74-4BE4-B0D7-2EBE9891585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49" name="3D Model 12048" descr="Sphere">
                              <a:extLst>
                                <a:ext uri="{FF2B5EF4-FFF2-40B4-BE49-F238E27FC236}">
                                  <a16:creationId xmlns:a16="http://schemas.microsoft.com/office/drawing/2014/main" id="{67D20E3B-80F8-46E1-B30E-BD1D5826B6F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90851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050" name="Flowchart: Connector 12049">
                          <a:extLst>
                            <a:ext uri="{FF2B5EF4-FFF2-40B4-BE49-F238E27FC236}">
                              <a16:creationId xmlns:a16="http://schemas.microsoft.com/office/drawing/2014/main" id="{D28C20C8-9C53-4724-8264-8E9E1F4382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51" name="3D Model 12050" descr="Sphere">
                              <a:extLst>
                                <a:ext uri="{FF2B5EF4-FFF2-40B4-BE49-F238E27FC236}">
                                  <a16:creationId xmlns:a16="http://schemas.microsoft.com/office/drawing/2014/main" id="{50A35725-EB6A-44BC-92F0-9A0EEE320AC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6577027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052" name="Flowchart: Connector 12051">
                          <a:extLst>
                            <a:ext uri="{FF2B5EF4-FFF2-40B4-BE49-F238E27FC236}">
                              <a16:creationId xmlns:a16="http://schemas.microsoft.com/office/drawing/2014/main" id="{424AF97B-324D-4826-AD42-53B709A9F7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53" name="3D Model 12052" descr="Sphere">
                              <a:extLst>
                                <a:ext uri="{FF2B5EF4-FFF2-40B4-BE49-F238E27FC236}">
                                  <a16:creationId xmlns:a16="http://schemas.microsoft.com/office/drawing/2014/main" id="{DBAD5467-6AF7-4171-B8A1-8AEC24574AE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9781872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2005" name="Group 12004">
                        <a:extLst>
                          <a:ext uri="{FF2B5EF4-FFF2-40B4-BE49-F238E27FC236}">
                            <a16:creationId xmlns:a16="http://schemas.microsoft.com/office/drawing/2014/main" id="{A0FEE14B-E19C-48A4-A3DE-411573CAE7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12022" name="Flowchart: Connector 12021">
                          <a:extLst>
                            <a:ext uri="{FF2B5EF4-FFF2-40B4-BE49-F238E27FC236}">
                              <a16:creationId xmlns:a16="http://schemas.microsoft.com/office/drawing/2014/main" id="{D44E9CE0-6EE9-4C8D-AD2A-0A41A720C24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23" name="Flowchart: Connector 12022">
                          <a:extLst>
                            <a:ext uri="{FF2B5EF4-FFF2-40B4-BE49-F238E27FC236}">
                              <a16:creationId xmlns:a16="http://schemas.microsoft.com/office/drawing/2014/main" id="{C8FB50CC-39D4-48EA-835A-27A34008303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24" name="Flowchart: Connector 12023">
                          <a:extLst>
                            <a:ext uri="{FF2B5EF4-FFF2-40B4-BE49-F238E27FC236}">
                              <a16:creationId xmlns:a16="http://schemas.microsoft.com/office/drawing/2014/main" id="{4607B18D-5962-4464-B011-65D03E329CA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25" name="Flowchart: Connector 12024">
                          <a:extLst>
                            <a:ext uri="{FF2B5EF4-FFF2-40B4-BE49-F238E27FC236}">
                              <a16:creationId xmlns:a16="http://schemas.microsoft.com/office/drawing/2014/main" id="{5813AC6C-8874-46E5-B114-5FA83AC3754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26" name="Flowchart: Connector 12025">
                          <a:extLst>
                            <a:ext uri="{FF2B5EF4-FFF2-40B4-BE49-F238E27FC236}">
                              <a16:creationId xmlns:a16="http://schemas.microsoft.com/office/drawing/2014/main" id="{424BDAC1-97EC-43D3-BDCA-53924A13ED0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27" name="Flowchart: Connector 12026">
                          <a:extLst>
                            <a:ext uri="{FF2B5EF4-FFF2-40B4-BE49-F238E27FC236}">
                              <a16:creationId xmlns:a16="http://schemas.microsoft.com/office/drawing/2014/main" id="{E25B86DB-769B-4E97-8DF2-FA194BDB387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28" name="Flowchart: Connector 12027">
                          <a:extLst>
                            <a:ext uri="{FF2B5EF4-FFF2-40B4-BE49-F238E27FC236}">
                              <a16:creationId xmlns:a16="http://schemas.microsoft.com/office/drawing/2014/main" id="{7104C506-65F1-4E78-BBCB-021D215D5B3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29" name="Flowchart: Connector 12028">
                          <a:extLst>
                            <a:ext uri="{FF2B5EF4-FFF2-40B4-BE49-F238E27FC236}">
                              <a16:creationId xmlns:a16="http://schemas.microsoft.com/office/drawing/2014/main" id="{6B753B24-0CDF-4528-B199-273B7D84A96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030" name="Flowchart: Connector 12029">
                          <a:extLst>
                            <a:ext uri="{FF2B5EF4-FFF2-40B4-BE49-F238E27FC236}">
                              <a16:creationId xmlns:a16="http://schemas.microsoft.com/office/drawing/2014/main" id="{2B994306-DC84-44CF-A1A8-0A6CE3778BD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31" name="3D Model 12030" descr="Sphere">
                              <a:extLst>
                                <a:ext uri="{FF2B5EF4-FFF2-40B4-BE49-F238E27FC236}">
                                  <a16:creationId xmlns:a16="http://schemas.microsoft.com/office/drawing/2014/main" id="{CCD94128-365C-4FD4-93E7-13154A307C0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08670887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032" name="Flowchart: Connector 12031">
                          <a:extLst>
                            <a:ext uri="{FF2B5EF4-FFF2-40B4-BE49-F238E27FC236}">
                              <a16:creationId xmlns:a16="http://schemas.microsoft.com/office/drawing/2014/main" id="{0D0FDA71-E5FA-4FC4-9A1B-5293F99E299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33" name="3D Model 12032" descr="Sphere">
                              <a:extLst>
                                <a:ext uri="{FF2B5EF4-FFF2-40B4-BE49-F238E27FC236}">
                                  <a16:creationId xmlns:a16="http://schemas.microsoft.com/office/drawing/2014/main" id="{59B8418F-51FC-44CE-9718-0B28F6C690A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5985776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034" name="Flowchart: Connector 12033">
                          <a:extLst>
                            <a:ext uri="{FF2B5EF4-FFF2-40B4-BE49-F238E27FC236}">
                              <a16:creationId xmlns:a16="http://schemas.microsoft.com/office/drawing/2014/main" id="{C81C3CCB-973A-4D9B-ADDB-AA19823384B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35" name="3D Model 12034" descr="Sphere">
                              <a:extLst>
                                <a:ext uri="{FF2B5EF4-FFF2-40B4-BE49-F238E27FC236}">
                                  <a16:creationId xmlns:a16="http://schemas.microsoft.com/office/drawing/2014/main" id="{8AC92BFF-FF21-4FC1-92A5-6789B8866DC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142096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036" name="Flowchart: Connector 12035">
                          <a:extLst>
                            <a:ext uri="{FF2B5EF4-FFF2-40B4-BE49-F238E27FC236}">
                              <a16:creationId xmlns:a16="http://schemas.microsoft.com/office/drawing/2014/main" id="{043FE34A-6BE0-404C-A461-D76D431B11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037" name="3D Model 12036" descr="Sphere">
                              <a:extLst>
                                <a:ext uri="{FF2B5EF4-FFF2-40B4-BE49-F238E27FC236}">
                                  <a16:creationId xmlns:a16="http://schemas.microsoft.com/office/drawing/2014/main" id="{906BBFDC-3838-4887-A3EB-12E0E43CD74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8411067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2006" name="Flowchart: Connector 12005">
                        <a:extLst>
                          <a:ext uri="{FF2B5EF4-FFF2-40B4-BE49-F238E27FC236}">
                            <a16:creationId xmlns:a16="http://schemas.microsoft.com/office/drawing/2014/main" id="{0BC01CD8-9263-4A84-8FB7-C33E45C261C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07" name="Flowchart: Connector 12006">
                        <a:extLst>
                          <a:ext uri="{FF2B5EF4-FFF2-40B4-BE49-F238E27FC236}">
                            <a16:creationId xmlns:a16="http://schemas.microsoft.com/office/drawing/2014/main" id="{76EBD130-138F-409B-992E-C3916414FA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08" name="Flowchart: Connector 12007">
                        <a:extLst>
                          <a:ext uri="{FF2B5EF4-FFF2-40B4-BE49-F238E27FC236}">
                            <a16:creationId xmlns:a16="http://schemas.microsoft.com/office/drawing/2014/main" id="{EE821718-23BF-475A-97F0-7C4BDB715C1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09" name="Flowchart: Connector 12008">
                        <a:extLst>
                          <a:ext uri="{FF2B5EF4-FFF2-40B4-BE49-F238E27FC236}">
                            <a16:creationId xmlns:a16="http://schemas.microsoft.com/office/drawing/2014/main" id="{878D7610-7E2A-4278-9606-5590A3F033E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10" name="Flowchart: Connector 12009">
                        <a:extLst>
                          <a:ext uri="{FF2B5EF4-FFF2-40B4-BE49-F238E27FC236}">
                            <a16:creationId xmlns:a16="http://schemas.microsoft.com/office/drawing/2014/main" id="{23810FB5-ED53-4BD2-9049-D87BEC69B8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11" name="Flowchart: Connector 12010">
                        <a:extLst>
                          <a:ext uri="{FF2B5EF4-FFF2-40B4-BE49-F238E27FC236}">
                            <a16:creationId xmlns:a16="http://schemas.microsoft.com/office/drawing/2014/main" id="{73376EE4-8CF0-4ACA-A889-BE6E7D2678D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12" name="Flowchart: Connector 12011">
                        <a:extLst>
                          <a:ext uri="{FF2B5EF4-FFF2-40B4-BE49-F238E27FC236}">
                            <a16:creationId xmlns:a16="http://schemas.microsoft.com/office/drawing/2014/main" id="{6780D9A7-992A-4FAE-87E5-CEAE8598A4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13" name="Flowchart: Connector 12012">
                        <a:extLst>
                          <a:ext uri="{FF2B5EF4-FFF2-40B4-BE49-F238E27FC236}">
                            <a16:creationId xmlns:a16="http://schemas.microsoft.com/office/drawing/2014/main" id="{81260DDD-3350-472E-93D7-428931BBDCD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014" name="Flowchart: Connector 12013">
                        <a:extLst>
                          <a:ext uri="{FF2B5EF4-FFF2-40B4-BE49-F238E27FC236}">
                            <a16:creationId xmlns:a16="http://schemas.microsoft.com/office/drawing/2014/main" id="{7F8583C8-6630-4601-93C8-DD315262E0D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015" name="3D Model 12014" descr="Sphere">
                            <a:extLst>
                              <a:ext uri="{FF2B5EF4-FFF2-40B4-BE49-F238E27FC236}">
                                <a16:creationId xmlns:a16="http://schemas.microsoft.com/office/drawing/2014/main" id="{77B7104C-4053-41CB-ADD5-03181ECFDDF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69176740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2016" name="Flowchart: Connector 12015">
                        <a:extLst>
                          <a:ext uri="{FF2B5EF4-FFF2-40B4-BE49-F238E27FC236}">
                            <a16:creationId xmlns:a16="http://schemas.microsoft.com/office/drawing/2014/main" id="{6BE2CEBB-59CE-4857-912B-C9E4536D17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017" name="3D Model 12016" descr="Sphere">
                            <a:extLst>
                              <a:ext uri="{FF2B5EF4-FFF2-40B4-BE49-F238E27FC236}">
                                <a16:creationId xmlns:a16="http://schemas.microsoft.com/office/drawing/2014/main" id="{F87895FB-7913-45F3-AC11-FDD5FC1EB78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37640055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2018" name="Flowchart: Connector 12017">
                        <a:extLst>
                          <a:ext uri="{FF2B5EF4-FFF2-40B4-BE49-F238E27FC236}">
                            <a16:creationId xmlns:a16="http://schemas.microsoft.com/office/drawing/2014/main" id="{AE87E365-3603-4202-8F5E-FCFA8C75AF1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019" name="3D Model 12018" descr="Sphere">
                            <a:extLst>
                              <a:ext uri="{FF2B5EF4-FFF2-40B4-BE49-F238E27FC236}">
                                <a16:creationId xmlns:a16="http://schemas.microsoft.com/office/drawing/2014/main" id="{1324EC34-4872-4C6E-A729-6DC750568B6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36475440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2020" name="Flowchart: Connector 12019">
                        <a:extLst>
                          <a:ext uri="{FF2B5EF4-FFF2-40B4-BE49-F238E27FC236}">
                            <a16:creationId xmlns:a16="http://schemas.microsoft.com/office/drawing/2014/main" id="{AC956B20-4319-40B4-86A9-C75032A62BD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021" name="3D Model 12020" descr="Sphere">
                            <a:extLst>
                              <a:ext uri="{FF2B5EF4-FFF2-40B4-BE49-F238E27FC236}">
                                <a16:creationId xmlns:a16="http://schemas.microsoft.com/office/drawing/2014/main" id="{A4159547-5CC7-4580-AD98-99B4AF958BC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17944266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1971" name="Freeform: Shape 11970">
                    <a:extLst>
                      <a:ext uri="{FF2B5EF4-FFF2-40B4-BE49-F238E27FC236}">
                        <a16:creationId xmlns:a16="http://schemas.microsoft.com/office/drawing/2014/main" id="{DCB94CFF-89CF-40D6-9D30-7FE06C0FE9F6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972" name="Freeform: Shape 11971">
                    <a:extLst>
                      <a:ext uri="{FF2B5EF4-FFF2-40B4-BE49-F238E27FC236}">
                        <a16:creationId xmlns:a16="http://schemas.microsoft.com/office/drawing/2014/main" id="{1A872FDB-5B2A-42E3-8FEA-C63B5F526249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973" name="Freeform: Shape 11972">
                    <a:extLst>
                      <a:ext uri="{FF2B5EF4-FFF2-40B4-BE49-F238E27FC236}">
                        <a16:creationId xmlns:a16="http://schemas.microsoft.com/office/drawing/2014/main" id="{3FFF7ABB-CD47-442D-882D-1D5E044D702D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974" name="Freeform: Shape 11973">
                    <a:extLst>
                      <a:ext uri="{FF2B5EF4-FFF2-40B4-BE49-F238E27FC236}">
                        <a16:creationId xmlns:a16="http://schemas.microsoft.com/office/drawing/2014/main" id="{A90035B2-97A0-43C6-8DAA-A78D0C846D27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975" name="Freeform: Shape 11974">
                    <a:extLst>
                      <a:ext uri="{FF2B5EF4-FFF2-40B4-BE49-F238E27FC236}">
                        <a16:creationId xmlns:a16="http://schemas.microsoft.com/office/drawing/2014/main" id="{21387A1F-E83C-4336-878F-FBC7B0F996D9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976" name="Freeform: Shape 11975">
                    <a:extLst>
                      <a:ext uri="{FF2B5EF4-FFF2-40B4-BE49-F238E27FC236}">
                        <a16:creationId xmlns:a16="http://schemas.microsoft.com/office/drawing/2014/main" id="{3A25533B-8D43-40F8-A7B8-BED1EB670021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977" name="Freeform: Shape 11976">
                    <a:extLst>
                      <a:ext uri="{FF2B5EF4-FFF2-40B4-BE49-F238E27FC236}">
                        <a16:creationId xmlns:a16="http://schemas.microsoft.com/office/drawing/2014/main" id="{6B19E62F-CC0F-4C46-BB53-3A6C3BB1FD7F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978" name="Freeform: Shape 11977">
                    <a:extLst>
                      <a:ext uri="{FF2B5EF4-FFF2-40B4-BE49-F238E27FC236}">
                        <a16:creationId xmlns:a16="http://schemas.microsoft.com/office/drawing/2014/main" id="{CED87285-D4D7-423F-8C46-9C2585A62BD9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979" name="Freeform: Shape 11978">
                    <a:extLst>
                      <a:ext uri="{FF2B5EF4-FFF2-40B4-BE49-F238E27FC236}">
                        <a16:creationId xmlns:a16="http://schemas.microsoft.com/office/drawing/2014/main" id="{8F9AEA76-3A10-4CDF-9D00-F3CA35D9CA4D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980" name="Freeform: Shape 11979">
                    <a:extLst>
                      <a:ext uri="{FF2B5EF4-FFF2-40B4-BE49-F238E27FC236}">
                        <a16:creationId xmlns:a16="http://schemas.microsoft.com/office/drawing/2014/main" id="{16973E4B-6212-4A33-8961-EBB6BE1409F2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981" name="Freeform: Shape 11980">
                    <a:extLst>
                      <a:ext uri="{FF2B5EF4-FFF2-40B4-BE49-F238E27FC236}">
                        <a16:creationId xmlns:a16="http://schemas.microsoft.com/office/drawing/2014/main" id="{83234D30-3592-4251-B415-359034B7F8CF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982" name="Freeform: Shape 11981">
                    <a:extLst>
                      <a:ext uri="{FF2B5EF4-FFF2-40B4-BE49-F238E27FC236}">
                        <a16:creationId xmlns:a16="http://schemas.microsoft.com/office/drawing/2014/main" id="{CDFDF61B-3529-478C-8227-2AAE37983AEB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11967" name="Freeform: Shape 11966">
                  <a:extLst>
                    <a:ext uri="{FF2B5EF4-FFF2-40B4-BE49-F238E27FC236}">
                      <a16:creationId xmlns:a16="http://schemas.microsoft.com/office/drawing/2014/main" id="{9C4774B5-0C3B-401E-B763-30642F79FB08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1968" name="Freeform: Shape 11967">
                  <a:extLst>
                    <a:ext uri="{FF2B5EF4-FFF2-40B4-BE49-F238E27FC236}">
                      <a16:creationId xmlns:a16="http://schemas.microsoft.com/office/drawing/2014/main" id="{EDCB553D-9A5C-41A8-9A66-6702F0B4B4A7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1969" name="Freeform: Shape 11968">
                  <a:extLst>
                    <a:ext uri="{FF2B5EF4-FFF2-40B4-BE49-F238E27FC236}">
                      <a16:creationId xmlns:a16="http://schemas.microsoft.com/office/drawing/2014/main" id="{27618962-B0D0-42EB-BCFA-83B5CE2640BE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0766" name="Group 10765">
                <a:extLst>
                  <a:ext uri="{FF2B5EF4-FFF2-40B4-BE49-F238E27FC236}">
                    <a16:creationId xmlns:a16="http://schemas.microsoft.com/office/drawing/2014/main" id="{9D782E2C-F2B1-4496-90F7-A21EA94A9C4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566293" y="6040172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11667" name="Group 11666">
                  <a:extLst>
                    <a:ext uri="{FF2B5EF4-FFF2-40B4-BE49-F238E27FC236}">
                      <a16:creationId xmlns:a16="http://schemas.microsoft.com/office/drawing/2014/main" id="{2C899690-07DF-475F-AC5F-B53EAD48FE5A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11671" name="Group 11670">
                    <a:extLst>
                      <a:ext uri="{FF2B5EF4-FFF2-40B4-BE49-F238E27FC236}">
                        <a16:creationId xmlns:a16="http://schemas.microsoft.com/office/drawing/2014/main" id="{653060A1-BAFF-4492-A806-87C027E492EE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11684" name="Group 11683">
                      <a:extLst>
                        <a:ext uri="{FF2B5EF4-FFF2-40B4-BE49-F238E27FC236}">
                          <a16:creationId xmlns:a16="http://schemas.microsoft.com/office/drawing/2014/main" id="{23E19C81-44E1-4AB4-BF63-0553C4332B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11905" name="Group 11904">
                        <a:extLst>
                          <a:ext uri="{FF2B5EF4-FFF2-40B4-BE49-F238E27FC236}">
                            <a16:creationId xmlns:a16="http://schemas.microsoft.com/office/drawing/2014/main" id="{F668B9B5-3D32-4A09-8ADF-369F3C4F13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11962" name="Flowchart: Connector 11961">
                          <a:extLst>
                            <a:ext uri="{FF2B5EF4-FFF2-40B4-BE49-F238E27FC236}">
                              <a16:creationId xmlns:a16="http://schemas.microsoft.com/office/drawing/2014/main" id="{5DE0FA43-9287-44C7-BF4A-7243E8634BA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63" name="Flowchart: Connector 11962">
                          <a:extLst>
                            <a:ext uri="{FF2B5EF4-FFF2-40B4-BE49-F238E27FC236}">
                              <a16:creationId xmlns:a16="http://schemas.microsoft.com/office/drawing/2014/main" id="{7F2E0CB9-6E43-46AC-80CE-ACDC9A795D8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64" name="Flowchart: Connector 11963">
                          <a:extLst>
                            <a:ext uri="{FF2B5EF4-FFF2-40B4-BE49-F238E27FC236}">
                              <a16:creationId xmlns:a16="http://schemas.microsoft.com/office/drawing/2014/main" id="{65ACE2C6-95D7-4A7E-ADB3-9032CEB862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65" name="Flowchart: Connector 11964">
                          <a:extLst>
                            <a:ext uri="{FF2B5EF4-FFF2-40B4-BE49-F238E27FC236}">
                              <a16:creationId xmlns:a16="http://schemas.microsoft.com/office/drawing/2014/main" id="{2D07BC46-3694-4F9F-9237-82A25919186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906" name="Group 11905">
                        <a:extLst>
                          <a:ext uri="{FF2B5EF4-FFF2-40B4-BE49-F238E27FC236}">
                            <a16:creationId xmlns:a16="http://schemas.microsoft.com/office/drawing/2014/main" id="{96E7382F-33EC-4E94-BC77-C4C250F374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11907" name="Group 11906">
                          <a:extLst>
                            <a:ext uri="{FF2B5EF4-FFF2-40B4-BE49-F238E27FC236}">
                              <a16:creationId xmlns:a16="http://schemas.microsoft.com/office/drawing/2014/main" id="{3CAE0396-56B5-4119-81E1-90F8FB6B16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55" name="3D Model 11954" descr="Sphere">
                                <a:extLst>
                                  <a:ext uri="{FF2B5EF4-FFF2-40B4-BE49-F238E27FC236}">
                                    <a16:creationId xmlns:a16="http://schemas.microsoft.com/office/drawing/2014/main" id="{711ABAB1-5315-4FCB-BCBD-B7AF430F3B0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6898934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56" name="Flowchart: Connector 11955">
                            <a:extLst>
                              <a:ext uri="{FF2B5EF4-FFF2-40B4-BE49-F238E27FC236}">
                                <a16:creationId xmlns:a16="http://schemas.microsoft.com/office/drawing/2014/main" id="{B2E9360E-CD1E-40AC-A76B-00504742078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57" name="3D Model 11956" descr="Sphere">
                                <a:extLst>
                                  <a:ext uri="{FF2B5EF4-FFF2-40B4-BE49-F238E27FC236}">
                                    <a16:creationId xmlns:a16="http://schemas.microsoft.com/office/drawing/2014/main" id="{14598052-FB74-45BA-B3F8-948B1ECBC71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3650777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58" name="Flowchart: Connector 11957">
                            <a:extLst>
                              <a:ext uri="{FF2B5EF4-FFF2-40B4-BE49-F238E27FC236}">
                                <a16:creationId xmlns:a16="http://schemas.microsoft.com/office/drawing/2014/main" id="{FB585777-0D6C-4F9B-BB35-9E9E0D72448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59" name="3D Model 11958" descr="Sphere">
                                <a:extLst>
                                  <a:ext uri="{FF2B5EF4-FFF2-40B4-BE49-F238E27FC236}">
                                    <a16:creationId xmlns:a16="http://schemas.microsoft.com/office/drawing/2014/main" id="{37AC2EB9-6E7B-4BEE-AD49-B3CFDDE453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0481657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60" name="Flowchart: Connector 11959">
                            <a:extLst>
                              <a:ext uri="{FF2B5EF4-FFF2-40B4-BE49-F238E27FC236}">
                                <a16:creationId xmlns:a16="http://schemas.microsoft.com/office/drawing/2014/main" id="{4B6FD852-DC3C-4C95-BE3F-9A01E6D223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61" name="3D Model 11960" descr="Sphere">
                                <a:extLst>
                                  <a:ext uri="{FF2B5EF4-FFF2-40B4-BE49-F238E27FC236}">
                                    <a16:creationId xmlns:a16="http://schemas.microsoft.com/office/drawing/2014/main" id="{A6BA8863-E9C3-4303-B41D-234E924B5F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0798133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908" name="Group 11907">
                          <a:extLst>
                            <a:ext uri="{FF2B5EF4-FFF2-40B4-BE49-F238E27FC236}">
                              <a16:creationId xmlns:a16="http://schemas.microsoft.com/office/drawing/2014/main" id="{5A59BF04-CE21-45F7-9737-DA0E674D0D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1940" name="Flowchart: Connector 11939">
                            <a:extLst>
                              <a:ext uri="{FF2B5EF4-FFF2-40B4-BE49-F238E27FC236}">
                                <a16:creationId xmlns:a16="http://schemas.microsoft.com/office/drawing/2014/main" id="{A71D35D2-5B9E-4710-B670-83A2A6E4C83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41" name="Flowchart: Connector 11940">
                            <a:extLst>
                              <a:ext uri="{FF2B5EF4-FFF2-40B4-BE49-F238E27FC236}">
                                <a16:creationId xmlns:a16="http://schemas.microsoft.com/office/drawing/2014/main" id="{2CE75D09-1CB2-478F-9238-539454A3D4C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42" name="Flowchart: Connector 11941">
                            <a:extLst>
                              <a:ext uri="{FF2B5EF4-FFF2-40B4-BE49-F238E27FC236}">
                                <a16:creationId xmlns:a16="http://schemas.microsoft.com/office/drawing/2014/main" id="{294CE92D-8202-4EAC-808C-BA3F93A4914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43" name="Flowchart: Connector 11942">
                            <a:extLst>
                              <a:ext uri="{FF2B5EF4-FFF2-40B4-BE49-F238E27FC236}">
                                <a16:creationId xmlns:a16="http://schemas.microsoft.com/office/drawing/2014/main" id="{4A4FEE0F-D752-439D-8601-B3932108C31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44" name="Flowchart: Connector 11943">
                            <a:extLst>
                              <a:ext uri="{FF2B5EF4-FFF2-40B4-BE49-F238E27FC236}">
                                <a16:creationId xmlns:a16="http://schemas.microsoft.com/office/drawing/2014/main" id="{B82204E3-BD25-4AB6-9279-4907AFE7DBA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45" name="Flowchart: Connector 11944">
                            <a:extLst>
                              <a:ext uri="{FF2B5EF4-FFF2-40B4-BE49-F238E27FC236}">
                                <a16:creationId xmlns:a16="http://schemas.microsoft.com/office/drawing/2014/main" id="{27027844-E552-4719-99F6-1FA065302D9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46" name="Flowchart: Connector 11945">
                            <a:extLst>
                              <a:ext uri="{FF2B5EF4-FFF2-40B4-BE49-F238E27FC236}">
                                <a16:creationId xmlns:a16="http://schemas.microsoft.com/office/drawing/2014/main" id="{B450ADA4-31BC-4C3B-9DD3-10B11175C27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47" name="Flowchart: Connector 11946">
                            <a:extLst>
                              <a:ext uri="{FF2B5EF4-FFF2-40B4-BE49-F238E27FC236}">
                                <a16:creationId xmlns:a16="http://schemas.microsoft.com/office/drawing/2014/main" id="{56FD8672-2610-49F6-8883-F8D15A48359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48" name="3D Model 11947" descr="Sphere">
                                <a:extLst>
                                  <a:ext uri="{FF2B5EF4-FFF2-40B4-BE49-F238E27FC236}">
                                    <a16:creationId xmlns:a16="http://schemas.microsoft.com/office/drawing/2014/main" id="{58541AF9-68D4-4CE0-8910-6C9D8110F00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91798701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49" name="Flowchart: Connector 11948">
                            <a:extLst>
                              <a:ext uri="{FF2B5EF4-FFF2-40B4-BE49-F238E27FC236}">
                                <a16:creationId xmlns:a16="http://schemas.microsoft.com/office/drawing/2014/main" id="{F2B3B5C0-A1B2-4E2F-BF5A-E78EEA333D7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50" name="3D Model 11949" descr="Sphere">
                                <a:extLst>
                                  <a:ext uri="{FF2B5EF4-FFF2-40B4-BE49-F238E27FC236}">
                                    <a16:creationId xmlns:a16="http://schemas.microsoft.com/office/drawing/2014/main" id="{7E4E93E5-BA82-4D39-B580-5E6B1EB3708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5463958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51" name="Flowchart: Connector 11950">
                            <a:extLst>
                              <a:ext uri="{FF2B5EF4-FFF2-40B4-BE49-F238E27FC236}">
                                <a16:creationId xmlns:a16="http://schemas.microsoft.com/office/drawing/2014/main" id="{FAF4CE43-7F7B-4D6F-A6D5-70B63B34F3F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52" name="3D Model 11951" descr="Sphere">
                                <a:extLst>
                                  <a:ext uri="{FF2B5EF4-FFF2-40B4-BE49-F238E27FC236}">
                                    <a16:creationId xmlns:a16="http://schemas.microsoft.com/office/drawing/2014/main" id="{6965120A-19D1-4158-869B-E2C34E8B1AA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8361019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53" name="Flowchart: Connector 11952">
                            <a:extLst>
                              <a:ext uri="{FF2B5EF4-FFF2-40B4-BE49-F238E27FC236}">
                                <a16:creationId xmlns:a16="http://schemas.microsoft.com/office/drawing/2014/main" id="{DD58FB6B-4F42-4D2E-A6BF-14F678FEB8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54" name="3D Model 11953" descr="Sphere">
                                <a:extLst>
                                  <a:ext uri="{FF2B5EF4-FFF2-40B4-BE49-F238E27FC236}">
                                    <a16:creationId xmlns:a16="http://schemas.microsoft.com/office/drawing/2014/main" id="{3046EBB8-6BCC-43FF-A378-E82EE22F91B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1778900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909" name="Group 11908">
                          <a:extLst>
                            <a:ext uri="{FF2B5EF4-FFF2-40B4-BE49-F238E27FC236}">
                              <a16:creationId xmlns:a16="http://schemas.microsoft.com/office/drawing/2014/main" id="{DC8653D8-632C-479F-8AA9-D46DFB450B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1925" name="Flowchart: Connector 11924">
                            <a:extLst>
                              <a:ext uri="{FF2B5EF4-FFF2-40B4-BE49-F238E27FC236}">
                                <a16:creationId xmlns:a16="http://schemas.microsoft.com/office/drawing/2014/main" id="{EE6E3C35-7859-4234-8518-A2B4B4FE6D6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26" name="Flowchart: Connector 11925">
                            <a:extLst>
                              <a:ext uri="{FF2B5EF4-FFF2-40B4-BE49-F238E27FC236}">
                                <a16:creationId xmlns:a16="http://schemas.microsoft.com/office/drawing/2014/main" id="{6F4CA16C-7564-4662-B960-E5370786565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27" name="Flowchart: Connector 11926">
                            <a:extLst>
                              <a:ext uri="{FF2B5EF4-FFF2-40B4-BE49-F238E27FC236}">
                                <a16:creationId xmlns:a16="http://schemas.microsoft.com/office/drawing/2014/main" id="{559827CC-0408-4B79-8655-6C37175F0B2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28" name="Flowchart: Connector 11927">
                            <a:extLst>
                              <a:ext uri="{FF2B5EF4-FFF2-40B4-BE49-F238E27FC236}">
                                <a16:creationId xmlns:a16="http://schemas.microsoft.com/office/drawing/2014/main" id="{F3D24B70-4E0D-470B-B05C-22E92D8205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29" name="Flowchart: Connector 11928">
                            <a:extLst>
                              <a:ext uri="{FF2B5EF4-FFF2-40B4-BE49-F238E27FC236}">
                                <a16:creationId xmlns:a16="http://schemas.microsoft.com/office/drawing/2014/main" id="{9052FFC9-193F-4960-82FE-BB18D1813E7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30" name="Flowchart: Connector 11929">
                            <a:extLst>
                              <a:ext uri="{FF2B5EF4-FFF2-40B4-BE49-F238E27FC236}">
                                <a16:creationId xmlns:a16="http://schemas.microsoft.com/office/drawing/2014/main" id="{F727684C-4E54-4166-9D4B-DF317B57C5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31" name="Flowchart: Connector 11930">
                            <a:extLst>
                              <a:ext uri="{FF2B5EF4-FFF2-40B4-BE49-F238E27FC236}">
                                <a16:creationId xmlns:a16="http://schemas.microsoft.com/office/drawing/2014/main" id="{EDB14981-ECFE-4FCD-94AC-F0FB36EBED5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932" name="Flowchart: Connector 11931">
                            <a:extLst>
                              <a:ext uri="{FF2B5EF4-FFF2-40B4-BE49-F238E27FC236}">
                                <a16:creationId xmlns:a16="http://schemas.microsoft.com/office/drawing/2014/main" id="{61A4746C-3F3E-490A-AB55-B0C7C2ED34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33" name="3D Model 11932" descr="Sphere">
                                <a:extLst>
                                  <a:ext uri="{FF2B5EF4-FFF2-40B4-BE49-F238E27FC236}">
                                    <a16:creationId xmlns:a16="http://schemas.microsoft.com/office/drawing/2014/main" id="{4FDD92C3-F4DF-4983-9BB9-D9C8D8CDF1A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0087161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34" name="Flowchart: Connector 11933">
                            <a:extLst>
                              <a:ext uri="{FF2B5EF4-FFF2-40B4-BE49-F238E27FC236}">
                                <a16:creationId xmlns:a16="http://schemas.microsoft.com/office/drawing/2014/main" id="{E3CD9497-0FAD-4961-A9E7-BBCF14D43E4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35" name="3D Model 11934" descr="Sphere">
                                <a:extLst>
                                  <a:ext uri="{FF2B5EF4-FFF2-40B4-BE49-F238E27FC236}">
                                    <a16:creationId xmlns:a16="http://schemas.microsoft.com/office/drawing/2014/main" id="{9FA6E260-A3DA-4303-8DDC-E74D7686E4F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5553734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36" name="Flowchart: Connector 11935">
                            <a:extLst>
                              <a:ext uri="{FF2B5EF4-FFF2-40B4-BE49-F238E27FC236}">
                                <a16:creationId xmlns:a16="http://schemas.microsoft.com/office/drawing/2014/main" id="{F486F582-9641-436B-AE81-9F067C693F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37" name="3D Model 11936" descr="Sphere">
                                <a:extLst>
                                  <a:ext uri="{FF2B5EF4-FFF2-40B4-BE49-F238E27FC236}">
                                    <a16:creationId xmlns:a16="http://schemas.microsoft.com/office/drawing/2014/main" id="{D86BA9CE-3F28-4914-8863-6FA4410805E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847604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938" name="Flowchart: Connector 11937">
                            <a:extLst>
                              <a:ext uri="{FF2B5EF4-FFF2-40B4-BE49-F238E27FC236}">
                                <a16:creationId xmlns:a16="http://schemas.microsoft.com/office/drawing/2014/main" id="{34AC3114-7B26-467A-864F-7772D37673A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939" name="3D Model 11938" descr="Sphere">
                                <a:extLst>
                                  <a:ext uri="{FF2B5EF4-FFF2-40B4-BE49-F238E27FC236}">
                                    <a16:creationId xmlns:a16="http://schemas.microsoft.com/office/drawing/2014/main" id="{FED7699B-4793-4AA1-ABC5-5D137F324AE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3789095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910" name="Flowchart: Connector 11909">
                          <a:extLst>
                            <a:ext uri="{FF2B5EF4-FFF2-40B4-BE49-F238E27FC236}">
                              <a16:creationId xmlns:a16="http://schemas.microsoft.com/office/drawing/2014/main" id="{FA8E3F4E-AA4E-409F-A887-3E553A671C4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11" name="Flowchart: Connector 11910">
                          <a:extLst>
                            <a:ext uri="{FF2B5EF4-FFF2-40B4-BE49-F238E27FC236}">
                              <a16:creationId xmlns:a16="http://schemas.microsoft.com/office/drawing/2014/main" id="{0470492B-0C0C-4463-B90B-8EFA2DB1BCD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12" name="Flowchart: Connector 11911">
                          <a:extLst>
                            <a:ext uri="{FF2B5EF4-FFF2-40B4-BE49-F238E27FC236}">
                              <a16:creationId xmlns:a16="http://schemas.microsoft.com/office/drawing/2014/main" id="{1AFB37E5-070F-45F2-9443-1A0279E46D4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13" name="Flowchart: Connector 11912">
                          <a:extLst>
                            <a:ext uri="{FF2B5EF4-FFF2-40B4-BE49-F238E27FC236}">
                              <a16:creationId xmlns:a16="http://schemas.microsoft.com/office/drawing/2014/main" id="{94DC8F7A-2CFD-484B-BDD9-11075A787D5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14" name="Flowchart: Connector 11913">
                          <a:extLst>
                            <a:ext uri="{FF2B5EF4-FFF2-40B4-BE49-F238E27FC236}">
                              <a16:creationId xmlns:a16="http://schemas.microsoft.com/office/drawing/2014/main" id="{9EDEDD4E-F038-4F0C-A4BE-C8E6E7BC111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15" name="Flowchart: Connector 11914">
                          <a:extLst>
                            <a:ext uri="{FF2B5EF4-FFF2-40B4-BE49-F238E27FC236}">
                              <a16:creationId xmlns:a16="http://schemas.microsoft.com/office/drawing/2014/main" id="{96AD3257-CBD5-4479-9D06-B8A33495A1A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16" name="Flowchart: Connector 11915">
                          <a:extLst>
                            <a:ext uri="{FF2B5EF4-FFF2-40B4-BE49-F238E27FC236}">
                              <a16:creationId xmlns:a16="http://schemas.microsoft.com/office/drawing/2014/main" id="{6838A15F-F84A-48AC-9EBE-945FB86D1E4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917" name="Flowchart: Connector 11916">
                          <a:extLst>
                            <a:ext uri="{FF2B5EF4-FFF2-40B4-BE49-F238E27FC236}">
                              <a16:creationId xmlns:a16="http://schemas.microsoft.com/office/drawing/2014/main" id="{D3F62248-4CBC-4B95-BC67-70440CF764D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918" name="3D Model 11917" descr="Sphere">
                              <a:extLst>
                                <a:ext uri="{FF2B5EF4-FFF2-40B4-BE49-F238E27FC236}">
                                  <a16:creationId xmlns:a16="http://schemas.microsoft.com/office/drawing/2014/main" id="{6B51590D-EACF-4373-85CF-3DB83809CCE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42467376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919" name="Flowchart: Connector 11918">
                          <a:extLst>
                            <a:ext uri="{FF2B5EF4-FFF2-40B4-BE49-F238E27FC236}">
                              <a16:creationId xmlns:a16="http://schemas.microsoft.com/office/drawing/2014/main" id="{D5DE7F47-E010-4345-AB71-1C89ACBE99B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920" name="3D Model 11919" descr="Sphere">
                              <a:extLst>
                                <a:ext uri="{FF2B5EF4-FFF2-40B4-BE49-F238E27FC236}">
                                  <a16:creationId xmlns:a16="http://schemas.microsoft.com/office/drawing/2014/main" id="{FB6B9041-1D30-4BC1-87BB-CB4FC275EC7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8573147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921" name="Flowchart: Connector 11920">
                          <a:extLst>
                            <a:ext uri="{FF2B5EF4-FFF2-40B4-BE49-F238E27FC236}">
                              <a16:creationId xmlns:a16="http://schemas.microsoft.com/office/drawing/2014/main" id="{28F4D29E-8DFC-43A6-BFDC-5E70FD41C71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922" name="3D Model 11921" descr="Sphere">
                              <a:extLst>
                                <a:ext uri="{FF2B5EF4-FFF2-40B4-BE49-F238E27FC236}">
                                  <a16:creationId xmlns:a16="http://schemas.microsoft.com/office/drawing/2014/main" id="{C3B5C936-C76A-4F07-823E-7B0E23E5F1D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22046994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923" name="Flowchart: Connector 11922">
                          <a:extLst>
                            <a:ext uri="{FF2B5EF4-FFF2-40B4-BE49-F238E27FC236}">
                              <a16:creationId xmlns:a16="http://schemas.microsoft.com/office/drawing/2014/main" id="{72B1FBF6-9653-40E7-90E0-A8B33670E15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924" name="3D Model 11923" descr="Sphere">
                              <a:extLst>
                                <a:ext uri="{FF2B5EF4-FFF2-40B4-BE49-F238E27FC236}">
                                  <a16:creationId xmlns:a16="http://schemas.microsoft.com/office/drawing/2014/main" id="{B2C0B87A-7016-49A4-811A-B8F23E359BB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83522161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1685" name="Group 11684">
                      <a:extLst>
                        <a:ext uri="{FF2B5EF4-FFF2-40B4-BE49-F238E27FC236}">
                          <a16:creationId xmlns:a16="http://schemas.microsoft.com/office/drawing/2014/main" id="{1EF29F02-F669-45A4-AF74-86EA828C5E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1902" name="Flowchart: Connector 11901">
                        <a:extLst>
                          <a:ext uri="{FF2B5EF4-FFF2-40B4-BE49-F238E27FC236}">
                            <a16:creationId xmlns:a16="http://schemas.microsoft.com/office/drawing/2014/main" id="{7F07003E-E882-417C-9648-2FDFD41DFC0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903" name="Flowchart: Connector 11902">
                        <a:extLst>
                          <a:ext uri="{FF2B5EF4-FFF2-40B4-BE49-F238E27FC236}">
                            <a16:creationId xmlns:a16="http://schemas.microsoft.com/office/drawing/2014/main" id="{8DEEB533-7C79-4346-A407-5770DEE9BAB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904" name="Flowchart: Connector 11903">
                        <a:extLst>
                          <a:ext uri="{FF2B5EF4-FFF2-40B4-BE49-F238E27FC236}">
                            <a16:creationId xmlns:a16="http://schemas.microsoft.com/office/drawing/2014/main" id="{41D052C7-6454-4AF8-99C2-BD206B652A7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1686" name="Flowchart: Connector 11685">
                      <a:extLst>
                        <a:ext uri="{FF2B5EF4-FFF2-40B4-BE49-F238E27FC236}">
                          <a16:creationId xmlns:a16="http://schemas.microsoft.com/office/drawing/2014/main" id="{04B40E96-BE98-4165-BABF-17CDB1AFCB5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1687" name="Flowchart: Connector 11686">
                      <a:extLst>
                        <a:ext uri="{FF2B5EF4-FFF2-40B4-BE49-F238E27FC236}">
                          <a16:creationId xmlns:a16="http://schemas.microsoft.com/office/drawing/2014/main" id="{56BF9836-7827-467B-9C6B-2172C8C3A29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1688" name="Group 11687">
                      <a:extLst>
                        <a:ext uri="{FF2B5EF4-FFF2-40B4-BE49-F238E27FC236}">
                          <a16:creationId xmlns:a16="http://schemas.microsoft.com/office/drawing/2014/main" id="{91B0F547-E59C-4E63-8C24-8180D2C1D236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11899" name="Flowchart: Connector 11898">
                        <a:extLst>
                          <a:ext uri="{FF2B5EF4-FFF2-40B4-BE49-F238E27FC236}">
                            <a16:creationId xmlns:a16="http://schemas.microsoft.com/office/drawing/2014/main" id="{3A19AF73-6F1E-4B3A-9FCB-800C2418061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900" name="Flowchart: Connector 11899">
                        <a:extLst>
                          <a:ext uri="{FF2B5EF4-FFF2-40B4-BE49-F238E27FC236}">
                            <a16:creationId xmlns:a16="http://schemas.microsoft.com/office/drawing/2014/main" id="{026B10E3-7A6D-4F78-BC26-3EE6F8B1888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901" name="Flowchart: Connector 11900">
                        <a:extLst>
                          <a:ext uri="{FF2B5EF4-FFF2-40B4-BE49-F238E27FC236}">
                            <a16:creationId xmlns:a16="http://schemas.microsoft.com/office/drawing/2014/main" id="{96CCAA09-87BA-4FD3-806F-EAB3EED3E6E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1689" name="Group 11688">
                      <a:extLst>
                        <a:ext uri="{FF2B5EF4-FFF2-40B4-BE49-F238E27FC236}">
                          <a16:creationId xmlns:a16="http://schemas.microsoft.com/office/drawing/2014/main" id="{8D2B505C-CAC4-46EC-BB15-2624593050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11834" name="Group 11833">
                        <a:extLst>
                          <a:ext uri="{FF2B5EF4-FFF2-40B4-BE49-F238E27FC236}">
                            <a16:creationId xmlns:a16="http://schemas.microsoft.com/office/drawing/2014/main" id="{041E01F0-B9E0-4B82-BF69-AA533E424B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11895" name="Flowchart: Connector 11894">
                          <a:extLst>
                            <a:ext uri="{FF2B5EF4-FFF2-40B4-BE49-F238E27FC236}">
                              <a16:creationId xmlns:a16="http://schemas.microsoft.com/office/drawing/2014/main" id="{03C3D84D-991A-422B-AB3E-7E6DBF06F50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96" name="Flowchart: Connector 11895">
                          <a:extLst>
                            <a:ext uri="{FF2B5EF4-FFF2-40B4-BE49-F238E27FC236}">
                              <a16:creationId xmlns:a16="http://schemas.microsoft.com/office/drawing/2014/main" id="{ED93EB91-6C78-48A7-96A5-BDAE44AB22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97" name="Flowchart: Connector 11896">
                          <a:extLst>
                            <a:ext uri="{FF2B5EF4-FFF2-40B4-BE49-F238E27FC236}">
                              <a16:creationId xmlns:a16="http://schemas.microsoft.com/office/drawing/2014/main" id="{69B39DE3-70EF-4A22-9B08-2C1292220DA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98" name="Flowchart: Connector 11897">
                          <a:extLst>
                            <a:ext uri="{FF2B5EF4-FFF2-40B4-BE49-F238E27FC236}">
                              <a16:creationId xmlns:a16="http://schemas.microsoft.com/office/drawing/2014/main" id="{DEB91083-0F36-42C6-AD3F-CCD1C6F2E86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835" name="Group 11834">
                        <a:extLst>
                          <a:ext uri="{FF2B5EF4-FFF2-40B4-BE49-F238E27FC236}">
                            <a16:creationId xmlns:a16="http://schemas.microsoft.com/office/drawing/2014/main" id="{470997AF-FE12-443E-A34B-5B2DA0859B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11836" name="Group 11835">
                          <a:extLst>
                            <a:ext uri="{FF2B5EF4-FFF2-40B4-BE49-F238E27FC236}">
                              <a16:creationId xmlns:a16="http://schemas.microsoft.com/office/drawing/2014/main" id="{86802EE4-1FAD-46C5-A8BC-7553B41E7F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1887" name="Flowchart: Connector 11886">
                            <a:extLst>
                              <a:ext uri="{FF2B5EF4-FFF2-40B4-BE49-F238E27FC236}">
                                <a16:creationId xmlns:a16="http://schemas.microsoft.com/office/drawing/2014/main" id="{6287835B-EC0A-493E-8845-256D2123740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88" name="3D Model 11887" descr="Sphere">
                                <a:extLst>
                                  <a:ext uri="{FF2B5EF4-FFF2-40B4-BE49-F238E27FC236}">
                                    <a16:creationId xmlns:a16="http://schemas.microsoft.com/office/drawing/2014/main" id="{D7674B2D-F140-484C-BD34-D37D625FFCF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5373163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89" name="Flowchart: Connector 11888">
                            <a:extLst>
                              <a:ext uri="{FF2B5EF4-FFF2-40B4-BE49-F238E27FC236}">
                                <a16:creationId xmlns:a16="http://schemas.microsoft.com/office/drawing/2014/main" id="{31061B88-3154-45BC-B3C7-DA9AC778D66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90" name="3D Model 11889" descr="Sphere">
                                <a:extLst>
                                  <a:ext uri="{FF2B5EF4-FFF2-40B4-BE49-F238E27FC236}">
                                    <a16:creationId xmlns:a16="http://schemas.microsoft.com/office/drawing/2014/main" id="{EBC623FA-1437-4904-882F-6C8A7FBF1FB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116688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91" name="Flowchart: Connector 11890">
                            <a:extLst>
                              <a:ext uri="{FF2B5EF4-FFF2-40B4-BE49-F238E27FC236}">
                                <a16:creationId xmlns:a16="http://schemas.microsoft.com/office/drawing/2014/main" id="{3132A022-D1E8-4EE8-B067-63274C1162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92" name="3D Model 11891" descr="Sphere">
                                <a:extLst>
                                  <a:ext uri="{FF2B5EF4-FFF2-40B4-BE49-F238E27FC236}">
                                    <a16:creationId xmlns:a16="http://schemas.microsoft.com/office/drawing/2014/main" id="{D448EF3C-F07D-45F3-9607-84F27B38DD4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7259540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93" name="Flowchart: Connector 11892">
                            <a:extLst>
                              <a:ext uri="{FF2B5EF4-FFF2-40B4-BE49-F238E27FC236}">
                                <a16:creationId xmlns:a16="http://schemas.microsoft.com/office/drawing/2014/main" id="{752B0743-2921-4BB3-8F3B-36720217543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94" name="3D Model 11893" descr="Sphere">
                                <a:extLst>
                                  <a:ext uri="{FF2B5EF4-FFF2-40B4-BE49-F238E27FC236}">
                                    <a16:creationId xmlns:a16="http://schemas.microsoft.com/office/drawing/2014/main" id="{1C169735-1316-4A01-92AD-7D2211F4C91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3466964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837" name="Group 11836">
                          <a:extLst>
                            <a:ext uri="{FF2B5EF4-FFF2-40B4-BE49-F238E27FC236}">
                              <a16:creationId xmlns:a16="http://schemas.microsoft.com/office/drawing/2014/main" id="{5D868B48-14BC-4A2E-A321-2FC47052D5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1871" name="Flowchart: Connector 11870">
                            <a:extLst>
                              <a:ext uri="{FF2B5EF4-FFF2-40B4-BE49-F238E27FC236}">
                                <a16:creationId xmlns:a16="http://schemas.microsoft.com/office/drawing/2014/main" id="{A42EF775-C241-43D6-9EE5-69B8B38F8F3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72" name="Flowchart: Connector 11871">
                            <a:extLst>
                              <a:ext uri="{FF2B5EF4-FFF2-40B4-BE49-F238E27FC236}">
                                <a16:creationId xmlns:a16="http://schemas.microsoft.com/office/drawing/2014/main" id="{01DCE2B7-CF67-498C-A1F0-04EC043FBE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73" name="Flowchart: Connector 11872">
                            <a:extLst>
                              <a:ext uri="{FF2B5EF4-FFF2-40B4-BE49-F238E27FC236}">
                                <a16:creationId xmlns:a16="http://schemas.microsoft.com/office/drawing/2014/main" id="{78A08434-C17D-460A-9A2D-C2657D30D7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74" name="Flowchart: Connector 11873">
                            <a:extLst>
                              <a:ext uri="{FF2B5EF4-FFF2-40B4-BE49-F238E27FC236}">
                                <a16:creationId xmlns:a16="http://schemas.microsoft.com/office/drawing/2014/main" id="{9C8ED327-A0E8-4FC0-AE5B-633C0F9D861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75" name="Flowchart: Connector 11874">
                            <a:extLst>
                              <a:ext uri="{FF2B5EF4-FFF2-40B4-BE49-F238E27FC236}">
                                <a16:creationId xmlns:a16="http://schemas.microsoft.com/office/drawing/2014/main" id="{B71D26AD-EE34-4CA2-8B5A-CA677531642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76" name="Flowchart: Connector 11875">
                            <a:extLst>
                              <a:ext uri="{FF2B5EF4-FFF2-40B4-BE49-F238E27FC236}">
                                <a16:creationId xmlns:a16="http://schemas.microsoft.com/office/drawing/2014/main" id="{6AFF2B9C-1FC1-4466-9CD9-52A31176D36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77" name="Flowchart: Connector 11876">
                            <a:extLst>
                              <a:ext uri="{FF2B5EF4-FFF2-40B4-BE49-F238E27FC236}">
                                <a16:creationId xmlns:a16="http://schemas.microsoft.com/office/drawing/2014/main" id="{4676A937-6FD9-4144-8FB8-8C1027A2BD0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78" name="Flowchart: Connector 11877">
                            <a:extLst>
                              <a:ext uri="{FF2B5EF4-FFF2-40B4-BE49-F238E27FC236}">
                                <a16:creationId xmlns:a16="http://schemas.microsoft.com/office/drawing/2014/main" id="{1022BED1-28BC-4A3D-804A-11B7B1D81D6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79" name="Flowchart: Connector 11878">
                            <a:extLst>
                              <a:ext uri="{FF2B5EF4-FFF2-40B4-BE49-F238E27FC236}">
                                <a16:creationId xmlns:a16="http://schemas.microsoft.com/office/drawing/2014/main" id="{4ADD4FD3-0A0A-4C6C-9356-648BBF7F31A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80" name="3D Model 11879" descr="Sphere">
                                <a:extLst>
                                  <a:ext uri="{FF2B5EF4-FFF2-40B4-BE49-F238E27FC236}">
                                    <a16:creationId xmlns:a16="http://schemas.microsoft.com/office/drawing/2014/main" id="{A8959EE3-74C4-4DD3-9AC1-6C3EF31FF6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4690611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81" name="Flowchart: Connector 11880">
                            <a:extLst>
                              <a:ext uri="{FF2B5EF4-FFF2-40B4-BE49-F238E27FC236}">
                                <a16:creationId xmlns:a16="http://schemas.microsoft.com/office/drawing/2014/main" id="{15185F9F-6162-48DA-8779-98A5BDB69E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82" name="3D Model 11881" descr="Sphere">
                                <a:extLst>
                                  <a:ext uri="{FF2B5EF4-FFF2-40B4-BE49-F238E27FC236}">
                                    <a16:creationId xmlns:a16="http://schemas.microsoft.com/office/drawing/2014/main" id="{E93EA7BE-1B87-4D9E-AF67-D3EFBA5A60F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4296637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83" name="Flowchart: Connector 11882">
                            <a:extLst>
                              <a:ext uri="{FF2B5EF4-FFF2-40B4-BE49-F238E27FC236}">
                                <a16:creationId xmlns:a16="http://schemas.microsoft.com/office/drawing/2014/main" id="{D87DBF94-D015-4018-A362-DD99621F52C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84" name="3D Model 11883" descr="Sphere">
                                <a:extLst>
                                  <a:ext uri="{FF2B5EF4-FFF2-40B4-BE49-F238E27FC236}">
                                    <a16:creationId xmlns:a16="http://schemas.microsoft.com/office/drawing/2014/main" id="{54AA42B1-EADD-41BC-B669-ACB0164696E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5172195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85" name="Flowchart: Connector 11884">
                            <a:extLst>
                              <a:ext uri="{FF2B5EF4-FFF2-40B4-BE49-F238E27FC236}">
                                <a16:creationId xmlns:a16="http://schemas.microsoft.com/office/drawing/2014/main" id="{2211132C-8049-4A8A-A988-00F231049BC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86" name="3D Model 11885" descr="Sphere">
                                <a:extLst>
                                  <a:ext uri="{FF2B5EF4-FFF2-40B4-BE49-F238E27FC236}">
                                    <a16:creationId xmlns:a16="http://schemas.microsoft.com/office/drawing/2014/main" id="{46848204-8664-41DA-8502-214D8D39CC6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7130808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838" name="Group 11837">
                          <a:extLst>
                            <a:ext uri="{FF2B5EF4-FFF2-40B4-BE49-F238E27FC236}">
                              <a16:creationId xmlns:a16="http://schemas.microsoft.com/office/drawing/2014/main" id="{33704E74-7182-4808-A9F3-3813E82F3C7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1855" name="Flowchart: Connector 11854">
                            <a:extLst>
                              <a:ext uri="{FF2B5EF4-FFF2-40B4-BE49-F238E27FC236}">
                                <a16:creationId xmlns:a16="http://schemas.microsoft.com/office/drawing/2014/main" id="{A457E07F-6CA6-41CF-ABC8-26F6C902334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56" name="Flowchart: Connector 11855">
                            <a:extLst>
                              <a:ext uri="{FF2B5EF4-FFF2-40B4-BE49-F238E27FC236}">
                                <a16:creationId xmlns:a16="http://schemas.microsoft.com/office/drawing/2014/main" id="{E66D5FA1-7DA4-4435-8EC3-066C1304D15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57" name="Flowchart: Connector 11856">
                            <a:extLst>
                              <a:ext uri="{FF2B5EF4-FFF2-40B4-BE49-F238E27FC236}">
                                <a16:creationId xmlns:a16="http://schemas.microsoft.com/office/drawing/2014/main" id="{7118B342-723C-458C-8123-E2434488718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58" name="Flowchart: Connector 11857">
                            <a:extLst>
                              <a:ext uri="{FF2B5EF4-FFF2-40B4-BE49-F238E27FC236}">
                                <a16:creationId xmlns:a16="http://schemas.microsoft.com/office/drawing/2014/main" id="{28C500D6-8A6D-4E63-A6AD-AF0B2DBD3B4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59" name="Flowchart: Connector 11858">
                            <a:extLst>
                              <a:ext uri="{FF2B5EF4-FFF2-40B4-BE49-F238E27FC236}">
                                <a16:creationId xmlns:a16="http://schemas.microsoft.com/office/drawing/2014/main" id="{21B82D3A-DA8C-4519-AFB0-ACF157240FA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60" name="Flowchart: Connector 11859">
                            <a:extLst>
                              <a:ext uri="{FF2B5EF4-FFF2-40B4-BE49-F238E27FC236}">
                                <a16:creationId xmlns:a16="http://schemas.microsoft.com/office/drawing/2014/main" id="{30167DCC-5C87-4E30-9F7F-BFC5D6E5C83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61" name="Flowchart: Connector 11860">
                            <a:extLst>
                              <a:ext uri="{FF2B5EF4-FFF2-40B4-BE49-F238E27FC236}">
                                <a16:creationId xmlns:a16="http://schemas.microsoft.com/office/drawing/2014/main" id="{984FD672-29F8-455E-8968-D7C28E3CA7E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62" name="Flowchart: Connector 11861">
                            <a:extLst>
                              <a:ext uri="{FF2B5EF4-FFF2-40B4-BE49-F238E27FC236}">
                                <a16:creationId xmlns:a16="http://schemas.microsoft.com/office/drawing/2014/main" id="{F9D218DC-018D-42F5-B416-3D84CD6E7C7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63" name="Flowchart: Connector 11862">
                            <a:extLst>
                              <a:ext uri="{FF2B5EF4-FFF2-40B4-BE49-F238E27FC236}">
                                <a16:creationId xmlns:a16="http://schemas.microsoft.com/office/drawing/2014/main" id="{3F757933-992C-40E7-94C0-AD9B8800412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64" name="3D Model 11863" descr="Sphere">
                                <a:extLst>
                                  <a:ext uri="{FF2B5EF4-FFF2-40B4-BE49-F238E27FC236}">
                                    <a16:creationId xmlns:a16="http://schemas.microsoft.com/office/drawing/2014/main" id="{6C807833-FBE7-4D8C-9B04-6315EDCA353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5027572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65" name="Flowchart: Connector 11864">
                            <a:extLst>
                              <a:ext uri="{FF2B5EF4-FFF2-40B4-BE49-F238E27FC236}">
                                <a16:creationId xmlns:a16="http://schemas.microsoft.com/office/drawing/2014/main" id="{3E5B20A5-0E61-4917-97A0-BFAA8317BD4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66" name="3D Model 11865" descr="Sphere">
                                <a:extLst>
                                  <a:ext uri="{FF2B5EF4-FFF2-40B4-BE49-F238E27FC236}">
                                    <a16:creationId xmlns:a16="http://schemas.microsoft.com/office/drawing/2014/main" id="{71820BF1-E422-4D4C-B79F-191BC709763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0490873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67" name="Flowchart: Connector 11866">
                            <a:extLst>
                              <a:ext uri="{FF2B5EF4-FFF2-40B4-BE49-F238E27FC236}">
                                <a16:creationId xmlns:a16="http://schemas.microsoft.com/office/drawing/2014/main" id="{6284E9C0-408E-40CE-9C66-8603C77CBE1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68" name="3D Model 11867" descr="Sphere">
                                <a:extLst>
                                  <a:ext uri="{FF2B5EF4-FFF2-40B4-BE49-F238E27FC236}">
                                    <a16:creationId xmlns:a16="http://schemas.microsoft.com/office/drawing/2014/main" id="{2A67FFDC-81D5-45D7-B98E-73E461D4AF6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5768735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69" name="Flowchart: Connector 11868">
                            <a:extLst>
                              <a:ext uri="{FF2B5EF4-FFF2-40B4-BE49-F238E27FC236}">
                                <a16:creationId xmlns:a16="http://schemas.microsoft.com/office/drawing/2014/main" id="{9F339A24-F117-44A1-BE7D-703EF5CC4E6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70" name="3D Model 11869" descr="Sphere">
                                <a:extLst>
                                  <a:ext uri="{FF2B5EF4-FFF2-40B4-BE49-F238E27FC236}">
                                    <a16:creationId xmlns:a16="http://schemas.microsoft.com/office/drawing/2014/main" id="{D87AA6E8-B232-4ECD-96ED-1A6E1180EE0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5992376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839" name="Flowchart: Connector 11838">
                          <a:extLst>
                            <a:ext uri="{FF2B5EF4-FFF2-40B4-BE49-F238E27FC236}">
                              <a16:creationId xmlns:a16="http://schemas.microsoft.com/office/drawing/2014/main" id="{049C9701-00CC-414B-81C9-C9EBC1290E0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0" name="Flowchart: Connector 11839">
                          <a:extLst>
                            <a:ext uri="{FF2B5EF4-FFF2-40B4-BE49-F238E27FC236}">
                              <a16:creationId xmlns:a16="http://schemas.microsoft.com/office/drawing/2014/main" id="{B9AB67E5-1C3C-4440-BA43-41F45A6C1C1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1" name="Flowchart: Connector 11840">
                          <a:extLst>
                            <a:ext uri="{FF2B5EF4-FFF2-40B4-BE49-F238E27FC236}">
                              <a16:creationId xmlns:a16="http://schemas.microsoft.com/office/drawing/2014/main" id="{1E313F4D-AA1E-48C0-B099-62383BF61AE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2" name="Flowchart: Connector 11841">
                          <a:extLst>
                            <a:ext uri="{FF2B5EF4-FFF2-40B4-BE49-F238E27FC236}">
                              <a16:creationId xmlns:a16="http://schemas.microsoft.com/office/drawing/2014/main" id="{DB2147E8-6719-4BEB-9B31-AA849EA74CD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3" name="Flowchart: Connector 11842">
                          <a:extLst>
                            <a:ext uri="{FF2B5EF4-FFF2-40B4-BE49-F238E27FC236}">
                              <a16:creationId xmlns:a16="http://schemas.microsoft.com/office/drawing/2014/main" id="{B7E75BC2-2C0F-4A91-83C6-391F6F4617E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4" name="Flowchart: Connector 11843">
                          <a:extLst>
                            <a:ext uri="{FF2B5EF4-FFF2-40B4-BE49-F238E27FC236}">
                              <a16:creationId xmlns:a16="http://schemas.microsoft.com/office/drawing/2014/main" id="{D531F0B9-B297-4D93-9AE6-4E79C5F4FD7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5" name="Flowchart: Connector 11844">
                          <a:extLst>
                            <a:ext uri="{FF2B5EF4-FFF2-40B4-BE49-F238E27FC236}">
                              <a16:creationId xmlns:a16="http://schemas.microsoft.com/office/drawing/2014/main" id="{F75BD8D2-5B30-4B58-A4CC-36C7B754FE3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6" name="Flowchart: Connector 11845">
                          <a:extLst>
                            <a:ext uri="{FF2B5EF4-FFF2-40B4-BE49-F238E27FC236}">
                              <a16:creationId xmlns:a16="http://schemas.microsoft.com/office/drawing/2014/main" id="{402557E9-A6C6-4A15-B77E-E5C1BF080F4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47" name="Flowchart: Connector 11846">
                          <a:extLst>
                            <a:ext uri="{FF2B5EF4-FFF2-40B4-BE49-F238E27FC236}">
                              <a16:creationId xmlns:a16="http://schemas.microsoft.com/office/drawing/2014/main" id="{1C194E06-4DA0-40A3-9A97-9D5E423D5F3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848" name="3D Model 11847" descr="Sphere">
                              <a:extLst>
                                <a:ext uri="{FF2B5EF4-FFF2-40B4-BE49-F238E27FC236}">
                                  <a16:creationId xmlns:a16="http://schemas.microsoft.com/office/drawing/2014/main" id="{4B93A86B-8A73-40F0-9AA8-2501F355ABD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56378154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849" name="Flowchart: Connector 11848">
                          <a:extLst>
                            <a:ext uri="{FF2B5EF4-FFF2-40B4-BE49-F238E27FC236}">
                              <a16:creationId xmlns:a16="http://schemas.microsoft.com/office/drawing/2014/main" id="{F332FE67-8D7A-46F9-9A83-ADE57F52BAC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850" name="3D Model 11849" descr="Sphere">
                              <a:extLst>
                                <a:ext uri="{FF2B5EF4-FFF2-40B4-BE49-F238E27FC236}">
                                  <a16:creationId xmlns:a16="http://schemas.microsoft.com/office/drawing/2014/main" id="{E6432989-8947-40B8-9AEF-3D4217B2E86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8338845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851" name="Flowchart: Connector 11850">
                          <a:extLst>
                            <a:ext uri="{FF2B5EF4-FFF2-40B4-BE49-F238E27FC236}">
                              <a16:creationId xmlns:a16="http://schemas.microsoft.com/office/drawing/2014/main" id="{3F6F9614-E5A5-419F-B1B8-9209C87ABF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852" name="3D Model 11851" descr="Sphere">
                              <a:extLst>
                                <a:ext uri="{FF2B5EF4-FFF2-40B4-BE49-F238E27FC236}">
                                  <a16:creationId xmlns:a16="http://schemas.microsoft.com/office/drawing/2014/main" id="{02F3A3AE-C0DD-499A-8620-4FD6EDCFB2B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02303530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853" name="Flowchart: Connector 11852">
                          <a:extLst>
                            <a:ext uri="{FF2B5EF4-FFF2-40B4-BE49-F238E27FC236}">
                              <a16:creationId xmlns:a16="http://schemas.microsoft.com/office/drawing/2014/main" id="{9288F244-EEA1-4AE1-8CE5-CC505D2141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854" name="3D Model 11853" descr="Sphere">
                              <a:extLst>
                                <a:ext uri="{FF2B5EF4-FFF2-40B4-BE49-F238E27FC236}">
                                  <a16:creationId xmlns:a16="http://schemas.microsoft.com/office/drawing/2014/main" id="{D00469B1-5BD5-4378-8DAA-E8B40655983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33918600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1690" name="Group 11689">
                      <a:extLst>
                        <a:ext uri="{FF2B5EF4-FFF2-40B4-BE49-F238E27FC236}">
                          <a16:creationId xmlns:a16="http://schemas.microsoft.com/office/drawing/2014/main" id="{1344636F-E86C-419E-AD84-179DEE14B4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1831" name="Flowchart: Connector 11830">
                        <a:extLst>
                          <a:ext uri="{FF2B5EF4-FFF2-40B4-BE49-F238E27FC236}">
                            <a16:creationId xmlns:a16="http://schemas.microsoft.com/office/drawing/2014/main" id="{B8AAB26C-BC07-47D0-8506-8B9E0461E0A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832" name="Flowchart: Connector 11831">
                        <a:extLst>
                          <a:ext uri="{FF2B5EF4-FFF2-40B4-BE49-F238E27FC236}">
                            <a16:creationId xmlns:a16="http://schemas.microsoft.com/office/drawing/2014/main" id="{6E5626CF-CBCA-4F94-9CDC-3CB4F5EB31E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833" name="Flowchart: Connector 11832">
                        <a:extLst>
                          <a:ext uri="{FF2B5EF4-FFF2-40B4-BE49-F238E27FC236}">
                            <a16:creationId xmlns:a16="http://schemas.microsoft.com/office/drawing/2014/main" id="{383559E3-0289-41CD-A491-F74FC74698C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1691" name="Flowchart: Connector 11690">
                      <a:extLst>
                        <a:ext uri="{FF2B5EF4-FFF2-40B4-BE49-F238E27FC236}">
                          <a16:creationId xmlns:a16="http://schemas.microsoft.com/office/drawing/2014/main" id="{A84617FC-462F-4831-9B08-EC613214BF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1692" name="Flowchart: Connector 11691">
                      <a:extLst>
                        <a:ext uri="{FF2B5EF4-FFF2-40B4-BE49-F238E27FC236}">
                          <a16:creationId xmlns:a16="http://schemas.microsoft.com/office/drawing/2014/main" id="{1E2BAF98-B72E-416F-8AC5-5F5D791AC99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1693" name="Group 11692">
                      <a:extLst>
                        <a:ext uri="{FF2B5EF4-FFF2-40B4-BE49-F238E27FC236}">
                          <a16:creationId xmlns:a16="http://schemas.microsoft.com/office/drawing/2014/main" id="{382B258C-1986-48E6-8493-512926E4E73D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11828" name="Flowchart: Connector 11827">
                        <a:extLst>
                          <a:ext uri="{FF2B5EF4-FFF2-40B4-BE49-F238E27FC236}">
                            <a16:creationId xmlns:a16="http://schemas.microsoft.com/office/drawing/2014/main" id="{72C9DBFD-E501-447B-9D36-00EB22C1BB9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829" name="Flowchart: Connector 11828">
                        <a:extLst>
                          <a:ext uri="{FF2B5EF4-FFF2-40B4-BE49-F238E27FC236}">
                            <a16:creationId xmlns:a16="http://schemas.microsoft.com/office/drawing/2014/main" id="{F03002C4-0026-428E-A982-66F8A4E6527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830" name="Flowchart: Connector 11829">
                        <a:extLst>
                          <a:ext uri="{FF2B5EF4-FFF2-40B4-BE49-F238E27FC236}">
                            <a16:creationId xmlns:a16="http://schemas.microsoft.com/office/drawing/2014/main" id="{D26EEDBD-6994-48A6-9AED-3ABC7D472AE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1694" name="Group 11693">
                      <a:extLst>
                        <a:ext uri="{FF2B5EF4-FFF2-40B4-BE49-F238E27FC236}">
                          <a16:creationId xmlns:a16="http://schemas.microsoft.com/office/drawing/2014/main" id="{FBE95799-B4DC-4B4D-B169-0E8C9E8DD6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11763" name="Group 11762">
                        <a:extLst>
                          <a:ext uri="{FF2B5EF4-FFF2-40B4-BE49-F238E27FC236}">
                            <a16:creationId xmlns:a16="http://schemas.microsoft.com/office/drawing/2014/main" id="{1FA2A1C5-D9E6-424C-BB4E-1EC26A3DEA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11824" name="Flowchart: Connector 11823">
                          <a:extLst>
                            <a:ext uri="{FF2B5EF4-FFF2-40B4-BE49-F238E27FC236}">
                              <a16:creationId xmlns:a16="http://schemas.microsoft.com/office/drawing/2014/main" id="{6CE1965A-A470-40CD-B60F-95A7505580D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25" name="Flowchart: Connector 11824">
                          <a:extLst>
                            <a:ext uri="{FF2B5EF4-FFF2-40B4-BE49-F238E27FC236}">
                              <a16:creationId xmlns:a16="http://schemas.microsoft.com/office/drawing/2014/main" id="{7F3FE1C1-858E-4A88-8F2D-25B8EF6A01A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26" name="Flowchart: Connector 11825">
                          <a:extLst>
                            <a:ext uri="{FF2B5EF4-FFF2-40B4-BE49-F238E27FC236}">
                              <a16:creationId xmlns:a16="http://schemas.microsoft.com/office/drawing/2014/main" id="{238E4DDD-48D0-4562-8E04-626CF47F175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827" name="Flowchart: Connector 11826">
                          <a:extLst>
                            <a:ext uri="{FF2B5EF4-FFF2-40B4-BE49-F238E27FC236}">
                              <a16:creationId xmlns:a16="http://schemas.microsoft.com/office/drawing/2014/main" id="{9B017842-50D7-40DF-B150-C6B72D367CD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764" name="Group 11763">
                        <a:extLst>
                          <a:ext uri="{FF2B5EF4-FFF2-40B4-BE49-F238E27FC236}">
                            <a16:creationId xmlns:a16="http://schemas.microsoft.com/office/drawing/2014/main" id="{9B7472A1-3E4D-4B07-BBBD-4D6EA9AE03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11765" name="Group 11764">
                          <a:extLst>
                            <a:ext uri="{FF2B5EF4-FFF2-40B4-BE49-F238E27FC236}">
                              <a16:creationId xmlns:a16="http://schemas.microsoft.com/office/drawing/2014/main" id="{D16AEB73-854A-4000-A777-024BB52566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1816" name="Flowchart: Connector 11815">
                            <a:extLst>
                              <a:ext uri="{FF2B5EF4-FFF2-40B4-BE49-F238E27FC236}">
                                <a16:creationId xmlns:a16="http://schemas.microsoft.com/office/drawing/2014/main" id="{CF744652-7788-44D6-BEFC-9F0451486A4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17" name="3D Model 11816" descr="Sphere">
                                <a:extLst>
                                  <a:ext uri="{FF2B5EF4-FFF2-40B4-BE49-F238E27FC236}">
                                    <a16:creationId xmlns:a16="http://schemas.microsoft.com/office/drawing/2014/main" id="{3DB7F259-018A-4439-8FD6-A60CC0DF28E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8176861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18" name="Flowchart: Connector 11817">
                            <a:extLst>
                              <a:ext uri="{FF2B5EF4-FFF2-40B4-BE49-F238E27FC236}">
                                <a16:creationId xmlns:a16="http://schemas.microsoft.com/office/drawing/2014/main" id="{8603341A-5645-499D-9D3D-508DA17B340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19" name="3D Model 11818" descr="Sphere">
                                <a:extLst>
                                  <a:ext uri="{FF2B5EF4-FFF2-40B4-BE49-F238E27FC236}">
                                    <a16:creationId xmlns:a16="http://schemas.microsoft.com/office/drawing/2014/main" id="{26D8C050-C8DB-4EE9-BC7A-13FA67E4291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2632611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20" name="Flowchart: Connector 11819">
                            <a:extLst>
                              <a:ext uri="{FF2B5EF4-FFF2-40B4-BE49-F238E27FC236}">
                                <a16:creationId xmlns:a16="http://schemas.microsoft.com/office/drawing/2014/main" id="{4FAFCE2A-73C6-4A05-9248-1D32CDDA56D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21" name="3D Model 11820" descr="Sphere">
                                <a:extLst>
                                  <a:ext uri="{FF2B5EF4-FFF2-40B4-BE49-F238E27FC236}">
                                    <a16:creationId xmlns:a16="http://schemas.microsoft.com/office/drawing/2014/main" id="{4FF61BA4-4169-46E9-A3DA-54411D705D0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3112229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22" name="Flowchart: Connector 11821">
                            <a:extLst>
                              <a:ext uri="{FF2B5EF4-FFF2-40B4-BE49-F238E27FC236}">
                                <a16:creationId xmlns:a16="http://schemas.microsoft.com/office/drawing/2014/main" id="{A2E8ECC1-7DFB-45E2-BEB8-869DF0C33D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23" name="3D Model 11822" descr="Sphere">
                                <a:extLst>
                                  <a:ext uri="{FF2B5EF4-FFF2-40B4-BE49-F238E27FC236}">
                                    <a16:creationId xmlns:a16="http://schemas.microsoft.com/office/drawing/2014/main" id="{44DA15A6-BDBC-4491-BA62-97BC18C8EF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5646320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766" name="Group 11765">
                          <a:extLst>
                            <a:ext uri="{FF2B5EF4-FFF2-40B4-BE49-F238E27FC236}">
                              <a16:creationId xmlns:a16="http://schemas.microsoft.com/office/drawing/2014/main" id="{74106139-1465-469B-9704-B41156E10E5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1800" name="Flowchart: Connector 11799">
                            <a:extLst>
                              <a:ext uri="{FF2B5EF4-FFF2-40B4-BE49-F238E27FC236}">
                                <a16:creationId xmlns:a16="http://schemas.microsoft.com/office/drawing/2014/main" id="{E5B40E71-EC03-4CAB-9185-DB799CB8103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01" name="Flowchart: Connector 11800">
                            <a:extLst>
                              <a:ext uri="{FF2B5EF4-FFF2-40B4-BE49-F238E27FC236}">
                                <a16:creationId xmlns:a16="http://schemas.microsoft.com/office/drawing/2014/main" id="{BC5835EF-E59C-407C-B634-D04D66E3564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02" name="Flowchart: Connector 11801">
                            <a:extLst>
                              <a:ext uri="{FF2B5EF4-FFF2-40B4-BE49-F238E27FC236}">
                                <a16:creationId xmlns:a16="http://schemas.microsoft.com/office/drawing/2014/main" id="{C96E6248-E979-4FDB-BAF3-17ED48091FA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03" name="Flowchart: Connector 11802">
                            <a:extLst>
                              <a:ext uri="{FF2B5EF4-FFF2-40B4-BE49-F238E27FC236}">
                                <a16:creationId xmlns:a16="http://schemas.microsoft.com/office/drawing/2014/main" id="{273D05BA-8646-496D-8212-C5083CA2BEE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04" name="Flowchart: Connector 11803">
                            <a:extLst>
                              <a:ext uri="{FF2B5EF4-FFF2-40B4-BE49-F238E27FC236}">
                                <a16:creationId xmlns:a16="http://schemas.microsoft.com/office/drawing/2014/main" id="{25A5B82C-4CD3-44F9-B108-D08C7D12E1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05" name="Flowchart: Connector 11804">
                            <a:extLst>
                              <a:ext uri="{FF2B5EF4-FFF2-40B4-BE49-F238E27FC236}">
                                <a16:creationId xmlns:a16="http://schemas.microsoft.com/office/drawing/2014/main" id="{EA96D814-B179-4CAD-8E65-B876355C7E1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06" name="Flowchart: Connector 11805">
                            <a:extLst>
                              <a:ext uri="{FF2B5EF4-FFF2-40B4-BE49-F238E27FC236}">
                                <a16:creationId xmlns:a16="http://schemas.microsoft.com/office/drawing/2014/main" id="{63F2D68D-B87E-4B5D-BF5F-0B752B9192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07" name="Flowchart: Connector 11806">
                            <a:extLst>
                              <a:ext uri="{FF2B5EF4-FFF2-40B4-BE49-F238E27FC236}">
                                <a16:creationId xmlns:a16="http://schemas.microsoft.com/office/drawing/2014/main" id="{A0AE0B4B-EBB9-4A1D-BF82-762A131AEC8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808" name="Flowchart: Connector 11807">
                            <a:extLst>
                              <a:ext uri="{FF2B5EF4-FFF2-40B4-BE49-F238E27FC236}">
                                <a16:creationId xmlns:a16="http://schemas.microsoft.com/office/drawing/2014/main" id="{6ED35B4B-2366-42C6-B316-EB2FE2CA377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09" name="3D Model 11808" descr="Sphere">
                                <a:extLst>
                                  <a:ext uri="{FF2B5EF4-FFF2-40B4-BE49-F238E27FC236}">
                                    <a16:creationId xmlns:a16="http://schemas.microsoft.com/office/drawing/2014/main" id="{091A5E87-7C44-4C2B-9438-32D8343D53F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0946366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10" name="Flowchart: Connector 11809">
                            <a:extLst>
                              <a:ext uri="{FF2B5EF4-FFF2-40B4-BE49-F238E27FC236}">
                                <a16:creationId xmlns:a16="http://schemas.microsoft.com/office/drawing/2014/main" id="{6F3D8903-6565-4C41-9AC6-0BB8ADB3802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11" name="3D Model 11810" descr="Sphere">
                                <a:extLst>
                                  <a:ext uri="{FF2B5EF4-FFF2-40B4-BE49-F238E27FC236}">
                                    <a16:creationId xmlns:a16="http://schemas.microsoft.com/office/drawing/2014/main" id="{4C3E8EEA-0253-44B4-B01C-214C580B68F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8371173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12" name="Flowchart: Connector 11811">
                            <a:extLst>
                              <a:ext uri="{FF2B5EF4-FFF2-40B4-BE49-F238E27FC236}">
                                <a16:creationId xmlns:a16="http://schemas.microsoft.com/office/drawing/2014/main" id="{396F264F-1BAC-4EDD-9EC1-74A04DFB121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13" name="3D Model 11812" descr="Sphere">
                                <a:extLst>
                                  <a:ext uri="{FF2B5EF4-FFF2-40B4-BE49-F238E27FC236}">
                                    <a16:creationId xmlns:a16="http://schemas.microsoft.com/office/drawing/2014/main" id="{02CF6531-4F41-4E2B-88BA-C6B38890D12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2158299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814" name="Flowchart: Connector 11813">
                            <a:extLst>
                              <a:ext uri="{FF2B5EF4-FFF2-40B4-BE49-F238E27FC236}">
                                <a16:creationId xmlns:a16="http://schemas.microsoft.com/office/drawing/2014/main" id="{81FB1111-4A6A-4275-A36A-580B71439D5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815" name="3D Model 11814" descr="Sphere">
                                <a:extLst>
                                  <a:ext uri="{FF2B5EF4-FFF2-40B4-BE49-F238E27FC236}">
                                    <a16:creationId xmlns:a16="http://schemas.microsoft.com/office/drawing/2014/main" id="{3AF11EBA-C189-464D-B48F-C18B16A1243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8011404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767" name="Group 11766">
                          <a:extLst>
                            <a:ext uri="{FF2B5EF4-FFF2-40B4-BE49-F238E27FC236}">
                              <a16:creationId xmlns:a16="http://schemas.microsoft.com/office/drawing/2014/main" id="{23C6A6F3-6D19-4A86-9792-ED42AC6A17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1784" name="Flowchart: Connector 11783">
                            <a:extLst>
                              <a:ext uri="{FF2B5EF4-FFF2-40B4-BE49-F238E27FC236}">
                                <a16:creationId xmlns:a16="http://schemas.microsoft.com/office/drawing/2014/main" id="{81FE7902-2459-4E73-9975-2443115275C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785" name="Flowchart: Connector 11784">
                            <a:extLst>
                              <a:ext uri="{FF2B5EF4-FFF2-40B4-BE49-F238E27FC236}">
                                <a16:creationId xmlns:a16="http://schemas.microsoft.com/office/drawing/2014/main" id="{6F015BA8-8AF3-44BA-8552-95E780C6FB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786" name="Flowchart: Connector 11785">
                            <a:extLst>
                              <a:ext uri="{FF2B5EF4-FFF2-40B4-BE49-F238E27FC236}">
                                <a16:creationId xmlns:a16="http://schemas.microsoft.com/office/drawing/2014/main" id="{A9CEF0DC-1E7B-45D1-BD3E-E299B82CBDF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787" name="Flowchart: Connector 11786">
                            <a:extLst>
                              <a:ext uri="{FF2B5EF4-FFF2-40B4-BE49-F238E27FC236}">
                                <a16:creationId xmlns:a16="http://schemas.microsoft.com/office/drawing/2014/main" id="{FC3B30A4-6481-47AD-B5CB-1B39881BFCB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788" name="Flowchart: Connector 11787">
                            <a:extLst>
                              <a:ext uri="{FF2B5EF4-FFF2-40B4-BE49-F238E27FC236}">
                                <a16:creationId xmlns:a16="http://schemas.microsoft.com/office/drawing/2014/main" id="{9036C63D-F713-47F5-918F-4E693389AB7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789" name="Flowchart: Connector 11788">
                            <a:extLst>
                              <a:ext uri="{FF2B5EF4-FFF2-40B4-BE49-F238E27FC236}">
                                <a16:creationId xmlns:a16="http://schemas.microsoft.com/office/drawing/2014/main" id="{07E6E8D4-5EC9-4D36-8C22-50FE1FDD8C7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790" name="Flowchart: Connector 11789">
                            <a:extLst>
                              <a:ext uri="{FF2B5EF4-FFF2-40B4-BE49-F238E27FC236}">
                                <a16:creationId xmlns:a16="http://schemas.microsoft.com/office/drawing/2014/main" id="{C96281E6-BAD9-4371-9008-DC2B4A66A8C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791" name="Flowchart: Connector 11790">
                            <a:extLst>
                              <a:ext uri="{FF2B5EF4-FFF2-40B4-BE49-F238E27FC236}">
                                <a16:creationId xmlns:a16="http://schemas.microsoft.com/office/drawing/2014/main" id="{ACD82379-E7F7-4183-9D9B-B1B77C07C1F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792" name="Flowchart: Connector 11791">
                            <a:extLst>
                              <a:ext uri="{FF2B5EF4-FFF2-40B4-BE49-F238E27FC236}">
                                <a16:creationId xmlns:a16="http://schemas.microsoft.com/office/drawing/2014/main" id="{D52B34F0-7488-4B94-8837-4BB154E4F1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793" name="3D Model 11792" descr="Sphere">
                                <a:extLst>
                                  <a:ext uri="{FF2B5EF4-FFF2-40B4-BE49-F238E27FC236}">
                                    <a16:creationId xmlns:a16="http://schemas.microsoft.com/office/drawing/2014/main" id="{80ADDF6A-3FF8-431A-B2A5-F46FA15F9CC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7678225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794" name="Flowchart: Connector 11793">
                            <a:extLst>
                              <a:ext uri="{FF2B5EF4-FFF2-40B4-BE49-F238E27FC236}">
                                <a16:creationId xmlns:a16="http://schemas.microsoft.com/office/drawing/2014/main" id="{82893864-BA40-4277-B297-0E2E95EA56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795" name="3D Model 11794" descr="Sphere">
                                <a:extLst>
                                  <a:ext uri="{FF2B5EF4-FFF2-40B4-BE49-F238E27FC236}">
                                    <a16:creationId xmlns:a16="http://schemas.microsoft.com/office/drawing/2014/main" id="{26EF59A6-1878-4D4E-B108-2936E2FBB47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4259607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796" name="Flowchart: Connector 11795">
                            <a:extLst>
                              <a:ext uri="{FF2B5EF4-FFF2-40B4-BE49-F238E27FC236}">
                                <a16:creationId xmlns:a16="http://schemas.microsoft.com/office/drawing/2014/main" id="{C311B119-52A4-4B80-A836-6133CFA29D0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797" name="3D Model 11796" descr="Sphere">
                                <a:extLst>
                                  <a:ext uri="{FF2B5EF4-FFF2-40B4-BE49-F238E27FC236}">
                                    <a16:creationId xmlns:a16="http://schemas.microsoft.com/office/drawing/2014/main" id="{FDFCC845-E278-4CDE-93AF-D1E51ADC2F2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695494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798" name="Flowchart: Connector 11797">
                            <a:extLst>
                              <a:ext uri="{FF2B5EF4-FFF2-40B4-BE49-F238E27FC236}">
                                <a16:creationId xmlns:a16="http://schemas.microsoft.com/office/drawing/2014/main" id="{C1AEEA1D-20CD-4D45-9B74-E0269FE70FB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799" name="3D Model 11798" descr="Sphere">
                                <a:extLst>
                                  <a:ext uri="{FF2B5EF4-FFF2-40B4-BE49-F238E27FC236}">
                                    <a16:creationId xmlns:a16="http://schemas.microsoft.com/office/drawing/2014/main" id="{77219E49-B8BE-4186-8419-DE08160FF43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6104618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768" name="Flowchart: Connector 11767">
                          <a:extLst>
                            <a:ext uri="{FF2B5EF4-FFF2-40B4-BE49-F238E27FC236}">
                              <a16:creationId xmlns:a16="http://schemas.microsoft.com/office/drawing/2014/main" id="{2F41D314-B0CF-497C-9800-84183A6A571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69" name="Flowchart: Connector 11768">
                          <a:extLst>
                            <a:ext uri="{FF2B5EF4-FFF2-40B4-BE49-F238E27FC236}">
                              <a16:creationId xmlns:a16="http://schemas.microsoft.com/office/drawing/2014/main" id="{EAEDAB2C-09F4-401F-AADC-9A76EC346A4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70" name="Flowchart: Connector 11769">
                          <a:extLst>
                            <a:ext uri="{FF2B5EF4-FFF2-40B4-BE49-F238E27FC236}">
                              <a16:creationId xmlns:a16="http://schemas.microsoft.com/office/drawing/2014/main" id="{7779B96D-FDAD-4EAD-BFA8-453D6E31E7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71" name="Flowchart: Connector 11770">
                          <a:extLst>
                            <a:ext uri="{FF2B5EF4-FFF2-40B4-BE49-F238E27FC236}">
                              <a16:creationId xmlns:a16="http://schemas.microsoft.com/office/drawing/2014/main" id="{28968444-5F4C-4E1D-B23D-E5566462DEA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72" name="Flowchart: Connector 11771">
                          <a:extLst>
                            <a:ext uri="{FF2B5EF4-FFF2-40B4-BE49-F238E27FC236}">
                              <a16:creationId xmlns:a16="http://schemas.microsoft.com/office/drawing/2014/main" id="{5AF5133F-6284-4C61-8C20-F42F84CE42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73" name="Flowchart: Connector 11772">
                          <a:extLst>
                            <a:ext uri="{FF2B5EF4-FFF2-40B4-BE49-F238E27FC236}">
                              <a16:creationId xmlns:a16="http://schemas.microsoft.com/office/drawing/2014/main" id="{273D2110-11A5-4C6B-BF51-F59666E6737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74" name="Flowchart: Connector 11773">
                          <a:extLst>
                            <a:ext uri="{FF2B5EF4-FFF2-40B4-BE49-F238E27FC236}">
                              <a16:creationId xmlns:a16="http://schemas.microsoft.com/office/drawing/2014/main" id="{33074AD5-EE93-47AF-BD7F-FB120686D34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75" name="Flowchart: Connector 11774">
                          <a:extLst>
                            <a:ext uri="{FF2B5EF4-FFF2-40B4-BE49-F238E27FC236}">
                              <a16:creationId xmlns:a16="http://schemas.microsoft.com/office/drawing/2014/main" id="{747473D2-B2F3-4EBC-B350-4E491A549B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76" name="Flowchart: Connector 11775">
                          <a:extLst>
                            <a:ext uri="{FF2B5EF4-FFF2-40B4-BE49-F238E27FC236}">
                              <a16:creationId xmlns:a16="http://schemas.microsoft.com/office/drawing/2014/main" id="{9599D669-1DE1-4CAD-8157-EA52D174449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77" name="3D Model 11776" descr="Sphere">
                              <a:extLst>
                                <a:ext uri="{FF2B5EF4-FFF2-40B4-BE49-F238E27FC236}">
                                  <a16:creationId xmlns:a16="http://schemas.microsoft.com/office/drawing/2014/main" id="{543C70A0-809D-4585-8021-EAABBCC9CD3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27020218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778" name="Flowchart: Connector 11777">
                          <a:extLst>
                            <a:ext uri="{FF2B5EF4-FFF2-40B4-BE49-F238E27FC236}">
                              <a16:creationId xmlns:a16="http://schemas.microsoft.com/office/drawing/2014/main" id="{9D568CF6-B595-499D-9C88-A14C3A90336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79" name="3D Model 11778" descr="Sphere">
                              <a:extLst>
                                <a:ext uri="{FF2B5EF4-FFF2-40B4-BE49-F238E27FC236}">
                                  <a16:creationId xmlns:a16="http://schemas.microsoft.com/office/drawing/2014/main" id="{EBEEEDFD-A359-438D-B475-8D27A018235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88987445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780" name="Flowchart: Connector 11779">
                          <a:extLst>
                            <a:ext uri="{FF2B5EF4-FFF2-40B4-BE49-F238E27FC236}">
                              <a16:creationId xmlns:a16="http://schemas.microsoft.com/office/drawing/2014/main" id="{D9F58FBE-3B3D-4323-B69C-FF4C5F8CFB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81" name="3D Model 11780" descr="Sphere">
                              <a:extLst>
                                <a:ext uri="{FF2B5EF4-FFF2-40B4-BE49-F238E27FC236}">
                                  <a16:creationId xmlns:a16="http://schemas.microsoft.com/office/drawing/2014/main" id="{DD951D38-AEB2-4E0E-B2EE-B3F5AF901A7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02756777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782" name="Flowchart: Connector 11781">
                          <a:extLst>
                            <a:ext uri="{FF2B5EF4-FFF2-40B4-BE49-F238E27FC236}">
                              <a16:creationId xmlns:a16="http://schemas.microsoft.com/office/drawing/2014/main" id="{B5B0B1A7-8B8E-4737-9A35-CB98E27564F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83" name="3D Model 11782" descr="Sphere">
                              <a:extLst>
                                <a:ext uri="{FF2B5EF4-FFF2-40B4-BE49-F238E27FC236}">
                                  <a16:creationId xmlns:a16="http://schemas.microsoft.com/office/drawing/2014/main" id="{FABD3597-6CB8-43B0-9330-B8974CAAC86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02228201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11695" name="Flowchart: Connector 11694">
                      <a:extLst>
                        <a:ext uri="{FF2B5EF4-FFF2-40B4-BE49-F238E27FC236}">
                          <a16:creationId xmlns:a16="http://schemas.microsoft.com/office/drawing/2014/main" id="{763AA1C2-82E9-4418-90A5-9F3E765791B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696" name="Flowchart: Connector 11695">
                      <a:extLst>
                        <a:ext uri="{FF2B5EF4-FFF2-40B4-BE49-F238E27FC236}">
                          <a16:creationId xmlns:a16="http://schemas.microsoft.com/office/drawing/2014/main" id="{A8FAEAB1-1235-4461-A331-70FE588ACA4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697" name="Flowchart: Connector 11696">
                      <a:extLst>
                        <a:ext uri="{FF2B5EF4-FFF2-40B4-BE49-F238E27FC236}">
                          <a16:creationId xmlns:a16="http://schemas.microsoft.com/office/drawing/2014/main" id="{C5A14392-D000-43F0-AEED-54622C5D60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698" name="Flowchart: Connector 11697">
                      <a:extLst>
                        <a:ext uri="{FF2B5EF4-FFF2-40B4-BE49-F238E27FC236}">
                          <a16:creationId xmlns:a16="http://schemas.microsoft.com/office/drawing/2014/main" id="{22B0620C-55B5-4E4D-BD3F-70C383939B1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699" name="Flowchart: Connector 11698">
                      <a:extLst>
                        <a:ext uri="{FF2B5EF4-FFF2-40B4-BE49-F238E27FC236}">
                          <a16:creationId xmlns:a16="http://schemas.microsoft.com/office/drawing/2014/main" id="{5940DFE5-937C-48FE-B0AE-B4109A036D6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700" name="Flowchart: Connector 11699">
                      <a:extLst>
                        <a:ext uri="{FF2B5EF4-FFF2-40B4-BE49-F238E27FC236}">
                          <a16:creationId xmlns:a16="http://schemas.microsoft.com/office/drawing/2014/main" id="{C9D7DAA3-A7D5-4A88-8FF6-465B6D70348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1701" name="Flowchart: Connector 11700">
                      <a:extLst>
                        <a:ext uri="{FF2B5EF4-FFF2-40B4-BE49-F238E27FC236}">
                          <a16:creationId xmlns:a16="http://schemas.microsoft.com/office/drawing/2014/main" id="{D32B38BD-5CF6-4E3A-8939-2332CF71F16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702" name="Flowchart: Connector 11701">
                      <a:extLst>
                        <a:ext uri="{FF2B5EF4-FFF2-40B4-BE49-F238E27FC236}">
                          <a16:creationId xmlns:a16="http://schemas.microsoft.com/office/drawing/2014/main" id="{086561E4-2F42-4D18-9BEF-B9A68AA6146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11703" name="Group 11702">
                      <a:extLst>
                        <a:ext uri="{FF2B5EF4-FFF2-40B4-BE49-F238E27FC236}">
                          <a16:creationId xmlns:a16="http://schemas.microsoft.com/office/drawing/2014/main" id="{20E910CF-2874-4F22-9223-267E29BDA1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11704" name="Group 11703">
                        <a:extLst>
                          <a:ext uri="{FF2B5EF4-FFF2-40B4-BE49-F238E27FC236}">
                            <a16:creationId xmlns:a16="http://schemas.microsoft.com/office/drawing/2014/main" id="{9B1CE68F-91C6-4447-A061-49E5A1C62F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11755" name="Flowchart: Connector 11754">
                          <a:extLst>
                            <a:ext uri="{FF2B5EF4-FFF2-40B4-BE49-F238E27FC236}">
                              <a16:creationId xmlns:a16="http://schemas.microsoft.com/office/drawing/2014/main" id="{0059194D-8E84-46C9-8F99-ED14609F8F1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56" name="3D Model 11755" descr="Sphere">
                              <a:extLst>
                                <a:ext uri="{FF2B5EF4-FFF2-40B4-BE49-F238E27FC236}">
                                  <a16:creationId xmlns:a16="http://schemas.microsoft.com/office/drawing/2014/main" id="{24169AA5-FD87-42DE-87D5-47D494246B6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90303410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757" name="Flowchart: Connector 11756">
                          <a:extLst>
                            <a:ext uri="{FF2B5EF4-FFF2-40B4-BE49-F238E27FC236}">
                              <a16:creationId xmlns:a16="http://schemas.microsoft.com/office/drawing/2014/main" id="{0E68D8C9-E737-426E-A407-A99872748FD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58" name="3D Model 11757" descr="Sphere">
                              <a:extLst>
                                <a:ext uri="{FF2B5EF4-FFF2-40B4-BE49-F238E27FC236}">
                                  <a16:creationId xmlns:a16="http://schemas.microsoft.com/office/drawing/2014/main" id="{FB4AC08A-08CA-43E2-A66F-A8DAD3A19B6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4063512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759" name="Flowchart: Connector 11758">
                          <a:extLst>
                            <a:ext uri="{FF2B5EF4-FFF2-40B4-BE49-F238E27FC236}">
                              <a16:creationId xmlns:a16="http://schemas.microsoft.com/office/drawing/2014/main" id="{2B930263-5B81-4245-8999-A3D5FA202AB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60" name="3D Model 11759" descr="Sphere">
                              <a:extLst>
                                <a:ext uri="{FF2B5EF4-FFF2-40B4-BE49-F238E27FC236}">
                                  <a16:creationId xmlns:a16="http://schemas.microsoft.com/office/drawing/2014/main" id="{526803AF-6CC5-4727-A89D-6F8591FC4DA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9442403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761" name="Flowchart: Connector 11760">
                          <a:extLst>
                            <a:ext uri="{FF2B5EF4-FFF2-40B4-BE49-F238E27FC236}">
                              <a16:creationId xmlns:a16="http://schemas.microsoft.com/office/drawing/2014/main" id="{E9988164-3485-490A-9E9B-EBF4188C48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62" name="3D Model 11761" descr="Sphere">
                              <a:extLst>
                                <a:ext uri="{FF2B5EF4-FFF2-40B4-BE49-F238E27FC236}">
                                  <a16:creationId xmlns:a16="http://schemas.microsoft.com/office/drawing/2014/main" id="{59E460DD-680E-4817-B385-92E9644DD31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9075108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1705" name="Group 11704">
                        <a:extLst>
                          <a:ext uri="{FF2B5EF4-FFF2-40B4-BE49-F238E27FC236}">
                            <a16:creationId xmlns:a16="http://schemas.microsoft.com/office/drawing/2014/main" id="{12420011-A3F8-4234-9CA8-9FFCB7BECF7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11739" name="Flowchart: Connector 11738">
                          <a:extLst>
                            <a:ext uri="{FF2B5EF4-FFF2-40B4-BE49-F238E27FC236}">
                              <a16:creationId xmlns:a16="http://schemas.microsoft.com/office/drawing/2014/main" id="{E175DFB8-C1ED-4A87-A901-B5FD6A90D20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40" name="Flowchart: Connector 11739">
                          <a:extLst>
                            <a:ext uri="{FF2B5EF4-FFF2-40B4-BE49-F238E27FC236}">
                              <a16:creationId xmlns:a16="http://schemas.microsoft.com/office/drawing/2014/main" id="{A375C10F-8EEA-4206-8D5B-E97E0BF47A7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41" name="Flowchart: Connector 11740">
                          <a:extLst>
                            <a:ext uri="{FF2B5EF4-FFF2-40B4-BE49-F238E27FC236}">
                              <a16:creationId xmlns:a16="http://schemas.microsoft.com/office/drawing/2014/main" id="{4B0FB3D1-D7BA-4A8D-BBA4-2BBE8B3C9BB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42" name="Flowchart: Connector 11741">
                          <a:extLst>
                            <a:ext uri="{FF2B5EF4-FFF2-40B4-BE49-F238E27FC236}">
                              <a16:creationId xmlns:a16="http://schemas.microsoft.com/office/drawing/2014/main" id="{1CE02468-7810-4FBC-9233-BB84EE842D7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43" name="Flowchart: Connector 11742">
                          <a:extLst>
                            <a:ext uri="{FF2B5EF4-FFF2-40B4-BE49-F238E27FC236}">
                              <a16:creationId xmlns:a16="http://schemas.microsoft.com/office/drawing/2014/main" id="{0013E158-DF59-4C3C-BF99-2BF16701071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44" name="Flowchart: Connector 11743">
                          <a:extLst>
                            <a:ext uri="{FF2B5EF4-FFF2-40B4-BE49-F238E27FC236}">
                              <a16:creationId xmlns:a16="http://schemas.microsoft.com/office/drawing/2014/main" id="{474A5629-B313-4F32-BB2F-BBD05E1D6AE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45" name="Flowchart: Connector 11744">
                          <a:extLst>
                            <a:ext uri="{FF2B5EF4-FFF2-40B4-BE49-F238E27FC236}">
                              <a16:creationId xmlns:a16="http://schemas.microsoft.com/office/drawing/2014/main" id="{ED444A91-495B-44F6-9319-3A33A7A8E74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46" name="Flowchart: Connector 11745">
                          <a:extLst>
                            <a:ext uri="{FF2B5EF4-FFF2-40B4-BE49-F238E27FC236}">
                              <a16:creationId xmlns:a16="http://schemas.microsoft.com/office/drawing/2014/main" id="{DCCBCA33-6316-4602-927A-404C268E89E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47" name="Flowchart: Connector 11746">
                          <a:extLst>
                            <a:ext uri="{FF2B5EF4-FFF2-40B4-BE49-F238E27FC236}">
                              <a16:creationId xmlns:a16="http://schemas.microsoft.com/office/drawing/2014/main" id="{6A3900C4-EA04-48FB-9206-BFE6F0FF52D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48" name="3D Model 11747" descr="Sphere">
                              <a:extLst>
                                <a:ext uri="{FF2B5EF4-FFF2-40B4-BE49-F238E27FC236}">
                                  <a16:creationId xmlns:a16="http://schemas.microsoft.com/office/drawing/2014/main" id="{A5C1E525-DBBF-4550-9368-672C68970A6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70676748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749" name="Flowchart: Connector 11748">
                          <a:extLst>
                            <a:ext uri="{FF2B5EF4-FFF2-40B4-BE49-F238E27FC236}">
                              <a16:creationId xmlns:a16="http://schemas.microsoft.com/office/drawing/2014/main" id="{34C465C7-5A6E-4690-8BE6-9A1F397EDBC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50" name="3D Model 11749" descr="Sphere">
                              <a:extLst>
                                <a:ext uri="{FF2B5EF4-FFF2-40B4-BE49-F238E27FC236}">
                                  <a16:creationId xmlns:a16="http://schemas.microsoft.com/office/drawing/2014/main" id="{FB21A7FA-9D7D-4CE6-9E68-07C9B5980D0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9188552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751" name="Flowchart: Connector 11750">
                          <a:extLst>
                            <a:ext uri="{FF2B5EF4-FFF2-40B4-BE49-F238E27FC236}">
                              <a16:creationId xmlns:a16="http://schemas.microsoft.com/office/drawing/2014/main" id="{3076BA34-9A81-4343-81CA-431E5609D23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52" name="3D Model 11751" descr="Sphere">
                              <a:extLst>
                                <a:ext uri="{FF2B5EF4-FFF2-40B4-BE49-F238E27FC236}">
                                  <a16:creationId xmlns:a16="http://schemas.microsoft.com/office/drawing/2014/main" id="{8C2E9303-B1A7-4798-8620-2DE9D67682E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0555282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753" name="Flowchart: Connector 11752">
                          <a:extLst>
                            <a:ext uri="{FF2B5EF4-FFF2-40B4-BE49-F238E27FC236}">
                              <a16:creationId xmlns:a16="http://schemas.microsoft.com/office/drawing/2014/main" id="{20AA349F-7B2D-4412-9730-E5710994D4C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54" name="3D Model 11753" descr="Sphere">
                              <a:extLst>
                                <a:ext uri="{FF2B5EF4-FFF2-40B4-BE49-F238E27FC236}">
                                  <a16:creationId xmlns:a16="http://schemas.microsoft.com/office/drawing/2014/main" id="{24A671C9-0316-4D6B-8EDF-62E7E476F0F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0378093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1706" name="Group 11705">
                        <a:extLst>
                          <a:ext uri="{FF2B5EF4-FFF2-40B4-BE49-F238E27FC236}">
                            <a16:creationId xmlns:a16="http://schemas.microsoft.com/office/drawing/2014/main" id="{08AFD53F-D936-42DB-9DF3-24240ACF80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11723" name="Flowchart: Connector 11722">
                          <a:extLst>
                            <a:ext uri="{FF2B5EF4-FFF2-40B4-BE49-F238E27FC236}">
                              <a16:creationId xmlns:a16="http://schemas.microsoft.com/office/drawing/2014/main" id="{7B944710-DFF7-4B12-A82F-0E5DB23DF48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24" name="Flowchart: Connector 11723">
                          <a:extLst>
                            <a:ext uri="{FF2B5EF4-FFF2-40B4-BE49-F238E27FC236}">
                              <a16:creationId xmlns:a16="http://schemas.microsoft.com/office/drawing/2014/main" id="{B503F804-4A17-48BA-9AAD-2D90DA0573F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25" name="Flowchart: Connector 11724">
                          <a:extLst>
                            <a:ext uri="{FF2B5EF4-FFF2-40B4-BE49-F238E27FC236}">
                              <a16:creationId xmlns:a16="http://schemas.microsoft.com/office/drawing/2014/main" id="{2B289AD5-96F1-4C3E-87A2-28F58721168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26" name="Flowchart: Connector 11725">
                          <a:extLst>
                            <a:ext uri="{FF2B5EF4-FFF2-40B4-BE49-F238E27FC236}">
                              <a16:creationId xmlns:a16="http://schemas.microsoft.com/office/drawing/2014/main" id="{2BBC44EB-0B3E-410A-840E-4E7CD850913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27" name="Flowchart: Connector 11726">
                          <a:extLst>
                            <a:ext uri="{FF2B5EF4-FFF2-40B4-BE49-F238E27FC236}">
                              <a16:creationId xmlns:a16="http://schemas.microsoft.com/office/drawing/2014/main" id="{D1A50C71-E16F-4A0A-B165-5111592F074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28" name="Flowchart: Connector 11727">
                          <a:extLst>
                            <a:ext uri="{FF2B5EF4-FFF2-40B4-BE49-F238E27FC236}">
                              <a16:creationId xmlns:a16="http://schemas.microsoft.com/office/drawing/2014/main" id="{D458CA11-7850-43D2-BB57-32B5A696D67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29" name="Flowchart: Connector 11728">
                          <a:extLst>
                            <a:ext uri="{FF2B5EF4-FFF2-40B4-BE49-F238E27FC236}">
                              <a16:creationId xmlns:a16="http://schemas.microsoft.com/office/drawing/2014/main" id="{1D6D098E-640D-4A0B-9F64-C9DDC98A1E6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30" name="Flowchart: Connector 11729">
                          <a:extLst>
                            <a:ext uri="{FF2B5EF4-FFF2-40B4-BE49-F238E27FC236}">
                              <a16:creationId xmlns:a16="http://schemas.microsoft.com/office/drawing/2014/main" id="{B0FAE906-9AF5-4B01-9760-9EFD5BF6FBA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731" name="Flowchart: Connector 11730">
                          <a:extLst>
                            <a:ext uri="{FF2B5EF4-FFF2-40B4-BE49-F238E27FC236}">
                              <a16:creationId xmlns:a16="http://schemas.microsoft.com/office/drawing/2014/main" id="{936D8CA9-388F-492C-AD02-A992EE0BE3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32" name="3D Model 11731" descr="Sphere">
                              <a:extLst>
                                <a:ext uri="{FF2B5EF4-FFF2-40B4-BE49-F238E27FC236}">
                                  <a16:creationId xmlns:a16="http://schemas.microsoft.com/office/drawing/2014/main" id="{8A74F7F9-B1D3-49A7-A5EB-2327894AFE0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7221988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733" name="Flowchart: Connector 11732">
                          <a:extLst>
                            <a:ext uri="{FF2B5EF4-FFF2-40B4-BE49-F238E27FC236}">
                              <a16:creationId xmlns:a16="http://schemas.microsoft.com/office/drawing/2014/main" id="{49E0D441-4CEB-45FD-A240-EC939018F3C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34" name="3D Model 11733" descr="Sphere">
                              <a:extLst>
                                <a:ext uri="{FF2B5EF4-FFF2-40B4-BE49-F238E27FC236}">
                                  <a16:creationId xmlns:a16="http://schemas.microsoft.com/office/drawing/2014/main" id="{BADE8456-1547-43DF-BFAD-D63C702B984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9213381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735" name="Flowchart: Connector 11734">
                          <a:extLst>
                            <a:ext uri="{FF2B5EF4-FFF2-40B4-BE49-F238E27FC236}">
                              <a16:creationId xmlns:a16="http://schemas.microsoft.com/office/drawing/2014/main" id="{98277979-0DD2-4362-9516-9E3F9EDCCB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36" name="3D Model 11735" descr="Sphere">
                              <a:extLst>
                                <a:ext uri="{FF2B5EF4-FFF2-40B4-BE49-F238E27FC236}">
                                  <a16:creationId xmlns:a16="http://schemas.microsoft.com/office/drawing/2014/main" id="{9A6DAC46-2DBB-4FC9-BA6A-1CDBF1F128D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3300369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737" name="Flowchart: Connector 11736">
                          <a:extLst>
                            <a:ext uri="{FF2B5EF4-FFF2-40B4-BE49-F238E27FC236}">
                              <a16:creationId xmlns:a16="http://schemas.microsoft.com/office/drawing/2014/main" id="{7F089148-1ECC-46A6-9657-823C86A5F72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738" name="3D Model 11737" descr="Sphere">
                              <a:extLst>
                                <a:ext uri="{FF2B5EF4-FFF2-40B4-BE49-F238E27FC236}">
                                  <a16:creationId xmlns:a16="http://schemas.microsoft.com/office/drawing/2014/main" id="{30965350-1FED-48B9-A04B-325D1CC34AA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4814036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1707" name="Flowchart: Connector 11706">
                        <a:extLst>
                          <a:ext uri="{FF2B5EF4-FFF2-40B4-BE49-F238E27FC236}">
                            <a16:creationId xmlns:a16="http://schemas.microsoft.com/office/drawing/2014/main" id="{66385641-13A7-4C43-ABF0-6D6F24115C5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708" name="Flowchart: Connector 11707">
                        <a:extLst>
                          <a:ext uri="{FF2B5EF4-FFF2-40B4-BE49-F238E27FC236}">
                            <a16:creationId xmlns:a16="http://schemas.microsoft.com/office/drawing/2014/main" id="{831B30FD-80A4-45EC-AB2A-433033306B4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709" name="Flowchart: Connector 11708">
                        <a:extLst>
                          <a:ext uri="{FF2B5EF4-FFF2-40B4-BE49-F238E27FC236}">
                            <a16:creationId xmlns:a16="http://schemas.microsoft.com/office/drawing/2014/main" id="{BE42CC00-8D42-4701-8C33-4531D316399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710" name="Flowchart: Connector 11709">
                        <a:extLst>
                          <a:ext uri="{FF2B5EF4-FFF2-40B4-BE49-F238E27FC236}">
                            <a16:creationId xmlns:a16="http://schemas.microsoft.com/office/drawing/2014/main" id="{AF35A535-FC47-4719-BE8B-9B8A6AE8820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711" name="Flowchart: Connector 11710">
                        <a:extLst>
                          <a:ext uri="{FF2B5EF4-FFF2-40B4-BE49-F238E27FC236}">
                            <a16:creationId xmlns:a16="http://schemas.microsoft.com/office/drawing/2014/main" id="{D87C0503-7CF6-4D68-A92D-68BE8AE1565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712" name="Flowchart: Connector 11711">
                        <a:extLst>
                          <a:ext uri="{FF2B5EF4-FFF2-40B4-BE49-F238E27FC236}">
                            <a16:creationId xmlns:a16="http://schemas.microsoft.com/office/drawing/2014/main" id="{445DD152-34EB-44A4-BAF4-3FC6C25387C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713" name="Flowchart: Connector 11712">
                        <a:extLst>
                          <a:ext uri="{FF2B5EF4-FFF2-40B4-BE49-F238E27FC236}">
                            <a16:creationId xmlns:a16="http://schemas.microsoft.com/office/drawing/2014/main" id="{1BF9EE26-7152-4F53-AA7B-FDE87B6C4A0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714" name="Flowchart: Connector 11713">
                        <a:extLst>
                          <a:ext uri="{FF2B5EF4-FFF2-40B4-BE49-F238E27FC236}">
                            <a16:creationId xmlns:a16="http://schemas.microsoft.com/office/drawing/2014/main" id="{AC9FF0B7-97FE-40EC-9A06-E1DD377A54D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715" name="Flowchart: Connector 11714">
                        <a:extLst>
                          <a:ext uri="{FF2B5EF4-FFF2-40B4-BE49-F238E27FC236}">
                            <a16:creationId xmlns:a16="http://schemas.microsoft.com/office/drawing/2014/main" id="{F74ADFBF-3B1B-4072-87A6-1B88153C321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1716" name="3D Model 11715" descr="Sphere">
                            <a:extLst>
                              <a:ext uri="{FF2B5EF4-FFF2-40B4-BE49-F238E27FC236}">
                                <a16:creationId xmlns:a16="http://schemas.microsoft.com/office/drawing/2014/main" id="{09EF55FF-8A3B-47B8-96AC-0E9771E6B05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16666380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1717" name="Flowchart: Connector 11716">
                        <a:extLst>
                          <a:ext uri="{FF2B5EF4-FFF2-40B4-BE49-F238E27FC236}">
                            <a16:creationId xmlns:a16="http://schemas.microsoft.com/office/drawing/2014/main" id="{8D365086-9DA8-40C2-AEB5-A5E80D75FC2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1718" name="3D Model 11717" descr="Sphere">
                            <a:extLst>
                              <a:ext uri="{FF2B5EF4-FFF2-40B4-BE49-F238E27FC236}">
                                <a16:creationId xmlns:a16="http://schemas.microsoft.com/office/drawing/2014/main" id="{60DF0CB5-5395-492D-B13A-8E2200C49D1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84223356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1719" name="Flowchart: Connector 11718">
                        <a:extLst>
                          <a:ext uri="{FF2B5EF4-FFF2-40B4-BE49-F238E27FC236}">
                            <a16:creationId xmlns:a16="http://schemas.microsoft.com/office/drawing/2014/main" id="{14C5A64E-A334-454E-BA64-D56AC806A68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1720" name="3D Model 11719" descr="Sphere">
                            <a:extLst>
                              <a:ext uri="{FF2B5EF4-FFF2-40B4-BE49-F238E27FC236}">
                                <a16:creationId xmlns:a16="http://schemas.microsoft.com/office/drawing/2014/main" id="{AB0984E6-0BC3-4BF8-84F7-37E13B12016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89228180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1721" name="Flowchart: Connector 11720">
                        <a:extLst>
                          <a:ext uri="{FF2B5EF4-FFF2-40B4-BE49-F238E27FC236}">
                            <a16:creationId xmlns:a16="http://schemas.microsoft.com/office/drawing/2014/main" id="{7F8793A6-66F4-498C-A1A3-8FAA93F3685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1722" name="3D Model 11721" descr="Sphere">
                            <a:extLst>
                              <a:ext uri="{FF2B5EF4-FFF2-40B4-BE49-F238E27FC236}">
                                <a16:creationId xmlns:a16="http://schemas.microsoft.com/office/drawing/2014/main" id="{90EB85C9-09D1-4F9C-B162-EE992B61B79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6338658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1672" name="Freeform: Shape 11671">
                    <a:extLst>
                      <a:ext uri="{FF2B5EF4-FFF2-40B4-BE49-F238E27FC236}">
                        <a16:creationId xmlns:a16="http://schemas.microsoft.com/office/drawing/2014/main" id="{65614F70-CF2F-4A96-AE12-851094B22D3C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673" name="Freeform: Shape 11672">
                    <a:extLst>
                      <a:ext uri="{FF2B5EF4-FFF2-40B4-BE49-F238E27FC236}">
                        <a16:creationId xmlns:a16="http://schemas.microsoft.com/office/drawing/2014/main" id="{398DEDAA-3980-4E2F-910B-90B0D49F7EDC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674" name="Freeform: Shape 11673">
                    <a:extLst>
                      <a:ext uri="{FF2B5EF4-FFF2-40B4-BE49-F238E27FC236}">
                        <a16:creationId xmlns:a16="http://schemas.microsoft.com/office/drawing/2014/main" id="{570DE07D-2F44-4CB2-9ABD-8C0825DA9749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675" name="Freeform: Shape 11674">
                    <a:extLst>
                      <a:ext uri="{FF2B5EF4-FFF2-40B4-BE49-F238E27FC236}">
                        <a16:creationId xmlns:a16="http://schemas.microsoft.com/office/drawing/2014/main" id="{6756C08B-1DF0-4E4D-A158-A40DA03A057B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676" name="Freeform: Shape 11675">
                    <a:extLst>
                      <a:ext uri="{FF2B5EF4-FFF2-40B4-BE49-F238E27FC236}">
                        <a16:creationId xmlns:a16="http://schemas.microsoft.com/office/drawing/2014/main" id="{467CDE50-F605-45B6-AABF-702E347E6445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677" name="Freeform: Shape 11676">
                    <a:extLst>
                      <a:ext uri="{FF2B5EF4-FFF2-40B4-BE49-F238E27FC236}">
                        <a16:creationId xmlns:a16="http://schemas.microsoft.com/office/drawing/2014/main" id="{D8189A69-AEFE-4BBE-96B3-0AFA029B26F5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678" name="Freeform: Shape 11677">
                    <a:extLst>
                      <a:ext uri="{FF2B5EF4-FFF2-40B4-BE49-F238E27FC236}">
                        <a16:creationId xmlns:a16="http://schemas.microsoft.com/office/drawing/2014/main" id="{863ED6FB-6B02-416E-9CEA-7CD39A8DDA32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679" name="Freeform: Shape 11678">
                    <a:extLst>
                      <a:ext uri="{FF2B5EF4-FFF2-40B4-BE49-F238E27FC236}">
                        <a16:creationId xmlns:a16="http://schemas.microsoft.com/office/drawing/2014/main" id="{0E9DC651-BC49-4C1E-AB1C-91B14513EA0F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680" name="Freeform: Shape 11679">
                    <a:extLst>
                      <a:ext uri="{FF2B5EF4-FFF2-40B4-BE49-F238E27FC236}">
                        <a16:creationId xmlns:a16="http://schemas.microsoft.com/office/drawing/2014/main" id="{D5BDB60B-A685-4E86-8DE7-9C355D2A746A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681" name="Freeform: Shape 11680">
                    <a:extLst>
                      <a:ext uri="{FF2B5EF4-FFF2-40B4-BE49-F238E27FC236}">
                        <a16:creationId xmlns:a16="http://schemas.microsoft.com/office/drawing/2014/main" id="{C85A1A83-4C62-4050-951B-4B52F502D591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682" name="Freeform: Shape 11681">
                    <a:extLst>
                      <a:ext uri="{FF2B5EF4-FFF2-40B4-BE49-F238E27FC236}">
                        <a16:creationId xmlns:a16="http://schemas.microsoft.com/office/drawing/2014/main" id="{FB454A9A-B84D-4D59-842F-06659673D6A2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683" name="Freeform: Shape 11682">
                    <a:extLst>
                      <a:ext uri="{FF2B5EF4-FFF2-40B4-BE49-F238E27FC236}">
                        <a16:creationId xmlns:a16="http://schemas.microsoft.com/office/drawing/2014/main" id="{4669CB15-8E33-431E-82D0-9CB0CDAEF218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11668" name="Freeform: Shape 11667">
                  <a:extLst>
                    <a:ext uri="{FF2B5EF4-FFF2-40B4-BE49-F238E27FC236}">
                      <a16:creationId xmlns:a16="http://schemas.microsoft.com/office/drawing/2014/main" id="{A34FBEBF-F1C9-4E5A-92C4-4A21BEF0DE25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1669" name="Freeform: Shape 11668">
                  <a:extLst>
                    <a:ext uri="{FF2B5EF4-FFF2-40B4-BE49-F238E27FC236}">
                      <a16:creationId xmlns:a16="http://schemas.microsoft.com/office/drawing/2014/main" id="{067D67F5-D996-45CC-8058-9435FCAD423D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1670" name="Freeform: Shape 11669">
                  <a:extLst>
                    <a:ext uri="{FF2B5EF4-FFF2-40B4-BE49-F238E27FC236}">
                      <a16:creationId xmlns:a16="http://schemas.microsoft.com/office/drawing/2014/main" id="{32E67DCD-90A7-47F6-909B-8DB953C41D99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0767" name="Group 10766">
                <a:extLst>
                  <a:ext uri="{FF2B5EF4-FFF2-40B4-BE49-F238E27FC236}">
                    <a16:creationId xmlns:a16="http://schemas.microsoft.com/office/drawing/2014/main" id="{408135B3-C131-4BA4-A373-3D179962F5A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996065" y="6027249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11368" name="Group 11367">
                  <a:extLst>
                    <a:ext uri="{FF2B5EF4-FFF2-40B4-BE49-F238E27FC236}">
                      <a16:creationId xmlns:a16="http://schemas.microsoft.com/office/drawing/2014/main" id="{64959FD2-CD50-454C-A0C4-00CE2F651153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11372" name="Group 11371">
                    <a:extLst>
                      <a:ext uri="{FF2B5EF4-FFF2-40B4-BE49-F238E27FC236}">
                        <a16:creationId xmlns:a16="http://schemas.microsoft.com/office/drawing/2014/main" id="{9D8E7509-1808-4C45-AD42-565CFFC73B64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11385" name="Group 11384">
                      <a:extLst>
                        <a:ext uri="{FF2B5EF4-FFF2-40B4-BE49-F238E27FC236}">
                          <a16:creationId xmlns:a16="http://schemas.microsoft.com/office/drawing/2014/main" id="{F4F6B70C-7C05-45A8-82AC-9E0D494E53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11606" name="Group 11605">
                        <a:extLst>
                          <a:ext uri="{FF2B5EF4-FFF2-40B4-BE49-F238E27FC236}">
                            <a16:creationId xmlns:a16="http://schemas.microsoft.com/office/drawing/2014/main" id="{0FAF5984-4378-4EFE-B0FD-C92541643C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11663" name="Flowchart: Connector 11662">
                          <a:extLst>
                            <a:ext uri="{FF2B5EF4-FFF2-40B4-BE49-F238E27FC236}">
                              <a16:creationId xmlns:a16="http://schemas.microsoft.com/office/drawing/2014/main" id="{21BEA8F3-16B1-47A6-B236-542AA20FC9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64" name="Flowchart: Connector 11663">
                          <a:extLst>
                            <a:ext uri="{FF2B5EF4-FFF2-40B4-BE49-F238E27FC236}">
                              <a16:creationId xmlns:a16="http://schemas.microsoft.com/office/drawing/2014/main" id="{720184E7-2997-4A5B-90DA-404EE197925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65" name="Flowchart: Connector 11664">
                          <a:extLst>
                            <a:ext uri="{FF2B5EF4-FFF2-40B4-BE49-F238E27FC236}">
                              <a16:creationId xmlns:a16="http://schemas.microsoft.com/office/drawing/2014/main" id="{A8631D10-C68C-491B-B776-01CA3D4B0EB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66" name="Flowchart: Connector 11665">
                          <a:extLst>
                            <a:ext uri="{FF2B5EF4-FFF2-40B4-BE49-F238E27FC236}">
                              <a16:creationId xmlns:a16="http://schemas.microsoft.com/office/drawing/2014/main" id="{510FCCD8-360E-4D43-9838-75195881CD0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607" name="Group 11606">
                        <a:extLst>
                          <a:ext uri="{FF2B5EF4-FFF2-40B4-BE49-F238E27FC236}">
                            <a16:creationId xmlns:a16="http://schemas.microsoft.com/office/drawing/2014/main" id="{02BD26FD-79D4-4C8E-9134-72CACE3405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11608" name="Group 11607">
                          <a:extLst>
                            <a:ext uri="{FF2B5EF4-FFF2-40B4-BE49-F238E27FC236}">
                              <a16:creationId xmlns:a16="http://schemas.microsoft.com/office/drawing/2014/main" id="{41AA437B-D53B-46A4-B321-F8BFAB09E5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56" name="3D Model 11655" descr="Sphere">
                                <a:extLst>
                                  <a:ext uri="{FF2B5EF4-FFF2-40B4-BE49-F238E27FC236}">
                                    <a16:creationId xmlns:a16="http://schemas.microsoft.com/office/drawing/2014/main" id="{A793E842-6661-45CA-A477-39ACB8C38B6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40517968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57" name="Flowchart: Connector 11656">
                            <a:extLst>
                              <a:ext uri="{FF2B5EF4-FFF2-40B4-BE49-F238E27FC236}">
                                <a16:creationId xmlns:a16="http://schemas.microsoft.com/office/drawing/2014/main" id="{4A43D55A-A6AB-4046-8E3E-91B35F4DE8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58" name="3D Model 11657" descr="Sphere">
                                <a:extLst>
                                  <a:ext uri="{FF2B5EF4-FFF2-40B4-BE49-F238E27FC236}">
                                    <a16:creationId xmlns:a16="http://schemas.microsoft.com/office/drawing/2014/main" id="{54E5845D-D928-4471-8476-8EACC7875E1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1404624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59" name="Flowchart: Connector 11658">
                            <a:extLst>
                              <a:ext uri="{FF2B5EF4-FFF2-40B4-BE49-F238E27FC236}">
                                <a16:creationId xmlns:a16="http://schemas.microsoft.com/office/drawing/2014/main" id="{0E9A55E6-F830-4FAE-AFCA-B8956860E33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60" name="3D Model 11659" descr="Sphere">
                                <a:extLst>
                                  <a:ext uri="{FF2B5EF4-FFF2-40B4-BE49-F238E27FC236}">
                                    <a16:creationId xmlns:a16="http://schemas.microsoft.com/office/drawing/2014/main" id="{494F4B8E-8050-4318-B577-C0B0F784472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2562707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61" name="Flowchart: Connector 11660">
                            <a:extLst>
                              <a:ext uri="{FF2B5EF4-FFF2-40B4-BE49-F238E27FC236}">
                                <a16:creationId xmlns:a16="http://schemas.microsoft.com/office/drawing/2014/main" id="{639FAA51-5B61-47BD-96A6-00772105913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62" name="3D Model 11661" descr="Sphere">
                                <a:extLst>
                                  <a:ext uri="{FF2B5EF4-FFF2-40B4-BE49-F238E27FC236}">
                                    <a16:creationId xmlns:a16="http://schemas.microsoft.com/office/drawing/2014/main" id="{602CB765-48FD-44D8-9D0E-FEDEF0C6D17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6358231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609" name="Group 11608">
                          <a:extLst>
                            <a:ext uri="{FF2B5EF4-FFF2-40B4-BE49-F238E27FC236}">
                              <a16:creationId xmlns:a16="http://schemas.microsoft.com/office/drawing/2014/main" id="{2C067DB5-688C-484B-A7F3-1B1FD563760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1641" name="Flowchart: Connector 11640">
                            <a:extLst>
                              <a:ext uri="{FF2B5EF4-FFF2-40B4-BE49-F238E27FC236}">
                                <a16:creationId xmlns:a16="http://schemas.microsoft.com/office/drawing/2014/main" id="{1141CE0D-A1F4-4309-8C7A-8CB81B84BCA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42" name="Flowchart: Connector 11641">
                            <a:extLst>
                              <a:ext uri="{FF2B5EF4-FFF2-40B4-BE49-F238E27FC236}">
                                <a16:creationId xmlns:a16="http://schemas.microsoft.com/office/drawing/2014/main" id="{6FB42A36-DD82-4B70-B0C0-0235ED44EEB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43" name="Flowchart: Connector 11642">
                            <a:extLst>
                              <a:ext uri="{FF2B5EF4-FFF2-40B4-BE49-F238E27FC236}">
                                <a16:creationId xmlns:a16="http://schemas.microsoft.com/office/drawing/2014/main" id="{BB141D08-39FE-4AF3-B022-F873BF9E7DA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44" name="Flowchart: Connector 11643">
                            <a:extLst>
                              <a:ext uri="{FF2B5EF4-FFF2-40B4-BE49-F238E27FC236}">
                                <a16:creationId xmlns:a16="http://schemas.microsoft.com/office/drawing/2014/main" id="{0FC507DD-EF1F-4EC7-8017-0F8DC7A4648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45" name="Flowchart: Connector 11644">
                            <a:extLst>
                              <a:ext uri="{FF2B5EF4-FFF2-40B4-BE49-F238E27FC236}">
                                <a16:creationId xmlns:a16="http://schemas.microsoft.com/office/drawing/2014/main" id="{041A6B6D-327C-4353-B443-22D9772B561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46" name="Flowchart: Connector 11645">
                            <a:extLst>
                              <a:ext uri="{FF2B5EF4-FFF2-40B4-BE49-F238E27FC236}">
                                <a16:creationId xmlns:a16="http://schemas.microsoft.com/office/drawing/2014/main" id="{B8339335-51C4-4F2F-931D-E17A1F2FDD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47" name="Flowchart: Connector 11646">
                            <a:extLst>
                              <a:ext uri="{FF2B5EF4-FFF2-40B4-BE49-F238E27FC236}">
                                <a16:creationId xmlns:a16="http://schemas.microsoft.com/office/drawing/2014/main" id="{DF37355D-3248-4411-8A65-D4642069DA1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48" name="Flowchart: Connector 11647">
                            <a:extLst>
                              <a:ext uri="{FF2B5EF4-FFF2-40B4-BE49-F238E27FC236}">
                                <a16:creationId xmlns:a16="http://schemas.microsoft.com/office/drawing/2014/main" id="{4EFDFF1B-BA96-4C7B-8E10-217641F5910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49" name="3D Model 11648" descr="Sphere">
                                <a:extLst>
                                  <a:ext uri="{FF2B5EF4-FFF2-40B4-BE49-F238E27FC236}">
                                    <a16:creationId xmlns:a16="http://schemas.microsoft.com/office/drawing/2014/main" id="{42B90798-041A-44AA-9B13-F8E6023C05F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637332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50" name="Flowchart: Connector 11649">
                            <a:extLst>
                              <a:ext uri="{FF2B5EF4-FFF2-40B4-BE49-F238E27FC236}">
                                <a16:creationId xmlns:a16="http://schemas.microsoft.com/office/drawing/2014/main" id="{403EDAAE-D234-4AA3-9BCC-D3F1DF0E318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51" name="3D Model 11650" descr="Sphere">
                                <a:extLst>
                                  <a:ext uri="{FF2B5EF4-FFF2-40B4-BE49-F238E27FC236}">
                                    <a16:creationId xmlns:a16="http://schemas.microsoft.com/office/drawing/2014/main" id="{7418A8C4-745B-4A5D-A50A-F681E6CBF82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9327032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52" name="Flowchart: Connector 11651">
                            <a:extLst>
                              <a:ext uri="{FF2B5EF4-FFF2-40B4-BE49-F238E27FC236}">
                                <a16:creationId xmlns:a16="http://schemas.microsoft.com/office/drawing/2014/main" id="{5741F55A-78B0-4681-8AB2-0FFA9718150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53" name="3D Model 11652" descr="Sphere">
                                <a:extLst>
                                  <a:ext uri="{FF2B5EF4-FFF2-40B4-BE49-F238E27FC236}">
                                    <a16:creationId xmlns:a16="http://schemas.microsoft.com/office/drawing/2014/main" id="{857FA21D-B5DC-404D-B709-D851B605FA0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5944331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54" name="Flowchart: Connector 11653">
                            <a:extLst>
                              <a:ext uri="{FF2B5EF4-FFF2-40B4-BE49-F238E27FC236}">
                                <a16:creationId xmlns:a16="http://schemas.microsoft.com/office/drawing/2014/main" id="{B6D27014-1C99-41A7-B40B-638331FF31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55" name="3D Model 11654" descr="Sphere">
                                <a:extLst>
                                  <a:ext uri="{FF2B5EF4-FFF2-40B4-BE49-F238E27FC236}">
                                    <a16:creationId xmlns:a16="http://schemas.microsoft.com/office/drawing/2014/main" id="{FE54FA19-CA45-4EE4-947A-0598D314A3C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8481128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610" name="Group 11609">
                          <a:extLst>
                            <a:ext uri="{FF2B5EF4-FFF2-40B4-BE49-F238E27FC236}">
                              <a16:creationId xmlns:a16="http://schemas.microsoft.com/office/drawing/2014/main" id="{098D5CF1-67D1-4DE9-A65A-6B4867A4EB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1626" name="Flowchart: Connector 11625">
                            <a:extLst>
                              <a:ext uri="{FF2B5EF4-FFF2-40B4-BE49-F238E27FC236}">
                                <a16:creationId xmlns:a16="http://schemas.microsoft.com/office/drawing/2014/main" id="{7D8D0B00-05D5-4886-B9E6-B47DFFA2F3E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27" name="Flowchart: Connector 11626">
                            <a:extLst>
                              <a:ext uri="{FF2B5EF4-FFF2-40B4-BE49-F238E27FC236}">
                                <a16:creationId xmlns:a16="http://schemas.microsoft.com/office/drawing/2014/main" id="{883CC36B-8268-45B5-ACEA-BA10C202796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28" name="Flowchart: Connector 11627">
                            <a:extLst>
                              <a:ext uri="{FF2B5EF4-FFF2-40B4-BE49-F238E27FC236}">
                                <a16:creationId xmlns:a16="http://schemas.microsoft.com/office/drawing/2014/main" id="{D11C82FE-2E1F-4246-A395-7FDDF670D1F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29" name="Flowchart: Connector 11628">
                            <a:extLst>
                              <a:ext uri="{FF2B5EF4-FFF2-40B4-BE49-F238E27FC236}">
                                <a16:creationId xmlns:a16="http://schemas.microsoft.com/office/drawing/2014/main" id="{D9F0B544-5F6C-4269-9841-1DD70D42CA5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30" name="Flowchart: Connector 11629">
                            <a:extLst>
                              <a:ext uri="{FF2B5EF4-FFF2-40B4-BE49-F238E27FC236}">
                                <a16:creationId xmlns:a16="http://schemas.microsoft.com/office/drawing/2014/main" id="{A483561F-E563-473F-934F-327FAE0D42B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31" name="Flowchart: Connector 11630">
                            <a:extLst>
                              <a:ext uri="{FF2B5EF4-FFF2-40B4-BE49-F238E27FC236}">
                                <a16:creationId xmlns:a16="http://schemas.microsoft.com/office/drawing/2014/main" id="{CB49B223-02FF-4FAD-A4D5-521BF6C393D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32" name="Flowchart: Connector 11631">
                            <a:extLst>
                              <a:ext uri="{FF2B5EF4-FFF2-40B4-BE49-F238E27FC236}">
                                <a16:creationId xmlns:a16="http://schemas.microsoft.com/office/drawing/2014/main" id="{24AB787C-C848-4D51-B9CA-496B969BD47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633" name="Flowchart: Connector 11632">
                            <a:extLst>
                              <a:ext uri="{FF2B5EF4-FFF2-40B4-BE49-F238E27FC236}">
                                <a16:creationId xmlns:a16="http://schemas.microsoft.com/office/drawing/2014/main" id="{EE4DC934-72E6-4FAD-AFEE-F4D0146819E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34" name="3D Model 11633" descr="Sphere">
                                <a:extLst>
                                  <a:ext uri="{FF2B5EF4-FFF2-40B4-BE49-F238E27FC236}">
                                    <a16:creationId xmlns:a16="http://schemas.microsoft.com/office/drawing/2014/main" id="{8D1D2369-E87D-40C3-9BDD-9A315001A38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19187633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35" name="Flowchart: Connector 11634">
                            <a:extLst>
                              <a:ext uri="{FF2B5EF4-FFF2-40B4-BE49-F238E27FC236}">
                                <a16:creationId xmlns:a16="http://schemas.microsoft.com/office/drawing/2014/main" id="{5E131B99-B0CA-4A38-865E-DB827A2A0F0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36" name="3D Model 11635" descr="Sphere">
                                <a:extLst>
                                  <a:ext uri="{FF2B5EF4-FFF2-40B4-BE49-F238E27FC236}">
                                    <a16:creationId xmlns:a16="http://schemas.microsoft.com/office/drawing/2014/main" id="{16866626-CC29-4C01-B702-481E4B6EFF8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7180073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37" name="Flowchart: Connector 11636">
                            <a:extLst>
                              <a:ext uri="{FF2B5EF4-FFF2-40B4-BE49-F238E27FC236}">
                                <a16:creationId xmlns:a16="http://schemas.microsoft.com/office/drawing/2014/main" id="{7859180A-9D2B-4761-827F-9DFDB0C2D8D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38" name="3D Model 11637" descr="Sphere">
                                <a:extLst>
                                  <a:ext uri="{FF2B5EF4-FFF2-40B4-BE49-F238E27FC236}">
                                    <a16:creationId xmlns:a16="http://schemas.microsoft.com/office/drawing/2014/main" id="{0549B947-C581-4995-849F-245F7943EA4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3847075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639" name="Flowchart: Connector 11638">
                            <a:extLst>
                              <a:ext uri="{FF2B5EF4-FFF2-40B4-BE49-F238E27FC236}">
                                <a16:creationId xmlns:a16="http://schemas.microsoft.com/office/drawing/2014/main" id="{E5D3E4B6-0232-490F-9B2F-B7A88F35D75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640" name="3D Model 11639" descr="Sphere">
                                <a:extLst>
                                  <a:ext uri="{FF2B5EF4-FFF2-40B4-BE49-F238E27FC236}">
                                    <a16:creationId xmlns:a16="http://schemas.microsoft.com/office/drawing/2014/main" id="{91660F44-AB01-4AF8-A257-A4B52AC7786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544818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611" name="Flowchart: Connector 11610">
                          <a:extLst>
                            <a:ext uri="{FF2B5EF4-FFF2-40B4-BE49-F238E27FC236}">
                              <a16:creationId xmlns:a16="http://schemas.microsoft.com/office/drawing/2014/main" id="{5CE3E04D-25AF-4772-8326-66D7E23D0BA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12" name="Flowchart: Connector 11611">
                          <a:extLst>
                            <a:ext uri="{FF2B5EF4-FFF2-40B4-BE49-F238E27FC236}">
                              <a16:creationId xmlns:a16="http://schemas.microsoft.com/office/drawing/2014/main" id="{B68F76DB-5CE2-4AE8-BAF3-268AABBC3BA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13" name="Flowchart: Connector 11612">
                          <a:extLst>
                            <a:ext uri="{FF2B5EF4-FFF2-40B4-BE49-F238E27FC236}">
                              <a16:creationId xmlns:a16="http://schemas.microsoft.com/office/drawing/2014/main" id="{4EAFF76F-6271-431B-9574-83FB4E4A7E6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14" name="Flowchart: Connector 11613">
                          <a:extLst>
                            <a:ext uri="{FF2B5EF4-FFF2-40B4-BE49-F238E27FC236}">
                              <a16:creationId xmlns:a16="http://schemas.microsoft.com/office/drawing/2014/main" id="{6E34319C-0BB5-4DE0-AE22-F39326E222F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15" name="Flowchart: Connector 11614">
                          <a:extLst>
                            <a:ext uri="{FF2B5EF4-FFF2-40B4-BE49-F238E27FC236}">
                              <a16:creationId xmlns:a16="http://schemas.microsoft.com/office/drawing/2014/main" id="{91AE94CE-BAEF-4325-A056-7E6F1D1220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16" name="Flowchart: Connector 11615">
                          <a:extLst>
                            <a:ext uri="{FF2B5EF4-FFF2-40B4-BE49-F238E27FC236}">
                              <a16:creationId xmlns:a16="http://schemas.microsoft.com/office/drawing/2014/main" id="{2353055F-9BB0-41F2-A4DD-463AD63A98B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17" name="Flowchart: Connector 11616">
                          <a:extLst>
                            <a:ext uri="{FF2B5EF4-FFF2-40B4-BE49-F238E27FC236}">
                              <a16:creationId xmlns:a16="http://schemas.microsoft.com/office/drawing/2014/main" id="{4BF38A92-724A-4982-BEA4-D44FF812EAC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618" name="Flowchart: Connector 11617">
                          <a:extLst>
                            <a:ext uri="{FF2B5EF4-FFF2-40B4-BE49-F238E27FC236}">
                              <a16:creationId xmlns:a16="http://schemas.microsoft.com/office/drawing/2014/main" id="{DA1180DA-83C5-4635-8673-1B01F881D3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619" name="3D Model 11618" descr="Sphere">
                              <a:extLst>
                                <a:ext uri="{FF2B5EF4-FFF2-40B4-BE49-F238E27FC236}">
                                  <a16:creationId xmlns:a16="http://schemas.microsoft.com/office/drawing/2014/main" id="{E1D29B8E-9FCA-4FFD-9D44-1DB6A6B185C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39564606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620" name="Flowchart: Connector 11619">
                          <a:extLst>
                            <a:ext uri="{FF2B5EF4-FFF2-40B4-BE49-F238E27FC236}">
                              <a16:creationId xmlns:a16="http://schemas.microsoft.com/office/drawing/2014/main" id="{F7B2B371-2D28-47BD-98FC-24BCA03F33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621" name="3D Model 11620" descr="Sphere">
                              <a:extLst>
                                <a:ext uri="{FF2B5EF4-FFF2-40B4-BE49-F238E27FC236}">
                                  <a16:creationId xmlns:a16="http://schemas.microsoft.com/office/drawing/2014/main" id="{69506F55-86E6-4696-AB30-88D7E78025B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12755449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622" name="Flowchart: Connector 11621">
                          <a:extLst>
                            <a:ext uri="{FF2B5EF4-FFF2-40B4-BE49-F238E27FC236}">
                              <a16:creationId xmlns:a16="http://schemas.microsoft.com/office/drawing/2014/main" id="{6FBD92BB-49CF-404C-9C43-6FE8B00D0CC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623" name="3D Model 11622" descr="Sphere">
                              <a:extLst>
                                <a:ext uri="{FF2B5EF4-FFF2-40B4-BE49-F238E27FC236}">
                                  <a16:creationId xmlns:a16="http://schemas.microsoft.com/office/drawing/2014/main" id="{0D6C27A4-980A-40E8-B54C-0C23C440410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16017231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624" name="Flowchart: Connector 11623">
                          <a:extLst>
                            <a:ext uri="{FF2B5EF4-FFF2-40B4-BE49-F238E27FC236}">
                              <a16:creationId xmlns:a16="http://schemas.microsoft.com/office/drawing/2014/main" id="{F722969D-C281-4A18-AA35-54B6D3402C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625" name="3D Model 11624" descr="Sphere">
                              <a:extLst>
                                <a:ext uri="{FF2B5EF4-FFF2-40B4-BE49-F238E27FC236}">
                                  <a16:creationId xmlns:a16="http://schemas.microsoft.com/office/drawing/2014/main" id="{72468D7F-37D7-4ED7-BD29-C80441B586D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09318884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1386" name="Group 11385">
                      <a:extLst>
                        <a:ext uri="{FF2B5EF4-FFF2-40B4-BE49-F238E27FC236}">
                          <a16:creationId xmlns:a16="http://schemas.microsoft.com/office/drawing/2014/main" id="{CB652DA3-08DD-4EB8-BBC8-00D93A4009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1603" name="Flowchart: Connector 11602">
                        <a:extLst>
                          <a:ext uri="{FF2B5EF4-FFF2-40B4-BE49-F238E27FC236}">
                            <a16:creationId xmlns:a16="http://schemas.microsoft.com/office/drawing/2014/main" id="{30B9B6BD-E8D7-4F85-8977-9B2AF5B84A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604" name="Flowchart: Connector 11603">
                        <a:extLst>
                          <a:ext uri="{FF2B5EF4-FFF2-40B4-BE49-F238E27FC236}">
                            <a16:creationId xmlns:a16="http://schemas.microsoft.com/office/drawing/2014/main" id="{EE5E756A-26F9-4B92-AA54-05D24E5C538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605" name="Flowchart: Connector 11604">
                        <a:extLst>
                          <a:ext uri="{FF2B5EF4-FFF2-40B4-BE49-F238E27FC236}">
                            <a16:creationId xmlns:a16="http://schemas.microsoft.com/office/drawing/2014/main" id="{26073DC1-881F-458E-948A-3B98B7E8C57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1387" name="Flowchart: Connector 11386">
                      <a:extLst>
                        <a:ext uri="{FF2B5EF4-FFF2-40B4-BE49-F238E27FC236}">
                          <a16:creationId xmlns:a16="http://schemas.microsoft.com/office/drawing/2014/main" id="{AE0061F9-1292-4E34-8C64-582D9A7817C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1388" name="Flowchart: Connector 11387">
                      <a:extLst>
                        <a:ext uri="{FF2B5EF4-FFF2-40B4-BE49-F238E27FC236}">
                          <a16:creationId xmlns:a16="http://schemas.microsoft.com/office/drawing/2014/main" id="{026EA708-32E4-420A-9208-33205DD06D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1389" name="Group 11388">
                      <a:extLst>
                        <a:ext uri="{FF2B5EF4-FFF2-40B4-BE49-F238E27FC236}">
                          <a16:creationId xmlns:a16="http://schemas.microsoft.com/office/drawing/2014/main" id="{E7D4DFD9-1A34-4C28-BD8B-BE5F0127A8C9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11600" name="Flowchart: Connector 11599">
                        <a:extLst>
                          <a:ext uri="{FF2B5EF4-FFF2-40B4-BE49-F238E27FC236}">
                            <a16:creationId xmlns:a16="http://schemas.microsoft.com/office/drawing/2014/main" id="{EA36DBA2-B2B3-4E2D-8441-9F1F2DFA1AE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601" name="Flowchart: Connector 11600">
                        <a:extLst>
                          <a:ext uri="{FF2B5EF4-FFF2-40B4-BE49-F238E27FC236}">
                            <a16:creationId xmlns:a16="http://schemas.microsoft.com/office/drawing/2014/main" id="{191D42FB-3ADA-47FA-937C-CD5BFA6C8C6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602" name="Flowchart: Connector 11601">
                        <a:extLst>
                          <a:ext uri="{FF2B5EF4-FFF2-40B4-BE49-F238E27FC236}">
                            <a16:creationId xmlns:a16="http://schemas.microsoft.com/office/drawing/2014/main" id="{80A3788E-081E-4495-8569-AE92A938CFF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1390" name="Group 11389">
                      <a:extLst>
                        <a:ext uri="{FF2B5EF4-FFF2-40B4-BE49-F238E27FC236}">
                          <a16:creationId xmlns:a16="http://schemas.microsoft.com/office/drawing/2014/main" id="{8A6DC5FA-7A63-4226-BACA-A777CC9D521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11535" name="Group 11534">
                        <a:extLst>
                          <a:ext uri="{FF2B5EF4-FFF2-40B4-BE49-F238E27FC236}">
                            <a16:creationId xmlns:a16="http://schemas.microsoft.com/office/drawing/2014/main" id="{CA604A55-C753-4251-A1DC-FAF421A4BFF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11596" name="Flowchart: Connector 11595">
                          <a:extLst>
                            <a:ext uri="{FF2B5EF4-FFF2-40B4-BE49-F238E27FC236}">
                              <a16:creationId xmlns:a16="http://schemas.microsoft.com/office/drawing/2014/main" id="{D63EBC69-C9D9-40CE-86DF-ED389220339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97" name="Flowchart: Connector 11596">
                          <a:extLst>
                            <a:ext uri="{FF2B5EF4-FFF2-40B4-BE49-F238E27FC236}">
                              <a16:creationId xmlns:a16="http://schemas.microsoft.com/office/drawing/2014/main" id="{897ABAC4-C91C-4FB2-BBB5-6F9A0AA61D6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98" name="Flowchart: Connector 11597">
                          <a:extLst>
                            <a:ext uri="{FF2B5EF4-FFF2-40B4-BE49-F238E27FC236}">
                              <a16:creationId xmlns:a16="http://schemas.microsoft.com/office/drawing/2014/main" id="{B18F6E85-AEE0-41F4-A3F0-935138745CD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99" name="Flowchart: Connector 11598">
                          <a:extLst>
                            <a:ext uri="{FF2B5EF4-FFF2-40B4-BE49-F238E27FC236}">
                              <a16:creationId xmlns:a16="http://schemas.microsoft.com/office/drawing/2014/main" id="{43BE357D-D383-4EA8-AA9F-CA4552882BA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536" name="Group 11535">
                        <a:extLst>
                          <a:ext uri="{FF2B5EF4-FFF2-40B4-BE49-F238E27FC236}">
                            <a16:creationId xmlns:a16="http://schemas.microsoft.com/office/drawing/2014/main" id="{F1766371-F612-47DF-9CEB-A61B94072B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11537" name="Group 11536">
                          <a:extLst>
                            <a:ext uri="{FF2B5EF4-FFF2-40B4-BE49-F238E27FC236}">
                              <a16:creationId xmlns:a16="http://schemas.microsoft.com/office/drawing/2014/main" id="{CC13A8E3-18CE-4357-9DDB-A8FDB72B4F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1588" name="Flowchart: Connector 11587">
                            <a:extLst>
                              <a:ext uri="{FF2B5EF4-FFF2-40B4-BE49-F238E27FC236}">
                                <a16:creationId xmlns:a16="http://schemas.microsoft.com/office/drawing/2014/main" id="{2926D09A-60DA-41D0-81AE-320CD55A72D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89" name="3D Model 11588" descr="Sphere">
                                <a:extLst>
                                  <a:ext uri="{FF2B5EF4-FFF2-40B4-BE49-F238E27FC236}">
                                    <a16:creationId xmlns:a16="http://schemas.microsoft.com/office/drawing/2014/main" id="{C76EA50A-6E2B-43D6-ADB5-E8CB73FFC29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52819343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90" name="Flowchart: Connector 11589">
                            <a:extLst>
                              <a:ext uri="{FF2B5EF4-FFF2-40B4-BE49-F238E27FC236}">
                                <a16:creationId xmlns:a16="http://schemas.microsoft.com/office/drawing/2014/main" id="{B934C8CD-DC0C-4D9A-A12F-71576A3A8D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91" name="3D Model 11590" descr="Sphere">
                                <a:extLst>
                                  <a:ext uri="{FF2B5EF4-FFF2-40B4-BE49-F238E27FC236}">
                                    <a16:creationId xmlns:a16="http://schemas.microsoft.com/office/drawing/2014/main" id="{F38F2B6E-9432-4B72-BBB8-966607514C5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5712476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92" name="Flowchart: Connector 11591">
                            <a:extLst>
                              <a:ext uri="{FF2B5EF4-FFF2-40B4-BE49-F238E27FC236}">
                                <a16:creationId xmlns:a16="http://schemas.microsoft.com/office/drawing/2014/main" id="{61AB6117-A65A-41DC-BF3D-BB0C4B1F22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93" name="3D Model 11592" descr="Sphere">
                                <a:extLst>
                                  <a:ext uri="{FF2B5EF4-FFF2-40B4-BE49-F238E27FC236}">
                                    <a16:creationId xmlns:a16="http://schemas.microsoft.com/office/drawing/2014/main" id="{3B4569DF-FCBD-4F39-8EC7-313AE136207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3580857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94" name="Flowchart: Connector 11593">
                            <a:extLst>
                              <a:ext uri="{FF2B5EF4-FFF2-40B4-BE49-F238E27FC236}">
                                <a16:creationId xmlns:a16="http://schemas.microsoft.com/office/drawing/2014/main" id="{E22CC0F7-D9FC-470C-A960-58094636A57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95" name="3D Model 11594" descr="Sphere">
                                <a:extLst>
                                  <a:ext uri="{FF2B5EF4-FFF2-40B4-BE49-F238E27FC236}">
                                    <a16:creationId xmlns:a16="http://schemas.microsoft.com/office/drawing/2014/main" id="{2347E3D7-4DD4-420A-B57E-FE7426D76F8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7925730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538" name="Group 11537">
                          <a:extLst>
                            <a:ext uri="{FF2B5EF4-FFF2-40B4-BE49-F238E27FC236}">
                              <a16:creationId xmlns:a16="http://schemas.microsoft.com/office/drawing/2014/main" id="{10BC23EC-E83A-4D41-A60E-0F6A2D605A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1572" name="Flowchart: Connector 11571">
                            <a:extLst>
                              <a:ext uri="{FF2B5EF4-FFF2-40B4-BE49-F238E27FC236}">
                                <a16:creationId xmlns:a16="http://schemas.microsoft.com/office/drawing/2014/main" id="{24A81D88-83BB-478F-A6A2-B901EDBD1B8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73" name="Flowchart: Connector 11572">
                            <a:extLst>
                              <a:ext uri="{FF2B5EF4-FFF2-40B4-BE49-F238E27FC236}">
                                <a16:creationId xmlns:a16="http://schemas.microsoft.com/office/drawing/2014/main" id="{72E4C80F-9412-486D-8502-73F62822FAC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74" name="Flowchart: Connector 11573">
                            <a:extLst>
                              <a:ext uri="{FF2B5EF4-FFF2-40B4-BE49-F238E27FC236}">
                                <a16:creationId xmlns:a16="http://schemas.microsoft.com/office/drawing/2014/main" id="{339BEBC4-DAF4-4A1D-B51F-8EEFCC34DAE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75" name="Flowchart: Connector 11574">
                            <a:extLst>
                              <a:ext uri="{FF2B5EF4-FFF2-40B4-BE49-F238E27FC236}">
                                <a16:creationId xmlns:a16="http://schemas.microsoft.com/office/drawing/2014/main" id="{3C581009-45A8-46E2-BB99-A367D921D65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76" name="Flowchart: Connector 11575">
                            <a:extLst>
                              <a:ext uri="{FF2B5EF4-FFF2-40B4-BE49-F238E27FC236}">
                                <a16:creationId xmlns:a16="http://schemas.microsoft.com/office/drawing/2014/main" id="{82AD720A-FB38-494D-A95A-35DA37B1BA8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77" name="Flowchart: Connector 11576">
                            <a:extLst>
                              <a:ext uri="{FF2B5EF4-FFF2-40B4-BE49-F238E27FC236}">
                                <a16:creationId xmlns:a16="http://schemas.microsoft.com/office/drawing/2014/main" id="{975BE3A2-045F-4CF5-AFC3-D33831D2731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78" name="Flowchart: Connector 11577">
                            <a:extLst>
                              <a:ext uri="{FF2B5EF4-FFF2-40B4-BE49-F238E27FC236}">
                                <a16:creationId xmlns:a16="http://schemas.microsoft.com/office/drawing/2014/main" id="{394E6E42-36B9-48C4-B582-A9238AB8C87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79" name="Flowchart: Connector 11578">
                            <a:extLst>
                              <a:ext uri="{FF2B5EF4-FFF2-40B4-BE49-F238E27FC236}">
                                <a16:creationId xmlns:a16="http://schemas.microsoft.com/office/drawing/2014/main" id="{8F246989-F658-4619-8204-F44E2E9A8DC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80" name="Flowchart: Connector 11579">
                            <a:extLst>
                              <a:ext uri="{FF2B5EF4-FFF2-40B4-BE49-F238E27FC236}">
                                <a16:creationId xmlns:a16="http://schemas.microsoft.com/office/drawing/2014/main" id="{17EC05D0-7741-4617-B576-ABCF65222F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81" name="3D Model 11580" descr="Sphere">
                                <a:extLst>
                                  <a:ext uri="{FF2B5EF4-FFF2-40B4-BE49-F238E27FC236}">
                                    <a16:creationId xmlns:a16="http://schemas.microsoft.com/office/drawing/2014/main" id="{922ECCCC-0F05-42D3-B753-C6451E4F5CA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82100240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82" name="Flowchart: Connector 11581">
                            <a:extLst>
                              <a:ext uri="{FF2B5EF4-FFF2-40B4-BE49-F238E27FC236}">
                                <a16:creationId xmlns:a16="http://schemas.microsoft.com/office/drawing/2014/main" id="{5A64427D-3152-416C-8170-6DF2D385BA7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83" name="3D Model 11582" descr="Sphere">
                                <a:extLst>
                                  <a:ext uri="{FF2B5EF4-FFF2-40B4-BE49-F238E27FC236}">
                                    <a16:creationId xmlns:a16="http://schemas.microsoft.com/office/drawing/2014/main" id="{9C51744A-CF90-4B1F-A808-55BE0583010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4675052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84" name="Flowchart: Connector 11583">
                            <a:extLst>
                              <a:ext uri="{FF2B5EF4-FFF2-40B4-BE49-F238E27FC236}">
                                <a16:creationId xmlns:a16="http://schemas.microsoft.com/office/drawing/2014/main" id="{BB7579E3-EC68-4143-AC2D-73ACF937CC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85" name="3D Model 11584" descr="Sphere">
                                <a:extLst>
                                  <a:ext uri="{FF2B5EF4-FFF2-40B4-BE49-F238E27FC236}">
                                    <a16:creationId xmlns:a16="http://schemas.microsoft.com/office/drawing/2014/main" id="{B924B950-A452-447A-B831-5136835FA41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3516744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86" name="Flowchart: Connector 11585">
                            <a:extLst>
                              <a:ext uri="{FF2B5EF4-FFF2-40B4-BE49-F238E27FC236}">
                                <a16:creationId xmlns:a16="http://schemas.microsoft.com/office/drawing/2014/main" id="{C1FC8E6A-261D-48E8-9061-DF04BBEE433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87" name="3D Model 11586" descr="Sphere">
                                <a:extLst>
                                  <a:ext uri="{FF2B5EF4-FFF2-40B4-BE49-F238E27FC236}">
                                    <a16:creationId xmlns:a16="http://schemas.microsoft.com/office/drawing/2014/main" id="{A8DA1C68-AEE2-4F93-91CA-CA4092FE7AE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7153716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539" name="Group 11538">
                          <a:extLst>
                            <a:ext uri="{FF2B5EF4-FFF2-40B4-BE49-F238E27FC236}">
                              <a16:creationId xmlns:a16="http://schemas.microsoft.com/office/drawing/2014/main" id="{A1DC3C87-3E1B-4669-9F10-B48D4B4C9F8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1556" name="Flowchart: Connector 11555">
                            <a:extLst>
                              <a:ext uri="{FF2B5EF4-FFF2-40B4-BE49-F238E27FC236}">
                                <a16:creationId xmlns:a16="http://schemas.microsoft.com/office/drawing/2014/main" id="{CC7391E9-F24D-481A-9323-E724DEEEFB2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57" name="Flowchart: Connector 11556">
                            <a:extLst>
                              <a:ext uri="{FF2B5EF4-FFF2-40B4-BE49-F238E27FC236}">
                                <a16:creationId xmlns:a16="http://schemas.microsoft.com/office/drawing/2014/main" id="{5423B564-FB62-4953-A5DB-850F64D2B7B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58" name="Flowchart: Connector 11557">
                            <a:extLst>
                              <a:ext uri="{FF2B5EF4-FFF2-40B4-BE49-F238E27FC236}">
                                <a16:creationId xmlns:a16="http://schemas.microsoft.com/office/drawing/2014/main" id="{9D955B9A-6DB3-4686-ADF5-30BBCB4873D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59" name="Flowchart: Connector 11558">
                            <a:extLst>
                              <a:ext uri="{FF2B5EF4-FFF2-40B4-BE49-F238E27FC236}">
                                <a16:creationId xmlns:a16="http://schemas.microsoft.com/office/drawing/2014/main" id="{50FB8B8D-3760-49C5-83D4-F7AD9080C46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60" name="Flowchart: Connector 11559">
                            <a:extLst>
                              <a:ext uri="{FF2B5EF4-FFF2-40B4-BE49-F238E27FC236}">
                                <a16:creationId xmlns:a16="http://schemas.microsoft.com/office/drawing/2014/main" id="{B68C87ED-A81B-48B4-B02B-BC527979A0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61" name="Flowchart: Connector 11560">
                            <a:extLst>
                              <a:ext uri="{FF2B5EF4-FFF2-40B4-BE49-F238E27FC236}">
                                <a16:creationId xmlns:a16="http://schemas.microsoft.com/office/drawing/2014/main" id="{730EF6EF-10E4-4FA9-953C-FA2D1987783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62" name="Flowchart: Connector 11561">
                            <a:extLst>
                              <a:ext uri="{FF2B5EF4-FFF2-40B4-BE49-F238E27FC236}">
                                <a16:creationId xmlns:a16="http://schemas.microsoft.com/office/drawing/2014/main" id="{85879F06-2B69-4E4E-9387-C5EA64A4F66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63" name="Flowchart: Connector 11562">
                            <a:extLst>
                              <a:ext uri="{FF2B5EF4-FFF2-40B4-BE49-F238E27FC236}">
                                <a16:creationId xmlns:a16="http://schemas.microsoft.com/office/drawing/2014/main" id="{AF5D8DFA-D126-41F7-A12D-6073742F796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64" name="Flowchart: Connector 11563">
                            <a:extLst>
                              <a:ext uri="{FF2B5EF4-FFF2-40B4-BE49-F238E27FC236}">
                                <a16:creationId xmlns:a16="http://schemas.microsoft.com/office/drawing/2014/main" id="{507F16FD-F119-4876-A039-7CAEAE609DE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65" name="3D Model 11564" descr="Sphere">
                                <a:extLst>
                                  <a:ext uri="{FF2B5EF4-FFF2-40B4-BE49-F238E27FC236}">
                                    <a16:creationId xmlns:a16="http://schemas.microsoft.com/office/drawing/2014/main" id="{49513ED4-9271-4959-B19A-800D945B3E8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5705800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66" name="Flowchart: Connector 11565">
                            <a:extLst>
                              <a:ext uri="{FF2B5EF4-FFF2-40B4-BE49-F238E27FC236}">
                                <a16:creationId xmlns:a16="http://schemas.microsoft.com/office/drawing/2014/main" id="{EB1F7F44-3BC3-4DE9-B673-9EB95BDA4C0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67" name="3D Model 11566" descr="Sphere">
                                <a:extLst>
                                  <a:ext uri="{FF2B5EF4-FFF2-40B4-BE49-F238E27FC236}">
                                    <a16:creationId xmlns:a16="http://schemas.microsoft.com/office/drawing/2014/main" id="{9EBB9930-F2A4-4A06-8A52-54AC423D824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7252229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68" name="Flowchart: Connector 11567">
                            <a:extLst>
                              <a:ext uri="{FF2B5EF4-FFF2-40B4-BE49-F238E27FC236}">
                                <a16:creationId xmlns:a16="http://schemas.microsoft.com/office/drawing/2014/main" id="{ADCCB7AB-F4AF-4003-8093-6377382B169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69" name="3D Model 11568" descr="Sphere">
                                <a:extLst>
                                  <a:ext uri="{FF2B5EF4-FFF2-40B4-BE49-F238E27FC236}">
                                    <a16:creationId xmlns:a16="http://schemas.microsoft.com/office/drawing/2014/main" id="{1BCBA898-C194-478D-A605-C5216297AD2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9474836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70" name="Flowchart: Connector 11569">
                            <a:extLst>
                              <a:ext uri="{FF2B5EF4-FFF2-40B4-BE49-F238E27FC236}">
                                <a16:creationId xmlns:a16="http://schemas.microsoft.com/office/drawing/2014/main" id="{0FF408F7-E8EE-4031-811A-B74941CFCC4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71" name="3D Model 11570" descr="Sphere">
                                <a:extLst>
                                  <a:ext uri="{FF2B5EF4-FFF2-40B4-BE49-F238E27FC236}">
                                    <a16:creationId xmlns:a16="http://schemas.microsoft.com/office/drawing/2014/main" id="{C73D0E7B-A1FC-4820-A4A6-A19DE0BFEDF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3478533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540" name="Flowchart: Connector 11539">
                          <a:extLst>
                            <a:ext uri="{FF2B5EF4-FFF2-40B4-BE49-F238E27FC236}">
                              <a16:creationId xmlns:a16="http://schemas.microsoft.com/office/drawing/2014/main" id="{4E922BD6-EA2A-4133-BB2C-5E458B727D7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41" name="Flowchart: Connector 11540">
                          <a:extLst>
                            <a:ext uri="{FF2B5EF4-FFF2-40B4-BE49-F238E27FC236}">
                              <a16:creationId xmlns:a16="http://schemas.microsoft.com/office/drawing/2014/main" id="{8E099CFF-40E4-4105-A8B5-AD5E2C7681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42" name="Flowchart: Connector 11541">
                          <a:extLst>
                            <a:ext uri="{FF2B5EF4-FFF2-40B4-BE49-F238E27FC236}">
                              <a16:creationId xmlns:a16="http://schemas.microsoft.com/office/drawing/2014/main" id="{0A3CFD46-034B-432E-A675-F05A297313F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43" name="Flowchart: Connector 11542">
                          <a:extLst>
                            <a:ext uri="{FF2B5EF4-FFF2-40B4-BE49-F238E27FC236}">
                              <a16:creationId xmlns:a16="http://schemas.microsoft.com/office/drawing/2014/main" id="{8501459A-6835-4231-96AA-4EC5CDF2EA5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44" name="Flowchart: Connector 11543">
                          <a:extLst>
                            <a:ext uri="{FF2B5EF4-FFF2-40B4-BE49-F238E27FC236}">
                              <a16:creationId xmlns:a16="http://schemas.microsoft.com/office/drawing/2014/main" id="{B0D43A68-2890-4D2E-8CFC-5BAD769459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45" name="Flowchart: Connector 11544">
                          <a:extLst>
                            <a:ext uri="{FF2B5EF4-FFF2-40B4-BE49-F238E27FC236}">
                              <a16:creationId xmlns:a16="http://schemas.microsoft.com/office/drawing/2014/main" id="{9D26E7F7-19E4-44F6-8144-83FD4F03B81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46" name="Flowchart: Connector 11545">
                          <a:extLst>
                            <a:ext uri="{FF2B5EF4-FFF2-40B4-BE49-F238E27FC236}">
                              <a16:creationId xmlns:a16="http://schemas.microsoft.com/office/drawing/2014/main" id="{DFE7C95A-540F-4A4C-9CE6-187D7DD946E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47" name="Flowchart: Connector 11546">
                          <a:extLst>
                            <a:ext uri="{FF2B5EF4-FFF2-40B4-BE49-F238E27FC236}">
                              <a16:creationId xmlns:a16="http://schemas.microsoft.com/office/drawing/2014/main" id="{1E7AB773-B994-4A9E-AA5E-2AE99482A7A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48" name="Flowchart: Connector 11547">
                          <a:extLst>
                            <a:ext uri="{FF2B5EF4-FFF2-40B4-BE49-F238E27FC236}">
                              <a16:creationId xmlns:a16="http://schemas.microsoft.com/office/drawing/2014/main" id="{2949402C-1311-487B-B0CD-67ABC1FC0B5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549" name="3D Model 11548" descr="Sphere">
                              <a:extLst>
                                <a:ext uri="{FF2B5EF4-FFF2-40B4-BE49-F238E27FC236}">
                                  <a16:creationId xmlns:a16="http://schemas.microsoft.com/office/drawing/2014/main" id="{AAF73BDE-1EE1-4023-BBA9-99DF2CE63E7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58420894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550" name="Flowchart: Connector 11549">
                          <a:extLst>
                            <a:ext uri="{FF2B5EF4-FFF2-40B4-BE49-F238E27FC236}">
                              <a16:creationId xmlns:a16="http://schemas.microsoft.com/office/drawing/2014/main" id="{44E9A584-AF83-430B-940A-B8E5031CFF6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551" name="3D Model 11550" descr="Sphere">
                              <a:extLst>
                                <a:ext uri="{FF2B5EF4-FFF2-40B4-BE49-F238E27FC236}">
                                  <a16:creationId xmlns:a16="http://schemas.microsoft.com/office/drawing/2014/main" id="{BBB98313-153B-412F-B1EC-6A7E74B84C9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05672046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552" name="Flowchart: Connector 11551">
                          <a:extLst>
                            <a:ext uri="{FF2B5EF4-FFF2-40B4-BE49-F238E27FC236}">
                              <a16:creationId xmlns:a16="http://schemas.microsoft.com/office/drawing/2014/main" id="{0C1FEA97-202C-4591-8AC0-C2484B08EC2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553" name="3D Model 11552" descr="Sphere">
                              <a:extLst>
                                <a:ext uri="{FF2B5EF4-FFF2-40B4-BE49-F238E27FC236}">
                                  <a16:creationId xmlns:a16="http://schemas.microsoft.com/office/drawing/2014/main" id="{EA6B1435-E835-4DED-BAE0-2B86B0CA132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28067043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554" name="Flowchart: Connector 11553">
                          <a:extLst>
                            <a:ext uri="{FF2B5EF4-FFF2-40B4-BE49-F238E27FC236}">
                              <a16:creationId xmlns:a16="http://schemas.microsoft.com/office/drawing/2014/main" id="{97A08D3E-8305-493E-BDFA-FC7EE17B9F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555" name="3D Model 11554" descr="Sphere">
                              <a:extLst>
                                <a:ext uri="{FF2B5EF4-FFF2-40B4-BE49-F238E27FC236}">
                                  <a16:creationId xmlns:a16="http://schemas.microsoft.com/office/drawing/2014/main" id="{3ACDB452-597B-4F55-B9AB-8DFA10C294C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57632085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1391" name="Group 11390">
                      <a:extLst>
                        <a:ext uri="{FF2B5EF4-FFF2-40B4-BE49-F238E27FC236}">
                          <a16:creationId xmlns:a16="http://schemas.microsoft.com/office/drawing/2014/main" id="{000B1AF6-33E8-4705-924F-F4FDBDF4DE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1532" name="Flowchart: Connector 11531">
                        <a:extLst>
                          <a:ext uri="{FF2B5EF4-FFF2-40B4-BE49-F238E27FC236}">
                            <a16:creationId xmlns:a16="http://schemas.microsoft.com/office/drawing/2014/main" id="{5DB129D0-6BB5-48DC-A491-8E0BEC610F4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533" name="Flowchart: Connector 11532">
                        <a:extLst>
                          <a:ext uri="{FF2B5EF4-FFF2-40B4-BE49-F238E27FC236}">
                            <a16:creationId xmlns:a16="http://schemas.microsoft.com/office/drawing/2014/main" id="{306B054B-33E5-41AD-849B-30BD80F4400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534" name="Flowchart: Connector 11533">
                        <a:extLst>
                          <a:ext uri="{FF2B5EF4-FFF2-40B4-BE49-F238E27FC236}">
                            <a16:creationId xmlns:a16="http://schemas.microsoft.com/office/drawing/2014/main" id="{7A988495-4658-4979-99D7-D10DD9FD2C5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1392" name="Flowchart: Connector 11391">
                      <a:extLst>
                        <a:ext uri="{FF2B5EF4-FFF2-40B4-BE49-F238E27FC236}">
                          <a16:creationId xmlns:a16="http://schemas.microsoft.com/office/drawing/2014/main" id="{C531D598-D0CF-4F23-B2B1-44342DE9D1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1393" name="Flowchart: Connector 11392">
                      <a:extLst>
                        <a:ext uri="{FF2B5EF4-FFF2-40B4-BE49-F238E27FC236}">
                          <a16:creationId xmlns:a16="http://schemas.microsoft.com/office/drawing/2014/main" id="{3950F194-69F2-41CE-B92F-7A0FF5A1096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1394" name="Group 11393">
                      <a:extLst>
                        <a:ext uri="{FF2B5EF4-FFF2-40B4-BE49-F238E27FC236}">
                          <a16:creationId xmlns:a16="http://schemas.microsoft.com/office/drawing/2014/main" id="{CC10E6CC-7212-42F9-9DAC-81B949046163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11529" name="Flowchart: Connector 11528">
                        <a:extLst>
                          <a:ext uri="{FF2B5EF4-FFF2-40B4-BE49-F238E27FC236}">
                            <a16:creationId xmlns:a16="http://schemas.microsoft.com/office/drawing/2014/main" id="{66ADF443-3C30-41E1-A4CD-8F12868639E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530" name="Flowchart: Connector 11529">
                        <a:extLst>
                          <a:ext uri="{FF2B5EF4-FFF2-40B4-BE49-F238E27FC236}">
                            <a16:creationId xmlns:a16="http://schemas.microsoft.com/office/drawing/2014/main" id="{C81B5E94-7BB4-4E97-BF71-F453C79D76A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531" name="Flowchart: Connector 11530">
                        <a:extLst>
                          <a:ext uri="{FF2B5EF4-FFF2-40B4-BE49-F238E27FC236}">
                            <a16:creationId xmlns:a16="http://schemas.microsoft.com/office/drawing/2014/main" id="{850B2858-D46D-4ACD-AB27-6065829D60A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1395" name="Group 11394">
                      <a:extLst>
                        <a:ext uri="{FF2B5EF4-FFF2-40B4-BE49-F238E27FC236}">
                          <a16:creationId xmlns:a16="http://schemas.microsoft.com/office/drawing/2014/main" id="{3D5EA995-B408-4E79-920E-BFD50EF970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11464" name="Group 11463">
                        <a:extLst>
                          <a:ext uri="{FF2B5EF4-FFF2-40B4-BE49-F238E27FC236}">
                            <a16:creationId xmlns:a16="http://schemas.microsoft.com/office/drawing/2014/main" id="{4D2AA30A-D134-42E3-B7DF-81E1054767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11525" name="Flowchart: Connector 11524">
                          <a:extLst>
                            <a:ext uri="{FF2B5EF4-FFF2-40B4-BE49-F238E27FC236}">
                              <a16:creationId xmlns:a16="http://schemas.microsoft.com/office/drawing/2014/main" id="{D7768CD5-53F7-4B73-8781-A067AE4975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26" name="Flowchart: Connector 11525">
                          <a:extLst>
                            <a:ext uri="{FF2B5EF4-FFF2-40B4-BE49-F238E27FC236}">
                              <a16:creationId xmlns:a16="http://schemas.microsoft.com/office/drawing/2014/main" id="{A15A891B-E38C-4A6F-8129-5B75871BBC8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27" name="Flowchart: Connector 11526">
                          <a:extLst>
                            <a:ext uri="{FF2B5EF4-FFF2-40B4-BE49-F238E27FC236}">
                              <a16:creationId xmlns:a16="http://schemas.microsoft.com/office/drawing/2014/main" id="{0ACEC4BF-1DB2-4925-8A65-8A59322F95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528" name="Flowchart: Connector 11527">
                          <a:extLst>
                            <a:ext uri="{FF2B5EF4-FFF2-40B4-BE49-F238E27FC236}">
                              <a16:creationId xmlns:a16="http://schemas.microsoft.com/office/drawing/2014/main" id="{A8060A1A-F3D8-4415-8624-272B68C96B6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465" name="Group 11464">
                        <a:extLst>
                          <a:ext uri="{FF2B5EF4-FFF2-40B4-BE49-F238E27FC236}">
                            <a16:creationId xmlns:a16="http://schemas.microsoft.com/office/drawing/2014/main" id="{56D03E4F-2152-4736-A272-DD92C3B2EF9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11466" name="Group 11465">
                          <a:extLst>
                            <a:ext uri="{FF2B5EF4-FFF2-40B4-BE49-F238E27FC236}">
                              <a16:creationId xmlns:a16="http://schemas.microsoft.com/office/drawing/2014/main" id="{A5C3238B-CCB6-4AD5-8CD2-8A7CC6E66E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1517" name="Flowchart: Connector 11516">
                            <a:extLst>
                              <a:ext uri="{FF2B5EF4-FFF2-40B4-BE49-F238E27FC236}">
                                <a16:creationId xmlns:a16="http://schemas.microsoft.com/office/drawing/2014/main" id="{3673EE32-3450-4770-A391-AAD33C9FD92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18" name="3D Model 11517" descr="Sphere">
                                <a:extLst>
                                  <a:ext uri="{FF2B5EF4-FFF2-40B4-BE49-F238E27FC236}">
                                    <a16:creationId xmlns:a16="http://schemas.microsoft.com/office/drawing/2014/main" id="{5191CE08-8EB5-4A1D-ABE4-F4C2E38B94B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4574029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19" name="Flowchart: Connector 11518">
                            <a:extLst>
                              <a:ext uri="{FF2B5EF4-FFF2-40B4-BE49-F238E27FC236}">
                                <a16:creationId xmlns:a16="http://schemas.microsoft.com/office/drawing/2014/main" id="{D9979EC9-9C80-4C9C-9AFB-163D31379D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20" name="3D Model 11519" descr="Sphere">
                                <a:extLst>
                                  <a:ext uri="{FF2B5EF4-FFF2-40B4-BE49-F238E27FC236}">
                                    <a16:creationId xmlns:a16="http://schemas.microsoft.com/office/drawing/2014/main" id="{76A8ADFB-E48B-400D-874F-00DBB2088F0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1385511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21" name="Flowchart: Connector 11520">
                            <a:extLst>
                              <a:ext uri="{FF2B5EF4-FFF2-40B4-BE49-F238E27FC236}">
                                <a16:creationId xmlns:a16="http://schemas.microsoft.com/office/drawing/2014/main" id="{3096A2BA-8048-44C7-8C1C-52547A64309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22" name="3D Model 11521" descr="Sphere">
                                <a:extLst>
                                  <a:ext uri="{FF2B5EF4-FFF2-40B4-BE49-F238E27FC236}">
                                    <a16:creationId xmlns:a16="http://schemas.microsoft.com/office/drawing/2014/main" id="{677006D0-FC92-4921-8134-58E9A245B8A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0825266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23" name="Flowchart: Connector 11522">
                            <a:extLst>
                              <a:ext uri="{FF2B5EF4-FFF2-40B4-BE49-F238E27FC236}">
                                <a16:creationId xmlns:a16="http://schemas.microsoft.com/office/drawing/2014/main" id="{B66AD3DC-2D39-4786-A520-099F75D54ED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24" name="3D Model 11523" descr="Sphere">
                                <a:extLst>
                                  <a:ext uri="{FF2B5EF4-FFF2-40B4-BE49-F238E27FC236}">
                                    <a16:creationId xmlns:a16="http://schemas.microsoft.com/office/drawing/2014/main" id="{1C0C0FFC-5420-4454-A009-344ADCE5DB1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0083960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467" name="Group 11466">
                          <a:extLst>
                            <a:ext uri="{FF2B5EF4-FFF2-40B4-BE49-F238E27FC236}">
                              <a16:creationId xmlns:a16="http://schemas.microsoft.com/office/drawing/2014/main" id="{DAF4F1A6-21E5-4BA7-A49A-E9BAE64EB8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1501" name="Flowchart: Connector 11500">
                            <a:extLst>
                              <a:ext uri="{FF2B5EF4-FFF2-40B4-BE49-F238E27FC236}">
                                <a16:creationId xmlns:a16="http://schemas.microsoft.com/office/drawing/2014/main" id="{28B7944D-FD8D-4D4E-9C6D-E10372182BA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02" name="Flowchart: Connector 11501">
                            <a:extLst>
                              <a:ext uri="{FF2B5EF4-FFF2-40B4-BE49-F238E27FC236}">
                                <a16:creationId xmlns:a16="http://schemas.microsoft.com/office/drawing/2014/main" id="{41BF806D-ECFD-4702-A4A6-B317F383FB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03" name="Flowchart: Connector 11502">
                            <a:extLst>
                              <a:ext uri="{FF2B5EF4-FFF2-40B4-BE49-F238E27FC236}">
                                <a16:creationId xmlns:a16="http://schemas.microsoft.com/office/drawing/2014/main" id="{7B9EF3D0-415D-47E5-8CD7-92D8718DD14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04" name="Flowchart: Connector 11503">
                            <a:extLst>
                              <a:ext uri="{FF2B5EF4-FFF2-40B4-BE49-F238E27FC236}">
                                <a16:creationId xmlns:a16="http://schemas.microsoft.com/office/drawing/2014/main" id="{D849A772-E6DE-4F17-B216-BBEECC8F61F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05" name="Flowchart: Connector 11504">
                            <a:extLst>
                              <a:ext uri="{FF2B5EF4-FFF2-40B4-BE49-F238E27FC236}">
                                <a16:creationId xmlns:a16="http://schemas.microsoft.com/office/drawing/2014/main" id="{7E52BF94-DE5F-47AC-80A2-515C760CF26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06" name="Flowchart: Connector 11505">
                            <a:extLst>
                              <a:ext uri="{FF2B5EF4-FFF2-40B4-BE49-F238E27FC236}">
                                <a16:creationId xmlns:a16="http://schemas.microsoft.com/office/drawing/2014/main" id="{83BBADA2-82EB-4CD8-88AD-F1A878F3E4E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07" name="Flowchart: Connector 11506">
                            <a:extLst>
                              <a:ext uri="{FF2B5EF4-FFF2-40B4-BE49-F238E27FC236}">
                                <a16:creationId xmlns:a16="http://schemas.microsoft.com/office/drawing/2014/main" id="{89D3A5C3-D49F-4FCC-BAB3-8C3EA9F6CF0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08" name="Flowchart: Connector 11507">
                            <a:extLst>
                              <a:ext uri="{FF2B5EF4-FFF2-40B4-BE49-F238E27FC236}">
                                <a16:creationId xmlns:a16="http://schemas.microsoft.com/office/drawing/2014/main" id="{B32DC6A2-427A-4246-81F4-D2E3035DA5D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509" name="Flowchart: Connector 11508">
                            <a:extLst>
                              <a:ext uri="{FF2B5EF4-FFF2-40B4-BE49-F238E27FC236}">
                                <a16:creationId xmlns:a16="http://schemas.microsoft.com/office/drawing/2014/main" id="{0C402B15-B193-4050-A10E-DF3E2898F6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10" name="3D Model 11509" descr="Sphere">
                                <a:extLst>
                                  <a:ext uri="{FF2B5EF4-FFF2-40B4-BE49-F238E27FC236}">
                                    <a16:creationId xmlns:a16="http://schemas.microsoft.com/office/drawing/2014/main" id="{85CDF30A-BA38-424A-A193-B8FD6BCF52C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95547111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11" name="Flowchart: Connector 11510">
                            <a:extLst>
                              <a:ext uri="{FF2B5EF4-FFF2-40B4-BE49-F238E27FC236}">
                                <a16:creationId xmlns:a16="http://schemas.microsoft.com/office/drawing/2014/main" id="{2E7B8C61-6D0F-4448-9664-2BD08B3F2D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12" name="3D Model 11511" descr="Sphere">
                                <a:extLst>
                                  <a:ext uri="{FF2B5EF4-FFF2-40B4-BE49-F238E27FC236}">
                                    <a16:creationId xmlns:a16="http://schemas.microsoft.com/office/drawing/2014/main" id="{DA7A150B-2640-430C-ACD5-49B08A8F02C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248680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13" name="Flowchart: Connector 11512">
                            <a:extLst>
                              <a:ext uri="{FF2B5EF4-FFF2-40B4-BE49-F238E27FC236}">
                                <a16:creationId xmlns:a16="http://schemas.microsoft.com/office/drawing/2014/main" id="{CE1898BD-87C7-4E05-8F58-9AB767D1921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14" name="3D Model 11513" descr="Sphere">
                                <a:extLst>
                                  <a:ext uri="{FF2B5EF4-FFF2-40B4-BE49-F238E27FC236}">
                                    <a16:creationId xmlns:a16="http://schemas.microsoft.com/office/drawing/2014/main" id="{2F041DA1-D796-4E5E-BB6F-4A0C6F379F0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1211530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515" name="Flowchart: Connector 11514">
                            <a:extLst>
                              <a:ext uri="{FF2B5EF4-FFF2-40B4-BE49-F238E27FC236}">
                                <a16:creationId xmlns:a16="http://schemas.microsoft.com/office/drawing/2014/main" id="{B0D6DCD9-A4EA-4799-BCA7-0FF2DAED26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16" name="3D Model 11515" descr="Sphere">
                                <a:extLst>
                                  <a:ext uri="{FF2B5EF4-FFF2-40B4-BE49-F238E27FC236}">
                                    <a16:creationId xmlns:a16="http://schemas.microsoft.com/office/drawing/2014/main" id="{5674E80F-AB04-40ED-A613-B990A097AE1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0265681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468" name="Group 11467">
                          <a:extLst>
                            <a:ext uri="{FF2B5EF4-FFF2-40B4-BE49-F238E27FC236}">
                              <a16:creationId xmlns:a16="http://schemas.microsoft.com/office/drawing/2014/main" id="{ADEB717D-38FE-4FE3-A9E6-DD756DB917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1485" name="Flowchart: Connector 11484">
                            <a:extLst>
                              <a:ext uri="{FF2B5EF4-FFF2-40B4-BE49-F238E27FC236}">
                                <a16:creationId xmlns:a16="http://schemas.microsoft.com/office/drawing/2014/main" id="{4CEB56FA-43B8-47C4-BBC2-F9370376B78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486" name="Flowchart: Connector 11485">
                            <a:extLst>
                              <a:ext uri="{FF2B5EF4-FFF2-40B4-BE49-F238E27FC236}">
                                <a16:creationId xmlns:a16="http://schemas.microsoft.com/office/drawing/2014/main" id="{14F09D7E-54B0-4993-9F2B-8C6BB376ACF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487" name="Flowchart: Connector 11486">
                            <a:extLst>
                              <a:ext uri="{FF2B5EF4-FFF2-40B4-BE49-F238E27FC236}">
                                <a16:creationId xmlns:a16="http://schemas.microsoft.com/office/drawing/2014/main" id="{2E4C6B7D-1FB7-4326-89C7-1F806660E58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488" name="Flowchart: Connector 11487">
                            <a:extLst>
                              <a:ext uri="{FF2B5EF4-FFF2-40B4-BE49-F238E27FC236}">
                                <a16:creationId xmlns:a16="http://schemas.microsoft.com/office/drawing/2014/main" id="{DB711823-4AF8-4AA0-9195-662F2F62828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489" name="Flowchart: Connector 11488">
                            <a:extLst>
                              <a:ext uri="{FF2B5EF4-FFF2-40B4-BE49-F238E27FC236}">
                                <a16:creationId xmlns:a16="http://schemas.microsoft.com/office/drawing/2014/main" id="{2D79ED28-33C2-4974-8A66-479D9669036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490" name="Flowchart: Connector 11489">
                            <a:extLst>
                              <a:ext uri="{FF2B5EF4-FFF2-40B4-BE49-F238E27FC236}">
                                <a16:creationId xmlns:a16="http://schemas.microsoft.com/office/drawing/2014/main" id="{05B2189D-55B7-4085-BCD8-45CD14F27E5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491" name="Flowchart: Connector 11490">
                            <a:extLst>
                              <a:ext uri="{FF2B5EF4-FFF2-40B4-BE49-F238E27FC236}">
                                <a16:creationId xmlns:a16="http://schemas.microsoft.com/office/drawing/2014/main" id="{EB9EF56A-55C4-40D9-B5FD-0773A002D74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492" name="Flowchart: Connector 11491">
                            <a:extLst>
                              <a:ext uri="{FF2B5EF4-FFF2-40B4-BE49-F238E27FC236}">
                                <a16:creationId xmlns:a16="http://schemas.microsoft.com/office/drawing/2014/main" id="{B7A4110C-CF6A-471D-A9A1-D3436C4ADFE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493" name="Flowchart: Connector 11492">
                            <a:extLst>
                              <a:ext uri="{FF2B5EF4-FFF2-40B4-BE49-F238E27FC236}">
                                <a16:creationId xmlns:a16="http://schemas.microsoft.com/office/drawing/2014/main" id="{81D86085-D4B3-4F40-8785-E75EF76DF39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494" name="3D Model 11493" descr="Sphere">
                                <a:extLst>
                                  <a:ext uri="{FF2B5EF4-FFF2-40B4-BE49-F238E27FC236}">
                                    <a16:creationId xmlns:a16="http://schemas.microsoft.com/office/drawing/2014/main" id="{743B5D09-1955-4F30-98B5-CC648256324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44357988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495" name="Flowchart: Connector 11494">
                            <a:extLst>
                              <a:ext uri="{FF2B5EF4-FFF2-40B4-BE49-F238E27FC236}">
                                <a16:creationId xmlns:a16="http://schemas.microsoft.com/office/drawing/2014/main" id="{61E90DA7-A8F4-44B5-ACC5-037CBDA3051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496" name="3D Model 11495" descr="Sphere">
                                <a:extLst>
                                  <a:ext uri="{FF2B5EF4-FFF2-40B4-BE49-F238E27FC236}">
                                    <a16:creationId xmlns:a16="http://schemas.microsoft.com/office/drawing/2014/main" id="{76F5F7F1-3379-4565-8CB2-1BECD3DA495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8974825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497" name="Flowchart: Connector 11496">
                            <a:extLst>
                              <a:ext uri="{FF2B5EF4-FFF2-40B4-BE49-F238E27FC236}">
                                <a16:creationId xmlns:a16="http://schemas.microsoft.com/office/drawing/2014/main" id="{D8C1363E-4CA2-4B47-AFD7-8F6C1675BC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498" name="3D Model 11497" descr="Sphere">
                                <a:extLst>
                                  <a:ext uri="{FF2B5EF4-FFF2-40B4-BE49-F238E27FC236}">
                                    <a16:creationId xmlns:a16="http://schemas.microsoft.com/office/drawing/2014/main" id="{17108993-908E-49BD-85E7-8A4AE2C0CD9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6114043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499" name="Flowchart: Connector 11498">
                            <a:extLst>
                              <a:ext uri="{FF2B5EF4-FFF2-40B4-BE49-F238E27FC236}">
                                <a16:creationId xmlns:a16="http://schemas.microsoft.com/office/drawing/2014/main" id="{F2168DF8-8315-437B-A961-654DE570C25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500" name="3D Model 11499" descr="Sphere">
                                <a:extLst>
                                  <a:ext uri="{FF2B5EF4-FFF2-40B4-BE49-F238E27FC236}">
                                    <a16:creationId xmlns:a16="http://schemas.microsoft.com/office/drawing/2014/main" id="{191FB40A-E80E-418A-AA9E-EA7CD330AB8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7889072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469" name="Flowchart: Connector 11468">
                          <a:extLst>
                            <a:ext uri="{FF2B5EF4-FFF2-40B4-BE49-F238E27FC236}">
                              <a16:creationId xmlns:a16="http://schemas.microsoft.com/office/drawing/2014/main" id="{63F8623D-30C5-4A40-B3AF-AD59423B6BD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70" name="Flowchart: Connector 11469">
                          <a:extLst>
                            <a:ext uri="{FF2B5EF4-FFF2-40B4-BE49-F238E27FC236}">
                              <a16:creationId xmlns:a16="http://schemas.microsoft.com/office/drawing/2014/main" id="{C7277E21-31CC-49C5-BBB6-67AB81F24A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71" name="Flowchart: Connector 11470">
                          <a:extLst>
                            <a:ext uri="{FF2B5EF4-FFF2-40B4-BE49-F238E27FC236}">
                              <a16:creationId xmlns:a16="http://schemas.microsoft.com/office/drawing/2014/main" id="{FF592EA1-BE9E-4553-B1F5-A2F731C8A30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72" name="Flowchart: Connector 11471">
                          <a:extLst>
                            <a:ext uri="{FF2B5EF4-FFF2-40B4-BE49-F238E27FC236}">
                              <a16:creationId xmlns:a16="http://schemas.microsoft.com/office/drawing/2014/main" id="{A523F712-3987-451F-B2AF-1B0A0E75314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73" name="Flowchart: Connector 11472">
                          <a:extLst>
                            <a:ext uri="{FF2B5EF4-FFF2-40B4-BE49-F238E27FC236}">
                              <a16:creationId xmlns:a16="http://schemas.microsoft.com/office/drawing/2014/main" id="{048975AB-2383-44F6-8101-F60FE60898F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74" name="Flowchart: Connector 11473">
                          <a:extLst>
                            <a:ext uri="{FF2B5EF4-FFF2-40B4-BE49-F238E27FC236}">
                              <a16:creationId xmlns:a16="http://schemas.microsoft.com/office/drawing/2014/main" id="{BC674F55-E1ED-49D5-8D68-E2C14461E3D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75" name="Flowchart: Connector 11474">
                          <a:extLst>
                            <a:ext uri="{FF2B5EF4-FFF2-40B4-BE49-F238E27FC236}">
                              <a16:creationId xmlns:a16="http://schemas.microsoft.com/office/drawing/2014/main" id="{E1EAC3C7-08CB-4879-B783-3E4577DBA03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76" name="Flowchart: Connector 11475">
                          <a:extLst>
                            <a:ext uri="{FF2B5EF4-FFF2-40B4-BE49-F238E27FC236}">
                              <a16:creationId xmlns:a16="http://schemas.microsoft.com/office/drawing/2014/main" id="{A2266F39-A682-4FD2-A59B-8ADFD14FD20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77" name="Flowchart: Connector 11476">
                          <a:extLst>
                            <a:ext uri="{FF2B5EF4-FFF2-40B4-BE49-F238E27FC236}">
                              <a16:creationId xmlns:a16="http://schemas.microsoft.com/office/drawing/2014/main" id="{20DEC2FA-6F69-42A5-8439-7A37B227E3E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78" name="3D Model 11477" descr="Sphere">
                              <a:extLst>
                                <a:ext uri="{FF2B5EF4-FFF2-40B4-BE49-F238E27FC236}">
                                  <a16:creationId xmlns:a16="http://schemas.microsoft.com/office/drawing/2014/main" id="{4C688808-140C-4238-B7D8-FC971515129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16590676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79" name="Flowchart: Connector 11478">
                          <a:extLst>
                            <a:ext uri="{FF2B5EF4-FFF2-40B4-BE49-F238E27FC236}">
                              <a16:creationId xmlns:a16="http://schemas.microsoft.com/office/drawing/2014/main" id="{466D2888-4067-4A99-9302-29528816F34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80" name="3D Model 11479" descr="Sphere">
                              <a:extLst>
                                <a:ext uri="{FF2B5EF4-FFF2-40B4-BE49-F238E27FC236}">
                                  <a16:creationId xmlns:a16="http://schemas.microsoft.com/office/drawing/2014/main" id="{0A6409A8-D273-466B-8898-4C9E92F1355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92202353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81" name="Flowchart: Connector 11480">
                          <a:extLst>
                            <a:ext uri="{FF2B5EF4-FFF2-40B4-BE49-F238E27FC236}">
                              <a16:creationId xmlns:a16="http://schemas.microsoft.com/office/drawing/2014/main" id="{95536CF3-DD99-4697-AEE9-C6BB74B80F8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82" name="3D Model 11481" descr="Sphere">
                              <a:extLst>
                                <a:ext uri="{FF2B5EF4-FFF2-40B4-BE49-F238E27FC236}">
                                  <a16:creationId xmlns:a16="http://schemas.microsoft.com/office/drawing/2014/main" id="{3BF2D21E-DBF9-4464-8726-0C75333BF30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88192307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83" name="Flowchart: Connector 11482">
                          <a:extLst>
                            <a:ext uri="{FF2B5EF4-FFF2-40B4-BE49-F238E27FC236}">
                              <a16:creationId xmlns:a16="http://schemas.microsoft.com/office/drawing/2014/main" id="{0048681B-B36C-4364-9089-248952F16B2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84" name="3D Model 11483" descr="Sphere">
                              <a:extLst>
                                <a:ext uri="{FF2B5EF4-FFF2-40B4-BE49-F238E27FC236}">
                                  <a16:creationId xmlns:a16="http://schemas.microsoft.com/office/drawing/2014/main" id="{4B2ABF4C-2AB0-4EDC-970A-0DF01E6E2E5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81722666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11396" name="Flowchart: Connector 11395">
                      <a:extLst>
                        <a:ext uri="{FF2B5EF4-FFF2-40B4-BE49-F238E27FC236}">
                          <a16:creationId xmlns:a16="http://schemas.microsoft.com/office/drawing/2014/main" id="{DB923512-7D9D-4420-9D17-C7BEE0A7866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397" name="Flowchart: Connector 11396">
                      <a:extLst>
                        <a:ext uri="{FF2B5EF4-FFF2-40B4-BE49-F238E27FC236}">
                          <a16:creationId xmlns:a16="http://schemas.microsoft.com/office/drawing/2014/main" id="{AFC036A3-A6D1-4F6E-8694-E883F936AFB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398" name="Flowchart: Connector 11397">
                      <a:extLst>
                        <a:ext uri="{FF2B5EF4-FFF2-40B4-BE49-F238E27FC236}">
                          <a16:creationId xmlns:a16="http://schemas.microsoft.com/office/drawing/2014/main" id="{3B2985FE-F546-4DDA-B3DC-50238360F68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399" name="Flowchart: Connector 11398">
                      <a:extLst>
                        <a:ext uri="{FF2B5EF4-FFF2-40B4-BE49-F238E27FC236}">
                          <a16:creationId xmlns:a16="http://schemas.microsoft.com/office/drawing/2014/main" id="{CAAA2F73-D7F2-49ED-90CA-BEE0881C908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400" name="Flowchart: Connector 11399">
                      <a:extLst>
                        <a:ext uri="{FF2B5EF4-FFF2-40B4-BE49-F238E27FC236}">
                          <a16:creationId xmlns:a16="http://schemas.microsoft.com/office/drawing/2014/main" id="{C5F3E545-C62E-4537-BD43-8BC7C579A30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401" name="Flowchart: Connector 11400">
                      <a:extLst>
                        <a:ext uri="{FF2B5EF4-FFF2-40B4-BE49-F238E27FC236}">
                          <a16:creationId xmlns:a16="http://schemas.microsoft.com/office/drawing/2014/main" id="{4F145C0F-4D33-47B2-A6F4-3AE6195B552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1402" name="Flowchart: Connector 11401">
                      <a:extLst>
                        <a:ext uri="{FF2B5EF4-FFF2-40B4-BE49-F238E27FC236}">
                          <a16:creationId xmlns:a16="http://schemas.microsoft.com/office/drawing/2014/main" id="{73F8AF2F-053B-456E-933C-88EBE296862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403" name="Flowchart: Connector 11402">
                      <a:extLst>
                        <a:ext uri="{FF2B5EF4-FFF2-40B4-BE49-F238E27FC236}">
                          <a16:creationId xmlns:a16="http://schemas.microsoft.com/office/drawing/2014/main" id="{A1147134-D037-4D19-8F12-A0B23EBB615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11404" name="Group 11403">
                      <a:extLst>
                        <a:ext uri="{FF2B5EF4-FFF2-40B4-BE49-F238E27FC236}">
                          <a16:creationId xmlns:a16="http://schemas.microsoft.com/office/drawing/2014/main" id="{1056980C-0289-4C22-87FF-38F46220B8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11405" name="Group 11404">
                        <a:extLst>
                          <a:ext uri="{FF2B5EF4-FFF2-40B4-BE49-F238E27FC236}">
                            <a16:creationId xmlns:a16="http://schemas.microsoft.com/office/drawing/2014/main" id="{E0AEF49B-3653-4746-80A0-06A5E124DE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11456" name="Flowchart: Connector 11455">
                          <a:extLst>
                            <a:ext uri="{FF2B5EF4-FFF2-40B4-BE49-F238E27FC236}">
                              <a16:creationId xmlns:a16="http://schemas.microsoft.com/office/drawing/2014/main" id="{33A58003-6523-4603-B4B1-CC4BA81B267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57" name="3D Model 11456" descr="Sphere">
                              <a:extLst>
                                <a:ext uri="{FF2B5EF4-FFF2-40B4-BE49-F238E27FC236}">
                                  <a16:creationId xmlns:a16="http://schemas.microsoft.com/office/drawing/2014/main" id="{92D4DC87-249E-4A3B-9A51-AE331F1E712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94869004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58" name="Flowchart: Connector 11457">
                          <a:extLst>
                            <a:ext uri="{FF2B5EF4-FFF2-40B4-BE49-F238E27FC236}">
                              <a16:creationId xmlns:a16="http://schemas.microsoft.com/office/drawing/2014/main" id="{8DF913E2-05D2-44F6-9234-909AA3A319B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59" name="3D Model 11458" descr="Sphere">
                              <a:extLst>
                                <a:ext uri="{FF2B5EF4-FFF2-40B4-BE49-F238E27FC236}">
                                  <a16:creationId xmlns:a16="http://schemas.microsoft.com/office/drawing/2014/main" id="{264BAF08-DD8F-400C-8167-DF88E200EC2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9466868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60" name="Flowchart: Connector 11459">
                          <a:extLst>
                            <a:ext uri="{FF2B5EF4-FFF2-40B4-BE49-F238E27FC236}">
                              <a16:creationId xmlns:a16="http://schemas.microsoft.com/office/drawing/2014/main" id="{81EFD27C-2106-4AA5-A019-C7ADFC1344B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61" name="3D Model 11460" descr="Sphere">
                              <a:extLst>
                                <a:ext uri="{FF2B5EF4-FFF2-40B4-BE49-F238E27FC236}">
                                  <a16:creationId xmlns:a16="http://schemas.microsoft.com/office/drawing/2014/main" id="{8B5A6719-4322-407D-B58D-830FCDF6FEA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0536034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62" name="Flowchart: Connector 11461">
                          <a:extLst>
                            <a:ext uri="{FF2B5EF4-FFF2-40B4-BE49-F238E27FC236}">
                              <a16:creationId xmlns:a16="http://schemas.microsoft.com/office/drawing/2014/main" id="{00790EAC-F3B9-47E0-BA0C-E2F296D4A4E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63" name="3D Model 11462" descr="Sphere">
                              <a:extLst>
                                <a:ext uri="{FF2B5EF4-FFF2-40B4-BE49-F238E27FC236}">
                                  <a16:creationId xmlns:a16="http://schemas.microsoft.com/office/drawing/2014/main" id="{EB3A0FDF-D9A2-4A5F-B964-C99FA4A3216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5632957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1406" name="Group 11405">
                        <a:extLst>
                          <a:ext uri="{FF2B5EF4-FFF2-40B4-BE49-F238E27FC236}">
                            <a16:creationId xmlns:a16="http://schemas.microsoft.com/office/drawing/2014/main" id="{4ED8E1A6-CFDC-4DF9-9009-9643852626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11440" name="Flowchart: Connector 11439">
                          <a:extLst>
                            <a:ext uri="{FF2B5EF4-FFF2-40B4-BE49-F238E27FC236}">
                              <a16:creationId xmlns:a16="http://schemas.microsoft.com/office/drawing/2014/main" id="{1DC90BED-6C0C-4BFB-8FB4-34744B939F6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41" name="Flowchart: Connector 11440">
                          <a:extLst>
                            <a:ext uri="{FF2B5EF4-FFF2-40B4-BE49-F238E27FC236}">
                              <a16:creationId xmlns:a16="http://schemas.microsoft.com/office/drawing/2014/main" id="{3D514DF3-D1ED-4E72-960B-E9DD9FDDD5C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42" name="Flowchart: Connector 11441">
                          <a:extLst>
                            <a:ext uri="{FF2B5EF4-FFF2-40B4-BE49-F238E27FC236}">
                              <a16:creationId xmlns:a16="http://schemas.microsoft.com/office/drawing/2014/main" id="{7F418A20-E994-48B2-BA3B-311073E6725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43" name="Flowchart: Connector 11442">
                          <a:extLst>
                            <a:ext uri="{FF2B5EF4-FFF2-40B4-BE49-F238E27FC236}">
                              <a16:creationId xmlns:a16="http://schemas.microsoft.com/office/drawing/2014/main" id="{910CB47C-85DF-475B-83CC-0E99937F619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44" name="Flowchart: Connector 11443">
                          <a:extLst>
                            <a:ext uri="{FF2B5EF4-FFF2-40B4-BE49-F238E27FC236}">
                              <a16:creationId xmlns:a16="http://schemas.microsoft.com/office/drawing/2014/main" id="{2DDE231D-0106-4B84-B777-F94A881F43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45" name="Flowchart: Connector 11444">
                          <a:extLst>
                            <a:ext uri="{FF2B5EF4-FFF2-40B4-BE49-F238E27FC236}">
                              <a16:creationId xmlns:a16="http://schemas.microsoft.com/office/drawing/2014/main" id="{2D81534C-A2F1-4FD4-80DC-67B26DD807C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46" name="Flowchart: Connector 11445">
                          <a:extLst>
                            <a:ext uri="{FF2B5EF4-FFF2-40B4-BE49-F238E27FC236}">
                              <a16:creationId xmlns:a16="http://schemas.microsoft.com/office/drawing/2014/main" id="{4336CC1E-6FC2-48D0-916A-58B0594650C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47" name="Flowchart: Connector 11446">
                          <a:extLst>
                            <a:ext uri="{FF2B5EF4-FFF2-40B4-BE49-F238E27FC236}">
                              <a16:creationId xmlns:a16="http://schemas.microsoft.com/office/drawing/2014/main" id="{20ECBD1A-F0CC-463E-82ED-D221FB03C14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48" name="Flowchart: Connector 11447">
                          <a:extLst>
                            <a:ext uri="{FF2B5EF4-FFF2-40B4-BE49-F238E27FC236}">
                              <a16:creationId xmlns:a16="http://schemas.microsoft.com/office/drawing/2014/main" id="{05356A3E-EE0B-418E-A8E3-A73052F2D37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49" name="3D Model 11448" descr="Sphere">
                              <a:extLst>
                                <a:ext uri="{FF2B5EF4-FFF2-40B4-BE49-F238E27FC236}">
                                  <a16:creationId xmlns:a16="http://schemas.microsoft.com/office/drawing/2014/main" id="{23748CEA-67D8-4845-B0C1-C34606045D6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77164214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50" name="Flowchart: Connector 11449">
                          <a:extLst>
                            <a:ext uri="{FF2B5EF4-FFF2-40B4-BE49-F238E27FC236}">
                              <a16:creationId xmlns:a16="http://schemas.microsoft.com/office/drawing/2014/main" id="{875DC496-1560-48F6-8E1F-EB08D11DF88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51" name="3D Model 11450" descr="Sphere">
                              <a:extLst>
                                <a:ext uri="{FF2B5EF4-FFF2-40B4-BE49-F238E27FC236}">
                                  <a16:creationId xmlns:a16="http://schemas.microsoft.com/office/drawing/2014/main" id="{65C9E34C-A46D-413D-83BC-E3FF16DF79C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6932887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52" name="Flowchart: Connector 11451">
                          <a:extLst>
                            <a:ext uri="{FF2B5EF4-FFF2-40B4-BE49-F238E27FC236}">
                              <a16:creationId xmlns:a16="http://schemas.microsoft.com/office/drawing/2014/main" id="{24E25A26-EB02-4708-BC9D-CB009E6CFA2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53" name="3D Model 11452" descr="Sphere">
                              <a:extLst>
                                <a:ext uri="{FF2B5EF4-FFF2-40B4-BE49-F238E27FC236}">
                                  <a16:creationId xmlns:a16="http://schemas.microsoft.com/office/drawing/2014/main" id="{08142BB3-53DE-4D8B-A1D0-0D6E69ABB49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7446059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54" name="Flowchart: Connector 11453">
                          <a:extLst>
                            <a:ext uri="{FF2B5EF4-FFF2-40B4-BE49-F238E27FC236}">
                              <a16:creationId xmlns:a16="http://schemas.microsoft.com/office/drawing/2014/main" id="{F2093322-83D8-4074-AB63-845962B0DA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55" name="3D Model 11454" descr="Sphere">
                              <a:extLst>
                                <a:ext uri="{FF2B5EF4-FFF2-40B4-BE49-F238E27FC236}">
                                  <a16:creationId xmlns:a16="http://schemas.microsoft.com/office/drawing/2014/main" id="{815188D1-8437-4575-B16B-B21B9BA8214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8094857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1407" name="Group 11406">
                        <a:extLst>
                          <a:ext uri="{FF2B5EF4-FFF2-40B4-BE49-F238E27FC236}">
                            <a16:creationId xmlns:a16="http://schemas.microsoft.com/office/drawing/2014/main" id="{CE640298-BA86-4724-8B01-65EA2CD92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11424" name="Flowchart: Connector 11423">
                          <a:extLst>
                            <a:ext uri="{FF2B5EF4-FFF2-40B4-BE49-F238E27FC236}">
                              <a16:creationId xmlns:a16="http://schemas.microsoft.com/office/drawing/2014/main" id="{1EB40A4C-6CDE-4120-9475-C74233857FA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25" name="Flowchart: Connector 11424">
                          <a:extLst>
                            <a:ext uri="{FF2B5EF4-FFF2-40B4-BE49-F238E27FC236}">
                              <a16:creationId xmlns:a16="http://schemas.microsoft.com/office/drawing/2014/main" id="{62790872-4AAD-4169-907D-652D51345A3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26" name="Flowchart: Connector 11425">
                          <a:extLst>
                            <a:ext uri="{FF2B5EF4-FFF2-40B4-BE49-F238E27FC236}">
                              <a16:creationId xmlns:a16="http://schemas.microsoft.com/office/drawing/2014/main" id="{8D546138-591B-46A8-A4D5-13704AC8ADC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27" name="Flowchart: Connector 11426">
                          <a:extLst>
                            <a:ext uri="{FF2B5EF4-FFF2-40B4-BE49-F238E27FC236}">
                              <a16:creationId xmlns:a16="http://schemas.microsoft.com/office/drawing/2014/main" id="{520F3FA7-70FB-4C28-9D06-80671807421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28" name="Flowchart: Connector 11427">
                          <a:extLst>
                            <a:ext uri="{FF2B5EF4-FFF2-40B4-BE49-F238E27FC236}">
                              <a16:creationId xmlns:a16="http://schemas.microsoft.com/office/drawing/2014/main" id="{56707C11-7FE6-4E7C-B9ED-AC5B5822D4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29" name="Flowchart: Connector 11428">
                          <a:extLst>
                            <a:ext uri="{FF2B5EF4-FFF2-40B4-BE49-F238E27FC236}">
                              <a16:creationId xmlns:a16="http://schemas.microsoft.com/office/drawing/2014/main" id="{26B8C499-F934-4F93-89FE-3C604AE2EF5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30" name="Flowchart: Connector 11429">
                          <a:extLst>
                            <a:ext uri="{FF2B5EF4-FFF2-40B4-BE49-F238E27FC236}">
                              <a16:creationId xmlns:a16="http://schemas.microsoft.com/office/drawing/2014/main" id="{1BEFF1FF-AE46-4280-8C54-C3D49587D70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31" name="Flowchart: Connector 11430">
                          <a:extLst>
                            <a:ext uri="{FF2B5EF4-FFF2-40B4-BE49-F238E27FC236}">
                              <a16:creationId xmlns:a16="http://schemas.microsoft.com/office/drawing/2014/main" id="{D587A376-85DB-4642-B56A-4EA379A590F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432" name="Flowchart: Connector 11431">
                          <a:extLst>
                            <a:ext uri="{FF2B5EF4-FFF2-40B4-BE49-F238E27FC236}">
                              <a16:creationId xmlns:a16="http://schemas.microsoft.com/office/drawing/2014/main" id="{6A88E936-0F7E-4A84-8573-01564C7E51D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33" name="3D Model 11432" descr="Sphere">
                              <a:extLst>
                                <a:ext uri="{FF2B5EF4-FFF2-40B4-BE49-F238E27FC236}">
                                  <a16:creationId xmlns:a16="http://schemas.microsoft.com/office/drawing/2014/main" id="{BD5CCB5F-F2B1-4581-B7F6-DB6602973C5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32658224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34" name="Flowchart: Connector 11433">
                          <a:extLst>
                            <a:ext uri="{FF2B5EF4-FFF2-40B4-BE49-F238E27FC236}">
                              <a16:creationId xmlns:a16="http://schemas.microsoft.com/office/drawing/2014/main" id="{6B2FF52D-248E-475C-805F-38F513977F1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35" name="3D Model 11434" descr="Sphere">
                              <a:extLst>
                                <a:ext uri="{FF2B5EF4-FFF2-40B4-BE49-F238E27FC236}">
                                  <a16:creationId xmlns:a16="http://schemas.microsoft.com/office/drawing/2014/main" id="{34C5E8A9-2FB7-4F6D-8281-136524E071B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8366395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36" name="Flowchart: Connector 11435">
                          <a:extLst>
                            <a:ext uri="{FF2B5EF4-FFF2-40B4-BE49-F238E27FC236}">
                              <a16:creationId xmlns:a16="http://schemas.microsoft.com/office/drawing/2014/main" id="{4CE84DB3-34C4-4AEC-9BA0-58F8659906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37" name="3D Model 11436" descr="Sphere">
                              <a:extLst>
                                <a:ext uri="{FF2B5EF4-FFF2-40B4-BE49-F238E27FC236}">
                                  <a16:creationId xmlns:a16="http://schemas.microsoft.com/office/drawing/2014/main" id="{66851414-4934-4149-9FC6-58644FC7DF7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6645693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438" name="Flowchart: Connector 11437">
                          <a:extLst>
                            <a:ext uri="{FF2B5EF4-FFF2-40B4-BE49-F238E27FC236}">
                              <a16:creationId xmlns:a16="http://schemas.microsoft.com/office/drawing/2014/main" id="{D7B795EE-D47D-4C16-9677-1C69A36E3FE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439" name="3D Model 11438" descr="Sphere">
                              <a:extLst>
                                <a:ext uri="{FF2B5EF4-FFF2-40B4-BE49-F238E27FC236}">
                                  <a16:creationId xmlns:a16="http://schemas.microsoft.com/office/drawing/2014/main" id="{A68D613F-6F9F-4AEA-BEAC-FC4AFC13C20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9601141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1408" name="Flowchart: Connector 11407">
                        <a:extLst>
                          <a:ext uri="{FF2B5EF4-FFF2-40B4-BE49-F238E27FC236}">
                            <a16:creationId xmlns:a16="http://schemas.microsoft.com/office/drawing/2014/main" id="{FC7CAB65-631E-4637-BCF1-429B083E41D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09" name="Flowchart: Connector 11408">
                        <a:extLst>
                          <a:ext uri="{FF2B5EF4-FFF2-40B4-BE49-F238E27FC236}">
                            <a16:creationId xmlns:a16="http://schemas.microsoft.com/office/drawing/2014/main" id="{FEAA7A2E-F2E5-4E01-9C81-0CD77BA6779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10" name="Flowchart: Connector 11409">
                        <a:extLst>
                          <a:ext uri="{FF2B5EF4-FFF2-40B4-BE49-F238E27FC236}">
                            <a16:creationId xmlns:a16="http://schemas.microsoft.com/office/drawing/2014/main" id="{64A0509E-C76E-4E28-90E4-719EE0A42BA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11" name="Flowchart: Connector 11410">
                        <a:extLst>
                          <a:ext uri="{FF2B5EF4-FFF2-40B4-BE49-F238E27FC236}">
                            <a16:creationId xmlns:a16="http://schemas.microsoft.com/office/drawing/2014/main" id="{CE43181F-DCEF-4106-8173-99AAFBE53E0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12" name="Flowchart: Connector 11411">
                        <a:extLst>
                          <a:ext uri="{FF2B5EF4-FFF2-40B4-BE49-F238E27FC236}">
                            <a16:creationId xmlns:a16="http://schemas.microsoft.com/office/drawing/2014/main" id="{6843D6D9-6908-4FDA-967A-9C35074E10C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13" name="Flowchart: Connector 11412">
                        <a:extLst>
                          <a:ext uri="{FF2B5EF4-FFF2-40B4-BE49-F238E27FC236}">
                            <a16:creationId xmlns:a16="http://schemas.microsoft.com/office/drawing/2014/main" id="{5079C5B3-9AA6-4DC9-86BE-9913F16019D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14" name="Flowchart: Connector 11413">
                        <a:extLst>
                          <a:ext uri="{FF2B5EF4-FFF2-40B4-BE49-F238E27FC236}">
                            <a16:creationId xmlns:a16="http://schemas.microsoft.com/office/drawing/2014/main" id="{4488D9F9-1457-461E-96AE-3A722444D1F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15" name="Flowchart: Connector 11414">
                        <a:extLst>
                          <a:ext uri="{FF2B5EF4-FFF2-40B4-BE49-F238E27FC236}">
                            <a16:creationId xmlns:a16="http://schemas.microsoft.com/office/drawing/2014/main" id="{B22E91A4-4C34-4566-BDC8-BE43D204B15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416" name="Flowchart: Connector 11415">
                        <a:extLst>
                          <a:ext uri="{FF2B5EF4-FFF2-40B4-BE49-F238E27FC236}">
                            <a16:creationId xmlns:a16="http://schemas.microsoft.com/office/drawing/2014/main" id="{9FBF1906-CCCF-4CD7-B086-D6E6C0AA64E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1417" name="3D Model 11416" descr="Sphere">
                            <a:extLst>
                              <a:ext uri="{FF2B5EF4-FFF2-40B4-BE49-F238E27FC236}">
                                <a16:creationId xmlns:a16="http://schemas.microsoft.com/office/drawing/2014/main" id="{D5BF9523-8D0C-495B-9194-FC44F67D596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02410760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1418" name="Flowchart: Connector 11417">
                        <a:extLst>
                          <a:ext uri="{FF2B5EF4-FFF2-40B4-BE49-F238E27FC236}">
                            <a16:creationId xmlns:a16="http://schemas.microsoft.com/office/drawing/2014/main" id="{3CAC14E0-BA98-4989-94D3-93AFEA4965C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1419" name="3D Model 11418" descr="Sphere">
                            <a:extLst>
                              <a:ext uri="{FF2B5EF4-FFF2-40B4-BE49-F238E27FC236}">
                                <a16:creationId xmlns:a16="http://schemas.microsoft.com/office/drawing/2014/main" id="{91557FF4-56F6-4983-9B22-4953FF74681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72849908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1420" name="Flowchart: Connector 11419">
                        <a:extLst>
                          <a:ext uri="{FF2B5EF4-FFF2-40B4-BE49-F238E27FC236}">
                            <a16:creationId xmlns:a16="http://schemas.microsoft.com/office/drawing/2014/main" id="{3B22CB13-9AB0-4A9B-A3C6-7D14E474ECF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1421" name="3D Model 11420" descr="Sphere">
                            <a:extLst>
                              <a:ext uri="{FF2B5EF4-FFF2-40B4-BE49-F238E27FC236}">
                                <a16:creationId xmlns:a16="http://schemas.microsoft.com/office/drawing/2014/main" id="{98F47CFE-6016-4BF6-B5B1-C52404B53CE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4086754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1422" name="Flowchart: Connector 11421">
                        <a:extLst>
                          <a:ext uri="{FF2B5EF4-FFF2-40B4-BE49-F238E27FC236}">
                            <a16:creationId xmlns:a16="http://schemas.microsoft.com/office/drawing/2014/main" id="{02EE6C69-8BC1-4449-B9FB-A5143D062CE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1423" name="3D Model 11422" descr="Sphere">
                            <a:extLst>
                              <a:ext uri="{FF2B5EF4-FFF2-40B4-BE49-F238E27FC236}">
                                <a16:creationId xmlns:a16="http://schemas.microsoft.com/office/drawing/2014/main" id="{B0A97E58-7670-4DA5-B796-8B36D46AD43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49602853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1373" name="Freeform: Shape 11372">
                    <a:extLst>
                      <a:ext uri="{FF2B5EF4-FFF2-40B4-BE49-F238E27FC236}">
                        <a16:creationId xmlns:a16="http://schemas.microsoft.com/office/drawing/2014/main" id="{64F85075-A185-4A24-AF3A-3ACF3FDCB0BD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374" name="Freeform: Shape 11373">
                    <a:extLst>
                      <a:ext uri="{FF2B5EF4-FFF2-40B4-BE49-F238E27FC236}">
                        <a16:creationId xmlns:a16="http://schemas.microsoft.com/office/drawing/2014/main" id="{7EA27FAC-BBFF-4685-B913-97BF677806CA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375" name="Freeform: Shape 11374">
                    <a:extLst>
                      <a:ext uri="{FF2B5EF4-FFF2-40B4-BE49-F238E27FC236}">
                        <a16:creationId xmlns:a16="http://schemas.microsoft.com/office/drawing/2014/main" id="{6E3C9AC6-2EBE-40C1-A5C4-77D8C372EB2E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376" name="Freeform: Shape 11375">
                    <a:extLst>
                      <a:ext uri="{FF2B5EF4-FFF2-40B4-BE49-F238E27FC236}">
                        <a16:creationId xmlns:a16="http://schemas.microsoft.com/office/drawing/2014/main" id="{8A547C30-5AE2-41E0-B7C5-9AC61BA285DA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377" name="Freeform: Shape 11376">
                    <a:extLst>
                      <a:ext uri="{FF2B5EF4-FFF2-40B4-BE49-F238E27FC236}">
                        <a16:creationId xmlns:a16="http://schemas.microsoft.com/office/drawing/2014/main" id="{CCE862F8-5C77-419D-8520-4BB4B7CAB9D1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378" name="Freeform: Shape 11377">
                    <a:extLst>
                      <a:ext uri="{FF2B5EF4-FFF2-40B4-BE49-F238E27FC236}">
                        <a16:creationId xmlns:a16="http://schemas.microsoft.com/office/drawing/2014/main" id="{A890EE13-7E0D-4600-841A-28EB42F9AB84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379" name="Freeform: Shape 11378">
                    <a:extLst>
                      <a:ext uri="{FF2B5EF4-FFF2-40B4-BE49-F238E27FC236}">
                        <a16:creationId xmlns:a16="http://schemas.microsoft.com/office/drawing/2014/main" id="{0A8F8793-BC62-4DE4-B91A-65ED878AD776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380" name="Freeform: Shape 11379">
                    <a:extLst>
                      <a:ext uri="{FF2B5EF4-FFF2-40B4-BE49-F238E27FC236}">
                        <a16:creationId xmlns:a16="http://schemas.microsoft.com/office/drawing/2014/main" id="{3A2BB29D-B889-42AE-A232-994693D7A4FE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381" name="Freeform: Shape 11380">
                    <a:extLst>
                      <a:ext uri="{FF2B5EF4-FFF2-40B4-BE49-F238E27FC236}">
                        <a16:creationId xmlns:a16="http://schemas.microsoft.com/office/drawing/2014/main" id="{E94F2684-094B-473F-B684-4D3E2C40041F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382" name="Freeform: Shape 11381">
                    <a:extLst>
                      <a:ext uri="{FF2B5EF4-FFF2-40B4-BE49-F238E27FC236}">
                        <a16:creationId xmlns:a16="http://schemas.microsoft.com/office/drawing/2014/main" id="{F87B0F31-F668-4914-BBC1-56CEFFC49818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383" name="Freeform: Shape 11382">
                    <a:extLst>
                      <a:ext uri="{FF2B5EF4-FFF2-40B4-BE49-F238E27FC236}">
                        <a16:creationId xmlns:a16="http://schemas.microsoft.com/office/drawing/2014/main" id="{D83F2C3B-7245-4507-B969-4A6CA66D2FD2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384" name="Freeform: Shape 11383">
                    <a:extLst>
                      <a:ext uri="{FF2B5EF4-FFF2-40B4-BE49-F238E27FC236}">
                        <a16:creationId xmlns:a16="http://schemas.microsoft.com/office/drawing/2014/main" id="{BA8F9DA6-EF9A-4DED-9D7F-3638FD7F2C77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11369" name="Freeform: Shape 11368">
                  <a:extLst>
                    <a:ext uri="{FF2B5EF4-FFF2-40B4-BE49-F238E27FC236}">
                      <a16:creationId xmlns:a16="http://schemas.microsoft.com/office/drawing/2014/main" id="{6188A9D9-D4EE-458D-975D-72E2634DEF10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1370" name="Freeform: Shape 11369">
                  <a:extLst>
                    <a:ext uri="{FF2B5EF4-FFF2-40B4-BE49-F238E27FC236}">
                      <a16:creationId xmlns:a16="http://schemas.microsoft.com/office/drawing/2014/main" id="{D89D7C98-9CBA-48A9-B4E5-ADB7B99D770B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1371" name="Freeform: Shape 11370">
                  <a:extLst>
                    <a:ext uri="{FF2B5EF4-FFF2-40B4-BE49-F238E27FC236}">
                      <a16:creationId xmlns:a16="http://schemas.microsoft.com/office/drawing/2014/main" id="{12B44074-D931-4B6A-A831-7C213CA02D63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0768" name="Group 10767">
                <a:extLst>
                  <a:ext uri="{FF2B5EF4-FFF2-40B4-BE49-F238E27FC236}">
                    <a16:creationId xmlns:a16="http://schemas.microsoft.com/office/drawing/2014/main" id="{7EA28A9E-B8CA-4F5C-86D6-AE9DC00E036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418034" y="6027249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11069" name="Group 11068">
                  <a:extLst>
                    <a:ext uri="{FF2B5EF4-FFF2-40B4-BE49-F238E27FC236}">
                      <a16:creationId xmlns:a16="http://schemas.microsoft.com/office/drawing/2014/main" id="{AB9B00D6-47B4-46CE-A544-944D11698F95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11073" name="Group 11072">
                    <a:extLst>
                      <a:ext uri="{FF2B5EF4-FFF2-40B4-BE49-F238E27FC236}">
                        <a16:creationId xmlns:a16="http://schemas.microsoft.com/office/drawing/2014/main" id="{994F6A74-45D6-4DFD-BF6C-E4B2E4092030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11086" name="Group 11085">
                      <a:extLst>
                        <a:ext uri="{FF2B5EF4-FFF2-40B4-BE49-F238E27FC236}">
                          <a16:creationId xmlns:a16="http://schemas.microsoft.com/office/drawing/2014/main" id="{737BCBB1-3850-4DE6-A687-6232EFFEF6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11307" name="Group 11306">
                        <a:extLst>
                          <a:ext uri="{FF2B5EF4-FFF2-40B4-BE49-F238E27FC236}">
                            <a16:creationId xmlns:a16="http://schemas.microsoft.com/office/drawing/2014/main" id="{AA04B770-0315-48EF-8A61-E0EB5B2E2C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11364" name="Flowchart: Connector 11363">
                          <a:extLst>
                            <a:ext uri="{FF2B5EF4-FFF2-40B4-BE49-F238E27FC236}">
                              <a16:creationId xmlns:a16="http://schemas.microsoft.com/office/drawing/2014/main" id="{009C0288-2B88-4959-8DDB-5A32170BE70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65" name="Flowchart: Connector 11364">
                          <a:extLst>
                            <a:ext uri="{FF2B5EF4-FFF2-40B4-BE49-F238E27FC236}">
                              <a16:creationId xmlns:a16="http://schemas.microsoft.com/office/drawing/2014/main" id="{1EDC023D-D15C-44F1-A3E6-4A47A18D6D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66" name="Flowchart: Connector 11365">
                          <a:extLst>
                            <a:ext uri="{FF2B5EF4-FFF2-40B4-BE49-F238E27FC236}">
                              <a16:creationId xmlns:a16="http://schemas.microsoft.com/office/drawing/2014/main" id="{20BC56FD-C6E0-40C0-B7B4-D756B4A3490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67" name="Flowchart: Connector 11366">
                          <a:extLst>
                            <a:ext uri="{FF2B5EF4-FFF2-40B4-BE49-F238E27FC236}">
                              <a16:creationId xmlns:a16="http://schemas.microsoft.com/office/drawing/2014/main" id="{3CF0A340-BEF5-479A-AEA9-995988AFAB9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308" name="Group 11307">
                        <a:extLst>
                          <a:ext uri="{FF2B5EF4-FFF2-40B4-BE49-F238E27FC236}">
                            <a16:creationId xmlns:a16="http://schemas.microsoft.com/office/drawing/2014/main" id="{896D1C1F-0E44-4B6A-8BD5-8EE5D81AEE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11309" name="Group 11308">
                          <a:extLst>
                            <a:ext uri="{FF2B5EF4-FFF2-40B4-BE49-F238E27FC236}">
                              <a16:creationId xmlns:a16="http://schemas.microsoft.com/office/drawing/2014/main" id="{5B070D3A-0E28-408D-A056-DF414B88DB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57" name="3D Model 11356" descr="Sphere">
                                <a:extLst>
                                  <a:ext uri="{FF2B5EF4-FFF2-40B4-BE49-F238E27FC236}">
                                    <a16:creationId xmlns:a16="http://schemas.microsoft.com/office/drawing/2014/main" id="{C3B4000E-D0B6-4041-8D01-FBC11F5E1EA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9834612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358" name="Flowchart: Connector 11357">
                            <a:extLst>
                              <a:ext uri="{FF2B5EF4-FFF2-40B4-BE49-F238E27FC236}">
                                <a16:creationId xmlns:a16="http://schemas.microsoft.com/office/drawing/2014/main" id="{370DE7EC-29D3-4D64-98C7-2984D7B403A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59" name="3D Model 11358" descr="Sphere">
                                <a:extLst>
                                  <a:ext uri="{FF2B5EF4-FFF2-40B4-BE49-F238E27FC236}">
                                    <a16:creationId xmlns:a16="http://schemas.microsoft.com/office/drawing/2014/main" id="{1E52B850-42EB-441B-A216-956C3648718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1578754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360" name="Flowchart: Connector 11359">
                            <a:extLst>
                              <a:ext uri="{FF2B5EF4-FFF2-40B4-BE49-F238E27FC236}">
                                <a16:creationId xmlns:a16="http://schemas.microsoft.com/office/drawing/2014/main" id="{4CF1F9AD-F989-44CA-B869-08C17EF6B21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61" name="3D Model 11360" descr="Sphere">
                                <a:extLst>
                                  <a:ext uri="{FF2B5EF4-FFF2-40B4-BE49-F238E27FC236}">
                                    <a16:creationId xmlns:a16="http://schemas.microsoft.com/office/drawing/2014/main" id="{29F75961-C416-485E-998C-E13821E59D5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0397675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362" name="Flowchart: Connector 11361">
                            <a:extLst>
                              <a:ext uri="{FF2B5EF4-FFF2-40B4-BE49-F238E27FC236}">
                                <a16:creationId xmlns:a16="http://schemas.microsoft.com/office/drawing/2014/main" id="{EE49D699-DB4D-43CD-8666-D8B3471A247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63" name="3D Model 11362" descr="Sphere">
                                <a:extLst>
                                  <a:ext uri="{FF2B5EF4-FFF2-40B4-BE49-F238E27FC236}">
                                    <a16:creationId xmlns:a16="http://schemas.microsoft.com/office/drawing/2014/main" id="{862D9851-AE8C-46FB-8C3F-7620090E84C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2680105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310" name="Group 11309">
                          <a:extLst>
                            <a:ext uri="{FF2B5EF4-FFF2-40B4-BE49-F238E27FC236}">
                              <a16:creationId xmlns:a16="http://schemas.microsoft.com/office/drawing/2014/main" id="{FCFD7455-8DBC-4C8C-BD96-0715E4108ED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1342" name="Flowchart: Connector 11341">
                            <a:extLst>
                              <a:ext uri="{FF2B5EF4-FFF2-40B4-BE49-F238E27FC236}">
                                <a16:creationId xmlns:a16="http://schemas.microsoft.com/office/drawing/2014/main" id="{4206C729-35A8-4E83-AEE4-4FC4882434F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43" name="Flowchart: Connector 11342">
                            <a:extLst>
                              <a:ext uri="{FF2B5EF4-FFF2-40B4-BE49-F238E27FC236}">
                                <a16:creationId xmlns:a16="http://schemas.microsoft.com/office/drawing/2014/main" id="{5E9DCFC0-3574-4F70-B04E-FFCB2B5EB16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44" name="Flowchart: Connector 11343">
                            <a:extLst>
                              <a:ext uri="{FF2B5EF4-FFF2-40B4-BE49-F238E27FC236}">
                                <a16:creationId xmlns:a16="http://schemas.microsoft.com/office/drawing/2014/main" id="{DFAF4B04-A381-4A76-8F60-75091DC7D03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45" name="Flowchart: Connector 11344">
                            <a:extLst>
                              <a:ext uri="{FF2B5EF4-FFF2-40B4-BE49-F238E27FC236}">
                                <a16:creationId xmlns:a16="http://schemas.microsoft.com/office/drawing/2014/main" id="{23DCC020-A3F0-4F4D-A9FC-88B9E08918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46" name="Flowchart: Connector 11345">
                            <a:extLst>
                              <a:ext uri="{FF2B5EF4-FFF2-40B4-BE49-F238E27FC236}">
                                <a16:creationId xmlns:a16="http://schemas.microsoft.com/office/drawing/2014/main" id="{CB6C9AEA-34B2-48A6-A345-12886B01A5B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47" name="Flowchart: Connector 11346">
                            <a:extLst>
                              <a:ext uri="{FF2B5EF4-FFF2-40B4-BE49-F238E27FC236}">
                                <a16:creationId xmlns:a16="http://schemas.microsoft.com/office/drawing/2014/main" id="{D854856F-FAC8-4C8E-88D4-49A7D7BC5E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48" name="Flowchart: Connector 11347">
                            <a:extLst>
                              <a:ext uri="{FF2B5EF4-FFF2-40B4-BE49-F238E27FC236}">
                                <a16:creationId xmlns:a16="http://schemas.microsoft.com/office/drawing/2014/main" id="{04137ED5-0627-4766-B26B-5D1219ECC18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49" name="Flowchart: Connector 11348">
                            <a:extLst>
                              <a:ext uri="{FF2B5EF4-FFF2-40B4-BE49-F238E27FC236}">
                                <a16:creationId xmlns:a16="http://schemas.microsoft.com/office/drawing/2014/main" id="{8C00BDF0-63D8-43D9-B0EB-1B5C969F9E1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50" name="3D Model 11349" descr="Sphere">
                                <a:extLst>
                                  <a:ext uri="{FF2B5EF4-FFF2-40B4-BE49-F238E27FC236}">
                                    <a16:creationId xmlns:a16="http://schemas.microsoft.com/office/drawing/2014/main" id="{002B0560-3B63-4DEC-B5A1-00D19C15BC5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9777638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351" name="Flowchart: Connector 11350">
                            <a:extLst>
                              <a:ext uri="{FF2B5EF4-FFF2-40B4-BE49-F238E27FC236}">
                                <a16:creationId xmlns:a16="http://schemas.microsoft.com/office/drawing/2014/main" id="{3BC62196-7DD9-451D-A6D0-4ECE2B7C2F5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52" name="3D Model 11351" descr="Sphere">
                                <a:extLst>
                                  <a:ext uri="{FF2B5EF4-FFF2-40B4-BE49-F238E27FC236}">
                                    <a16:creationId xmlns:a16="http://schemas.microsoft.com/office/drawing/2014/main" id="{D4EFD956-ABF1-4E3E-A93A-D017B2DA356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0140521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353" name="Flowchart: Connector 11352">
                            <a:extLst>
                              <a:ext uri="{FF2B5EF4-FFF2-40B4-BE49-F238E27FC236}">
                                <a16:creationId xmlns:a16="http://schemas.microsoft.com/office/drawing/2014/main" id="{710D4FEB-7804-4A65-82AA-E56C47973DF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54" name="3D Model 11353" descr="Sphere">
                                <a:extLst>
                                  <a:ext uri="{FF2B5EF4-FFF2-40B4-BE49-F238E27FC236}">
                                    <a16:creationId xmlns:a16="http://schemas.microsoft.com/office/drawing/2014/main" id="{EEC6FFF3-4E80-4E58-B7CE-A92F056890E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7768270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355" name="Flowchart: Connector 11354">
                            <a:extLst>
                              <a:ext uri="{FF2B5EF4-FFF2-40B4-BE49-F238E27FC236}">
                                <a16:creationId xmlns:a16="http://schemas.microsoft.com/office/drawing/2014/main" id="{4DC090EF-FED2-4B74-BC9F-7C29215178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56" name="3D Model 11355" descr="Sphere">
                                <a:extLst>
                                  <a:ext uri="{FF2B5EF4-FFF2-40B4-BE49-F238E27FC236}">
                                    <a16:creationId xmlns:a16="http://schemas.microsoft.com/office/drawing/2014/main" id="{586DEE6C-0468-423B-8709-09A4467064E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1486578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311" name="Group 11310">
                          <a:extLst>
                            <a:ext uri="{FF2B5EF4-FFF2-40B4-BE49-F238E27FC236}">
                              <a16:creationId xmlns:a16="http://schemas.microsoft.com/office/drawing/2014/main" id="{025D3C71-E9AD-4159-8F76-B782146D893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1327" name="Flowchart: Connector 11326">
                            <a:extLst>
                              <a:ext uri="{FF2B5EF4-FFF2-40B4-BE49-F238E27FC236}">
                                <a16:creationId xmlns:a16="http://schemas.microsoft.com/office/drawing/2014/main" id="{FA8E0985-9A17-4EBA-9673-38B07A5A03E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28" name="Flowchart: Connector 11327">
                            <a:extLst>
                              <a:ext uri="{FF2B5EF4-FFF2-40B4-BE49-F238E27FC236}">
                                <a16:creationId xmlns:a16="http://schemas.microsoft.com/office/drawing/2014/main" id="{FCEC4F61-E8AD-4B00-89E5-530A597C0C4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29" name="Flowchart: Connector 11328">
                            <a:extLst>
                              <a:ext uri="{FF2B5EF4-FFF2-40B4-BE49-F238E27FC236}">
                                <a16:creationId xmlns:a16="http://schemas.microsoft.com/office/drawing/2014/main" id="{EDAD8A5C-DA67-4934-BDBA-92604C2A6B3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30" name="Flowchart: Connector 11329">
                            <a:extLst>
                              <a:ext uri="{FF2B5EF4-FFF2-40B4-BE49-F238E27FC236}">
                                <a16:creationId xmlns:a16="http://schemas.microsoft.com/office/drawing/2014/main" id="{543F1F19-B311-4E00-8E6C-B162CC8A86F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31" name="Flowchart: Connector 11330">
                            <a:extLst>
                              <a:ext uri="{FF2B5EF4-FFF2-40B4-BE49-F238E27FC236}">
                                <a16:creationId xmlns:a16="http://schemas.microsoft.com/office/drawing/2014/main" id="{5B81C2C3-ACFE-45F0-9BCE-CF8196D6492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32" name="Flowchart: Connector 11331">
                            <a:extLst>
                              <a:ext uri="{FF2B5EF4-FFF2-40B4-BE49-F238E27FC236}">
                                <a16:creationId xmlns:a16="http://schemas.microsoft.com/office/drawing/2014/main" id="{68820EF9-ADC8-4C21-B085-760081C3D5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33" name="Flowchart: Connector 11332">
                            <a:extLst>
                              <a:ext uri="{FF2B5EF4-FFF2-40B4-BE49-F238E27FC236}">
                                <a16:creationId xmlns:a16="http://schemas.microsoft.com/office/drawing/2014/main" id="{A2952640-1081-4CB2-9956-BECD518AD44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334" name="Flowchart: Connector 11333">
                            <a:extLst>
                              <a:ext uri="{FF2B5EF4-FFF2-40B4-BE49-F238E27FC236}">
                                <a16:creationId xmlns:a16="http://schemas.microsoft.com/office/drawing/2014/main" id="{AC4B0650-A03B-44AA-9168-816321BCACE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35" name="3D Model 11334" descr="Sphere">
                                <a:extLst>
                                  <a:ext uri="{FF2B5EF4-FFF2-40B4-BE49-F238E27FC236}">
                                    <a16:creationId xmlns:a16="http://schemas.microsoft.com/office/drawing/2014/main" id="{94D7BD8B-B6B7-4352-85FA-8F16876C9AC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79060800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336" name="Flowchart: Connector 11335">
                            <a:extLst>
                              <a:ext uri="{FF2B5EF4-FFF2-40B4-BE49-F238E27FC236}">
                                <a16:creationId xmlns:a16="http://schemas.microsoft.com/office/drawing/2014/main" id="{093FC5D4-E96A-48D9-AEC2-5484853945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37" name="3D Model 11336" descr="Sphere">
                                <a:extLst>
                                  <a:ext uri="{FF2B5EF4-FFF2-40B4-BE49-F238E27FC236}">
                                    <a16:creationId xmlns:a16="http://schemas.microsoft.com/office/drawing/2014/main" id="{492A14C0-A276-47D2-AFC2-22BCA82E8BD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5051169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338" name="Flowchart: Connector 11337">
                            <a:extLst>
                              <a:ext uri="{FF2B5EF4-FFF2-40B4-BE49-F238E27FC236}">
                                <a16:creationId xmlns:a16="http://schemas.microsoft.com/office/drawing/2014/main" id="{785F0A1C-BD68-4332-ACD2-0E800704F3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39" name="3D Model 11338" descr="Sphere">
                                <a:extLst>
                                  <a:ext uri="{FF2B5EF4-FFF2-40B4-BE49-F238E27FC236}">
                                    <a16:creationId xmlns:a16="http://schemas.microsoft.com/office/drawing/2014/main" id="{890A0FA1-6C71-448C-BBA1-DB3DAED339C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0363378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340" name="Flowchart: Connector 11339">
                            <a:extLst>
                              <a:ext uri="{FF2B5EF4-FFF2-40B4-BE49-F238E27FC236}">
                                <a16:creationId xmlns:a16="http://schemas.microsoft.com/office/drawing/2014/main" id="{7D28B02F-B66F-4F39-AF94-112F4D300F5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341" name="3D Model 11340" descr="Sphere">
                                <a:extLst>
                                  <a:ext uri="{FF2B5EF4-FFF2-40B4-BE49-F238E27FC236}">
                                    <a16:creationId xmlns:a16="http://schemas.microsoft.com/office/drawing/2014/main" id="{5E520249-9EC2-49DF-B082-5E73791EB4D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3396734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312" name="Flowchart: Connector 11311">
                          <a:extLst>
                            <a:ext uri="{FF2B5EF4-FFF2-40B4-BE49-F238E27FC236}">
                              <a16:creationId xmlns:a16="http://schemas.microsoft.com/office/drawing/2014/main" id="{09F3EB33-56D4-40A8-909F-795F3B6EE62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13" name="Flowchart: Connector 11312">
                          <a:extLst>
                            <a:ext uri="{FF2B5EF4-FFF2-40B4-BE49-F238E27FC236}">
                              <a16:creationId xmlns:a16="http://schemas.microsoft.com/office/drawing/2014/main" id="{64BF0904-81B7-4135-BE5A-FB3A903E6A4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14" name="Flowchart: Connector 11313">
                          <a:extLst>
                            <a:ext uri="{FF2B5EF4-FFF2-40B4-BE49-F238E27FC236}">
                              <a16:creationId xmlns:a16="http://schemas.microsoft.com/office/drawing/2014/main" id="{BC480CDE-7B40-46D5-BB08-477E390EDED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15" name="Flowchart: Connector 11314">
                          <a:extLst>
                            <a:ext uri="{FF2B5EF4-FFF2-40B4-BE49-F238E27FC236}">
                              <a16:creationId xmlns:a16="http://schemas.microsoft.com/office/drawing/2014/main" id="{6C9FB561-6F86-47CB-8E9C-7DB42FAC3AA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16" name="Flowchart: Connector 11315">
                          <a:extLst>
                            <a:ext uri="{FF2B5EF4-FFF2-40B4-BE49-F238E27FC236}">
                              <a16:creationId xmlns:a16="http://schemas.microsoft.com/office/drawing/2014/main" id="{BD998D0A-EF2F-437C-AE6F-CA02103FD58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17" name="Flowchart: Connector 11316">
                          <a:extLst>
                            <a:ext uri="{FF2B5EF4-FFF2-40B4-BE49-F238E27FC236}">
                              <a16:creationId xmlns:a16="http://schemas.microsoft.com/office/drawing/2014/main" id="{9E8FD654-C0F9-4B21-AAFF-8FB820A0460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18" name="Flowchart: Connector 11317">
                          <a:extLst>
                            <a:ext uri="{FF2B5EF4-FFF2-40B4-BE49-F238E27FC236}">
                              <a16:creationId xmlns:a16="http://schemas.microsoft.com/office/drawing/2014/main" id="{86F085AA-6C32-4137-B408-B70ED79C671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19" name="Flowchart: Connector 11318">
                          <a:extLst>
                            <a:ext uri="{FF2B5EF4-FFF2-40B4-BE49-F238E27FC236}">
                              <a16:creationId xmlns:a16="http://schemas.microsoft.com/office/drawing/2014/main" id="{8DDD51AF-A0B5-4F8E-8585-EC159AF26CD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320" name="3D Model 11319" descr="Sphere">
                              <a:extLst>
                                <a:ext uri="{FF2B5EF4-FFF2-40B4-BE49-F238E27FC236}">
                                  <a16:creationId xmlns:a16="http://schemas.microsoft.com/office/drawing/2014/main" id="{1B13D6B1-5A94-466A-8F38-CC7E82D5978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97243509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321" name="Flowchart: Connector 11320">
                          <a:extLst>
                            <a:ext uri="{FF2B5EF4-FFF2-40B4-BE49-F238E27FC236}">
                              <a16:creationId xmlns:a16="http://schemas.microsoft.com/office/drawing/2014/main" id="{235AEF09-5FDF-4E5E-9A44-7A58200993D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322" name="3D Model 11321" descr="Sphere">
                              <a:extLst>
                                <a:ext uri="{FF2B5EF4-FFF2-40B4-BE49-F238E27FC236}">
                                  <a16:creationId xmlns:a16="http://schemas.microsoft.com/office/drawing/2014/main" id="{EF97996D-56AD-4D03-9164-EE9B2242953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55922876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323" name="Flowchart: Connector 11322">
                          <a:extLst>
                            <a:ext uri="{FF2B5EF4-FFF2-40B4-BE49-F238E27FC236}">
                              <a16:creationId xmlns:a16="http://schemas.microsoft.com/office/drawing/2014/main" id="{2574082E-0989-46D9-B882-33F994790D9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324" name="3D Model 11323" descr="Sphere">
                              <a:extLst>
                                <a:ext uri="{FF2B5EF4-FFF2-40B4-BE49-F238E27FC236}">
                                  <a16:creationId xmlns:a16="http://schemas.microsoft.com/office/drawing/2014/main" id="{1D0799F3-B1CC-463C-B1DC-2E0877FF9D2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1797031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325" name="Flowchart: Connector 11324">
                          <a:extLst>
                            <a:ext uri="{FF2B5EF4-FFF2-40B4-BE49-F238E27FC236}">
                              <a16:creationId xmlns:a16="http://schemas.microsoft.com/office/drawing/2014/main" id="{07F753A7-24BF-417D-96DF-F05D4108D1F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326" name="3D Model 11325" descr="Sphere">
                              <a:extLst>
                                <a:ext uri="{FF2B5EF4-FFF2-40B4-BE49-F238E27FC236}">
                                  <a16:creationId xmlns:a16="http://schemas.microsoft.com/office/drawing/2014/main" id="{FD8F8C80-BE75-4C8B-BD9D-3F7064F63ED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19062837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1087" name="Group 11086">
                      <a:extLst>
                        <a:ext uri="{FF2B5EF4-FFF2-40B4-BE49-F238E27FC236}">
                          <a16:creationId xmlns:a16="http://schemas.microsoft.com/office/drawing/2014/main" id="{D2F2C6A7-A32F-48AC-AED7-F821E601B0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1304" name="Flowchart: Connector 11303">
                        <a:extLst>
                          <a:ext uri="{FF2B5EF4-FFF2-40B4-BE49-F238E27FC236}">
                            <a16:creationId xmlns:a16="http://schemas.microsoft.com/office/drawing/2014/main" id="{68B0089C-7535-4A57-BA2F-A42ECD0FDCF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305" name="Flowchart: Connector 11304">
                        <a:extLst>
                          <a:ext uri="{FF2B5EF4-FFF2-40B4-BE49-F238E27FC236}">
                            <a16:creationId xmlns:a16="http://schemas.microsoft.com/office/drawing/2014/main" id="{02C09DBC-4AFE-404A-A649-D46A46FCCF3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306" name="Flowchart: Connector 11305">
                        <a:extLst>
                          <a:ext uri="{FF2B5EF4-FFF2-40B4-BE49-F238E27FC236}">
                            <a16:creationId xmlns:a16="http://schemas.microsoft.com/office/drawing/2014/main" id="{864FA3BF-05ED-43FD-998A-F52737307E9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1088" name="Flowchart: Connector 11087">
                      <a:extLst>
                        <a:ext uri="{FF2B5EF4-FFF2-40B4-BE49-F238E27FC236}">
                          <a16:creationId xmlns:a16="http://schemas.microsoft.com/office/drawing/2014/main" id="{DD9F4DDF-8414-42CD-8724-3883F6D1A58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1089" name="Flowchart: Connector 11088">
                      <a:extLst>
                        <a:ext uri="{FF2B5EF4-FFF2-40B4-BE49-F238E27FC236}">
                          <a16:creationId xmlns:a16="http://schemas.microsoft.com/office/drawing/2014/main" id="{EE7D1F06-68AB-4E8D-A057-2A13C85CA01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1090" name="Group 11089">
                      <a:extLst>
                        <a:ext uri="{FF2B5EF4-FFF2-40B4-BE49-F238E27FC236}">
                          <a16:creationId xmlns:a16="http://schemas.microsoft.com/office/drawing/2014/main" id="{EFAA636C-9412-40E8-A32E-27621D9AAE2F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11301" name="Flowchart: Connector 11300">
                        <a:extLst>
                          <a:ext uri="{FF2B5EF4-FFF2-40B4-BE49-F238E27FC236}">
                            <a16:creationId xmlns:a16="http://schemas.microsoft.com/office/drawing/2014/main" id="{8FFC59B7-AD3E-4CC1-A0C2-06CA7E4BED0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302" name="Flowchart: Connector 11301">
                        <a:extLst>
                          <a:ext uri="{FF2B5EF4-FFF2-40B4-BE49-F238E27FC236}">
                            <a16:creationId xmlns:a16="http://schemas.microsoft.com/office/drawing/2014/main" id="{EC22B7C9-F620-4406-8514-8172283A459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303" name="Flowchart: Connector 11302">
                        <a:extLst>
                          <a:ext uri="{FF2B5EF4-FFF2-40B4-BE49-F238E27FC236}">
                            <a16:creationId xmlns:a16="http://schemas.microsoft.com/office/drawing/2014/main" id="{3FDD7CD9-5E83-47E9-BB31-D2250AE5815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1091" name="Group 11090">
                      <a:extLst>
                        <a:ext uri="{FF2B5EF4-FFF2-40B4-BE49-F238E27FC236}">
                          <a16:creationId xmlns:a16="http://schemas.microsoft.com/office/drawing/2014/main" id="{E420E206-9858-4842-985B-A463CC33F4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11236" name="Group 11235">
                        <a:extLst>
                          <a:ext uri="{FF2B5EF4-FFF2-40B4-BE49-F238E27FC236}">
                            <a16:creationId xmlns:a16="http://schemas.microsoft.com/office/drawing/2014/main" id="{B9050C4D-B33B-4F26-9DA3-1B0CA30B3D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11297" name="Flowchart: Connector 11296">
                          <a:extLst>
                            <a:ext uri="{FF2B5EF4-FFF2-40B4-BE49-F238E27FC236}">
                              <a16:creationId xmlns:a16="http://schemas.microsoft.com/office/drawing/2014/main" id="{0BAF18AC-FCFA-49CC-911C-14897903494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98" name="Flowchart: Connector 11297">
                          <a:extLst>
                            <a:ext uri="{FF2B5EF4-FFF2-40B4-BE49-F238E27FC236}">
                              <a16:creationId xmlns:a16="http://schemas.microsoft.com/office/drawing/2014/main" id="{D03BCB67-37D2-4A49-B97C-367BEB80046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99" name="Flowchart: Connector 11298">
                          <a:extLst>
                            <a:ext uri="{FF2B5EF4-FFF2-40B4-BE49-F238E27FC236}">
                              <a16:creationId xmlns:a16="http://schemas.microsoft.com/office/drawing/2014/main" id="{7C2AC873-D251-45CE-BD98-9A533708B0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300" name="Flowchart: Connector 11299">
                          <a:extLst>
                            <a:ext uri="{FF2B5EF4-FFF2-40B4-BE49-F238E27FC236}">
                              <a16:creationId xmlns:a16="http://schemas.microsoft.com/office/drawing/2014/main" id="{FCB5C6F7-1016-47D0-A479-97636DFF0D4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237" name="Group 11236">
                        <a:extLst>
                          <a:ext uri="{FF2B5EF4-FFF2-40B4-BE49-F238E27FC236}">
                            <a16:creationId xmlns:a16="http://schemas.microsoft.com/office/drawing/2014/main" id="{27ECA63E-001A-4D4C-9417-6D7349FBA02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11238" name="Group 11237">
                          <a:extLst>
                            <a:ext uri="{FF2B5EF4-FFF2-40B4-BE49-F238E27FC236}">
                              <a16:creationId xmlns:a16="http://schemas.microsoft.com/office/drawing/2014/main" id="{428F9E84-5D94-4512-95C2-53FCDC182F5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1289" name="Flowchart: Connector 11288">
                            <a:extLst>
                              <a:ext uri="{FF2B5EF4-FFF2-40B4-BE49-F238E27FC236}">
                                <a16:creationId xmlns:a16="http://schemas.microsoft.com/office/drawing/2014/main" id="{8CF637F7-681A-4028-8D09-2FBA699645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90" name="3D Model 11289" descr="Sphere">
                                <a:extLst>
                                  <a:ext uri="{FF2B5EF4-FFF2-40B4-BE49-F238E27FC236}">
                                    <a16:creationId xmlns:a16="http://schemas.microsoft.com/office/drawing/2014/main" id="{D570D0EE-19D1-435E-9C5C-95E8CD049F3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8169422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91" name="Flowchart: Connector 11290">
                            <a:extLst>
                              <a:ext uri="{FF2B5EF4-FFF2-40B4-BE49-F238E27FC236}">
                                <a16:creationId xmlns:a16="http://schemas.microsoft.com/office/drawing/2014/main" id="{A975F038-D58F-4038-A3BC-C0C78972371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92" name="3D Model 11291" descr="Sphere">
                                <a:extLst>
                                  <a:ext uri="{FF2B5EF4-FFF2-40B4-BE49-F238E27FC236}">
                                    <a16:creationId xmlns:a16="http://schemas.microsoft.com/office/drawing/2014/main" id="{45465055-691B-43B0-B49C-1A1970A382D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5654515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93" name="Flowchart: Connector 11292">
                            <a:extLst>
                              <a:ext uri="{FF2B5EF4-FFF2-40B4-BE49-F238E27FC236}">
                                <a16:creationId xmlns:a16="http://schemas.microsoft.com/office/drawing/2014/main" id="{C49A1FC1-4982-483E-A73B-943C36CAE8D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94" name="3D Model 11293" descr="Sphere">
                                <a:extLst>
                                  <a:ext uri="{FF2B5EF4-FFF2-40B4-BE49-F238E27FC236}">
                                    <a16:creationId xmlns:a16="http://schemas.microsoft.com/office/drawing/2014/main" id="{AC28F074-87AA-4F3C-9CCF-83A38FF8B40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8330453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95" name="Flowchart: Connector 11294">
                            <a:extLst>
                              <a:ext uri="{FF2B5EF4-FFF2-40B4-BE49-F238E27FC236}">
                                <a16:creationId xmlns:a16="http://schemas.microsoft.com/office/drawing/2014/main" id="{026903D6-719C-48F5-B680-5CB213D8B39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96" name="3D Model 11295" descr="Sphere">
                                <a:extLst>
                                  <a:ext uri="{FF2B5EF4-FFF2-40B4-BE49-F238E27FC236}">
                                    <a16:creationId xmlns:a16="http://schemas.microsoft.com/office/drawing/2014/main" id="{AD905599-89DE-44FF-A200-8F2142A67F2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4950434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239" name="Group 11238">
                          <a:extLst>
                            <a:ext uri="{FF2B5EF4-FFF2-40B4-BE49-F238E27FC236}">
                              <a16:creationId xmlns:a16="http://schemas.microsoft.com/office/drawing/2014/main" id="{484792D5-B135-4580-894F-5900889692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1273" name="Flowchart: Connector 11272">
                            <a:extLst>
                              <a:ext uri="{FF2B5EF4-FFF2-40B4-BE49-F238E27FC236}">
                                <a16:creationId xmlns:a16="http://schemas.microsoft.com/office/drawing/2014/main" id="{96B35C80-396F-4D38-A0F7-4B47B849EFE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74" name="Flowchart: Connector 11273">
                            <a:extLst>
                              <a:ext uri="{FF2B5EF4-FFF2-40B4-BE49-F238E27FC236}">
                                <a16:creationId xmlns:a16="http://schemas.microsoft.com/office/drawing/2014/main" id="{B41B52ED-F303-4270-9602-B007EB56F9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75" name="Flowchart: Connector 11274">
                            <a:extLst>
                              <a:ext uri="{FF2B5EF4-FFF2-40B4-BE49-F238E27FC236}">
                                <a16:creationId xmlns:a16="http://schemas.microsoft.com/office/drawing/2014/main" id="{CC3BB5AF-07A1-406E-B611-1E2AD44442F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76" name="Flowchart: Connector 11275">
                            <a:extLst>
                              <a:ext uri="{FF2B5EF4-FFF2-40B4-BE49-F238E27FC236}">
                                <a16:creationId xmlns:a16="http://schemas.microsoft.com/office/drawing/2014/main" id="{F1435BC6-7D7F-45BC-A211-4AF18B8500F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77" name="Flowchart: Connector 11276">
                            <a:extLst>
                              <a:ext uri="{FF2B5EF4-FFF2-40B4-BE49-F238E27FC236}">
                                <a16:creationId xmlns:a16="http://schemas.microsoft.com/office/drawing/2014/main" id="{EB2B132C-0BEC-4D55-BC8D-67BD1735DBD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78" name="Flowchart: Connector 11277">
                            <a:extLst>
                              <a:ext uri="{FF2B5EF4-FFF2-40B4-BE49-F238E27FC236}">
                                <a16:creationId xmlns:a16="http://schemas.microsoft.com/office/drawing/2014/main" id="{F47EF55B-76B9-4086-8014-B92EA9DC940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79" name="Flowchart: Connector 11278">
                            <a:extLst>
                              <a:ext uri="{FF2B5EF4-FFF2-40B4-BE49-F238E27FC236}">
                                <a16:creationId xmlns:a16="http://schemas.microsoft.com/office/drawing/2014/main" id="{EE6BB07D-1599-4891-9656-F09ACB3823F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80" name="Flowchart: Connector 11279">
                            <a:extLst>
                              <a:ext uri="{FF2B5EF4-FFF2-40B4-BE49-F238E27FC236}">
                                <a16:creationId xmlns:a16="http://schemas.microsoft.com/office/drawing/2014/main" id="{9D019F8D-60CF-4443-9679-07CC58A2435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81" name="Flowchart: Connector 11280">
                            <a:extLst>
                              <a:ext uri="{FF2B5EF4-FFF2-40B4-BE49-F238E27FC236}">
                                <a16:creationId xmlns:a16="http://schemas.microsoft.com/office/drawing/2014/main" id="{BC14CFCA-079F-4E29-86A3-37B881EAEF2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82" name="3D Model 11281" descr="Sphere">
                                <a:extLst>
                                  <a:ext uri="{FF2B5EF4-FFF2-40B4-BE49-F238E27FC236}">
                                    <a16:creationId xmlns:a16="http://schemas.microsoft.com/office/drawing/2014/main" id="{BC353B99-5836-4411-AB6E-DD8E9FB975E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515146061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83" name="Flowchart: Connector 11282">
                            <a:extLst>
                              <a:ext uri="{FF2B5EF4-FFF2-40B4-BE49-F238E27FC236}">
                                <a16:creationId xmlns:a16="http://schemas.microsoft.com/office/drawing/2014/main" id="{9A19F2D5-7995-46F2-8EBB-4337B3EFFF4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84" name="3D Model 11283" descr="Sphere">
                                <a:extLst>
                                  <a:ext uri="{FF2B5EF4-FFF2-40B4-BE49-F238E27FC236}">
                                    <a16:creationId xmlns:a16="http://schemas.microsoft.com/office/drawing/2014/main" id="{A8201AAE-3B78-460D-ABCC-3404250C5DE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1953634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85" name="Flowchart: Connector 11284">
                            <a:extLst>
                              <a:ext uri="{FF2B5EF4-FFF2-40B4-BE49-F238E27FC236}">
                                <a16:creationId xmlns:a16="http://schemas.microsoft.com/office/drawing/2014/main" id="{D6F9D7DE-BFCD-4D00-B937-3EA4A192127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86" name="3D Model 11285" descr="Sphere">
                                <a:extLst>
                                  <a:ext uri="{FF2B5EF4-FFF2-40B4-BE49-F238E27FC236}">
                                    <a16:creationId xmlns:a16="http://schemas.microsoft.com/office/drawing/2014/main" id="{2C4DB14E-8F75-42C6-B31C-E7D6B4A2DBF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8962872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87" name="Flowchart: Connector 11286">
                            <a:extLst>
                              <a:ext uri="{FF2B5EF4-FFF2-40B4-BE49-F238E27FC236}">
                                <a16:creationId xmlns:a16="http://schemas.microsoft.com/office/drawing/2014/main" id="{91034DD2-E631-4C31-A89F-D2F98104B73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88" name="3D Model 11287" descr="Sphere">
                                <a:extLst>
                                  <a:ext uri="{FF2B5EF4-FFF2-40B4-BE49-F238E27FC236}">
                                    <a16:creationId xmlns:a16="http://schemas.microsoft.com/office/drawing/2014/main" id="{F66ABCC5-7410-4BA7-BFDC-16749F242AA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6211621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240" name="Group 11239">
                          <a:extLst>
                            <a:ext uri="{FF2B5EF4-FFF2-40B4-BE49-F238E27FC236}">
                              <a16:creationId xmlns:a16="http://schemas.microsoft.com/office/drawing/2014/main" id="{C4F815C7-0537-4056-91C6-1D15BBFE2D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1257" name="Flowchart: Connector 11256">
                            <a:extLst>
                              <a:ext uri="{FF2B5EF4-FFF2-40B4-BE49-F238E27FC236}">
                                <a16:creationId xmlns:a16="http://schemas.microsoft.com/office/drawing/2014/main" id="{FF6DA319-52BC-4F01-BE8C-FAFE2241541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58" name="Flowchart: Connector 11257">
                            <a:extLst>
                              <a:ext uri="{FF2B5EF4-FFF2-40B4-BE49-F238E27FC236}">
                                <a16:creationId xmlns:a16="http://schemas.microsoft.com/office/drawing/2014/main" id="{096FB768-7E7A-4243-82D7-E4980F1B985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59" name="Flowchart: Connector 11258">
                            <a:extLst>
                              <a:ext uri="{FF2B5EF4-FFF2-40B4-BE49-F238E27FC236}">
                                <a16:creationId xmlns:a16="http://schemas.microsoft.com/office/drawing/2014/main" id="{D8F214BA-FC08-4136-B15F-A50FA13BB39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60" name="Flowchart: Connector 11259">
                            <a:extLst>
                              <a:ext uri="{FF2B5EF4-FFF2-40B4-BE49-F238E27FC236}">
                                <a16:creationId xmlns:a16="http://schemas.microsoft.com/office/drawing/2014/main" id="{F27F21BC-9F2B-4FD5-8141-B15928FC6B1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61" name="Flowchart: Connector 11260">
                            <a:extLst>
                              <a:ext uri="{FF2B5EF4-FFF2-40B4-BE49-F238E27FC236}">
                                <a16:creationId xmlns:a16="http://schemas.microsoft.com/office/drawing/2014/main" id="{B023876E-71B7-4DFB-B80A-6602BDFA7F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62" name="Flowchart: Connector 11261">
                            <a:extLst>
                              <a:ext uri="{FF2B5EF4-FFF2-40B4-BE49-F238E27FC236}">
                                <a16:creationId xmlns:a16="http://schemas.microsoft.com/office/drawing/2014/main" id="{E3FFB8B3-52DE-4F1F-B433-48AC6E173D0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63" name="Flowchart: Connector 11262">
                            <a:extLst>
                              <a:ext uri="{FF2B5EF4-FFF2-40B4-BE49-F238E27FC236}">
                                <a16:creationId xmlns:a16="http://schemas.microsoft.com/office/drawing/2014/main" id="{E9E99EFC-0487-4415-AF26-27FB3BDDBCD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64" name="Flowchart: Connector 11263">
                            <a:extLst>
                              <a:ext uri="{FF2B5EF4-FFF2-40B4-BE49-F238E27FC236}">
                                <a16:creationId xmlns:a16="http://schemas.microsoft.com/office/drawing/2014/main" id="{CB938845-7E39-4051-9D12-0F05F718E86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65" name="Flowchart: Connector 11264">
                            <a:extLst>
                              <a:ext uri="{FF2B5EF4-FFF2-40B4-BE49-F238E27FC236}">
                                <a16:creationId xmlns:a16="http://schemas.microsoft.com/office/drawing/2014/main" id="{22EC9002-C907-4B43-94FF-92E8CEEC139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66" name="3D Model 11265" descr="Sphere">
                                <a:extLst>
                                  <a:ext uri="{FF2B5EF4-FFF2-40B4-BE49-F238E27FC236}">
                                    <a16:creationId xmlns:a16="http://schemas.microsoft.com/office/drawing/2014/main" id="{FF84BA22-45FF-44AC-89F9-505FC33D422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4116458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67" name="Flowchart: Connector 11266">
                            <a:extLst>
                              <a:ext uri="{FF2B5EF4-FFF2-40B4-BE49-F238E27FC236}">
                                <a16:creationId xmlns:a16="http://schemas.microsoft.com/office/drawing/2014/main" id="{68B642B1-8B39-48F7-8FD2-5550F940373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68" name="3D Model 11267" descr="Sphere">
                                <a:extLst>
                                  <a:ext uri="{FF2B5EF4-FFF2-40B4-BE49-F238E27FC236}">
                                    <a16:creationId xmlns:a16="http://schemas.microsoft.com/office/drawing/2014/main" id="{F85A9D8C-2619-4188-9A2E-330A68701CD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3684317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69" name="Flowchart: Connector 11268">
                            <a:extLst>
                              <a:ext uri="{FF2B5EF4-FFF2-40B4-BE49-F238E27FC236}">
                                <a16:creationId xmlns:a16="http://schemas.microsoft.com/office/drawing/2014/main" id="{8BB55698-813B-4E90-9D83-469E228910B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70" name="3D Model 11269" descr="Sphere">
                                <a:extLst>
                                  <a:ext uri="{FF2B5EF4-FFF2-40B4-BE49-F238E27FC236}">
                                    <a16:creationId xmlns:a16="http://schemas.microsoft.com/office/drawing/2014/main" id="{88C8E00F-4ECA-4707-A32A-1FC7ADD6087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0798679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71" name="Flowchart: Connector 11270">
                            <a:extLst>
                              <a:ext uri="{FF2B5EF4-FFF2-40B4-BE49-F238E27FC236}">
                                <a16:creationId xmlns:a16="http://schemas.microsoft.com/office/drawing/2014/main" id="{B554CCBD-E352-4B1F-8B31-AE09DAEE0C3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72" name="3D Model 11271" descr="Sphere">
                                <a:extLst>
                                  <a:ext uri="{FF2B5EF4-FFF2-40B4-BE49-F238E27FC236}">
                                    <a16:creationId xmlns:a16="http://schemas.microsoft.com/office/drawing/2014/main" id="{73E9D428-C5FF-42E9-893B-58F64B952EC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7908701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241" name="Flowchart: Connector 11240">
                          <a:extLst>
                            <a:ext uri="{FF2B5EF4-FFF2-40B4-BE49-F238E27FC236}">
                              <a16:creationId xmlns:a16="http://schemas.microsoft.com/office/drawing/2014/main" id="{C81C89C7-E043-46B9-B711-8CE8EE8D3CD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42" name="Flowchart: Connector 11241">
                          <a:extLst>
                            <a:ext uri="{FF2B5EF4-FFF2-40B4-BE49-F238E27FC236}">
                              <a16:creationId xmlns:a16="http://schemas.microsoft.com/office/drawing/2014/main" id="{0395533A-F09F-4A4E-9C8D-CEB37296274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43" name="Flowchart: Connector 11242">
                          <a:extLst>
                            <a:ext uri="{FF2B5EF4-FFF2-40B4-BE49-F238E27FC236}">
                              <a16:creationId xmlns:a16="http://schemas.microsoft.com/office/drawing/2014/main" id="{BC47D3AB-16F8-468C-A293-D13A8AC8172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44" name="Flowchart: Connector 11243">
                          <a:extLst>
                            <a:ext uri="{FF2B5EF4-FFF2-40B4-BE49-F238E27FC236}">
                              <a16:creationId xmlns:a16="http://schemas.microsoft.com/office/drawing/2014/main" id="{41CC05C0-D597-48F7-81E3-C04A6AA7F1F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45" name="Flowchart: Connector 11244">
                          <a:extLst>
                            <a:ext uri="{FF2B5EF4-FFF2-40B4-BE49-F238E27FC236}">
                              <a16:creationId xmlns:a16="http://schemas.microsoft.com/office/drawing/2014/main" id="{108C6369-D3C5-4241-A02B-86495F1D194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46" name="Flowchart: Connector 11245">
                          <a:extLst>
                            <a:ext uri="{FF2B5EF4-FFF2-40B4-BE49-F238E27FC236}">
                              <a16:creationId xmlns:a16="http://schemas.microsoft.com/office/drawing/2014/main" id="{5BB81C71-3E85-4536-BE89-09A7833BDB7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47" name="Flowchart: Connector 11246">
                          <a:extLst>
                            <a:ext uri="{FF2B5EF4-FFF2-40B4-BE49-F238E27FC236}">
                              <a16:creationId xmlns:a16="http://schemas.microsoft.com/office/drawing/2014/main" id="{36706D75-8D60-49B8-9CDB-E7A37CD6352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48" name="Flowchart: Connector 11247">
                          <a:extLst>
                            <a:ext uri="{FF2B5EF4-FFF2-40B4-BE49-F238E27FC236}">
                              <a16:creationId xmlns:a16="http://schemas.microsoft.com/office/drawing/2014/main" id="{32136A4B-929E-4832-8A41-66C59A3FE81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49" name="Flowchart: Connector 11248">
                          <a:extLst>
                            <a:ext uri="{FF2B5EF4-FFF2-40B4-BE49-F238E27FC236}">
                              <a16:creationId xmlns:a16="http://schemas.microsoft.com/office/drawing/2014/main" id="{0AFE4EFC-6349-4174-96A8-55F0A56BF9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250" name="3D Model 11249" descr="Sphere">
                              <a:extLst>
                                <a:ext uri="{FF2B5EF4-FFF2-40B4-BE49-F238E27FC236}">
                                  <a16:creationId xmlns:a16="http://schemas.microsoft.com/office/drawing/2014/main" id="{A1D04F89-B1B5-4571-8611-0E074B19E1F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92945786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251" name="Flowchart: Connector 11250">
                          <a:extLst>
                            <a:ext uri="{FF2B5EF4-FFF2-40B4-BE49-F238E27FC236}">
                              <a16:creationId xmlns:a16="http://schemas.microsoft.com/office/drawing/2014/main" id="{969CF464-C5A5-44B7-B710-C7B9F130FB7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252" name="3D Model 11251" descr="Sphere">
                              <a:extLst>
                                <a:ext uri="{FF2B5EF4-FFF2-40B4-BE49-F238E27FC236}">
                                  <a16:creationId xmlns:a16="http://schemas.microsoft.com/office/drawing/2014/main" id="{6E17C3B8-4518-44D3-8708-D46303FFB55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4052730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253" name="Flowchart: Connector 11252">
                          <a:extLst>
                            <a:ext uri="{FF2B5EF4-FFF2-40B4-BE49-F238E27FC236}">
                              <a16:creationId xmlns:a16="http://schemas.microsoft.com/office/drawing/2014/main" id="{FF28B547-C6CB-4D63-AA9F-6FC32229B7C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254" name="3D Model 11253" descr="Sphere">
                              <a:extLst>
                                <a:ext uri="{FF2B5EF4-FFF2-40B4-BE49-F238E27FC236}">
                                  <a16:creationId xmlns:a16="http://schemas.microsoft.com/office/drawing/2014/main" id="{E42F8A8C-7AE8-422B-A741-5E545CF0B11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67815109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255" name="Flowchart: Connector 11254">
                          <a:extLst>
                            <a:ext uri="{FF2B5EF4-FFF2-40B4-BE49-F238E27FC236}">
                              <a16:creationId xmlns:a16="http://schemas.microsoft.com/office/drawing/2014/main" id="{34AD3B1E-ADA3-4882-A68D-A6DB7CFA475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256" name="3D Model 11255" descr="Sphere">
                              <a:extLst>
                                <a:ext uri="{FF2B5EF4-FFF2-40B4-BE49-F238E27FC236}">
                                  <a16:creationId xmlns:a16="http://schemas.microsoft.com/office/drawing/2014/main" id="{64DB486F-ECE0-4456-9EB3-410A9321C7E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91233553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1092" name="Group 11091">
                      <a:extLst>
                        <a:ext uri="{FF2B5EF4-FFF2-40B4-BE49-F238E27FC236}">
                          <a16:creationId xmlns:a16="http://schemas.microsoft.com/office/drawing/2014/main" id="{B5E870E6-DA6F-451D-B302-C816AA5122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1233" name="Flowchart: Connector 11232">
                        <a:extLst>
                          <a:ext uri="{FF2B5EF4-FFF2-40B4-BE49-F238E27FC236}">
                            <a16:creationId xmlns:a16="http://schemas.microsoft.com/office/drawing/2014/main" id="{DF127068-0B01-47CF-B953-7E5DDB725F9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234" name="Flowchart: Connector 11233">
                        <a:extLst>
                          <a:ext uri="{FF2B5EF4-FFF2-40B4-BE49-F238E27FC236}">
                            <a16:creationId xmlns:a16="http://schemas.microsoft.com/office/drawing/2014/main" id="{F7145B2A-7DF3-4424-AB3C-5B7C90775B1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235" name="Flowchart: Connector 11234">
                        <a:extLst>
                          <a:ext uri="{FF2B5EF4-FFF2-40B4-BE49-F238E27FC236}">
                            <a16:creationId xmlns:a16="http://schemas.microsoft.com/office/drawing/2014/main" id="{D3490ACC-A691-45E7-8340-64B2238F5A5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1093" name="Flowchart: Connector 11092">
                      <a:extLst>
                        <a:ext uri="{FF2B5EF4-FFF2-40B4-BE49-F238E27FC236}">
                          <a16:creationId xmlns:a16="http://schemas.microsoft.com/office/drawing/2014/main" id="{21A93F14-0DEB-428B-B8F8-ED37D4C7C95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1094" name="Flowchart: Connector 11093">
                      <a:extLst>
                        <a:ext uri="{FF2B5EF4-FFF2-40B4-BE49-F238E27FC236}">
                          <a16:creationId xmlns:a16="http://schemas.microsoft.com/office/drawing/2014/main" id="{8811904E-8061-4DF4-9583-FD16C7D3178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1095" name="Group 11094">
                      <a:extLst>
                        <a:ext uri="{FF2B5EF4-FFF2-40B4-BE49-F238E27FC236}">
                          <a16:creationId xmlns:a16="http://schemas.microsoft.com/office/drawing/2014/main" id="{178E2C80-E1DB-4780-B162-F986CC60BFAB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11230" name="Flowchart: Connector 11229">
                        <a:extLst>
                          <a:ext uri="{FF2B5EF4-FFF2-40B4-BE49-F238E27FC236}">
                            <a16:creationId xmlns:a16="http://schemas.microsoft.com/office/drawing/2014/main" id="{2D75ECC6-D10F-4D29-88C4-5678B20797D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231" name="Flowchart: Connector 11230">
                        <a:extLst>
                          <a:ext uri="{FF2B5EF4-FFF2-40B4-BE49-F238E27FC236}">
                            <a16:creationId xmlns:a16="http://schemas.microsoft.com/office/drawing/2014/main" id="{2AA8FC51-93A1-4BA6-B3F4-957DCE383B8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232" name="Flowchart: Connector 11231">
                        <a:extLst>
                          <a:ext uri="{FF2B5EF4-FFF2-40B4-BE49-F238E27FC236}">
                            <a16:creationId xmlns:a16="http://schemas.microsoft.com/office/drawing/2014/main" id="{7154F7DA-1686-416B-ADDF-8165A4447F1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1096" name="Group 11095">
                      <a:extLst>
                        <a:ext uri="{FF2B5EF4-FFF2-40B4-BE49-F238E27FC236}">
                          <a16:creationId xmlns:a16="http://schemas.microsoft.com/office/drawing/2014/main" id="{BD05C1BE-0E46-4B2A-B6A9-C6E9199F2FF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11165" name="Group 11164">
                        <a:extLst>
                          <a:ext uri="{FF2B5EF4-FFF2-40B4-BE49-F238E27FC236}">
                            <a16:creationId xmlns:a16="http://schemas.microsoft.com/office/drawing/2014/main" id="{F6F78898-63A6-49B2-BAE1-679CA602C7E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11226" name="Flowchart: Connector 11225">
                          <a:extLst>
                            <a:ext uri="{FF2B5EF4-FFF2-40B4-BE49-F238E27FC236}">
                              <a16:creationId xmlns:a16="http://schemas.microsoft.com/office/drawing/2014/main" id="{17BBBCE0-3382-4DD4-AD1E-5442953C0F5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27" name="Flowchart: Connector 11226">
                          <a:extLst>
                            <a:ext uri="{FF2B5EF4-FFF2-40B4-BE49-F238E27FC236}">
                              <a16:creationId xmlns:a16="http://schemas.microsoft.com/office/drawing/2014/main" id="{AD4F6DEF-2E65-4CD4-A2EC-466C0312955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28" name="Flowchart: Connector 11227">
                          <a:extLst>
                            <a:ext uri="{FF2B5EF4-FFF2-40B4-BE49-F238E27FC236}">
                              <a16:creationId xmlns:a16="http://schemas.microsoft.com/office/drawing/2014/main" id="{23CB4773-4DA5-45F3-8839-C58D50876E6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229" name="Flowchart: Connector 11228">
                          <a:extLst>
                            <a:ext uri="{FF2B5EF4-FFF2-40B4-BE49-F238E27FC236}">
                              <a16:creationId xmlns:a16="http://schemas.microsoft.com/office/drawing/2014/main" id="{FB593661-2C7F-4BCE-8E90-7CD970742CA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166" name="Group 11165">
                        <a:extLst>
                          <a:ext uri="{FF2B5EF4-FFF2-40B4-BE49-F238E27FC236}">
                            <a16:creationId xmlns:a16="http://schemas.microsoft.com/office/drawing/2014/main" id="{FC400E6C-98D7-44FB-A11C-A42EC63A8A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11167" name="Group 11166">
                          <a:extLst>
                            <a:ext uri="{FF2B5EF4-FFF2-40B4-BE49-F238E27FC236}">
                              <a16:creationId xmlns:a16="http://schemas.microsoft.com/office/drawing/2014/main" id="{026CAEDD-696B-4678-929B-B7D0A47858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1218" name="Flowchart: Connector 11217">
                            <a:extLst>
                              <a:ext uri="{FF2B5EF4-FFF2-40B4-BE49-F238E27FC236}">
                                <a16:creationId xmlns:a16="http://schemas.microsoft.com/office/drawing/2014/main" id="{623EC5E8-3EA7-4287-9328-2BE0EFD1678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19" name="3D Model 11218" descr="Sphere">
                                <a:extLst>
                                  <a:ext uri="{FF2B5EF4-FFF2-40B4-BE49-F238E27FC236}">
                                    <a16:creationId xmlns:a16="http://schemas.microsoft.com/office/drawing/2014/main" id="{6C0A04DA-3A26-48FD-BB75-63C73BDD238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815858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20" name="Flowchart: Connector 11219">
                            <a:extLst>
                              <a:ext uri="{FF2B5EF4-FFF2-40B4-BE49-F238E27FC236}">
                                <a16:creationId xmlns:a16="http://schemas.microsoft.com/office/drawing/2014/main" id="{9311DCF5-41E0-4B93-B15C-15FB68782C7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21" name="3D Model 11220" descr="Sphere">
                                <a:extLst>
                                  <a:ext uri="{FF2B5EF4-FFF2-40B4-BE49-F238E27FC236}">
                                    <a16:creationId xmlns:a16="http://schemas.microsoft.com/office/drawing/2014/main" id="{BCDF6E69-0B72-4AE0-BE49-A2B81CD0DE0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2136744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22" name="Flowchart: Connector 11221">
                            <a:extLst>
                              <a:ext uri="{FF2B5EF4-FFF2-40B4-BE49-F238E27FC236}">
                                <a16:creationId xmlns:a16="http://schemas.microsoft.com/office/drawing/2014/main" id="{83441793-4484-481D-BDC5-789E7FC5236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23" name="3D Model 11222" descr="Sphere">
                                <a:extLst>
                                  <a:ext uri="{FF2B5EF4-FFF2-40B4-BE49-F238E27FC236}">
                                    <a16:creationId xmlns:a16="http://schemas.microsoft.com/office/drawing/2014/main" id="{FB2F11C2-D93A-4FF8-A832-BDF42233BC1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5926775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24" name="Flowchart: Connector 11223">
                            <a:extLst>
                              <a:ext uri="{FF2B5EF4-FFF2-40B4-BE49-F238E27FC236}">
                                <a16:creationId xmlns:a16="http://schemas.microsoft.com/office/drawing/2014/main" id="{CD8D44FE-6385-4D47-BBBD-7AD30BFF45F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25" name="3D Model 11224" descr="Sphere">
                                <a:extLst>
                                  <a:ext uri="{FF2B5EF4-FFF2-40B4-BE49-F238E27FC236}">
                                    <a16:creationId xmlns:a16="http://schemas.microsoft.com/office/drawing/2014/main" id="{BC388413-FD3F-460E-96E7-76B8234BE8E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3508378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168" name="Group 11167">
                          <a:extLst>
                            <a:ext uri="{FF2B5EF4-FFF2-40B4-BE49-F238E27FC236}">
                              <a16:creationId xmlns:a16="http://schemas.microsoft.com/office/drawing/2014/main" id="{B0D7B610-D4AC-4AE1-A3C5-4046DC9A574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1202" name="Flowchart: Connector 11201">
                            <a:extLst>
                              <a:ext uri="{FF2B5EF4-FFF2-40B4-BE49-F238E27FC236}">
                                <a16:creationId xmlns:a16="http://schemas.microsoft.com/office/drawing/2014/main" id="{2279C7B7-7A14-466B-91CC-1DB6ED78EA0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03" name="Flowchart: Connector 11202">
                            <a:extLst>
                              <a:ext uri="{FF2B5EF4-FFF2-40B4-BE49-F238E27FC236}">
                                <a16:creationId xmlns:a16="http://schemas.microsoft.com/office/drawing/2014/main" id="{BD625746-0EFE-4867-9328-9D00F98FC1C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04" name="Flowchart: Connector 11203">
                            <a:extLst>
                              <a:ext uri="{FF2B5EF4-FFF2-40B4-BE49-F238E27FC236}">
                                <a16:creationId xmlns:a16="http://schemas.microsoft.com/office/drawing/2014/main" id="{95A5CF52-08CA-4D46-981A-A0DB8653BC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05" name="Flowchart: Connector 11204">
                            <a:extLst>
                              <a:ext uri="{FF2B5EF4-FFF2-40B4-BE49-F238E27FC236}">
                                <a16:creationId xmlns:a16="http://schemas.microsoft.com/office/drawing/2014/main" id="{D000D856-92C5-40C8-B906-C85F4DF5FDB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06" name="Flowchart: Connector 11205">
                            <a:extLst>
                              <a:ext uri="{FF2B5EF4-FFF2-40B4-BE49-F238E27FC236}">
                                <a16:creationId xmlns:a16="http://schemas.microsoft.com/office/drawing/2014/main" id="{1EAC800F-20A8-4779-818A-C2308BD1FEB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07" name="Flowchart: Connector 11206">
                            <a:extLst>
                              <a:ext uri="{FF2B5EF4-FFF2-40B4-BE49-F238E27FC236}">
                                <a16:creationId xmlns:a16="http://schemas.microsoft.com/office/drawing/2014/main" id="{83A8B26F-9B43-4BF8-B9FB-F7A497A8B45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08" name="Flowchart: Connector 11207">
                            <a:extLst>
                              <a:ext uri="{FF2B5EF4-FFF2-40B4-BE49-F238E27FC236}">
                                <a16:creationId xmlns:a16="http://schemas.microsoft.com/office/drawing/2014/main" id="{090A4B08-46AA-46AD-91BF-9150ACD8884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09" name="Flowchart: Connector 11208">
                            <a:extLst>
                              <a:ext uri="{FF2B5EF4-FFF2-40B4-BE49-F238E27FC236}">
                                <a16:creationId xmlns:a16="http://schemas.microsoft.com/office/drawing/2014/main" id="{2B0889C1-552D-4D5E-A7EF-F192A799057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210" name="Flowchart: Connector 11209">
                            <a:extLst>
                              <a:ext uri="{FF2B5EF4-FFF2-40B4-BE49-F238E27FC236}">
                                <a16:creationId xmlns:a16="http://schemas.microsoft.com/office/drawing/2014/main" id="{1911E3D6-54D9-41B4-880A-FB82F0E1E3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11" name="3D Model 11210" descr="Sphere">
                                <a:extLst>
                                  <a:ext uri="{FF2B5EF4-FFF2-40B4-BE49-F238E27FC236}">
                                    <a16:creationId xmlns:a16="http://schemas.microsoft.com/office/drawing/2014/main" id="{D259D5F5-EB56-4495-AC6E-812F35DC1CF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344792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12" name="Flowchart: Connector 11211">
                            <a:extLst>
                              <a:ext uri="{FF2B5EF4-FFF2-40B4-BE49-F238E27FC236}">
                                <a16:creationId xmlns:a16="http://schemas.microsoft.com/office/drawing/2014/main" id="{AC6A1F54-3FE8-447B-82CA-DC6013740E8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13" name="3D Model 11212" descr="Sphere">
                                <a:extLst>
                                  <a:ext uri="{FF2B5EF4-FFF2-40B4-BE49-F238E27FC236}">
                                    <a16:creationId xmlns:a16="http://schemas.microsoft.com/office/drawing/2014/main" id="{2BBFF8E8-30D2-4E9C-9899-3AC693225CF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8108923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14" name="Flowchart: Connector 11213">
                            <a:extLst>
                              <a:ext uri="{FF2B5EF4-FFF2-40B4-BE49-F238E27FC236}">
                                <a16:creationId xmlns:a16="http://schemas.microsoft.com/office/drawing/2014/main" id="{9CABD130-0FCC-4DFD-A738-251CE8EB3AE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15" name="3D Model 11214" descr="Sphere">
                                <a:extLst>
                                  <a:ext uri="{FF2B5EF4-FFF2-40B4-BE49-F238E27FC236}">
                                    <a16:creationId xmlns:a16="http://schemas.microsoft.com/office/drawing/2014/main" id="{7BC71CF6-EA10-47B8-A005-259668B9B5D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2788126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16" name="Flowchart: Connector 11215">
                            <a:extLst>
                              <a:ext uri="{FF2B5EF4-FFF2-40B4-BE49-F238E27FC236}">
                                <a16:creationId xmlns:a16="http://schemas.microsoft.com/office/drawing/2014/main" id="{9ACC1B27-EBB3-452D-B469-216F755937E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17" name="3D Model 11216" descr="Sphere">
                                <a:extLst>
                                  <a:ext uri="{FF2B5EF4-FFF2-40B4-BE49-F238E27FC236}">
                                    <a16:creationId xmlns:a16="http://schemas.microsoft.com/office/drawing/2014/main" id="{A2088510-5FD8-4424-B689-08136ACD3D1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3823244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169" name="Group 11168">
                          <a:extLst>
                            <a:ext uri="{FF2B5EF4-FFF2-40B4-BE49-F238E27FC236}">
                              <a16:creationId xmlns:a16="http://schemas.microsoft.com/office/drawing/2014/main" id="{7956B85B-17A0-4A45-B405-A0F5D13CAF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1186" name="Flowchart: Connector 11185">
                            <a:extLst>
                              <a:ext uri="{FF2B5EF4-FFF2-40B4-BE49-F238E27FC236}">
                                <a16:creationId xmlns:a16="http://schemas.microsoft.com/office/drawing/2014/main" id="{3CF9F1E5-0CA9-4118-A2E9-CDB79AF92CA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87" name="Flowchart: Connector 11186">
                            <a:extLst>
                              <a:ext uri="{FF2B5EF4-FFF2-40B4-BE49-F238E27FC236}">
                                <a16:creationId xmlns:a16="http://schemas.microsoft.com/office/drawing/2014/main" id="{B29E1698-AA45-4051-845B-41DE517B00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88" name="Flowchart: Connector 11187">
                            <a:extLst>
                              <a:ext uri="{FF2B5EF4-FFF2-40B4-BE49-F238E27FC236}">
                                <a16:creationId xmlns:a16="http://schemas.microsoft.com/office/drawing/2014/main" id="{D122A113-87E7-4AFD-8BC2-EC4D8943701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89" name="Flowchart: Connector 11188">
                            <a:extLst>
                              <a:ext uri="{FF2B5EF4-FFF2-40B4-BE49-F238E27FC236}">
                                <a16:creationId xmlns:a16="http://schemas.microsoft.com/office/drawing/2014/main" id="{72B6437D-AE2E-413A-9D7F-B0F4E22D2D0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90" name="Flowchart: Connector 11189">
                            <a:extLst>
                              <a:ext uri="{FF2B5EF4-FFF2-40B4-BE49-F238E27FC236}">
                                <a16:creationId xmlns:a16="http://schemas.microsoft.com/office/drawing/2014/main" id="{C03056DD-7F67-407E-B331-7DC3C6585D9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91" name="Flowchart: Connector 11190">
                            <a:extLst>
                              <a:ext uri="{FF2B5EF4-FFF2-40B4-BE49-F238E27FC236}">
                                <a16:creationId xmlns:a16="http://schemas.microsoft.com/office/drawing/2014/main" id="{B8A14723-CF87-43E1-B351-FDEACF31808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92" name="Flowchart: Connector 11191">
                            <a:extLst>
                              <a:ext uri="{FF2B5EF4-FFF2-40B4-BE49-F238E27FC236}">
                                <a16:creationId xmlns:a16="http://schemas.microsoft.com/office/drawing/2014/main" id="{44E1F391-4611-479A-8697-A7EB563A54A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93" name="Flowchart: Connector 11192">
                            <a:extLst>
                              <a:ext uri="{FF2B5EF4-FFF2-40B4-BE49-F238E27FC236}">
                                <a16:creationId xmlns:a16="http://schemas.microsoft.com/office/drawing/2014/main" id="{B6CDEE51-9E95-46FA-8792-A343D3AAECB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194" name="Flowchart: Connector 11193">
                            <a:extLst>
                              <a:ext uri="{FF2B5EF4-FFF2-40B4-BE49-F238E27FC236}">
                                <a16:creationId xmlns:a16="http://schemas.microsoft.com/office/drawing/2014/main" id="{061AF63D-205B-40AB-AAB6-B89BE500775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95" name="3D Model 11194" descr="Sphere">
                                <a:extLst>
                                  <a:ext uri="{FF2B5EF4-FFF2-40B4-BE49-F238E27FC236}">
                                    <a16:creationId xmlns:a16="http://schemas.microsoft.com/office/drawing/2014/main" id="{FB935C58-564D-4EFE-8058-1F61D100C27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35681060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96" name="Flowchart: Connector 11195">
                            <a:extLst>
                              <a:ext uri="{FF2B5EF4-FFF2-40B4-BE49-F238E27FC236}">
                                <a16:creationId xmlns:a16="http://schemas.microsoft.com/office/drawing/2014/main" id="{07C45D08-7C4D-4868-82B4-435D0C34BB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97" name="3D Model 11196" descr="Sphere">
                                <a:extLst>
                                  <a:ext uri="{FF2B5EF4-FFF2-40B4-BE49-F238E27FC236}">
                                    <a16:creationId xmlns:a16="http://schemas.microsoft.com/office/drawing/2014/main" id="{FE8E554C-32AA-41E3-8786-36FE6CAFF2A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7755136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198" name="Flowchart: Connector 11197">
                            <a:extLst>
                              <a:ext uri="{FF2B5EF4-FFF2-40B4-BE49-F238E27FC236}">
                                <a16:creationId xmlns:a16="http://schemas.microsoft.com/office/drawing/2014/main" id="{B00CF79E-77C0-4EFA-8E7C-79EB603348A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199" name="3D Model 11198" descr="Sphere">
                                <a:extLst>
                                  <a:ext uri="{FF2B5EF4-FFF2-40B4-BE49-F238E27FC236}">
                                    <a16:creationId xmlns:a16="http://schemas.microsoft.com/office/drawing/2014/main" id="{6EB5B588-D4B4-49B1-8128-CDAFA282608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8304238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200" name="Flowchart: Connector 11199">
                            <a:extLst>
                              <a:ext uri="{FF2B5EF4-FFF2-40B4-BE49-F238E27FC236}">
                                <a16:creationId xmlns:a16="http://schemas.microsoft.com/office/drawing/2014/main" id="{320B7E90-015B-41DC-BF0B-2501A167E5F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201" name="3D Model 11200" descr="Sphere">
                                <a:extLst>
                                  <a:ext uri="{FF2B5EF4-FFF2-40B4-BE49-F238E27FC236}">
                                    <a16:creationId xmlns:a16="http://schemas.microsoft.com/office/drawing/2014/main" id="{A3B1D7B2-CE78-4139-837C-13BE5248EFB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8429681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170" name="Flowchart: Connector 11169">
                          <a:extLst>
                            <a:ext uri="{FF2B5EF4-FFF2-40B4-BE49-F238E27FC236}">
                              <a16:creationId xmlns:a16="http://schemas.microsoft.com/office/drawing/2014/main" id="{414F7A07-FE86-4296-AD63-163F416A35C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71" name="Flowchart: Connector 11170">
                          <a:extLst>
                            <a:ext uri="{FF2B5EF4-FFF2-40B4-BE49-F238E27FC236}">
                              <a16:creationId xmlns:a16="http://schemas.microsoft.com/office/drawing/2014/main" id="{4BCB5564-136B-45B9-A138-FAC0576AC9E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72" name="Flowchart: Connector 11171">
                          <a:extLst>
                            <a:ext uri="{FF2B5EF4-FFF2-40B4-BE49-F238E27FC236}">
                              <a16:creationId xmlns:a16="http://schemas.microsoft.com/office/drawing/2014/main" id="{AB503E8D-E22B-4AE3-B2D2-EECAD73438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73" name="Flowchart: Connector 11172">
                          <a:extLst>
                            <a:ext uri="{FF2B5EF4-FFF2-40B4-BE49-F238E27FC236}">
                              <a16:creationId xmlns:a16="http://schemas.microsoft.com/office/drawing/2014/main" id="{C004307F-02D8-4661-949A-B93321A11AA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74" name="Flowchart: Connector 11173">
                          <a:extLst>
                            <a:ext uri="{FF2B5EF4-FFF2-40B4-BE49-F238E27FC236}">
                              <a16:creationId xmlns:a16="http://schemas.microsoft.com/office/drawing/2014/main" id="{5E58CE32-A2BB-42A2-9329-0D74F7D6D44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75" name="Flowchart: Connector 11174">
                          <a:extLst>
                            <a:ext uri="{FF2B5EF4-FFF2-40B4-BE49-F238E27FC236}">
                              <a16:creationId xmlns:a16="http://schemas.microsoft.com/office/drawing/2014/main" id="{4DE63409-1C69-4586-B60B-6E1AED4C13D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76" name="Flowchart: Connector 11175">
                          <a:extLst>
                            <a:ext uri="{FF2B5EF4-FFF2-40B4-BE49-F238E27FC236}">
                              <a16:creationId xmlns:a16="http://schemas.microsoft.com/office/drawing/2014/main" id="{6B3BC0D3-9B33-4F84-B37B-578B1981EEA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77" name="Flowchart: Connector 11176">
                          <a:extLst>
                            <a:ext uri="{FF2B5EF4-FFF2-40B4-BE49-F238E27FC236}">
                              <a16:creationId xmlns:a16="http://schemas.microsoft.com/office/drawing/2014/main" id="{B7C9317A-E5A7-44D0-8A9D-E00B6BF6BA4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78" name="Flowchart: Connector 11177">
                          <a:extLst>
                            <a:ext uri="{FF2B5EF4-FFF2-40B4-BE49-F238E27FC236}">
                              <a16:creationId xmlns:a16="http://schemas.microsoft.com/office/drawing/2014/main" id="{AF7F42DE-92E8-452F-9AA4-EE6053DA62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79" name="3D Model 11178" descr="Sphere">
                              <a:extLst>
                                <a:ext uri="{FF2B5EF4-FFF2-40B4-BE49-F238E27FC236}">
                                  <a16:creationId xmlns:a16="http://schemas.microsoft.com/office/drawing/2014/main" id="{E753C840-FD9E-40A0-8FFB-5DD49F15E32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63791923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80" name="Flowchart: Connector 11179">
                          <a:extLst>
                            <a:ext uri="{FF2B5EF4-FFF2-40B4-BE49-F238E27FC236}">
                              <a16:creationId xmlns:a16="http://schemas.microsoft.com/office/drawing/2014/main" id="{F382BD9E-812A-4ADD-A4D1-AEDC4304A6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81" name="3D Model 11180" descr="Sphere">
                              <a:extLst>
                                <a:ext uri="{FF2B5EF4-FFF2-40B4-BE49-F238E27FC236}">
                                  <a16:creationId xmlns:a16="http://schemas.microsoft.com/office/drawing/2014/main" id="{DD1D02F7-FDA5-4F13-8EF8-8419E227B47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15443423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82" name="Flowchart: Connector 11181">
                          <a:extLst>
                            <a:ext uri="{FF2B5EF4-FFF2-40B4-BE49-F238E27FC236}">
                              <a16:creationId xmlns:a16="http://schemas.microsoft.com/office/drawing/2014/main" id="{5F504BC0-6AA3-4592-A44D-6F97DD06AD1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83" name="3D Model 11182" descr="Sphere">
                              <a:extLst>
                                <a:ext uri="{FF2B5EF4-FFF2-40B4-BE49-F238E27FC236}">
                                  <a16:creationId xmlns:a16="http://schemas.microsoft.com/office/drawing/2014/main" id="{C019CD7A-872E-4E5A-87A3-7E1B0F4B735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14846933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84" name="Flowchart: Connector 11183">
                          <a:extLst>
                            <a:ext uri="{FF2B5EF4-FFF2-40B4-BE49-F238E27FC236}">
                              <a16:creationId xmlns:a16="http://schemas.microsoft.com/office/drawing/2014/main" id="{7EF615C4-1871-45A6-BF05-CE1FD2FAA8F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85" name="3D Model 11184" descr="Sphere">
                              <a:extLst>
                                <a:ext uri="{FF2B5EF4-FFF2-40B4-BE49-F238E27FC236}">
                                  <a16:creationId xmlns:a16="http://schemas.microsoft.com/office/drawing/2014/main" id="{FAC18483-E7C6-42E1-B95E-75249CC9E2F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67044186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11097" name="Flowchart: Connector 11096">
                      <a:extLst>
                        <a:ext uri="{FF2B5EF4-FFF2-40B4-BE49-F238E27FC236}">
                          <a16:creationId xmlns:a16="http://schemas.microsoft.com/office/drawing/2014/main" id="{04341A09-0237-4CFE-8C06-AFA69D83DD1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098" name="Flowchart: Connector 11097">
                      <a:extLst>
                        <a:ext uri="{FF2B5EF4-FFF2-40B4-BE49-F238E27FC236}">
                          <a16:creationId xmlns:a16="http://schemas.microsoft.com/office/drawing/2014/main" id="{0E7DD49B-A025-4F1F-BCFA-D7217AE6E77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099" name="Flowchart: Connector 11098">
                      <a:extLst>
                        <a:ext uri="{FF2B5EF4-FFF2-40B4-BE49-F238E27FC236}">
                          <a16:creationId xmlns:a16="http://schemas.microsoft.com/office/drawing/2014/main" id="{38737BB3-F675-43A5-92D1-631F116BFD9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100" name="Flowchart: Connector 11099">
                      <a:extLst>
                        <a:ext uri="{FF2B5EF4-FFF2-40B4-BE49-F238E27FC236}">
                          <a16:creationId xmlns:a16="http://schemas.microsoft.com/office/drawing/2014/main" id="{5F30A390-FA3A-4365-8816-07F98149583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101" name="Flowchart: Connector 11100">
                      <a:extLst>
                        <a:ext uri="{FF2B5EF4-FFF2-40B4-BE49-F238E27FC236}">
                          <a16:creationId xmlns:a16="http://schemas.microsoft.com/office/drawing/2014/main" id="{B6050D8A-2C34-4ED2-A6A8-F8E9B072BAA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102" name="Flowchart: Connector 11101">
                      <a:extLst>
                        <a:ext uri="{FF2B5EF4-FFF2-40B4-BE49-F238E27FC236}">
                          <a16:creationId xmlns:a16="http://schemas.microsoft.com/office/drawing/2014/main" id="{605B794B-E22D-4498-AD46-39ACE9CBC9A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1103" name="Flowchart: Connector 11102">
                      <a:extLst>
                        <a:ext uri="{FF2B5EF4-FFF2-40B4-BE49-F238E27FC236}">
                          <a16:creationId xmlns:a16="http://schemas.microsoft.com/office/drawing/2014/main" id="{B219DA99-D923-4E98-A2B4-5EDE614D400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1104" name="Flowchart: Connector 11103">
                      <a:extLst>
                        <a:ext uri="{FF2B5EF4-FFF2-40B4-BE49-F238E27FC236}">
                          <a16:creationId xmlns:a16="http://schemas.microsoft.com/office/drawing/2014/main" id="{3190A380-A977-4D98-A75D-FD1C61AC475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11105" name="Group 11104">
                      <a:extLst>
                        <a:ext uri="{FF2B5EF4-FFF2-40B4-BE49-F238E27FC236}">
                          <a16:creationId xmlns:a16="http://schemas.microsoft.com/office/drawing/2014/main" id="{39D8EA60-41E0-4AC8-9595-75E96C3DAA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11106" name="Group 11105">
                        <a:extLst>
                          <a:ext uri="{FF2B5EF4-FFF2-40B4-BE49-F238E27FC236}">
                            <a16:creationId xmlns:a16="http://schemas.microsoft.com/office/drawing/2014/main" id="{8D0A6851-2DF0-4ADC-BBC3-14D440CC96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11157" name="Flowchart: Connector 11156">
                          <a:extLst>
                            <a:ext uri="{FF2B5EF4-FFF2-40B4-BE49-F238E27FC236}">
                              <a16:creationId xmlns:a16="http://schemas.microsoft.com/office/drawing/2014/main" id="{2A845CA7-C3D9-46F2-81C2-18E84E16F1B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58" name="3D Model 11157" descr="Sphere">
                              <a:extLst>
                                <a:ext uri="{FF2B5EF4-FFF2-40B4-BE49-F238E27FC236}">
                                  <a16:creationId xmlns:a16="http://schemas.microsoft.com/office/drawing/2014/main" id="{72353D49-86F0-4904-9CD5-C5D0137B20E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3237770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59" name="Flowchart: Connector 11158">
                          <a:extLst>
                            <a:ext uri="{FF2B5EF4-FFF2-40B4-BE49-F238E27FC236}">
                              <a16:creationId xmlns:a16="http://schemas.microsoft.com/office/drawing/2014/main" id="{762EB1CE-20A4-4FD8-B2F5-937105BCFCE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60" name="3D Model 11159" descr="Sphere">
                              <a:extLst>
                                <a:ext uri="{FF2B5EF4-FFF2-40B4-BE49-F238E27FC236}">
                                  <a16:creationId xmlns:a16="http://schemas.microsoft.com/office/drawing/2014/main" id="{87CE5F68-AE76-42BC-95B3-5D0076BFB75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5626922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61" name="Flowchart: Connector 11160">
                          <a:extLst>
                            <a:ext uri="{FF2B5EF4-FFF2-40B4-BE49-F238E27FC236}">
                              <a16:creationId xmlns:a16="http://schemas.microsoft.com/office/drawing/2014/main" id="{826CEE31-3B16-4F30-9F58-9FC5FCE9DB0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62" name="3D Model 11161" descr="Sphere">
                              <a:extLst>
                                <a:ext uri="{FF2B5EF4-FFF2-40B4-BE49-F238E27FC236}">
                                  <a16:creationId xmlns:a16="http://schemas.microsoft.com/office/drawing/2014/main" id="{B9456F9A-482A-47E0-9E5E-1385677105D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0927437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63" name="Flowchart: Connector 11162">
                          <a:extLst>
                            <a:ext uri="{FF2B5EF4-FFF2-40B4-BE49-F238E27FC236}">
                              <a16:creationId xmlns:a16="http://schemas.microsoft.com/office/drawing/2014/main" id="{952119D0-B09B-4438-8670-AD499AC19ED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64" name="3D Model 11163" descr="Sphere">
                              <a:extLst>
                                <a:ext uri="{FF2B5EF4-FFF2-40B4-BE49-F238E27FC236}">
                                  <a16:creationId xmlns:a16="http://schemas.microsoft.com/office/drawing/2014/main" id="{E41BF51E-CEC9-42D0-A000-8FC3677C027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1465823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1107" name="Group 11106">
                        <a:extLst>
                          <a:ext uri="{FF2B5EF4-FFF2-40B4-BE49-F238E27FC236}">
                            <a16:creationId xmlns:a16="http://schemas.microsoft.com/office/drawing/2014/main" id="{E1BA1AE7-C397-4EE5-87DE-95CD767AA2F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11141" name="Flowchart: Connector 11140">
                          <a:extLst>
                            <a:ext uri="{FF2B5EF4-FFF2-40B4-BE49-F238E27FC236}">
                              <a16:creationId xmlns:a16="http://schemas.microsoft.com/office/drawing/2014/main" id="{B60C3BD9-5B72-4BA2-8DBE-19978EDD20E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42" name="Flowchart: Connector 11141">
                          <a:extLst>
                            <a:ext uri="{FF2B5EF4-FFF2-40B4-BE49-F238E27FC236}">
                              <a16:creationId xmlns:a16="http://schemas.microsoft.com/office/drawing/2014/main" id="{DDF348B1-4A5E-424D-B540-DA4DD7EA98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43" name="Flowchart: Connector 11142">
                          <a:extLst>
                            <a:ext uri="{FF2B5EF4-FFF2-40B4-BE49-F238E27FC236}">
                              <a16:creationId xmlns:a16="http://schemas.microsoft.com/office/drawing/2014/main" id="{73CCD101-064B-452C-A7B9-A79617AE562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44" name="Flowchart: Connector 11143">
                          <a:extLst>
                            <a:ext uri="{FF2B5EF4-FFF2-40B4-BE49-F238E27FC236}">
                              <a16:creationId xmlns:a16="http://schemas.microsoft.com/office/drawing/2014/main" id="{7F72D152-2CC0-48A7-B463-9FC0C299873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45" name="Flowchart: Connector 11144">
                          <a:extLst>
                            <a:ext uri="{FF2B5EF4-FFF2-40B4-BE49-F238E27FC236}">
                              <a16:creationId xmlns:a16="http://schemas.microsoft.com/office/drawing/2014/main" id="{73184059-2C31-465F-BE23-16A257A325E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46" name="Flowchart: Connector 11145">
                          <a:extLst>
                            <a:ext uri="{FF2B5EF4-FFF2-40B4-BE49-F238E27FC236}">
                              <a16:creationId xmlns:a16="http://schemas.microsoft.com/office/drawing/2014/main" id="{026D2E0C-9040-41B8-B856-FC31306C82C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47" name="Flowchart: Connector 11146">
                          <a:extLst>
                            <a:ext uri="{FF2B5EF4-FFF2-40B4-BE49-F238E27FC236}">
                              <a16:creationId xmlns:a16="http://schemas.microsoft.com/office/drawing/2014/main" id="{1375C5B8-2583-457A-B70B-91E65637979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48" name="Flowchart: Connector 11147">
                          <a:extLst>
                            <a:ext uri="{FF2B5EF4-FFF2-40B4-BE49-F238E27FC236}">
                              <a16:creationId xmlns:a16="http://schemas.microsoft.com/office/drawing/2014/main" id="{B95B9F2C-2E04-400D-B49E-87E00BC6E5F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49" name="Flowchart: Connector 11148">
                          <a:extLst>
                            <a:ext uri="{FF2B5EF4-FFF2-40B4-BE49-F238E27FC236}">
                              <a16:creationId xmlns:a16="http://schemas.microsoft.com/office/drawing/2014/main" id="{F5FA81BA-D0FE-4A2A-8F57-D02D72B4DF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50" name="3D Model 11149" descr="Sphere">
                              <a:extLst>
                                <a:ext uri="{FF2B5EF4-FFF2-40B4-BE49-F238E27FC236}">
                                  <a16:creationId xmlns:a16="http://schemas.microsoft.com/office/drawing/2014/main" id="{6B9BA882-580B-4226-B8C0-1BFD63D1820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41479105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51" name="Flowchart: Connector 11150">
                          <a:extLst>
                            <a:ext uri="{FF2B5EF4-FFF2-40B4-BE49-F238E27FC236}">
                              <a16:creationId xmlns:a16="http://schemas.microsoft.com/office/drawing/2014/main" id="{9951CE1E-265D-4BBD-AAF4-73FEBDB9F5D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52" name="3D Model 11151" descr="Sphere">
                              <a:extLst>
                                <a:ext uri="{FF2B5EF4-FFF2-40B4-BE49-F238E27FC236}">
                                  <a16:creationId xmlns:a16="http://schemas.microsoft.com/office/drawing/2014/main" id="{46DFBC69-4178-4688-8983-2C274B5C722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3387837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53" name="Flowchart: Connector 11152">
                          <a:extLst>
                            <a:ext uri="{FF2B5EF4-FFF2-40B4-BE49-F238E27FC236}">
                              <a16:creationId xmlns:a16="http://schemas.microsoft.com/office/drawing/2014/main" id="{66022159-8FA4-47E5-9CE0-7EA9D40575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54" name="3D Model 11153" descr="Sphere">
                              <a:extLst>
                                <a:ext uri="{FF2B5EF4-FFF2-40B4-BE49-F238E27FC236}">
                                  <a16:creationId xmlns:a16="http://schemas.microsoft.com/office/drawing/2014/main" id="{69DADDEF-ED64-4B94-BACE-EF4E29F9EC2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4609373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55" name="Flowchart: Connector 11154">
                          <a:extLst>
                            <a:ext uri="{FF2B5EF4-FFF2-40B4-BE49-F238E27FC236}">
                              <a16:creationId xmlns:a16="http://schemas.microsoft.com/office/drawing/2014/main" id="{A30F4A81-F1ED-4DF5-B4FA-133F20D18E2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56" name="3D Model 11155" descr="Sphere">
                              <a:extLst>
                                <a:ext uri="{FF2B5EF4-FFF2-40B4-BE49-F238E27FC236}">
                                  <a16:creationId xmlns:a16="http://schemas.microsoft.com/office/drawing/2014/main" id="{397CA6C3-8E8A-4D8E-96DA-75E695E722A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4247253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1108" name="Group 11107">
                        <a:extLst>
                          <a:ext uri="{FF2B5EF4-FFF2-40B4-BE49-F238E27FC236}">
                            <a16:creationId xmlns:a16="http://schemas.microsoft.com/office/drawing/2014/main" id="{70EB4ED3-D393-466A-8C0C-60BAA596A3C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11125" name="Flowchart: Connector 11124">
                          <a:extLst>
                            <a:ext uri="{FF2B5EF4-FFF2-40B4-BE49-F238E27FC236}">
                              <a16:creationId xmlns:a16="http://schemas.microsoft.com/office/drawing/2014/main" id="{008AC8BB-E8D6-4B38-99C1-9FFBFBBE505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26" name="Flowchart: Connector 11125">
                          <a:extLst>
                            <a:ext uri="{FF2B5EF4-FFF2-40B4-BE49-F238E27FC236}">
                              <a16:creationId xmlns:a16="http://schemas.microsoft.com/office/drawing/2014/main" id="{B7FFE9A6-5789-4DCF-B1A7-F2C90B6A0F6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27" name="Flowchart: Connector 11126">
                          <a:extLst>
                            <a:ext uri="{FF2B5EF4-FFF2-40B4-BE49-F238E27FC236}">
                              <a16:creationId xmlns:a16="http://schemas.microsoft.com/office/drawing/2014/main" id="{E4C46A96-6797-465F-AA2A-D12A08791B0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28" name="Flowchart: Connector 11127">
                          <a:extLst>
                            <a:ext uri="{FF2B5EF4-FFF2-40B4-BE49-F238E27FC236}">
                              <a16:creationId xmlns:a16="http://schemas.microsoft.com/office/drawing/2014/main" id="{C27721B5-5490-4149-905D-88909E854A5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29" name="Flowchart: Connector 11128">
                          <a:extLst>
                            <a:ext uri="{FF2B5EF4-FFF2-40B4-BE49-F238E27FC236}">
                              <a16:creationId xmlns:a16="http://schemas.microsoft.com/office/drawing/2014/main" id="{3CC12931-1D1B-4364-9659-C031EB8E105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30" name="Flowchart: Connector 11129">
                          <a:extLst>
                            <a:ext uri="{FF2B5EF4-FFF2-40B4-BE49-F238E27FC236}">
                              <a16:creationId xmlns:a16="http://schemas.microsoft.com/office/drawing/2014/main" id="{A1ABB574-A369-487C-9A4B-0F33F76AA2F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31" name="Flowchart: Connector 11130">
                          <a:extLst>
                            <a:ext uri="{FF2B5EF4-FFF2-40B4-BE49-F238E27FC236}">
                              <a16:creationId xmlns:a16="http://schemas.microsoft.com/office/drawing/2014/main" id="{E9654FD9-A230-4489-87C8-CD5E96E881F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32" name="Flowchart: Connector 11131">
                          <a:extLst>
                            <a:ext uri="{FF2B5EF4-FFF2-40B4-BE49-F238E27FC236}">
                              <a16:creationId xmlns:a16="http://schemas.microsoft.com/office/drawing/2014/main" id="{7DA19099-D910-4D7A-993C-6B1F25E485A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133" name="Flowchart: Connector 11132">
                          <a:extLst>
                            <a:ext uri="{FF2B5EF4-FFF2-40B4-BE49-F238E27FC236}">
                              <a16:creationId xmlns:a16="http://schemas.microsoft.com/office/drawing/2014/main" id="{D3537C23-A2DE-43C3-8FBE-E2055F2C872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34" name="3D Model 11133" descr="Sphere">
                              <a:extLst>
                                <a:ext uri="{FF2B5EF4-FFF2-40B4-BE49-F238E27FC236}">
                                  <a16:creationId xmlns:a16="http://schemas.microsoft.com/office/drawing/2014/main" id="{BDF2A992-85F1-43C3-A817-A0B38486BCC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67966597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35" name="Flowchart: Connector 11134">
                          <a:extLst>
                            <a:ext uri="{FF2B5EF4-FFF2-40B4-BE49-F238E27FC236}">
                              <a16:creationId xmlns:a16="http://schemas.microsoft.com/office/drawing/2014/main" id="{6BF17754-F34B-41F3-AC69-BE35F15F7C2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36" name="3D Model 11135" descr="Sphere">
                              <a:extLst>
                                <a:ext uri="{FF2B5EF4-FFF2-40B4-BE49-F238E27FC236}">
                                  <a16:creationId xmlns:a16="http://schemas.microsoft.com/office/drawing/2014/main" id="{C9C13EF5-DC69-4127-A95F-F4FA1A17686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9397370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37" name="Flowchart: Connector 11136">
                          <a:extLst>
                            <a:ext uri="{FF2B5EF4-FFF2-40B4-BE49-F238E27FC236}">
                              <a16:creationId xmlns:a16="http://schemas.microsoft.com/office/drawing/2014/main" id="{DE2E4E1C-4F94-451C-8731-6968C043536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38" name="3D Model 11137" descr="Sphere">
                              <a:extLst>
                                <a:ext uri="{FF2B5EF4-FFF2-40B4-BE49-F238E27FC236}">
                                  <a16:creationId xmlns:a16="http://schemas.microsoft.com/office/drawing/2014/main" id="{3A4DC653-796D-4854-B6CF-5B950614E21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6416620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139" name="Flowchart: Connector 11138">
                          <a:extLst>
                            <a:ext uri="{FF2B5EF4-FFF2-40B4-BE49-F238E27FC236}">
                              <a16:creationId xmlns:a16="http://schemas.microsoft.com/office/drawing/2014/main" id="{85329882-299E-46FF-BF85-63FA2317842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140" name="3D Model 11139" descr="Sphere">
                              <a:extLst>
                                <a:ext uri="{FF2B5EF4-FFF2-40B4-BE49-F238E27FC236}">
                                  <a16:creationId xmlns:a16="http://schemas.microsoft.com/office/drawing/2014/main" id="{BA131523-2EFE-4020-A40C-40CDA58AC75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4977246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1109" name="Flowchart: Connector 11108">
                        <a:extLst>
                          <a:ext uri="{FF2B5EF4-FFF2-40B4-BE49-F238E27FC236}">
                            <a16:creationId xmlns:a16="http://schemas.microsoft.com/office/drawing/2014/main" id="{58575D6F-C0B4-4860-BFEB-D533B052F8D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10" name="Flowchart: Connector 11109">
                        <a:extLst>
                          <a:ext uri="{FF2B5EF4-FFF2-40B4-BE49-F238E27FC236}">
                            <a16:creationId xmlns:a16="http://schemas.microsoft.com/office/drawing/2014/main" id="{1FFD7452-E1F3-423A-A575-694EF81BB8C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11" name="Flowchart: Connector 11110">
                        <a:extLst>
                          <a:ext uri="{FF2B5EF4-FFF2-40B4-BE49-F238E27FC236}">
                            <a16:creationId xmlns:a16="http://schemas.microsoft.com/office/drawing/2014/main" id="{7803AEE8-727F-4865-BBC0-509425E8C8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12" name="Flowchart: Connector 11111">
                        <a:extLst>
                          <a:ext uri="{FF2B5EF4-FFF2-40B4-BE49-F238E27FC236}">
                            <a16:creationId xmlns:a16="http://schemas.microsoft.com/office/drawing/2014/main" id="{18B12495-B7AC-497D-816B-818D3E5E297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13" name="Flowchart: Connector 11112">
                        <a:extLst>
                          <a:ext uri="{FF2B5EF4-FFF2-40B4-BE49-F238E27FC236}">
                            <a16:creationId xmlns:a16="http://schemas.microsoft.com/office/drawing/2014/main" id="{0177FE69-8F62-4FDE-9753-1EFCE7B64C4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14" name="Flowchart: Connector 11113">
                        <a:extLst>
                          <a:ext uri="{FF2B5EF4-FFF2-40B4-BE49-F238E27FC236}">
                            <a16:creationId xmlns:a16="http://schemas.microsoft.com/office/drawing/2014/main" id="{B5DF09B2-0A78-456A-B482-6FEF92320B3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15" name="Flowchart: Connector 11114">
                        <a:extLst>
                          <a:ext uri="{FF2B5EF4-FFF2-40B4-BE49-F238E27FC236}">
                            <a16:creationId xmlns:a16="http://schemas.microsoft.com/office/drawing/2014/main" id="{E90B1009-8839-4075-A557-7524EB7459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16" name="Flowchart: Connector 11115">
                        <a:extLst>
                          <a:ext uri="{FF2B5EF4-FFF2-40B4-BE49-F238E27FC236}">
                            <a16:creationId xmlns:a16="http://schemas.microsoft.com/office/drawing/2014/main" id="{EF1EFF49-EE6F-4B27-A222-B04E2213128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117" name="Flowchart: Connector 11116">
                        <a:extLst>
                          <a:ext uri="{FF2B5EF4-FFF2-40B4-BE49-F238E27FC236}">
                            <a16:creationId xmlns:a16="http://schemas.microsoft.com/office/drawing/2014/main" id="{64994CD6-EB2F-4614-9E37-F55A7075C58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1118" name="3D Model 11117" descr="Sphere">
                            <a:extLst>
                              <a:ext uri="{FF2B5EF4-FFF2-40B4-BE49-F238E27FC236}">
                                <a16:creationId xmlns:a16="http://schemas.microsoft.com/office/drawing/2014/main" id="{DE78278F-A679-41DE-AFA1-1D1DAE19F55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00844856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1119" name="Flowchart: Connector 11118">
                        <a:extLst>
                          <a:ext uri="{FF2B5EF4-FFF2-40B4-BE49-F238E27FC236}">
                            <a16:creationId xmlns:a16="http://schemas.microsoft.com/office/drawing/2014/main" id="{369FB1E8-8047-4BEF-9222-A4E24FA6B0A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1120" name="3D Model 11119" descr="Sphere">
                            <a:extLst>
                              <a:ext uri="{FF2B5EF4-FFF2-40B4-BE49-F238E27FC236}">
                                <a16:creationId xmlns:a16="http://schemas.microsoft.com/office/drawing/2014/main" id="{2E6CF3CC-B240-4207-B0AB-8B5121536D1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74383467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1121" name="Flowchart: Connector 11120">
                        <a:extLst>
                          <a:ext uri="{FF2B5EF4-FFF2-40B4-BE49-F238E27FC236}">
                            <a16:creationId xmlns:a16="http://schemas.microsoft.com/office/drawing/2014/main" id="{37C2CA97-93DF-43F5-9FB8-538D0D027CA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1122" name="3D Model 11121" descr="Sphere">
                            <a:extLst>
                              <a:ext uri="{FF2B5EF4-FFF2-40B4-BE49-F238E27FC236}">
                                <a16:creationId xmlns:a16="http://schemas.microsoft.com/office/drawing/2014/main" id="{E2AEEDF7-96F5-4328-AC40-CCFAA8D1D7C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53134485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1123" name="Flowchart: Connector 11122">
                        <a:extLst>
                          <a:ext uri="{FF2B5EF4-FFF2-40B4-BE49-F238E27FC236}">
                            <a16:creationId xmlns:a16="http://schemas.microsoft.com/office/drawing/2014/main" id="{C7B9057E-BAFE-46E0-A03D-50560304FDD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1124" name="3D Model 11123" descr="Sphere">
                            <a:extLst>
                              <a:ext uri="{FF2B5EF4-FFF2-40B4-BE49-F238E27FC236}">
                                <a16:creationId xmlns:a16="http://schemas.microsoft.com/office/drawing/2014/main" id="{3B29A868-646C-4A38-ABF8-E46B553C655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41325562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1074" name="Freeform: Shape 11073">
                    <a:extLst>
                      <a:ext uri="{FF2B5EF4-FFF2-40B4-BE49-F238E27FC236}">
                        <a16:creationId xmlns:a16="http://schemas.microsoft.com/office/drawing/2014/main" id="{B0E02F0C-B24C-4219-BEEC-A8F3F0426430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075" name="Freeform: Shape 11074">
                    <a:extLst>
                      <a:ext uri="{FF2B5EF4-FFF2-40B4-BE49-F238E27FC236}">
                        <a16:creationId xmlns:a16="http://schemas.microsoft.com/office/drawing/2014/main" id="{5C017271-5CAB-4292-A821-669588ED443C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076" name="Freeform: Shape 11075">
                    <a:extLst>
                      <a:ext uri="{FF2B5EF4-FFF2-40B4-BE49-F238E27FC236}">
                        <a16:creationId xmlns:a16="http://schemas.microsoft.com/office/drawing/2014/main" id="{23E5EEC0-0F34-4F39-AE12-7E7AD70272F1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077" name="Freeform: Shape 11076">
                    <a:extLst>
                      <a:ext uri="{FF2B5EF4-FFF2-40B4-BE49-F238E27FC236}">
                        <a16:creationId xmlns:a16="http://schemas.microsoft.com/office/drawing/2014/main" id="{AA848DCE-1693-4848-836D-67823352693A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078" name="Freeform: Shape 11077">
                    <a:extLst>
                      <a:ext uri="{FF2B5EF4-FFF2-40B4-BE49-F238E27FC236}">
                        <a16:creationId xmlns:a16="http://schemas.microsoft.com/office/drawing/2014/main" id="{8B455B9E-6915-4391-A9C1-BF69203124E4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079" name="Freeform: Shape 11078">
                    <a:extLst>
                      <a:ext uri="{FF2B5EF4-FFF2-40B4-BE49-F238E27FC236}">
                        <a16:creationId xmlns:a16="http://schemas.microsoft.com/office/drawing/2014/main" id="{A95D3063-15D5-4250-BC19-CA524CF4D11A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080" name="Freeform: Shape 11079">
                    <a:extLst>
                      <a:ext uri="{FF2B5EF4-FFF2-40B4-BE49-F238E27FC236}">
                        <a16:creationId xmlns:a16="http://schemas.microsoft.com/office/drawing/2014/main" id="{960B0D2F-5021-4CB6-9C77-5E560E8F5686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081" name="Freeform: Shape 11080">
                    <a:extLst>
                      <a:ext uri="{FF2B5EF4-FFF2-40B4-BE49-F238E27FC236}">
                        <a16:creationId xmlns:a16="http://schemas.microsoft.com/office/drawing/2014/main" id="{1AB83B5E-48FC-46D9-B028-4A89FD2D0423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082" name="Freeform: Shape 11081">
                    <a:extLst>
                      <a:ext uri="{FF2B5EF4-FFF2-40B4-BE49-F238E27FC236}">
                        <a16:creationId xmlns:a16="http://schemas.microsoft.com/office/drawing/2014/main" id="{2E79BD90-473C-47BA-9041-5893A8862EF3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083" name="Freeform: Shape 11082">
                    <a:extLst>
                      <a:ext uri="{FF2B5EF4-FFF2-40B4-BE49-F238E27FC236}">
                        <a16:creationId xmlns:a16="http://schemas.microsoft.com/office/drawing/2014/main" id="{3BC00C96-4C16-4DE4-8A0A-E04F7F16D26F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084" name="Freeform: Shape 11083">
                    <a:extLst>
                      <a:ext uri="{FF2B5EF4-FFF2-40B4-BE49-F238E27FC236}">
                        <a16:creationId xmlns:a16="http://schemas.microsoft.com/office/drawing/2014/main" id="{07639169-12A8-4F52-9817-4A429DAA6822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1085" name="Freeform: Shape 11084">
                    <a:extLst>
                      <a:ext uri="{FF2B5EF4-FFF2-40B4-BE49-F238E27FC236}">
                        <a16:creationId xmlns:a16="http://schemas.microsoft.com/office/drawing/2014/main" id="{935CFDA2-76AE-4329-87E9-D70EFC340059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11070" name="Freeform: Shape 11069">
                  <a:extLst>
                    <a:ext uri="{FF2B5EF4-FFF2-40B4-BE49-F238E27FC236}">
                      <a16:creationId xmlns:a16="http://schemas.microsoft.com/office/drawing/2014/main" id="{CF2881FB-EA14-4C1E-9B77-D65305D9436F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1071" name="Freeform: Shape 11070">
                  <a:extLst>
                    <a:ext uri="{FF2B5EF4-FFF2-40B4-BE49-F238E27FC236}">
                      <a16:creationId xmlns:a16="http://schemas.microsoft.com/office/drawing/2014/main" id="{DD0D158E-8E3B-4767-9569-E04D38F0B50E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1072" name="Freeform: Shape 11071">
                  <a:extLst>
                    <a:ext uri="{FF2B5EF4-FFF2-40B4-BE49-F238E27FC236}">
                      <a16:creationId xmlns:a16="http://schemas.microsoft.com/office/drawing/2014/main" id="{1F9B8A7E-71F6-4621-8B74-94799686C074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0769" name="Group 10768">
                <a:extLst>
                  <a:ext uri="{FF2B5EF4-FFF2-40B4-BE49-F238E27FC236}">
                    <a16:creationId xmlns:a16="http://schemas.microsoft.com/office/drawing/2014/main" id="{F9B40A0B-B581-44F9-BD6E-D594E4A1C2F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840653" y="6038624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10770" name="Group 10769">
                  <a:extLst>
                    <a:ext uri="{FF2B5EF4-FFF2-40B4-BE49-F238E27FC236}">
                      <a16:creationId xmlns:a16="http://schemas.microsoft.com/office/drawing/2014/main" id="{EF55800D-7CF8-4222-9FEA-989E6EF37435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10774" name="Group 10773">
                    <a:extLst>
                      <a:ext uri="{FF2B5EF4-FFF2-40B4-BE49-F238E27FC236}">
                        <a16:creationId xmlns:a16="http://schemas.microsoft.com/office/drawing/2014/main" id="{BF4C8563-D311-45D3-8BFD-CC489AF719D1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10787" name="Group 10786">
                      <a:extLst>
                        <a:ext uri="{FF2B5EF4-FFF2-40B4-BE49-F238E27FC236}">
                          <a16:creationId xmlns:a16="http://schemas.microsoft.com/office/drawing/2014/main" id="{95D25D11-FFC1-473A-ABBE-CE36847B55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11008" name="Group 11007">
                        <a:extLst>
                          <a:ext uri="{FF2B5EF4-FFF2-40B4-BE49-F238E27FC236}">
                            <a16:creationId xmlns:a16="http://schemas.microsoft.com/office/drawing/2014/main" id="{3F2C9BB2-1A7D-4DC5-9775-ECF290B803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11065" name="Flowchart: Connector 11064">
                          <a:extLst>
                            <a:ext uri="{FF2B5EF4-FFF2-40B4-BE49-F238E27FC236}">
                              <a16:creationId xmlns:a16="http://schemas.microsoft.com/office/drawing/2014/main" id="{94EC96AA-33BC-4912-8B0B-F7E41AB349F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066" name="Flowchart: Connector 11065">
                          <a:extLst>
                            <a:ext uri="{FF2B5EF4-FFF2-40B4-BE49-F238E27FC236}">
                              <a16:creationId xmlns:a16="http://schemas.microsoft.com/office/drawing/2014/main" id="{846FD32B-F954-46AC-86BE-6A8B3A22277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067" name="Flowchart: Connector 11066">
                          <a:extLst>
                            <a:ext uri="{FF2B5EF4-FFF2-40B4-BE49-F238E27FC236}">
                              <a16:creationId xmlns:a16="http://schemas.microsoft.com/office/drawing/2014/main" id="{19AF4559-C534-40F7-9E62-D5D1C7B1A14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068" name="Flowchart: Connector 11067">
                          <a:extLst>
                            <a:ext uri="{FF2B5EF4-FFF2-40B4-BE49-F238E27FC236}">
                              <a16:creationId xmlns:a16="http://schemas.microsoft.com/office/drawing/2014/main" id="{49C02519-6FCA-49C2-9A5C-FA0C9012C80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1009" name="Group 11008">
                        <a:extLst>
                          <a:ext uri="{FF2B5EF4-FFF2-40B4-BE49-F238E27FC236}">
                            <a16:creationId xmlns:a16="http://schemas.microsoft.com/office/drawing/2014/main" id="{3620C816-7228-4B8C-A96C-7539FB167A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11010" name="Group 11009">
                          <a:extLst>
                            <a:ext uri="{FF2B5EF4-FFF2-40B4-BE49-F238E27FC236}">
                              <a16:creationId xmlns:a16="http://schemas.microsoft.com/office/drawing/2014/main" id="{0BB135DC-42D3-4DB5-9558-E61CDC182CF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058" name="3D Model 11057" descr="Sphere">
                                <a:extLst>
                                  <a:ext uri="{FF2B5EF4-FFF2-40B4-BE49-F238E27FC236}">
                                    <a16:creationId xmlns:a16="http://schemas.microsoft.com/office/drawing/2014/main" id="{50F62E6E-C712-4377-844F-C0CA5AD157A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72971531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059" name="Flowchart: Connector 11058">
                            <a:extLst>
                              <a:ext uri="{FF2B5EF4-FFF2-40B4-BE49-F238E27FC236}">
                                <a16:creationId xmlns:a16="http://schemas.microsoft.com/office/drawing/2014/main" id="{C9776FCC-9AC2-4953-AEBE-FA99C57D75C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060" name="3D Model 11059" descr="Sphere">
                                <a:extLst>
                                  <a:ext uri="{FF2B5EF4-FFF2-40B4-BE49-F238E27FC236}">
                                    <a16:creationId xmlns:a16="http://schemas.microsoft.com/office/drawing/2014/main" id="{211347E6-3507-4408-BAF0-6FAA7009184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0493603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061" name="Flowchart: Connector 11060">
                            <a:extLst>
                              <a:ext uri="{FF2B5EF4-FFF2-40B4-BE49-F238E27FC236}">
                                <a16:creationId xmlns:a16="http://schemas.microsoft.com/office/drawing/2014/main" id="{637F502D-0F3E-42E7-866D-5CB3CCB852A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062" name="3D Model 11061" descr="Sphere">
                                <a:extLst>
                                  <a:ext uri="{FF2B5EF4-FFF2-40B4-BE49-F238E27FC236}">
                                    <a16:creationId xmlns:a16="http://schemas.microsoft.com/office/drawing/2014/main" id="{1A2EE446-8D76-450C-9B30-7F520BFBA94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2846228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063" name="Flowchart: Connector 11062">
                            <a:extLst>
                              <a:ext uri="{FF2B5EF4-FFF2-40B4-BE49-F238E27FC236}">
                                <a16:creationId xmlns:a16="http://schemas.microsoft.com/office/drawing/2014/main" id="{0E9B3ECB-06FA-4B5A-A350-008E8D200B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064" name="3D Model 11063" descr="Sphere">
                                <a:extLst>
                                  <a:ext uri="{FF2B5EF4-FFF2-40B4-BE49-F238E27FC236}">
                                    <a16:creationId xmlns:a16="http://schemas.microsoft.com/office/drawing/2014/main" id="{8A1DFC0C-6001-44FC-94A3-20D03F9FFC7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799237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011" name="Group 11010">
                          <a:extLst>
                            <a:ext uri="{FF2B5EF4-FFF2-40B4-BE49-F238E27FC236}">
                              <a16:creationId xmlns:a16="http://schemas.microsoft.com/office/drawing/2014/main" id="{DFE516A6-F86F-43CE-95DD-13B385CACF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1043" name="Flowchart: Connector 11042">
                            <a:extLst>
                              <a:ext uri="{FF2B5EF4-FFF2-40B4-BE49-F238E27FC236}">
                                <a16:creationId xmlns:a16="http://schemas.microsoft.com/office/drawing/2014/main" id="{229872A3-F90B-4A11-AA4A-BD4F9AFBFD7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44" name="Flowchart: Connector 11043">
                            <a:extLst>
                              <a:ext uri="{FF2B5EF4-FFF2-40B4-BE49-F238E27FC236}">
                                <a16:creationId xmlns:a16="http://schemas.microsoft.com/office/drawing/2014/main" id="{FD4E7035-E809-4BD3-AFAF-F8E3BA4CDF5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45" name="Flowchart: Connector 11044">
                            <a:extLst>
                              <a:ext uri="{FF2B5EF4-FFF2-40B4-BE49-F238E27FC236}">
                                <a16:creationId xmlns:a16="http://schemas.microsoft.com/office/drawing/2014/main" id="{8371E934-4837-4446-B772-93D2EAA0CA5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46" name="Flowchart: Connector 11045">
                            <a:extLst>
                              <a:ext uri="{FF2B5EF4-FFF2-40B4-BE49-F238E27FC236}">
                                <a16:creationId xmlns:a16="http://schemas.microsoft.com/office/drawing/2014/main" id="{09EBBB22-E585-484D-BD50-81930F131E1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47" name="Flowchart: Connector 11046">
                            <a:extLst>
                              <a:ext uri="{FF2B5EF4-FFF2-40B4-BE49-F238E27FC236}">
                                <a16:creationId xmlns:a16="http://schemas.microsoft.com/office/drawing/2014/main" id="{8D66515F-A5B3-4911-B7F8-F4F076CE685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48" name="Flowchart: Connector 11047">
                            <a:extLst>
                              <a:ext uri="{FF2B5EF4-FFF2-40B4-BE49-F238E27FC236}">
                                <a16:creationId xmlns:a16="http://schemas.microsoft.com/office/drawing/2014/main" id="{9F411350-E78B-4457-9A21-D69EB0D5E3A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49" name="Flowchart: Connector 11048">
                            <a:extLst>
                              <a:ext uri="{FF2B5EF4-FFF2-40B4-BE49-F238E27FC236}">
                                <a16:creationId xmlns:a16="http://schemas.microsoft.com/office/drawing/2014/main" id="{B948304F-C192-4DDC-B069-8218DC8638E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50" name="Flowchart: Connector 11049">
                            <a:extLst>
                              <a:ext uri="{FF2B5EF4-FFF2-40B4-BE49-F238E27FC236}">
                                <a16:creationId xmlns:a16="http://schemas.microsoft.com/office/drawing/2014/main" id="{6F8F893F-2C7E-4122-BB7B-A2FAE9D015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051" name="3D Model 11050" descr="Sphere">
                                <a:extLst>
                                  <a:ext uri="{FF2B5EF4-FFF2-40B4-BE49-F238E27FC236}">
                                    <a16:creationId xmlns:a16="http://schemas.microsoft.com/office/drawing/2014/main" id="{600D1317-8C07-4F2B-8CFF-A6AE20FA4D7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6141876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052" name="Flowchart: Connector 11051">
                            <a:extLst>
                              <a:ext uri="{FF2B5EF4-FFF2-40B4-BE49-F238E27FC236}">
                                <a16:creationId xmlns:a16="http://schemas.microsoft.com/office/drawing/2014/main" id="{D3BD7582-8094-4648-94A5-758E2EE5BBC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053" name="3D Model 11052" descr="Sphere">
                                <a:extLst>
                                  <a:ext uri="{FF2B5EF4-FFF2-40B4-BE49-F238E27FC236}">
                                    <a16:creationId xmlns:a16="http://schemas.microsoft.com/office/drawing/2014/main" id="{D7BDD50C-093B-4982-BD90-1E8E130083F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7284686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054" name="Flowchart: Connector 11053">
                            <a:extLst>
                              <a:ext uri="{FF2B5EF4-FFF2-40B4-BE49-F238E27FC236}">
                                <a16:creationId xmlns:a16="http://schemas.microsoft.com/office/drawing/2014/main" id="{A2392477-09EA-484D-AC10-7FADC9363A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055" name="3D Model 11054" descr="Sphere">
                                <a:extLst>
                                  <a:ext uri="{FF2B5EF4-FFF2-40B4-BE49-F238E27FC236}">
                                    <a16:creationId xmlns:a16="http://schemas.microsoft.com/office/drawing/2014/main" id="{59F57724-B420-4975-A29F-E18DB9C949C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5865136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056" name="Flowchart: Connector 11055">
                            <a:extLst>
                              <a:ext uri="{FF2B5EF4-FFF2-40B4-BE49-F238E27FC236}">
                                <a16:creationId xmlns:a16="http://schemas.microsoft.com/office/drawing/2014/main" id="{79C23FA6-A38A-450C-B45D-E85BDA5583E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057" name="3D Model 11056" descr="Sphere">
                                <a:extLst>
                                  <a:ext uri="{FF2B5EF4-FFF2-40B4-BE49-F238E27FC236}">
                                    <a16:creationId xmlns:a16="http://schemas.microsoft.com/office/drawing/2014/main" id="{B1604532-50D1-461B-8070-41AD1C2A71F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6588707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1012" name="Group 11011">
                          <a:extLst>
                            <a:ext uri="{FF2B5EF4-FFF2-40B4-BE49-F238E27FC236}">
                              <a16:creationId xmlns:a16="http://schemas.microsoft.com/office/drawing/2014/main" id="{EF0B1949-8EC3-4DDA-8B31-73721B0502C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1028" name="Flowchart: Connector 11027">
                            <a:extLst>
                              <a:ext uri="{FF2B5EF4-FFF2-40B4-BE49-F238E27FC236}">
                                <a16:creationId xmlns:a16="http://schemas.microsoft.com/office/drawing/2014/main" id="{D3504DEC-35C5-42E9-B858-4B23CDB035F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29" name="Flowchart: Connector 11028">
                            <a:extLst>
                              <a:ext uri="{FF2B5EF4-FFF2-40B4-BE49-F238E27FC236}">
                                <a16:creationId xmlns:a16="http://schemas.microsoft.com/office/drawing/2014/main" id="{F4B7F7AF-F129-4795-9166-25FF3CB320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30" name="Flowchart: Connector 11029">
                            <a:extLst>
                              <a:ext uri="{FF2B5EF4-FFF2-40B4-BE49-F238E27FC236}">
                                <a16:creationId xmlns:a16="http://schemas.microsoft.com/office/drawing/2014/main" id="{A720AE89-4353-4576-9CF2-07F7076DB2E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31" name="Flowchart: Connector 11030">
                            <a:extLst>
                              <a:ext uri="{FF2B5EF4-FFF2-40B4-BE49-F238E27FC236}">
                                <a16:creationId xmlns:a16="http://schemas.microsoft.com/office/drawing/2014/main" id="{DE983F9F-C710-45AD-AA08-34525757242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32" name="Flowchart: Connector 11031">
                            <a:extLst>
                              <a:ext uri="{FF2B5EF4-FFF2-40B4-BE49-F238E27FC236}">
                                <a16:creationId xmlns:a16="http://schemas.microsoft.com/office/drawing/2014/main" id="{216D71A4-DB5B-4962-A86A-83CC327B0E4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33" name="Flowchart: Connector 11032">
                            <a:extLst>
                              <a:ext uri="{FF2B5EF4-FFF2-40B4-BE49-F238E27FC236}">
                                <a16:creationId xmlns:a16="http://schemas.microsoft.com/office/drawing/2014/main" id="{8659692D-942C-4D5D-803F-B45B4601C59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34" name="Flowchart: Connector 11033">
                            <a:extLst>
                              <a:ext uri="{FF2B5EF4-FFF2-40B4-BE49-F238E27FC236}">
                                <a16:creationId xmlns:a16="http://schemas.microsoft.com/office/drawing/2014/main" id="{0FA0BA81-2B30-4575-88B4-DF27353287F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1035" name="Flowchart: Connector 11034">
                            <a:extLst>
                              <a:ext uri="{FF2B5EF4-FFF2-40B4-BE49-F238E27FC236}">
                                <a16:creationId xmlns:a16="http://schemas.microsoft.com/office/drawing/2014/main" id="{4FEE8819-E751-4A2D-BCA4-3E624B4049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036" name="3D Model 11035" descr="Sphere">
                                <a:extLst>
                                  <a:ext uri="{FF2B5EF4-FFF2-40B4-BE49-F238E27FC236}">
                                    <a16:creationId xmlns:a16="http://schemas.microsoft.com/office/drawing/2014/main" id="{253FEDAE-9C4A-4AAA-ACBB-4FD045284F1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20215288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037" name="Flowchart: Connector 11036">
                            <a:extLst>
                              <a:ext uri="{FF2B5EF4-FFF2-40B4-BE49-F238E27FC236}">
                                <a16:creationId xmlns:a16="http://schemas.microsoft.com/office/drawing/2014/main" id="{5EE16CCE-8834-4447-A399-7A51EB3F4A2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038" name="3D Model 11037" descr="Sphere">
                                <a:extLst>
                                  <a:ext uri="{FF2B5EF4-FFF2-40B4-BE49-F238E27FC236}">
                                    <a16:creationId xmlns:a16="http://schemas.microsoft.com/office/drawing/2014/main" id="{9FF7B9B3-06D0-4DFE-A9AD-D55B676FAF0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0753071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039" name="Flowchart: Connector 11038">
                            <a:extLst>
                              <a:ext uri="{FF2B5EF4-FFF2-40B4-BE49-F238E27FC236}">
                                <a16:creationId xmlns:a16="http://schemas.microsoft.com/office/drawing/2014/main" id="{464C6AB6-7871-4475-BD97-D18602368FF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040" name="3D Model 11039" descr="Sphere">
                                <a:extLst>
                                  <a:ext uri="{FF2B5EF4-FFF2-40B4-BE49-F238E27FC236}">
                                    <a16:creationId xmlns:a16="http://schemas.microsoft.com/office/drawing/2014/main" id="{ABA67CFE-BB51-43F5-90CE-F5EC327B988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9197504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1041" name="Flowchart: Connector 11040">
                            <a:extLst>
                              <a:ext uri="{FF2B5EF4-FFF2-40B4-BE49-F238E27FC236}">
                                <a16:creationId xmlns:a16="http://schemas.microsoft.com/office/drawing/2014/main" id="{8A25AE9E-9F45-4AAA-B528-07C2AD45542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1042" name="3D Model 11041" descr="Sphere">
                                <a:extLst>
                                  <a:ext uri="{FF2B5EF4-FFF2-40B4-BE49-F238E27FC236}">
                                    <a16:creationId xmlns:a16="http://schemas.microsoft.com/office/drawing/2014/main" id="{79746DF5-D75A-4B4D-B53F-2FC78EC07CA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109800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1013" name="Flowchart: Connector 11012">
                          <a:extLst>
                            <a:ext uri="{FF2B5EF4-FFF2-40B4-BE49-F238E27FC236}">
                              <a16:creationId xmlns:a16="http://schemas.microsoft.com/office/drawing/2014/main" id="{9718188F-3F2C-4577-B893-EE297E02E4A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014" name="Flowchart: Connector 11013">
                          <a:extLst>
                            <a:ext uri="{FF2B5EF4-FFF2-40B4-BE49-F238E27FC236}">
                              <a16:creationId xmlns:a16="http://schemas.microsoft.com/office/drawing/2014/main" id="{EA953D25-0943-4787-8292-137B5CF1520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015" name="Flowchart: Connector 11014">
                          <a:extLst>
                            <a:ext uri="{FF2B5EF4-FFF2-40B4-BE49-F238E27FC236}">
                              <a16:creationId xmlns:a16="http://schemas.microsoft.com/office/drawing/2014/main" id="{B6CB6D7B-4EE6-4C70-80A4-AB147C7B375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016" name="Flowchart: Connector 11015">
                          <a:extLst>
                            <a:ext uri="{FF2B5EF4-FFF2-40B4-BE49-F238E27FC236}">
                              <a16:creationId xmlns:a16="http://schemas.microsoft.com/office/drawing/2014/main" id="{DA8DD9B4-DE5D-44B7-BF95-E41891F34B0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017" name="Flowchart: Connector 11016">
                          <a:extLst>
                            <a:ext uri="{FF2B5EF4-FFF2-40B4-BE49-F238E27FC236}">
                              <a16:creationId xmlns:a16="http://schemas.microsoft.com/office/drawing/2014/main" id="{9987A61A-2A04-4820-8840-A99F074D2C9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018" name="Flowchart: Connector 11017">
                          <a:extLst>
                            <a:ext uri="{FF2B5EF4-FFF2-40B4-BE49-F238E27FC236}">
                              <a16:creationId xmlns:a16="http://schemas.microsoft.com/office/drawing/2014/main" id="{DB2BDD4A-299A-4F05-A507-2041C39C8A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019" name="Flowchart: Connector 11018">
                          <a:extLst>
                            <a:ext uri="{FF2B5EF4-FFF2-40B4-BE49-F238E27FC236}">
                              <a16:creationId xmlns:a16="http://schemas.microsoft.com/office/drawing/2014/main" id="{57E80C25-D072-4925-8E91-DACE7B1D0D2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020" name="Flowchart: Connector 11019">
                          <a:extLst>
                            <a:ext uri="{FF2B5EF4-FFF2-40B4-BE49-F238E27FC236}">
                              <a16:creationId xmlns:a16="http://schemas.microsoft.com/office/drawing/2014/main" id="{D56D70F0-066E-4D9F-8BCB-272D40F32BE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021" name="3D Model 11020" descr="Sphere">
                              <a:extLst>
                                <a:ext uri="{FF2B5EF4-FFF2-40B4-BE49-F238E27FC236}">
                                  <a16:creationId xmlns:a16="http://schemas.microsoft.com/office/drawing/2014/main" id="{1F8A3BDF-B411-4C28-B9C3-F059C69926E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54373198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022" name="Flowchart: Connector 11021">
                          <a:extLst>
                            <a:ext uri="{FF2B5EF4-FFF2-40B4-BE49-F238E27FC236}">
                              <a16:creationId xmlns:a16="http://schemas.microsoft.com/office/drawing/2014/main" id="{1A76C88D-DD41-431A-B56E-FEA2DFDCD88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023" name="3D Model 11022" descr="Sphere">
                              <a:extLst>
                                <a:ext uri="{FF2B5EF4-FFF2-40B4-BE49-F238E27FC236}">
                                  <a16:creationId xmlns:a16="http://schemas.microsoft.com/office/drawing/2014/main" id="{A6753CFF-43AC-4A04-85CB-7814ADEE8A1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60275806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024" name="Flowchart: Connector 11023">
                          <a:extLst>
                            <a:ext uri="{FF2B5EF4-FFF2-40B4-BE49-F238E27FC236}">
                              <a16:creationId xmlns:a16="http://schemas.microsoft.com/office/drawing/2014/main" id="{E92B7545-60D8-46AF-A607-1D2FA022E2F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025" name="3D Model 11024" descr="Sphere">
                              <a:extLst>
                                <a:ext uri="{FF2B5EF4-FFF2-40B4-BE49-F238E27FC236}">
                                  <a16:creationId xmlns:a16="http://schemas.microsoft.com/office/drawing/2014/main" id="{946AFD02-1192-411F-8C67-15B051A65A5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82089072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1026" name="Flowchart: Connector 11025">
                          <a:extLst>
                            <a:ext uri="{FF2B5EF4-FFF2-40B4-BE49-F238E27FC236}">
                              <a16:creationId xmlns:a16="http://schemas.microsoft.com/office/drawing/2014/main" id="{8781ED74-CCE6-4DAD-A3F2-A72A8977605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1027" name="3D Model 11026" descr="Sphere">
                              <a:extLst>
                                <a:ext uri="{FF2B5EF4-FFF2-40B4-BE49-F238E27FC236}">
                                  <a16:creationId xmlns:a16="http://schemas.microsoft.com/office/drawing/2014/main" id="{062F458A-6BED-47AD-B724-BFBBB1BE41D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12701078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0788" name="Group 10787">
                      <a:extLst>
                        <a:ext uri="{FF2B5EF4-FFF2-40B4-BE49-F238E27FC236}">
                          <a16:creationId xmlns:a16="http://schemas.microsoft.com/office/drawing/2014/main" id="{FA1EAACF-D902-4E4C-9C3F-4FAF7921A4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1005" name="Flowchart: Connector 11004">
                        <a:extLst>
                          <a:ext uri="{FF2B5EF4-FFF2-40B4-BE49-F238E27FC236}">
                            <a16:creationId xmlns:a16="http://schemas.microsoft.com/office/drawing/2014/main" id="{FC980549-908D-4350-94FD-78F4AF865D9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006" name="Flowchart: Connector 11005">
                        <a:extLst>
                          <a:ext uri="{FF2B5EF4-FFF2-40B4-BE49-F238E27FC236}">
                            <a16:creationId xmlns:a16="http://schemas.microsoft.com/office/drawing/2014/main" id="{B66BDFD5-3806-47E8-AE22-AD818A78540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007" name="Flowchart: Connector 11006">
                        <a:extLst>
                          <a:ext uri="{FF2B5EF4-FFF2-40B4-BE49-F238E27FC236}">
                            <a16:creationId xmlns:a16="http://schemas.microsoft.com/office/drawing/2014/main" id="{E16CA124-1244-4149-9147-A34FB9F956D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0789" name="Flowchart: Connector 10788">
                      <a:extLst>
                        <a:ext uri="{FF2B5EF4-FFF2-40B4-BE49-F238E27FC236}">
                          <a16:creationId xmlns:a16="http://schemas.microsoft.com/office/drawing/2014/main" id="{2B28C114-49B8-4F2A-87B1-659348106D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0790" name="Flowchart: Connector 10789">
                      <a:extLst>
                        <a:ext uri="{FF2B5EF4-FFF2-40B4-BE49-F238E27FC236}">
                          <a16:creationId xmlns:a16="http://schemas.microsoft.com/office/drawing/2014/main" id="{2423A964-3713-4F48-BE38-C7645D9D032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0791" name="Group 10790">
                      <a:extLst>
                        <a:ext uri="{FF2B5EF4-FFF2-40B4-BE49-F238E27FC236}">
                          <a16:creationId xmlns:a16="http://schemas.microsoft.com/office/drawing/2014/main" id="{3B9B6CC1-56E5-4333-8712-5F1B7CEEDC2F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11002" name="Flowchart: Connector 11001">
                        <a:extLst>
                          <a:ext uri="{FF2B5EF4-FFF2-40B4-BE49-F238E27FC236}">
                            <a16:creationId xmlns:a16="http://schemas.microsoft.com/office/drawing/2014/main" id="{1FF6C57D-1680-4C86-B7E8-167C251AED2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003" name="Flowchart: Connector 11002">
                        <a:extLst>
                          <a:ext uri="{FF2B5EF4-FFF2-40B4-BE49-F238E27FC236}">
                            <a16:creationId xmlns:a16="http://schemas.microsoft.com/office/drawing/2014/main" id="{33A025EB-14A7-4CAB-9831-D17E020513C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1004" name="Flowchart: Connector 11003">
                        <a:extLst>
                          <a:ext uri="{FF2B5EF4-FFF2-40B4-BE49-F238E27FC236}">
                            <a16:creationId xmlns:a16="http://schemas.microsoft.com/office/drawing/2014/main" id="{3CD2B769-5F24-4450-ABEF-6582CB03D28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0792" name="Group 10791">
                      <a:extLst>
                        <a:ext uri="{FF2B5EF4-FFF2-40B4-BE49-F238E27FC236}">
                          <a16:creationId xmlns:a16="http://schemas.microsoft.com/office/drawing/2014/main" id="{9EFAAF5C-5EA6-478D-87B3-4DA987FD51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10937" name="Group 10936">
                        <a:extLst>
                          <a:ext uri="{FF2B5EF4-FFF2-40B4-BE49-F238E27FC236}">
                            <a16:creationId xmlns:a16="http://schemas.microsoft.com/office/drawing/2014/main" id="{283021F0-9A13-4E20-99A0-3A6FE77ECB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10998" name="Flowchart: Connector 10997">
                          <a:extLst>
                            <a:ext uri="{FF2B5EF4-FFF2-40B4-BE49-F238E27FC236}">
                              <a16:creationId xmlns:a16="http://schemas.microsoft.com/office/drawing/2014/main" id="{C2B58452-12DC-4FAC-A694-82C2A5066D7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99" name="Flowchart: Connector 10998">
                          <a:extLst>
                            <a:ext uri="{FF2B5EF4-FFF2-40B4-BE49-F238E27FC236}">
                              <a16:creationId xmlns:a16="http://schemas.microsoft.com/office/drawing/2014/main" id="{1DE8B09D-C7C5-4ADE-BF06-7D605617DD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000" name="Flowchart: Connector 10999">
                          <a:extLst>
                            <a:ext uri="{FF2B5EF4-FFF2-40B4-BE49-F238E27FC236}">
                              <a16:creationId xmlns:a16="http://schemas.microsoft.com/office/drawing/2014/main" id="{BF93565E-1BBB-4A65-8EE3-E051CA1BB76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1001" name="Flowchart: Connector 11000">
                          <a:extLst>
                            <a:ext uri="{FF2B5EF4-FFF2-40B4-BE49-F238E27FC236}">
                              <a16:creationId xmlns:a16="http://schemas.microsoft.com/office/drawing/2014/main" id="{2E471AE3-5058-4898-B833-DF4A3422507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0938" name="Group 10937">
                        <a:extLst>
                          <a:ext uri="{FF2B5EF4-FFF2-40B4-BE49-F238E27FC236}">
                            <a16:creationId xmlns:a16="http://schemas.microsoft.com/office/drawing/2014/main" id="{5EA79F9E-FD46-4B2B-8FB4-831E893585B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10939" name="Group 10938">
                          <a:extLst>
                            <a:ext uri="{FF2B5EF4-FFF2-40B4-BE49-F238E27FC236}">
                              <a16:creationId xmlns:a16="http://schemas.microsoft.com/office/drawing/2014/main" id="{E23A984B-5D30-4BB6-8FE7-034BBF1034D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0990" name="Flowchart: Connector 10989">
                            <a:extLst>
                              <a:ext uri="{FF2B5EF4-FFF2-40B4-BE49-F238E27FC236}">
                                <a16:creationId xmlns:a16="http://schemas.microsoft.com/office/drawing/2014/main" id="{B71F9036-7728-47DA-87C5-A182D574BFC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91" name="3D Model 10990" descr="Sphere">
                                <a:extLst>
                                  <a:ext uri="{FF2B5EF4-FFF2-40B4-BE49-F238E27FC236}">
                                    <a16:creationId xmlns:a16="http://schemas.microsoft.com/office/drawing/2014/main" id="{D03F70FD-A00A-430B-9217-8D243814013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96651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92" name="Flowchart: Connector 10991">
                            <a:extLst>
                              <a:ext uri="{FF2B5EF4-FFF2-40B4-BE49-F238E27FC236}">
                                <a16:creationId xmlns:a16="http://schemas.microsoft.com/office/drawing/2014/main" id="{9549377C-35CB-4E3A-A8FC-2A05EC161CF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93" name="3D Model 10992" descr="Sphere">
                                <a:extLst>
                                  <a:ext uri="{FF2B5EF4-FFF2-40B4-BE49-F238E27FC236}">
                                    <a16:creationId xmlns:a16="http://schemas.microsoft.com/office/drawing/2014/main" id="{B70A0B7F-39A2-422C-89E8-91F0D9DCD8B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2275441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94" name="Flowchart: Connector 10993">
                            <a:extLst>
                              <a:ext uri="{FF2B5EF4-FFF2-40B4-BE49-F238E27FC236}">
                                <a16:creationId xmlns:a16="http://schemas.microsoft.com/office/drawing/2014/main" id="{9C5965A7-1115-45FB-BE7E-16419A8B735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95" name="3D Model 10994" descr="Sphere">
                                <a:extLst>
                                  <a:ext uri="{FF2B5EF4-FFF2-40B4-BE49-F238E27FC236}">
                                    <a16:creationId xmlns:a16="http://schemas.microsoft.com/office/drawing/2014/main" id="{0D9BE171-F9E7-4ED3-ADD9-36891DE7700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8830671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96" name="Flowchart: Connector 10995">
                            <a:extLst>
                              <a:ext uri="{FF2B5EF4-FFF2-40B4-BE49-F238E27FC236}">
                                <a16:creationId xmlns:a16="http://schemas.microsoft.com/office/drawing/2014/main" id="{E2C56E7E-31F0-4C4C-8C15-A8FD976D1A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97" name="3D Model 10996" descr="Sphere">
                                <a:extLst>
                                  <a:ext uri="{FF2B5EF4-FFF2-40B4-BE49-F238E27FC236}">
                                    <a16:creationId xmlns:a16="http://schemas.microsoft.com/office/drawing/2014/main" id="{D1D5AAF6-3ADE-4CD4-9B6A-DD04C267D42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2288406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0940" name="Group 10939">
                          <a:extLst>
                            <a:ext uri="{FF2B5EF4-FFF2-40B4-BE49-F238E27FC236}">
                              <a16:creationId xmlns:a16="http://schemas.microsoft.com/office/drawing/2014/main" id="{FF499215-27A4-4208-8A2E-7C0F30387F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0974" name="Flowchart: Connector 10973">
                            <a:extLst>
                              <a:ext uri="{FF2B5EF4-FFF2-40B4-BE49-F238E27FC236}">
                                <a16:creationId xmlns:a16="http://schemas.microsoft.com/office/drawing/2014/main" id="{72503990-6D5A-42FA-9541-5EB5E21D18C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75" name="Flowchart: Connector 10974">
                            <a:extLst>
                              <a:ext uri="{FF2B5EF4-FFF2-40B4-BE49-F238E27FC236}">
                                <a16:creationId xmlns:a16="http://schemas.microsoft.com/office/drawing/2014/main" id="{50B1A3AD-ABCD-445B-9B1F-482CECFFB4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76" name="Flowchart: Connector 10975">
                            <a:extLst>
                              <a:ext uri="{FF2B5EF4-FFF2-40B4-BE49-F238E27FC236}">
                                <a16:creationId xmlns:a16="http://schemas.microsoft.com/office/drawing/2014/main" id="{FF9821BD-73E6-4F6E-B631-269C9DAD12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77" name="Flowchart: Connector 10976">
                            <a:extLst>
                              <a:ext uri="{FF2B5EF4-FFF2-40B4-BE49-F238E27FC236}">
                                <a16:creationId xmlns:a16="http://schemas.microsoft.com/office/drawing/2014/main" id="{FB2E5E7A-90B3-4CFC-AD5B-4CAB71B5C61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78" name="Flowchart: Connector 10977">
                            <a:extLst>
                              <a:ext uri="{FF2B5EF4-FFF2-40B4-BE49-F238E27FC236}">
                                <a16:creationId xmlns:a16="http://schemas.microsoft.com/office/drawing/2014/main" id="{3805B084-8572-4DA2-A16B-04B9EF3F0A2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79" name="Flowchart: Connector 10978">
                            <a:extLst>
                              <a:ext uri="{FF2B5EF4-FFF2-40B4-BE49-F238E27FC236}">
                                <a16:creationId xmlns:a16="http://schemas.microsoft.com/office/drawing/2014/main" id="{34F809AF-133B-4C66-9BD8-453FDCA088E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80" name="Flowchart: Connector 10979">
                            <a:extLst>
                              <a:ext uri="{FF2B5EF4-FFF2-40B4-BE49-F238E27FC236}">
                                <a16:creationId xmlns:a16="http://schemas.microsoft.com/office/drawing/2014/main" id="{9A2ECD26-0EF3-48E3-B4CB-698931C2114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81" name="Flowchart: Connector 10980">
                            <a:extLst>
                              <a:ext uri="{FF2B5EF4-FFF2-40B4-BE49-F238E27FC236}">
                                <a16:creationId xmlns:a16="http://schemas.microsoft.com/office/drawing/2014/main" id="{7A30922D-713C-4E2F-A4CB-4663B54ED51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82" name="Flowchart: Connector 10981">
                            <a:extLst>
                              <a:ext uri="{FF2B5EF4-FFF2-40B4-BE49-F238E27FC236}">
                                <a16:creationId xmlns:a16="http://schemas.microsoft.com/office/drawing/2014/main" id="{B86EBE61-B1DA-4C80-9B7B-7E7351941D9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83" name="3D Model 10982" descr="Sphere">
                                <a:extLst>
                                  <a:ext uri="{FF2B5EF4-FFF2-40B4-BE49-F238E27FC236}">
                                    <a16:creationId xmlns:a16="http://schemas.microsoft.com/office/drawing/2014/main" id="{9387DBF1-4D70-472A-91A7-04E43F08C5C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7441032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84" name="Flowchart: Connector 10983">
                            <a:extLst>
                              <a:ext uri="{FF2B5EF4-FFF2-40B4-BE49-F238E27FC236}">
                                <a16:creationId xmlns:a16="http://schemas.microsoft.com/office/drawing/2014/main" id="{A19CD5D3-8959-410E-AAE8-82D88DDA61F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85" name="3D Model 10984" descr="Sphere">
                                <a:extLst>
                                  <a:ext uri="{FF2B5EF4-FFF2-40B4-BE49-F238E27FC236}">
                                    <a16:creationId xmlns:a16="http://schemas.microsoft.com/office/drawing/2014/main" id="{176A83FB-B387-4202-98B4-AAFE9CDC953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7217910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86" name="Flowchart: Connector 10985">
                            <a:extLst>
                              <a:ext uri="{FF2B5EF4-FFF2-40B4-BE49-F238E27FC236}">
                                <a16:creationId xmlns:a16="http://schemas.microsoft.com/office/drawing/2014/main" id="{14E741DC-054E-48F8-A0FE-2A4A5204DD5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87" name="3D Model 10986" descr="Sphere">
                                <a:extLst>
                                  <a:ext uri="{FF2B5EF4-FFF2-40B4-BE49-F238E27FC236}">
                                    <a16:creationId xmlns:a16="http://schemas.microsoft.com/office/drawing/2014/main" id="{BDFDAFFF-842F-4EF9-A7DA-77EF58CDB6E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6913290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88" name="Flowchart: Connector 10987">
                            <a:extLst>
                              <a:ext uri="{FF2B5EF4-FFF2-40B4-BE49-F238E27FC236}">
                                <a16:creationId xmlns:a16="http://schemas.microsoft.com/office/drawing/2014/main" id="{2A74C02C-4047-49B7-8406-224A69FF8D7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89" name="3D Model 10988" descr="Sphere">
                                <a:extLst>
                                  <a:ext uri="{FF2B5EF4-FFF2-40B4-BE49-F238E27FC236}">
                                    <a16:creationId xmlns:a16="http://schemas.microsoft.com/office/drawing/2014/main" id="{497B68EC-E4B8-494C-8FE0-8491507DC51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2509069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0941" name="Group 10940">
                          <a:extLst>
                            <a:ext uri="{FF2B5EF4-FFF2-40B4-BE49-F238E27FC236}">
                              <a16:creationId xmlns:a16="http://schemas.microsoft.com/office/drawing/2014/main" id="{0CA989E7-5B0B-433C-B57A-3A3AF396921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0958" name="Flowchart: Connector 10957">
                            <a:extLst>
                              <a:ext uri="{FF2B5EF4-FFF2-40B4-BE49-F238E27FC236}">
                                <a16:creationId xmlns:a16="http://schemas.microsoft.com/office/drawing/2014/main" id="{CC59823C-EF2A-4559-A59E-0068001D938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59" name="Flowchart: Connector 10958">
                            <a:extLst>
                              <a:ext uri="{FF2B5EF4-FFF2-40B4-BE49-F238E27FC236}">
                                <a16:creationId xmlns:a16="http://schemas.microsoft.com/office/drawing/2014/main" id="{67FE1F68-4CEF-4058-B06E-7E5516F5BA1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60" name="Flowchart: Connector 10959">
                            <a:extLst>
                              <a:ext uri="{FF2B5EF4-FFF2-40B4-BE49-F238E27FC236}">
                                <a16:creationId xmlns:a16="http://schemas.microsoft.com/office/drawing/2014/main" id="{B67C0EBD-0043-4379-A349-15B2CCCC0C5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61" name="Flowchart: Connector 10960">
                            <a:extLst>
                              <a:ext uri="{FF2B5EF4-FFF2-40B4-BE49-F238E27FC236}">
                                <a16:creationId xmlns:a16="http://schemas.microsoft.com/office/drawing/2014/main" id="{6B75DAFC-4563-407C-B1A9-36CF0389D00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62" name="Flowchart: Connector 10961">
                            <a:extLst>
                              <a:ext uri="{FF2B5EF4-FFF2-40B4-BE49-F238E27FC236}">
                                <a16:creationId xmlns:a16="http://schemas.microsoft.com/office/drawing/2014/main" id="{3F5F1320-3091-4BB0-BEFD-324BF3D59ED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63" name="Flowchart: Connector 10962">
                            <a:extLst>
                              <a:ext uri="{FF2B5EF4-FFF2-40B4-BE49-F238E27FC236}">
                                <a16:creationId xmlns:a16="http://schemas.microsoft.com/office/drawing/2014/main" id="{975D7795-1D60-4473-A72B-7BBBED87D36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64" name="Flowchart: Connector 10963">
                            <a:extLst>
                              <a:ext uri="{FF2B5EF4-FFF2-40B4-BE49-F238E27FC236}">
                                <a16:creationId xmlns:a16="http://schemas.microsoft.com/office/drawing/2014/main" id="{84B250C4-CEF9-483E-A5DD-103C3506E1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65" name="Flowchart: Connector 10964">
                            <a:extLst>
                              <a:ext uri="{FF2B5EF4-FFF2-40B4-BE49-F238E27FC236}">
                                <a16:creationId xmlns:a16="http://schemas.microsoft.com/office/drawing/2014/main" id="{128BF2D2-A487-48C4-8553-C410D8CB994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66" name="Flowchart: Connector 10965">
                            <a:extLst>
                              <a:ext uri="{FF2B5EF4-FFF2-40B4-BE49-F238E27FC236}">
                                <a16:creationId xmlns:a16="http://schemas.microsoft.com/office/drawing/2014/main" id="{59978EF5-D1F7-4261-8104-E886797FCB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67" name="3D Model 10966" descr="Sphere">
                                <a:extLst>
                                  <a:ext uri="{FF2B5EF4-FFF2-40B4-BE49-F238E27FC236}">
                                    <a16:creationId xmlns:a16="http://schemas.microsoft.com/office/drawing/2014/main" id="{230DA7BE-6DBA-4EBE-A9B0-13C7203585F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699276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68" name="Flowchart: Connector 10967">
                            <a:extLst>
                              <a:ext uri="{FF2B5EF4-FFF2-40B4-BE49-F238E27FC236}">
                                <a16:creationId xmlns:a16="http://schemas.microsoft.com/office/drawing/2014/main" id="{4775AFBD-7B33-44F9-A06B-7FE20B280CD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69" name="3D Model 10968" descr="Sphere">
                                <a:extLst>
                                  <a:ext uri="{FF2B5EF4-FFF2-40B4-BE49-F238E27FC236}">
                                    <a16:creationId xmlns:a16="http://schemas.microsoft.com/office/drawing/2014/main" id="{EB69649F-66E9-4F41-9576-FE0B986BFCB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6988708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70" name="Flowchart: Connector 10969">
                            <a:extLst>
                              <a:ext uri="{FF2B5EF4-FFF2-40B4-BE49-F238E27FC236}">
                                <a16:creationId xmlns:a16="http://schemas.microsoft.com/office/drawing/2014/main" id="{DD8675E2-D5EB-474A-8C0E-C44618DD6B3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71" name="3D Model 10970" descr="Sphere">
                                <a:extLst>
                                  <a:ext uri="{FF2B5EF4-FFF2-40B4-BE49-F238E27FC236}">
                                    <a16:creationId xmlns:a16="http://schemas.microsoft.com/office/drawing/2014/main" id="{CEB8A96C-70C7-4CB5-AB95-6B4F3ECD04D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7234646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72" name="Flowchart: Connector 10971">
                            <a:extLst>
                              <a:ext uri="{FF2B5EF4-FFF2-40B4-BE49-F238E27FC236}">
                                <a16:creationId xmlns:a16="http://schemas.microsoft.com/office/drawing/2014/main" id="{8C9E24C5-8978-429A-8BC1-A4FCDFA4A8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73" name="3D Model 10972" descr="Sphere">
                                <a:extLst>
                                  <a:ext uri="{FF2B5EF4-FFF2-40B4-BE49-F238E27FC236}">
                                    <a16:creationId xmlns:a16="http://schemas.microsoft.com/office/drawing/2014/main" id="{81D0DBFD-8DFF-474C-BC49-8117375BB2F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1249841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0942" name="Flowchart: Connector 10941">
                          <a:extLst>
                            <a:ext uri="{FF2B5EF4-FFF2-40B4-BE49-F238E27FC236}">
                              <a16:creationId xmlns:a16="http://schemas.microsoft.com/office/drawing/2014/main" id="{C1DA7E35-2688-4D1F-991E-59BBBCEABC2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43" name="Flowchart: Connector 10942">
                          <a:extLst>
                            <a:ext uri="{FF2B5EF4-FFF2-40B4-BE49-F238E27FC236}">
                              <a16:creationId xmlns:a16="http://schemas.microsoft.com/office/drawing/2014/main" id="{69FD5CDC-360A-4E5A-BD9E-6A46FE4A9CD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44" name="Flowchart: Connector 10943">
                          <a:extLst>
                            <a:ext uri="{FF2B5EF4-FFF2-40B4-BE49-F238E27FC236}">
                              <a16:creationId xmlns:a16="http://schemas.microsoft.com/office/drawing/2014/main" id="{B94EB783-F6BA-4373-A8BA-2E873692756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45" name="Flowchart: Connector 10944">
                          <a:extLst>
                            <a:ext uri="{FF2B5EF4-FFF2-40B4-BE49-F238E27FC236}">
                              <a16:creationId xmlns:a16="http://schemas.microsoft.com/office/drawing/2014/main" id="{CED4744B-B6B6-42C0-AA7F-A037FF1E77D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46" name="Flowchart: Connector 10945">
                          <a:extLst>
                            <a:ext uri="{FF2B5EF4-FFF2-40B4-BE49-F238E27FC236}">
                              <a16:creationId xmlns:a16="http://schemas.microsoft.com/office/drawing/2014/main" id="{A0E88B89-7605-4F28-AB32-C2861FE1491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47" name="Flowchart: Connector 10946">
                          <a:extLst>
                            <a:ext uri="{FF2B5EF4-FFF2-40B4-BE49-F238E27FC236}">
                              <a16:creationId xmlns:a16="http://schemas.microsoft.com/office/drawing/2014/main" id="{070A7C2F-A180-421D-A98B-865C7E654AF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48" name="Flowchart: Connector 10947">
                          <a:extLst>
                            <a:ext uri="{FF2B5EF4-FFF2-40B4-BE49-F238E27FC236}">
                              <a16:creationId xmlns:a16="http://schemas.microsoft.com/office/drawing/2014/main" id="{55E46B58-D77D-4ABD-A573-D8BFB58BCB2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49" name="Flowchart: Connector 10948">
                          <a:extLst>
                            <a:ext uri="{FF2B5EF4-FFF2-40B4-BE49-F238E27FC236}">
                              <a16:creationId xmlns:a16="http://schemas.microsoft.com/office/drawing/2014/main" id="{1784FF1C-EAA5-4AE1-8BC5-DA8063F7EC4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50" name="Flowchart: Connector 10949">
                          <a:extLst>
                            <a:ext uri="{FF2B5EF4-FFF2-40B4-BE49-F238E27FC236}">
                              <a16:creationId xmlns:a16="http://schemas.microsoft.com/office/drawing/2014/main" id="{DDC435A3-0637-4C75-A2A9-CADC24230FC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951" name="3D Model 10950" descr="Sphere">
                              <a:extLst>
                                <a:ext uri="{FF2B5EF4-FFF2-40B4-BE49-F238E27FC236}">
                                  <a16:creationId xmlns:a16="http://schemas.microsoft.com/office/drawing/2014/main" id="{24700065-E160-4BA1-85EE-2FD96FF7B68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40421471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952" name="Flowchart: Connector 10951">
                          <a:extLst>
                            <a:ext uri="{FF2B5EF4-FFF2-40B4-BE49-F238E27FC236}">
                              <a16:creationId xmlns:a16="http://schemas.microsoft.com/office/drawing/2014/main" id="{03265BC8-AA34-425C-A604-63105481C6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953" name="3D Model 10952" descr="Sphere">
                              <a:extLst>
                                <a:ext uri="{FF2B5EF4-FFF2-40B4-BE49-F238E27FC236}">
                                  <a16:creationId xmlns:a16="http://schemas.microsoft.com/office/drawing/2014/main" id="{F189DBCC-55C5-4C98-AA0C-3B1C1C6D459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73118617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954" name="Flowchart: Connector 10953">
                          <a:extLst>
                            <a:ext uri="{FF2B5EF4-FFF2-40B4-BE49-F238E27FC236}">
                              <a16:creationId xmlns:a16="http://schemas.microsoft.com/office/drawing/2014/main" id="{F058FE0C-4E55-4515-A9E7-22A5A5D0500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955" name="3D Model 10954" descr="Sphere">
                              <a:extLst>
                                <a:ext uri="{FF2B5EF4-FFF2-40B4-BE49-F238E27FC236}">
                                  <a16:creationId xmlns:a16="http://schemas.microsoft.com/office/drawing/2014/main" id="{6A533AE2-9725-4BA1-AE73-C102293C9D2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81601961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956" name="Flowchart: Connector 10955">
                          <a:extLst>
                            <a:ext uri="{FF2B5EF4-FFF2-40B4-BE49-F238E27FC236}">
                              <a16:creationId xmlns:a16="http://schemas.microsoft.com/office/drawing/2014/main" id="{23404F07-8574-468D-AD33-59D447D7C47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957" name="3D Model 10956" descr="Sphere">
                              <a:extLst>
                                <a:ext uri="{FF2B5EF4-FFF2-40B4-BE49-F238E27FC236}">
                                  <a16:creationId xmlns:a16="http://schemas.microsoft.com/office/drawing/2014/main" id="{CD5CF968-2C3C-49C0-A98C-95E46A28265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37527035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0793" name="Group 10792">
                      <a:extLst>
                        <a:ext uri="{FF2B5EF4-FFF2-40B4-BE49-F238E27FC236}">
                          <a16:creationId xmlns:a16="http://schemas.microsoft.com/office/drawing/2014/main" id="{6C348CC2-0737-40DA-B1CB-7199552D96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0934" name="Flowchart: Connector 10933">
                        <a:extLst>
                          <a:ext uri="{FF2B5EF4-FFF2-40B4-BE49-F238E27FC236}">
                            <a16:creationId xmlns:a16="http://schemas.microsoft.com/office/drawing/2014/main" id="{7CF6CB97-EEA6-48DD-8CCE-C80468D4B3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935" name="Flowchart: Connector 10934">
                        <a:extLst>
                          <a:ext uri="{FF2B5EF4-FFF2-40B4-BE49-F238E27FC236}">
                            <a16:creationId xmlns:a16="http://schemas.microsoft.com/office/drawing/2014/main" id="{05CD52BA-2D05-43B6-8375-FBC628E12FE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936" name="Flowchart: Connector 10935">
                        <a:extLst>
                          <a:ext uri="{FF2B5EF4-FFF2-40B4-BE49-F238E27FC236}">
                            <a16:creationId xmlns:a16="http://schemas.microsoft.com/office/drawing/2014/main" id="{531C1160-1B56-4D6D-888B-7E4BD47AC15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0794" name="Flowchart: Connector 10793">
                      <a:extLst>
                        <a:ext uri="{FF2B5EF4-FFF2-40B4-BE49-F238E27FC236}">
                          <a16:creationId xmlns:a16="http://schemas.microsoft.com/office/drawing/2014/main" id="{D2C5A0F5-2459-4767-B838-5E1E384623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0795" name="Flowchart: Connector 10794">
                      <a:extLst>
                        <a:ext uri="{FF2B5EF4-FFF2-40B4-BE49-F238E27FC236}">
                          <a16:creationId xmlns:a16="http://schemas.microsoft.com/office/drawing/2014/main" id="{01F4FA61-A70D-4C78-B27B-3F337FC67D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0796" name="Group 10795">
                      <a:extLst>
                        <a:ext uri="{FF2B5EF4-FFF2-40B4-BE49-F238E27FC236}">
                          <a16:creationId xmlns:a16="http://schemas.microsoft.com/office/drawing/2014/main" id="{EF3074C2-4A98-491C-9381-7A4C16C36EF4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10931" name="Flowchart: Connector 10930">
                        <a:extLst>
                          <a:ext uri="{FF2B5EF4-FFF2-40B4-BE49-F238E27FC236}">
                            <a16:creationId xmlns:a16="http://schemas.microsoft.com/office/drawing/2014/main" id="{BD18EBAA-4A0A-471B-BDF1-5DC8CB63B21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932" name="Flowchart: Connector 10931">
                        <a:extLst>
                          <a:ext uri="{FF2B5EF4-FFF2-40B4-BE49-F238E27FC236}">
                            <a16:creationId xmlns:a16="http://schemas.microsoft.com/office/drawing/2014/main" id="{4CDDD43D-41D0-460F-9B1C-4EEF28E5A6E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933" name="Flowchart: Connector 10932">
                        <a:extLst>
                          <a:ext uri="{FF2B5EF4-FFF2-40B4-BE49-F238E27FC236}">
                            <a16:creationId xmlns:a16="http://schemas.microsoft.com/office/drawing/2014/main" id="{AB1922E7-A4C1-4203-B0DB-37612C64F7C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0797" name="Group 10796">
                      <a:extLst>
                        <a:ext uri="{FF2B5EF4-FFF2-40B4-BE49-F238E27FC236}">
                          <a16:creationId xmlns:a16="http://schemas.microsoft.com/office/drawing/2014/main" id="{6F8D3165-C1BD-4EB4-B92D-7DDF156E74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10866" name="Group 10865">
                        <a:extLst>
                          <a:ext uri="{FF2B5EF4-FFF2-40B4-BE49-F238E27FC236}">
                            <a16:creationId xmlns:a16="http://schemas.microsoft.com/office/drawing/2014/main" id="{D71E5B06-C42D-47AC-B8AD-B3DE8CF119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10927" name="Flowchart: Connector 10926">
                          <a:extLst>
                            <a:ext uri="{FF2B5EF4-FFF2-40B4-BE49-F238E27FC236}">
                              <a16:creationId xmlns:a16="http://schemas.microsoft.com/office/drawing/2014/main" id="{924E4647-78E2-4BBE-9885-ACD94725CB7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28" name="Flowchart: Connector 10927">
                          <a:extLst>
                            <a:ext uri="{FF2B5EF4-FFF2-40B4-BE49-F238E27FC236}">
                              <a16:creationId xmlns:a16="http://schemas.microsoft.com/office/drawing/2014/main" id="{A7C7816B-02C2-4488-90B2-0CF33DA4068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29" name="Flowchart: Connector 10928">
                          <a:extLst>
                            <a:ext uri="{FF2B5EF4-FFF2-40B4-BE49-F238E27FC236}">
                              <a16:creationId xmlns:a16="http://schemas.microsoft.com/office/drawing/2014/main" id="{1F5A300E-05A9-48B4-9FF9-809E6AA44DC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930" name="Flowchart: Connector 10929">
                          <a:extLst>
                            <a:ext uri="{FF2B5EF4-FFF2-40B4-BE49-F238E27FC236}">
                              <a16:creationId xmlns:a16="http://schemas.microsoft.com/office/drawing/2014/main" id="{C32C396E-CB2A-4D7F-90F9-9CF907ECECB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0867" name="Group 10866">
                        <a:extLst>
                          <a:ext uri="{FF2B5EF4-FFF2-40B4-BE49-F238E27FC236}">
                            <a16:creationId xmlns:a16="http://schemas.microsoft.com/office/drawing/2014/main" id="{225467AF-97C2-44EB-A9F1-49FFD1B2984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10868" name="Group 10867">
                          <a:extLst>
                            <a:ext uri="{FF2B5EF4-FFF2-40B4-BE49-F238E27FC236}">
                              <a16:creationId xmlns:a16="http://schemas.microsoft.com/office/drawing/2014/main" id="{04930375-0B76-4FB9-B664-CF38CAEF81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0919" name="Flowchart: Connector 10918">
                            <a:extLst>
                              <a:ext uri="{FF2B5EF4-FFF2-40B4-BE49-F238E27FC236}">
                                <a16:creationId xmlns:a16="http://schemas.microsoft.com/office/drawing/2014/main" id="{7B52477B-8D0B-4754-8057-75F091E4BC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20" name="3D Model 10919" descr="Sphere">
                                <a:extLst>
                                  <a:ext uri="{FF2B5EF4-FFF2-40B4-BE49-F238E27FC236}">
                                    <a16:creationId xmlns:a16="http://schemas.microsoft.com/office/drawing/2014/main" id="{ABAAF188-AA20-488A-929E-C42F75FFB49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9797177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21" name="Flowchart: Connector 10920">
                            <a:extLst>
                              <a:ext uri="{FF2B5EF4-FFF2-40B4-BE49-F238E27FC236}">
                                <a16:creationId xmlns:a16="http://schemas.microsoft.com/office/drawing/2014/main" id="{218D5DE2-FECA-4CF7-BA53-085042B9D9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22" name="3D Model 10921" descr="Sphere">
                                <a:extLst>
                                  <a:ext uri="{FF2B5EF4-FFF2-40B4-BE49-F238E27FC236}">
                                    <a16:creationId xmlns:a16="http://schemas.microsoft.com/office/drawing/2014/main" id="{141E7300-AE24-43E3-BC8F-485EE20D2D5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6198888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23" name="Flowchart: Connector 10922">
                            <a:extLst>
                              <a:ext uri="{FF2B5EF4-FFF2-40B4-BE49-F238E27FC236}">
                                <a16:creationId xmlns:a16="http://schemas.microsoft.com/office/drawing/2014/main" id="{F8EFFCDB-7D70-4FBC-AD7D-8DE011D17AB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24" name="3D Model 10923" descr="Sphere">
                                <a:extLst>
                                  <a:ext uri="{FF2B5EF4-FFF2-40B4-BE49-F238E27FC236}">
                                    <a16:creationId xmlns:a16="http://schemas.microsoft.com/office/drawing/2014/main" id="{C899B9BD-60C6-423A-A875-2CFBC0D6C1D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3923424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25" name="Flowchart: Connector 10924">
                            <a:extLst>
                              <a:ext uri="{FF2B5EF4-FFF2-40B4-BE49-F238E27FC236}">
                                <a16:creationId xmlns:a16="http://schemas.microsoft.com/office/drawing/2014/main" id="{165CA32F-33ED-4122-8E9F-450747503A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26" name="3D Model 10925" descr="Sphere">
                                <a:extLst>
                                  <a:ext uri="{FF2B5EF4-FFF2-40B4-BE49-F238E27FC236}">
                                    <a16:creationId xmlns:a16="http://schemas.microsoft.com/office/drawing/2014/main" id="{98EA6E3B-63E1-4198-9232-3399643F35F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4730693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0869" name="Group 10868">
                          <a:extLst>
                            <a:ext uri="{FF2B5EF4-FFF2-40B4-BE49-F238E27FC236}">
                              <a16:creationId xmlns:a16="http://schemas.microsoft.com/office/drawing/2014/main" id="{3E154878-EDDC-45CA-B8AC-EA8FD42C3F8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0903" name="Flowchart: Connector 10902">
                            <a:extLst>
                              <a:ext uri="{FF2B5EF4-FFF2-40B4-BE49-F238E27FC236}">
                                <a16:creationId xmlns:a16="http://schemas.microsoft.com/office/drawing/2014/main" id="{377A1BE7-4BD0-43C8-B31C-067486CB0F6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04" name="Flowchart: Connector 10903">
                            <a:extLst>
                              <a:ext uri="{FF2B5EF4-FFF2-40B4-BE49-F238E27FC236}">
                                <a16:creationId xmlns:a16="http://schemas.microsoft.com/office/drawing/2014/main" id="{8009E013-3DDF-42E1-9C6A-E6AD388B751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05" name="Flowchart: Connector 10904">
                            <a:extLst>
                              <a:ext uri="{FF2B5EF4-FFF2-40B4-BE49-F238E27FC236}">
                                <a16:creationId xmlns:a16="http://schemas.microsoft.com/office/drawing/2014/main" id="{586107D8-D912-454E-8CC0-278BEE8274B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06" name="Flowchart: Connector 10905">
                            <a:extLst>
                              <a:ext uri="{FF2B5EF4-FFF2-40B4-BE49-F238E27FC236}">
                                <a16:creationId xmlns:a16="http://schemas.microsoft.com/office/drawing/2014/main" id="{004A204C-23E0-497D-A358-C9789143DAF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07" name="Flowchart: Connector 10906">
                            <a:extLst>
                              <a:ext uri="{FF2B5EF4-FFF2-40B4-BE49-F238E27FC236}">
                                <a16:creationId xmlns:a16="http://schemas.microsoft.com/office/drawing/2014/main" id="{6AF0BECF-75D0-44F6-8DD3-4D788AF10CE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08" name="Flowchart: Connector 10907">
                            <a:extLst>
                              <a:ext uri="{FF2B5EF4-FFF2-40B4-BE49-F238E27FC236}">
                                <a16:creationId xmlns:a16="http://schemas.microsoft.com/office/drawing/2014/main" id="{DAD1E00D-B637-45F8-A698-2B01C3DD6D6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09" name="Flowchart: Connector 10908">
                            <a:extLst>
                              <a:ext uri="{FF2B5EF4-FFF2-40B4-BE49-F238E27FC236}">
                                <a16:creationId xmlns:a16="http://schemas.microsoft.com/office/drawing/2014/main" id="{77D98D44-94EB-40F6-87F0-9E509246C54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10" name="Flowchart: Connector 10909">
                            <a:extLst>
                              <a:ext uri="{FF2B5EF4-FFF2-40B4-BE49-F238E27FC236}">
                                <a16:creationId xmlns:a16="http://schemas.microsoft.com/office/drawing/2014/main" id="{35BACF15-4F28-4AE6-AE3F-68CEE94A67E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911" name="Flowchart: Connector 10910">
                            <a:extLst>
                              <a:ext uri="{FF2B5EF4-FFF2-40B4-BE49-F238E27FC236}">
                                <a16:creationId xmlns:a16="http://schemas.microsoft.com/office/drawing/2014/main" id="{3AE36527-BCED-4633-9D78-8405E05BC7C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12" name="3D Model 10911" descr="Sphere">
                                <a:extLst>
                                  <a:ext uri="{FF2B5EF4-FFF2-40B4-BE49-F238E27FC236}">
                                    <a16:creationId xmlns:a16="http://schemas.microsoft.com/office/drawing/2014/main" id="{A1F88E1D-00B6-4A89-9A3E-62494278EBF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3782256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13" name="Flowchart: Connector 10912">
                            <a:extLst>
                              <a:ext uri="{FF2B5EF4-FFF2-40B4-BE49-F238E27FC236}">
                                <a16:creationId xmlns:a16="http://schemas.microsoft.com/office/drawing/2014/main" id="{14BC6333-0020-48F5-946A-5A41F12E90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14" name="3D Model 10913" descr="Sphere">
                                <a:extLst>
                                  <a:ext uri="{FF2B5EF4-FFF2-40B4-BE49-F238E27FC236}">
                                    <a16:creationId xmlns:a16="http://schemas.microsoft.com/office/drawing/2014/main" id="{859D1806-445A-44B8-89D9-46808CCE235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3816388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15" name="Flowchart: Connector 10914">
                            <a:extLst>
                              <a:ext uri="{FF2B5EF4-FFF2-40B4-BE49-F238E27FC236}">
                                <a16:creationId xmlns:a16="http://schemas.microsoft.com/office/drawing/2014/main" id="{2A603B6B-D18E-464C-AFA9-DDB740B38E9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16" name="3D Model 10915" descr="Sphere">
                                <a:extLst>
                                  <a:ext uri="{FF2B5EF4-FFF2-40B4-BE49-F238E27FC236}">
                                    <a16:creationId xmlns:a16="http://schemas.microsoft.com/office/drawing/2014/main" id="{3B704B67-6E8F-424C-9F29-867C3B3E58A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2721910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17" name="Flowchart: Connector 10916">
                            <a:extLst>
                              <a:ext uri="{FF2B5EF4-FFF2-40B4-BE49-F238E27FC236}">
                                <a16:creationId xmlns:a16="http://schemas.microsoft.com/office/drawing/2014/main" id="{3B5E0E46-B3E2-4AB2-A485-F4FDB9ACB4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18" name="3D Model 10917" descr="Sphere">
                                <a:extLst>
                                  <a:ext uri="{FF2B5EF4-FFF2-40B4-BE49-F238E27FC236}">
                                    <a16:creationId xmlns:a16="http://schemas.microsoft.com/office/drawing/2014/main" id="{0D811A28-7CFE-4838-B35B-2C8836ABE4A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2589702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0870" name="Group 10869">
                          <a:extLst>
                            <a:ext uri="{FF2B5EF4-FFF2-40B4-BE49-F238E27FC236}">
                              <a16:creationId xmlns:a16="http://schemas.microsoft.com/office/drawing/2014/main" id="{DE50DD3C-583A-49FF-8EF6-93482761E1D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0887" name="Flowchart: Connector 10886">
                            <a:extLst>
                              <a:ext uri="{FF2B5EF4-FFF2-40B4-BE49-F238E27FC236}">
                                <a16:creationId xmlns:a16="http://schemas.microsoft.com/office/drawing/2014/main" id="{E7DCC26D-6C74-4715-A1F9-3BF4AE3B753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88" name="Flowchart: Connector 10887">
                            <a:extLst>
                              <a:ext uri="{FF2B5EF4-FFF2-40B4-BE49-F238E27FC236}">
                                <a16:creationId xmlns:a16="http://schemas.microsoft.com/office/drawing/2014/main" id="{31B5AF2D-7A75-4DE1-B231-06227A1756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89" name="Flowchart: Connector 10888">
                            <a:extLst>
                              <a:ext uri="{FF2B5EF4-FFF2-40B4-BE49-F238E27FC236}">
                                <a16:creationId xmlns:a16="http://schemas.microsoft.com/office/drawing/2014/main" id="{827D8527-5F60-4685-86D3-7567C6FC27E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90" name="Flowchart: Connector 10889">
                            <a:extLst>
                              <a:ext uri="{FF2B5EF4-FFF2-40B4-BE49-F238E27FC236}">
                                <a16:creationId xmlns:a16="http://schemas.microsoft.com/office/drawing/2014/main" id="{D0A4B958-57C5-4212-9328-09D864EA172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91" name="Flowchart: Connector 10890">
                            <a:extLst>
                              <a:ext uri="{FF2B5EF4-FFF2-40B4-BE49-F238E27FC236}">
                                <a16:creationId xmlns:a16="http://schemas.microsoft.com/office/drawing/2014/main" id="{447489F4-E627-4FD8-B983-FB386481AE7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92" name="Flowchart: Connector 10891">
                            <a:extLst>
                              <a:ext uri="{FF2B5EF4-FFF2-40B4-BE49-F238E27FC236}">
                                <a16:creationId xmlns:a16="http://schemas.microsoft.com/office/drawing/2014/main" id="{F0E16996-EE59-4ED6-89CF-27D97850C14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93" name="Flowchart: Connector 10892">
                            <a:extLst>
                              <a:ext uri="{FF2B5EF4-FFF2-40B4-BE49-F238E27FC236}">
                                <a16:creationId xmlns:a16="http://schemas.microsoft.com/office/drawing/2014/main" id="{35EF538E-72BA-44CA-BCD2-2B67D5F0E52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94" name="Flowchart: Connector 10893">
                            <a:extLst>
                              <a:ext uri="{FF2B5EF4-FFF2-40B4-BE49-F238E27FC236}">
                                <a16:creationId xmlns:a16="http://schemas.microsoft.com/office/drawing/2014/main" id="{EDAE7782-0AA7-4F70-95AD-EDBFA4C9365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0895" name="Flowchart: Connector 10894">
                            <a:extLst>
                              <a:ext uri="{FF2B5EF4-FFF2-40B4-BE49-F238E27FC236}">
                                <a16:creationId xmlns:a16="http://schemas.microsoft.com/office/drawing/2014/main" id="{6EBDF7AC-DED3-4618-AA09-D47B2596C69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896" name="3D Model 10895" descr="Sphere">
                                <a:extLst>
                                  <a:ext uri="{FF2B5EF4-FFF2-40B4-BE49-F238E27FC236}">
                                    <a16:creationId xmlns:a16="http://schemas.microsoft.com/office/drawing/2014/main" id="{FA08BD5C-2782-472C-9423-C86E2A237C1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6426321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897" name="Flowchart: Connector 10896">
                            <a:extLst>
                              <a:ext uri="{FF2B5EF4-FFF2-40B4-BE49-F238E27FC236}">
                                <a16:creationId xmlns:a16="http://schemas.microsoft.com/office/drawing/2014/main" id="{0B4DA67B-9E63-4C0A-99AA-49800F37FCA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898" name="3D Model 10897" descr="Sphere">
                                <a:extLst>
                                  <a:ext uri="{FF2B5EF4-FFF2-40B4-BE49-F238E27FC236}">
                                    <a16:creationId xmlns:a16="http://schemas.microsoft.com/office/drawing/2014/main" id="{ED54DA98-7C0F-4B35-A870-C0D78B7B847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4438053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899" name="Flowchart: Connector 10898">
                            <a:extLst>
                              <a:ext uri="{FF2B5EF4-FFF2-40B4-BE49-F238E27FC236}">
                                <a16:creationId xmlns:a16="http://schemas.microsoft.com/office/drawing/2014/main" id="{714C2B81-DA3E-43C1-B0AF-3B2871946CA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00" name="3D Model 10899" descr="Sphere">
                                <a:extLst>
                                  <a:ext uri="{FF2B5EF4-FFF2-40B4-BE49-F238E27FC236}">
                                    <a16:creationId xmlns:a16="http://schemas.microsoft.com/office/drawing/2014/main" id="{1CA3EADF-467D-47EE-8D8C-E00F7CA0E3F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3030173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0901" name="Flowchart: Connector 10900">
                            <a:extLst>
                              <a:ext uri="{FF2B5EF4-FFF2-40B4-BE49-F238E27FC236}">
                                <a16:creationId xmlns:a16="http://schemas.microsoft.com/office/drawing/2014/main" id="{A8C57C4F-C101-4297-B088-80EB21BA9A9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0902" name="3D Model 10901" descr="Sphere">
                                <a:extLst>
                                  <a:ext uri="{FF2B5EF4-FFF2-40B4-BE49-F238E27FC236}">
                                    <a16:creationId xmlns:a16="http://schemas.microsoft.com/office/drawing/2014/main" id="{BBAB88B0-F080-4CDC-AF25-0FD9D5C6B85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3909767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0871" name="Flowchart: Connector 10870">
                          <a:extLst>
                            <a:ext uri="{FF2B5EF4-FFF2-40B4-BE49-F238E27FC236}">
                              <a16:creationId xmlns:a16="http://schemas.microsoft.com/office/drawing/2014/main" id="{D3E569CF-5F3F-4B33-B7D9-FEF4CF578B3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72" name="Flowchart: Connector 10871">
                          <a:extLst>
                            <a:ext uri="{FF2B5EF4-FFF2-40B4-BE49-F238E27FC236}">
                              <a16:creationId xmlns:a16="http://schemas.microsoft.com/office/drawing/2014/main" id="{120481E0-5E9E-4116-B472-BBBCE3B0BDE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73" name="Flowchart: Connector 10872">
                          <a:extLst>
                            <a:ext uri="{FF2B5EF4-FFF2-40B4-BE49-F238E27FC236}">
                              <a16:creationId xmlns:a16="http://schemas.microsoft.com/office/drawing/2014/main" id="{D133BEF8-F4EC-4E9C-9F49-C231C7AFA93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74" name="Flowchart: Connector 10873">
                          <a:extLst>
                            <a:ext uri="{FF2B5EF4-FFF2-40B4-BE49-F238E27FC236}">
                              <a16:creationId xmlns:a16="http://schemas.microsoft.com/office/drawing/2014/main" id="{DD7A52E4-E526-473F-A26F-E3860351ACB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75" name="Flowchart: Connector 10874">
                          <a:extLst>
                            <a:ext uri="{FF2B5EF4-FFF2-40B4-BE49-F238E27FC236}">
                              <a16:creationId xmlns:a16="http://schemas.microsoft.com/office/drawing/2014/main" id="{53534E5F-7B83-45C4-8375-5B662179DC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76" name="Flowchart: Connector 10875">
                          <a:extLst>
                            <a:ext uri="{FF2B5EF4-FFF2-40B4-BE49-F238E27FC236}">
                              <a16:creationId xmlns:a16="http://schemas.microsoft.com/office/drawing/2014/main" id="{09C93CFD-31C6-450C-953B-DAA7F35E4F0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77" name="Flowchart: Connector 10876">
                          <a:extLst>
                            <a:ext uri="{FF2B5EF4-FFF2-40B4-BE49-F238E27FC236}">
                              <a16:creationId xmlns:a16="http://schemas.microsoft.com/office/drawing/2014/main" id="{4AD9A45E-BF9C-4428-A9BC-BA0A83B9112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78" name="Flowchart: Connector 10877">
                          <a:extLst>
                            <a:ext uri="{FF2B5EF4-FFF2-40B4-BE49-F238E27FC236}">
                              <a16:creationId xmlns:a16="http://schemas.microsoft.com/office/drawing/2014/main" id="{952FB6DD-2B34-4B1E-883D-BCA4CD585C6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79" name="Flowchart: Connector 10878">
                          <a:extLst>
                            <a:ext uri="{FF2B5EF4-FFF2-40B4-BE49-F238E27FC236}">
                              <a16:creationId xmlns:a16="http://schemas.microsoft.com/office/drawing/2014/main" id="{B82E96DF-EE75-4AD2-80C4-7FC51EBB94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80" name="3D Model 10879" descr="Sphere">
                              <a:extLst>
                                <a:ext uri="{FF2B5EF4-FFF2-40B4-BE49-F238E27FC236}">
                                  <a16:creationId xmlns:a16="http://schemas.microsoft.com/office/drawing/2014/main" id="{A4DA3241-C895-4B0B-BA84-186CBB6610E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47445359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881" name="Flowchart: Connector 10880">
                          <a:extLst>
                            <a:ext uri="{FF2B5EF4-FFF2-40B4-BE49-F238E27FC236}">
                              <a16:creationId xmlns:a16="http://schemas.microsoft.com/office/drawing/2014/main" id="{AD960275-2E5D-4B2E-8D4A-B219E004B2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82" name="3D Model 10881" descr="Sphere">
                              <a:extLst>
                                <a:ext uri="{FF2B5EF4-FFF2-40B4-BE49-F238E27FC236}">
                                  <a16:creationId xmlns:a16="http://schemas.microsoft.com/office/drawing/2014/main" id="{DE830C3F-FEB4-41C2-A0A3-664DDECE571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53569664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883" name="Flowchart: Connector 10882">
                          <a:extLst>
                            <a:ext uri="{FF2B5EF4-FFF2-40B4-BE49-F238E27FC236}">
                              <a16:creationId xmlns:a16="http://schemas.microsoft.com/office/drawing/2014/main" id="{162978BD-7A0C-47B4-BAE5-667B0C4ED74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84" name="3D Model 10883" descr="Sphere">
                              <a:extLst>
                                <a:ext uri="{FF2B5EF4-FFF2-40B4-BE49-F238E27FC236}">
                                  <a16:creationId xmlns:a16="http://schemas.microsoft.com/office/drawing/2014/main" id="{7CC938BB-DE53-4DC6-B3FB-821D6FB33CD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55991940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885" name="Flowchart: Connector 10884">
                          <a:extLst>
                            <a:ext uri="{FF2B5EF4-FFF2-40B4-BE49-F238E27FC236}">
                              <a16:creationId xmlns:a16="http://schemas.microsoft.com/office/drawing/2014/main" id="{11535F67-C167-400E-9631-CA96D31A41D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86" name="3D Model 10885" descr="Sphere">
                              <a:extLst>
                                <a:ext uri="{FF2B5EF4-FFF2-40B4-BE49-F238E27FC236}">
                                  <a16:creationId xmlns:a16="http://schemas.microsoft.com/office/drawing/2014/main" id="{304E1EE9-4792-4199-8CDD-3356BF8622A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57011123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10798" name="Flowchart: Connector 10797">
                      <a:extLst>
                        <a:ext uri="{FF2B5EF4-FFF2-40B4-BE49-F238E27FC236}">
                          <a16:creationId xmlns:a16="http://schemas.microsoft.com/office/drawing/2014/main" id="{B1E3CE66-1A24-4545-A413-F45BF67BC46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799" name="Flowchart: Connector 10798">
                      <a:extLst>
                        <a:ext uri="{FF2B5EF4-FFF2-40B4-BE49-F238E27FC236}">
                          <a16:creationId xmlns:a16="http://schemas.microsoft.com/office/drawing/2014/main" id="{2E0F4C0D-800B-4ADC-958D-C2B1623C604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800" name="Flowchart: Connector 10799">
                      <a:extLst>
                        <a:ext uri="{FF2B5EF4-FFF2-40B4-BE49-F238E27FC236}">
                          <a16:creationId xmlns:a16="http://schemas.microsoft.com/office/drawing/2014/main" id="{D6C31721-6AD3-4B1D-917C-9F0A61D6A64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801" name="Flowchart: Connector 10800">
                      <a:extLst>
                        <a:ext uri="{FF2B5EF4-FFF2-40B4-BE49-F238E27FC236}">
                          <a16:creationId xmlns:a16="http://schemas.microsoft.com/office/drawing/2014/main" id="{DE23536B-E11D-443E-B91C-9897A92F646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802" name="Flowchart: Connector 10801">
                      <a:extLst>
                        <a:ext uri="{FF2B5EF4-FFF2-40B4-BE49-F238E27FC236}">
                          <a16:creationId xmlns:a16="http://schemas.microsoft.com/office/drawing/2014/main" id="{41B7ECBB-B31E-4296-ABE9-808CDF1521E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803" name="Flowchart: Connector 10802">
                      <a:extLst>
                        <a:ext uri="{FF2B5EF4-FFF2-40B4-BE49-F238E27FC236}">
                          <a16:creationId xmlns:a16="http://schemas.microsoft.com/office/drawing/2014/main" id="{982C466B-A2BE-4D12-855A-674548A0909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0804" name="Flowchart: Connector 10803">
                      <a:extLst>
                        <a:ext uri="{FF2B5EF4-FFF2-40B4-BE49-F238E27FC236}">
                          <a16:creationId xmlns:a16="http://schemas.microsoft.com/office/drawing/2014/main" id="{93522565-6DC7-4941-AA82-7DE7A6E9335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0805" name="Flowchart: Connector 10804">
                      <a:extLst>
                        <a:ext uri="{FF2B5EF4-FFF2-40B4-BE49-F238E27FC236}">
                          <a16:creationId xmlns:a16="http://schemas.microsoft.com/office/drawing/2014/main" id="{929EB260-189A-43D7-BA93-0B562F22EDB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10806" name="Group 10805">
                      <a:extLst>
                        <a:ext uri="{FF2B5EF4-FFF2-40B4-BE49-F238E27FC236}">
                          <a16:creationId xmlns:a16="http://schemas.microsoft.com/office/drawing/2014/main" id="{88555E6F-AB14-4E96-964F-796AD29066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10807" name="Group 10806">
                        <a:extLst>
                          <a:ext uri="{FF2B5EF4-FFF2-40B4-BE49-F238E27FC236}">
                            <a16:creationId xmlns:a16="http://schemas.microsoft.com/office/drawing/2014/main" id="{FE4BAB51-203B-4853-9E12-2BC13AA5301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10858" name="Flowchart: Connector 10857">
                          <a:extLst>
                            <a:ext uri="{FF2B5EF4-FFF2-40B4-BE49-F238E27FC236}">
                              <a16:creationId xmlns:a16="http://schemas.microsoft.com/office/drawing/2014/main" id="{427FD65F-7156-4517-8A60-1C137386199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59" name="3D Model 10858" descr="Sphere">
                              <a:extLst>
                                <a:ext uri="{FF2B5EF4-FFF2-40B4-BE49-F238E27FC236}">
                                  <a16:creationId xmlns:a16="http://schemas.microsoft.com/office/drawing/2014/main" id="{194DB7D6-CC3A-47D5-A0A5-DC767564638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47664778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860" name="Flowchart: Connector 10859">
                          <a:extLst>
                            <a:ext uri="{FF2B5EF4-FFF2-40B4-BE49-F238E27FC236}">
                              <a16:creationId xmlns:a16="http://schemas.microsoft.com/office/drawing/2014/main" id="{A267533B-F77E-453D-B110-DBD3CCD05FB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61" name="3D Model 10860" descr="Sphere">
                              <a:extLst>
                                <a:ext uri="{FF2B5EF4-FFF2-40B4-BE49-F238E27FC236}">
                                  <a16:creationId xmlns:a16="http://schemas.microsoft.com/office/drawing/2014/main" id="{6CC5A85E-639A-4F2C-BFC7-187269CFA63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7351313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862" name="Flowchart: Connector 10861">
                          <a:extLst>
                            <a:ext uri="{FF2B5EF4-FFF2-40B4-BE49-F238E27FC236}">
                              <a16:creationId xmlns:a16="http://schemas.microsoft.com/office/drawing/2014/main" id="{3D9E41FB-B27E-4471-AA27-F6340540453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63" name="3D Model 10862" descr="Sphere">
                              <a:extLst>
                                <a:ext uri="{FF2B5EF4-FFF2-40B4-BE49-F238E27FC236}">
                                  <a16:creationId xmlns:a16="http://schemas.microsoft.com/office/drawing/2014/main" id="{C237E3F8-452D-4039-AF1D-9F5ABC753F9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5192556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864" name="Flowchart: Connector 10863">
                          <a:extLst>
                            <a:ext uri="{FF2B5EF4-FFF2-40B4-BE49-F238E27FC236}">
                              <a16:creationId xmlns:a16="http://schemas.microsoft.com/office/drawing/2014/main" id="{67E14E8C-DB10-477B-9C1D-C377C6B999B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65" name="3D Model 10864" descr="Sphere">
                              <a:extLst>
                                <a:ext uri="{FF2B5EF4-FFF2-40B4-BE49-F238E27FC236}">
                                  <a16:creationId xmlns:a16="http://schemas.microsoft.com/office/drawing/2014/main" id="{C7691554-A7CB-4FE7-88A6-D3F8CEC0E6D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1535685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808" name="Group 10807">
                        <a:extLst>
                          <a:ext uri="{FF2B5EF4-FFF2-40B4-BE49-F238E27FC236}">
                            <a16:creationId xmlns:a16="http://schemas.microsoft.com/office/drawing/2014/main" id="{43279AAA-053A-4B25-9D99-4AFAE9149D6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10842" name="Flowchart: Connector 10841">
                          <a:extLst>
                            <a:ext uri="{FF2B5EF4-FFF2-40B4-BE49-F238E27FC236}">
                              <a16:creationId xmlns:a16="http://schemas.microsoft.com/office/drawing/2014/main" id="{81607CE0-0982-4672-A19C-DE1534223DB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43" name="Flowchart: Connector 10842">
                          <a:extLst>
                            <a:ext uri="{FF2B5EF4-FFF2-40B4-BE49-F238E27FC236}">
                              <a16:creationId xmlns:a16="http://schemas.microsoft.com/office/drawing/2014/main" id="{6D93BC88-3486-4B3E-962E-B6265373429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44" name="Flowchart: Connector 10843">
                          <a:extLst>
                            <a:ext uri="{FF2B5EF4-FFF2-40B4-BE49-F238E27FC236}">
                              <a16:creationId xmlns:a16="http://schemas.microsoft.com/office/drawing/2014/main" id="{7073E225-BA46-4600-9E93-413D147C78C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45" name="Flowchart: Connector 10844">
                          <a:extLst>
                            <a:ext uri="{FF2B5EF4-FFF2-40B4-BE49-F238E27FC236}">
                              <a16:creationId xmlns:a16="http://schemas.microsoft.com/office/drawing/2014/main" id="{5F586993-0040-4843-9CC0-1A1F0E2C2A0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46" name="Flowchart: Connector 10845">
                          <a:extLst>
                            <a:ext uri="{FF2B5EF4-FFF2-40B4-BE49-F238E27FC236}">
                              <a16:creationId xmlns:a16="http://schemas.microsoft.com/office/drawing/2014/main" id="{583F87A8-E16B-46BA-87E4-FC2B275AC8F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47" name="Flowchart: Connector 10846">
                          <a:extLst>
                            <a:ext uri="{FF2B5EF4-FFF2-40B4-BE49-F238E27FC236}">
                              <a16:creationId xmlns:a16="http://schemas.microsoft.com/office/drawing/2014/main" id="{672743B5-C718-4347-9A37-8D7AACC2505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48" name="Flowchart: Connector 10847">
                          <a:extLst>
                            <a:ext uri="{FF2B5EF4-FFF2-40B4-BE49-F238E27FC236}">
                              <a16:creationId xmlns:a16="http://schemas.microsoft.com/office/drawing/2014/main" id="{455D6653-5E5A-4581-B669-3705B281384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49" name="Flowchart: Connector 10848">
                          <a:extLst>
                            <a:ext uri="{FF2B5EF4-FFF2-40B4-BE49-F238E27FC236}">
                              <a16:creationId xmlns:a16="http://schemas.microsoft.com/office/drawing/2014/main" id="{6E6D2FB0-41FA-454D-BBC9-49108B7AEFD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50" name="Flowchart: Connector 10849">
                          <a:extLst>
                            <a:ext uri="{FF2B5EF4-FFF2-40B4-BE49-F238E27FC236}">
                              <a16:creationId xmlns:a16="http://schemas.microsoft.com/office/drawing/2014/main" id="{082D1E11-A52C-4DDA-A1F6-A840E5609D3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51" name="3D Model 10850" descr="Sphere">
                              <a:extLst>
                                <a:ext uri="{FF2B5EF4-FFF2-40B4-BE49-F238E27FC236}">
                                  <a16:creationId xmlns:a16="http://schemas.microsoft.com/office/drawing/2014/main" id="{201B440E-8FAD-43FA-B406-BA682DFE3A3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31874119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852" name="Flowchart: Connector 10851">
                          <a:extLst>
                            <a:ext uri="{FF2B5EF4-FFF2-40B4-BE49-F238E27FC236}">
                              <a16:creationId xmlns:a16="http://schemas.microsoft.com/office/drawing/2014/main" id="{8B1E48BE-0E09-49DF-947A-28B86630EB7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53" name="3D Model 10852" descr="Sphere">
                              <a:extLst>
                                <a:ext uri="{FF2B5EF4-FFF2-40B4-BE49-F238E27FC236}">
                                  <a16:creationId xmlns:a16="http://schemas.microsoft.com/office/drawing/2014/main" id="{A7C47665-31F0-4F79-9BC9-C6DE57D1E0D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6004717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854" name="Flowchart: Connector 10853">
                          <a:extLst>
                            <a:ext uri="{FF2B5EF4-FFF2-40B4-BE49-F238E27FC236}">
                              <a16:creationId xmlns:a16="http://schemas.microsoft.com/office/drawing/2014/main" id="{B3376F29-6CD6-4FB2-9798-7F6567379B6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55" name="3D Model 10854" descr="Sphere">
                              <a:extLst>
                                <a:ext uri="{FF2B5EF4-FFF2-40B4-BE49-F238E27FC236}">
                                  <a16:creationId xmlns:a16="http://schemas.microsoft.com/office/drawing/2014/main" id="{31E96FF3-305A-467E-A2AB-BD82D334DCE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0866896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856" name="Flowchart: Connector 10855">
                          <a:extLst>
                            <a:ext uri="{FF2B5EF4-FFF2-40B4-BE49-F238E27FC236}">
                              <a16:creationId xmlns:a16="http://schemas.microsoft.com/office/drawing/2014/main" id="{9A150D80-6C11-4259-A118-6694FD5B794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57" name="3D Model 10856" descr="Sphere">
                              <a:extLst>
                                <a:ext uri="{FF2B5EF4-FFF2-40B4-BE49-F238E27FC236}">
                                  <a16:creationId xmlns:a16="http://schemas.microsoft.com/office/drawing/2014/main" id="{E26AE750-DDA6-4A59-A805-AED54739B91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0856886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0809" name="Group 10808">
                        <a:extLst>
                          <a:ext uri="{FF2B5EF4-FFF2-40B4-BE49-F238E27FC236}">
                            <a16:creationId xmlns:a16="http://schemas.microsoft.com/office/drawing/2014/main" id="{ADE3BD76-1EAE-4FF7-9A08-3B7F04AA03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10826" name="Flowchart: Connector 10825">
                          <a:extLst>
                            <a:ext uri="{FF2B5EF4-FFF2-40B4-BE49-F238E27FC236}">
                              <a16:creationId xmlns:a16="http://schemas.microsoft.com/office/drawing/2014/main" id="{9D38D40B-A67E-4BB9-ABBA-7B34DB14187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27" name="Flowchart: Connector 10826">
                          <a:extLst>
                            <a:ext uri="{FF2B5EF4-FFF2-40B4-BE49-F238E27FC236}">
                              <a16:creationId xmlns:a16="http://schemas.microsoft.com/office/drawing/2014/main" id="{01CE3658-DB23-42CF-AA10-1E1F2D1BDAB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28" name="Flowchart: Connector 10827">
                          <a:extLst>
                            <a:ext uri="{FF2B5EF4-FFF2-40B4-BE49-F238E27FC236}">
                              <a16:creationId xmlns:a16="http://schemas.microsoft.com/office/drawing/2014/main" id="{7A7E37A9-BA8C-414D-BF11-C35F039983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29" name="Flowchart: Connector 10828">
                          <a:extLst>
                            <a:ext uri="{FF2B5EF4-FFF2-40B4-BE49-F238E27FC236}">
                              <a16:creationId xmlns:a16="http://schemas.microsoft.com/office/drawing/2014/main" id="{987E9F9F-998C-4F49-BE57-E959B3AC70E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30" name="Flowchart: Connector 10829">
                          <a:extLst>
                            <a:ext uri="{FF2B5EF4-FFF2-40B4-BE49-F238E27FC236}">
                              <a16:creationId xmlns:a16="http://schemas.microsoft.com/office/drawing/2014/main" id="{07E9CF76-BF6A-4E14-A429-8F2DE59E80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31" name="Flowchart: Connector 10830">
                          <a:extLst>
                            <a:ext uri="{FF2B5EF4-FFF2-40B4-BE49-F238E27FC236}">
                              <a16:creationId xmlns:a16="http://schemas.microsoft.com/office/drawing/2014/main" id="{D51F372C-5AA0-4A52-A3FB-B6941460323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32" name="Flowchart: Connector 10831">
                          <a:extLst>
                            <a:ext uri="{FF2B5EF4-FFF2-40B4-BE49-F238E27FC236}">
                              <a16:creationId xmlns:a16="http://schemas.microsoft.com/office/drawing/2014/main" id="{94936367-F3D6-436A-BB21-EB32D1B97A3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33" name="Flowchart: Connector 10832">
                          <a:extLst>
                            <a:ext uri="{FF2B5EF4-FFF2-40B4-BE49-F238E27FC236}">
                              <a16:creationId xmlns:a16="http://schemas.microsoft.com/office/drawing/2014/main" id="{92FC7B78-FCA2-4C82-A6DB-6A5AD3FE952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0834" name="Flowchart: Connector 10833">
                          <a:extLst>
                            <a:ext uri="{FF2B5EF4-FFF2-40B4-BE49-F238E27FC236}">
                              <a16:creationId xmlns:a16="http://schemas.microsoft.com/office/drawing/2014/main" id="{0B4B6CE2-458B-4895-8C58-5CA3C56AFEE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35" name="3D Model 10834" descr="Sphere">
                              <a:extLst>
                                <a:ext uri="{FF2B5EF4-FFF2-40B4-BE49-F238E27FC236}">
                                  <a16:creationId xmlns:a16="http://schemas.microsoft.com/office/drawing/2014/main" id="{A215E4F0-CEAC-424A-92BD-432B7B32C4D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35927758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836" name="Flowchart: Connector 10835">
                          <a:extLst>
                            <a:ext uri="{FF2B5EF4-FFF2-40B4-BE49-F238E27FC236}">
                              <a16:creationId xmlns:a16="http://schemas.microsoft.com/office/drawing/2014/main" id="{0E2047D6-6ED0-4088-96E7-E0603D0121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37" name="3D Model 10836" descr="Sphere">
                              <a:extLst>
                                <a:ext uri="{FF2B5EF4-FFF2-40B4-BE49-F238E27FC236}">
                                  <a16:creationId xmlns:a16="http://schemas.microsoft.com/office/drawing/2014/main" id="{95A7AC61-D1A1-45AA-B9BF-580A41896B0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5604242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838" name="Flowchart: Connector 10837">
                          <a:extLst>
                            <a:ext uri="{FF2B5EF4-FFF2-40B4-BE49-F238E27FC236}">
                              <a16:creationId xmlns:a16="http://schemas.microsoft.com/office/drawing/2014/main" id="{D0FA7E83-6AA0-4DE1-B7EA-DF4C9A6E199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39" name="3D Model 10838" descr="Sphere">
                              <a:extLst>
                                <a:ext uri="{FF2B5EF4-FFF2-40B4-BE49-F238E27FC236}">
                                  <a16:creationId xmlns:a16="http://schemas.microsoft.com/office/drawing/2014/main" id="{6426CE17-E90E-4924-B4FF-7A8B149AFD6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1572067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0840" name="Flowchart: Connector 10839">
                          <a:extLst>
                            <a:ext uri="{FF2B5EF4-FFF2-40B4-BE49-F238E27FC236}">
                              <a16:creationId xmlns:a16="http://schemas.microsoft.com/office/drawing/2014/main" id="{687A271B-20FE-488E-8326-92C2B0EDCEC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0841" name="3D Model 10840" descr="Sphere">
                              <a:extLst>
                                <a:ext uri="{FF2B5EF4-FFF2-40B4-BE49-F238E27FC236}">
                                  <a16:creationId xmlns:a16="http://schemas.microsoft.com/office/drawing/2014/main" id="{CCBDBB8E-2406-4886-8F09-FA58A0F7907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5278638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0810" name="Flowchart: Connector 10809">
                        <a:extLst>
                          <a:ext uri="{FF2B5EF4-FFF2-40B4-BE49-F238E27FC236}">
                            <a16:creationId xmlns:a16="http://schemas.microsoft.com/office/drawing/2014/main" id="{32C5B7B3-A646-4823-BC78-A0A25F064D5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811" name="Flowchart: Connector 10810">
                        <a:extLst>
                          <a:ext uri="{FF2B5EF4-FFF2-40B4-BE49-F238E27FC236}">
                            <a16:creationId xmlns:a16="http://schemas.microsoft.com/office/drawing/2014/main" id="{F69C9E54-4172-487D-9EA4-F88DCD6D0D9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812" name="Flowchart: Connector 10811">
                        <a:extLst>
                          <a:ext uri="{FF2B5EF4-FFF2-40B4-BE49-F238E27FC236}">
                            <a16:creationId xmlns:a16="http://schemas.microsoft.com/office/drawing/2014/main" id="{FF4533A9-698A-46C4-AF06-CB43912A861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813" name="Flowchart: Connector 10812">
                        <a:extLst>
                          <a:ext uri="{FF2B5EF4-FFF2-40B4-BE49-F238E27FC236}">
                            <a16:creationId xmlns:a16="http://schemas.microsoft.com/office/drawing/2014/main" id="{C30D21C4-BB33-4B67-9E5A-8DB9210DD8B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814" name="Flowchart: Connector 10813">
                        <a:extLst>
                          <a:ext uri="{FF2B5EF4-FFF2-40B4-BE49-F238E27FC236}">
                            <a16:creationId xmlns:a16="http://schemas.microsoft.com/office/drawing/2014/main" id="{0BCDFE64-06D9-4B9C-96AF-2A5B72A0B87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815" name="Flowchart: Connector 10814">
                        <a:extLst>
                          <a:ext uri="{FF2B5EF4-FFF2-40B4-BE49-F238E27FC236}">
                            <a16:creationId xmlns:a16="http://schemas.microsoft.com/office/drawing/2014/main" id="{39EAAF79-F3AD-4B92-A8EF-D8C6ECF5E26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816" name="Flowchart: Connector 10815">
                        <a:extLst>
                          <a:ext uri="{FF2B5EF4-FFF2-40B4-BE49-F238E27FC236}">
                            <a16:creationId xmlns:a16="http://schemas.microsoft.com/office/drawing/2014/main" id="{6CA6CB68-7C35-46FA-9999-5F3CBDA1E38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817" name="Flowchart: Connector 10816">
                        <a:extLst>
                          <a:ext uri="{FF2B5EF4-FFF2-40B4-BE49-F238E27FC236}">
                            <a16:creationId xmlns:a16="http://schemas.microsoft.com/office/drawing/2014/main" id="{466EF726-2C04-4446-991D-8B298FF46F6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0818" name="Flowchart: Connector 10817">
                        <a:extLst>
                          <a:ext uri="{FF2B5EF4-FFF2-40B4-BE49-F238E27FC236}">
                            <a16:creationId xmlns:a16="http://schemas.microsoft.com/office/drawing/2014/main" id="{AF2267C9-C6A4-402C-9D9F-29397180CCF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819" name="3D Model 10818" descr="Sphere">
                            <a:extLst>
                              <a:ext uri="{FF2B5EF4-FFF2-40B4-BE49-F238E27FC236}">
                                <a16:creationId xmlns:a16="http://schemas.microsoft.com/office/drawing/2014/main" id="{2DE0E486-401E-4FDE-A7C0-BEAD5D50763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93045095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820" name="Flowchart: Connector 10819">
                        <a:extLst>
                          <a:ext uri="{FF2B5EF4-FFF2-40B4-BE49-F238E27FC236}">
                            <a16:creationId xmlns:a16="http://schemas.microsoft.com/office/drawing/2014/main" id="{0E0A1CD6-7D22-46DD-86DA-31DA22A484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821" name="3D Model 10820" descr="Sphere">
                            <a:extLst>
                              <a:ext uri="{FF2B5EF4-FFF2-40B4-BE49-F238E27FC236}">
                                <a16:creationId xmlns:a16="http://schemas.microsoft.com/office/drawing/2014/main" id="{B0DA7C80-A2CA-4307-B88F-990361236EA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451267810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822" name="Flowchart: Connector 10821">
                        <a:extLst>
                          <a:ext uri="{FF2B5EF4-FFF2-40B4-BE49-F238E27FC236}">
                            <a16:creationId xmlns:a16="http://schemas.microsoft.com/office/drawing/2014/main" id="{0A24FB50-4111-44EB-92E9-16D87EA3C8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823" name="3D Model 10822" descr="Sphere">
                            <a:extLst>
                              <a:ext uri="{FF2B5EF4-FFF2-40B4-BE49-F238E27FC236}">
                                <a16:creationId xmlns:a16="http://schemas.microsoft.com/office/drawing/2014/main" id="{85989A1E-A1AA-460C-B4F6-24EBBE2E137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6981304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0824" name="Flowchart: Connector 10823">
                        <a:extLst>
                          <a:ext uri="{FF2B5EF4-FFF2-40B4-BE49-F238E27FC236}">
                            <a16:creationId xmlns:a16="http://schemas.microsoft.com/office/drawing/2014/main" id="{8B506269-7427-4421-9E4C-E68334D9D6D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0825" name="3D Model 10824" descr="Sphere">
                            <a:extLst>
                              <a:ext uri="{FF2B5EF4-FFF2-40B4-BE49-F238E27FC236}">
                                <a16:creationId xmlns:a16="http://schemas.microsoft.com/office/drawing/2014/main" id="{605EC6A7-9782-4901-A57C-2655AE97DEB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29620019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0775" name="Freeform: Shape 10774">
                    <a:extLst>
                      <a:ext uri="{FF2B5EF4-FFF2-40B4-BE49-F238E27FC236}">
                        <a16:creationId xmlns:a16="http://schemas.microsoft.com/office/drawing/2014/main" id="{7ABDD5D9-C9B3-4FE6-92F8-E31F1C736529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0776" name="Freeform: Shape 10775">
                    <a:extLst>
                      <a:ext uri="{FF2B5EF4-FFF2-40B4-BE49-F238E27FC236}">
                        <a16:creationId xmlns:a16="http://schemas.microsoft.com/office/drawing/2014/main" id="{0E1FA16C-819E-4B39-B21D-762457166F77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0777" name="Freeform: Shape 10776">
                    <a:extLst>
                      <a:ext uri="{FF2B5EF4-FFF2-40B4-BE49-F238E27FC236}">
                        <a16:creationId xmlns:a16="http://schemas.microsoft.com/office/drawing/2014/main" id="{36E70DC6-D08D-4125-92B7-BCD7F4AEE5F7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0778" name="Freeform: Shape 10777">
                    <a:extLst>
                      <a:ext uri="{FF2B5EF4-FFF2-40B4-BE49-F238E27FC236}">
                        <a16:creationId xmlns:a16="http://schemas.microsoft.com/office/drawing/2014/main" id="{8ECC28EE-DC1C-4C1D-8E33-E30D9F489D96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0779" name="Freeform: Shape 10778">
                    <a:extLst>
                      <a:ext uri="{FF2B5EF4-FFF2-40B4-BE49-F238E27FC236}">
                        <a16:creationId xmlns:a16="http://schemas.microsoft.com/office/drawing/2014/main" id="{24120537-3A78-483D-8898-CD793A3899B9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0780" name="Freeform: Shape 10779">
                    <a:extLst>
                      <a:ext uri="{FF2B5EF4-FFF2-40B4-BE49-F238E27FC236}">
                        <a16:creationId xmlns:a16="http://schemas.microsoft.com/office/drawing/2014/main" id="{02E52873-37CB-4993-8E22-62F224F5478C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0781" name="Freeform: Shape 10780">
                    <a:extLst>
                      <a:ext uri="{FF2B5EF4-FFF2-40B4-BE49-F238E27FC236}">
                        <a16:creationId xmlns:a16="http://schemas.microsoft.com/office/drawing/2014/main" id="{942C542A-9903-485B-A4E5-5635E527F742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0782" name="Freeform: Shape 10781">
                    <a:extLst>
                      <a:ext uri="{FF2B5EF4-FFF2-40B4-BE49-F238E27FC236}">
                        <a16:creationId xmlns:a16="http://schemas.microsoft.com/office/drawing/2014/main" id="{BFC01860-C246-4CD3-B69B-D42698EC3BE4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0783" name="Freeform: Shape 10782">
                    <a:extLst>
                      <a:ext uri="{FF2B5EF4-FFF2-40B4-BE49-F238E27FC236}">
                        <a16:creationId xmlns:a16="http://schemas.microsoft.com/office/drawing/2014/main" id="{72C1875F-CF7B-469C-8F23-C1E1500F5855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0784" name="Freeform: Shape 10783">
                    <a:extLst>
                      <a:ext uri="{FF2B5EF4-FFF2-40B4-BE49-F238E27FC236}">
                        <a16:creationId xmlns:a16="http://schemas.microsoft.com/office/drawing/2014/main" id="{4A8932A3-8877-4559-8DEF-406D3B7B9FD8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0785" name="Freeform: Shape 10784">
                    <a:extLst>
                      <a:ext uri="{FF2B5EF4-FFF2-40B4-BE49-F238E27FC236}">
                        <a16:creationId xmlns:a16="http://schemas.microsoft.com/office/drawing/2014/main" id="{17890D1A-5E0F-4F7F-BAAA-E03F8232C47E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0786" name="Freeform: Shape 10785">
                    <a:extLst>
                      <a:ext uri="{FF2B5EF4-FFF2-40B4-BE49-F238E27FC236}">
                        <a16:creationId xmlns:a16="http://schemas.microsoft.com/office/drawing/2014/main" id="{CD6CDA1E-953B-4843-AF43-7A35AA2C5202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10771" name="Freeform: Shape 10770">
                  <a:extLst>
                    <a:ext uri="{FF2B5EF4-FFF2-40B4-BE49-F238E27FC236}">
                      <a16:creationId xmlns:a16="http://schemas.microsoft.com/office/drawing/2014/main" id="{AC011E20-6F7B-4809-B223-2AB9DA25830A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772" name="Freeform: Shape 10771">
                  <a:extLst>
                    <a:ext uri="{FF2B5EF4-FFF2-40B4-BE49-F238E27FC236}">
                      <a16:creationId xmlns:a16="http://schemas.microsoft.com/office/drawing/2014/main" id="{D9A443B8-FDDD-4CC1-B6A7-1543C908C174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0773" name="Freeform: Shape 10772">
                  <a:extLst>
                    <a:ext uri="{FF2B5EF4-FFF2-40B4-BE49-F238E27FC236}">
                      <a16:creationId xmlns:a16="http://schemas.microsoft.com/office/drawing/2014/main" id="{4BD5184D-049F-4BD9-8250-6361DF2B53E4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</p:grpSp>
      </p:grpSp>
      <p:grpSp>
        <p:nvGrpSpPr>
          <p:cNvPr id="12265" name="Group 12264">
            <a:extLst>
              <a:ext uri="{FF2B5EF4-FFF2-40B4-BE49-F238E27FC236}">
                <a16:creationId xmlns:a16="http://schemas.microsoft.com/office/drawing/2014/main" id="{FED5B948-2C6D-43C8-98FE-F1BDA6AB1B95}"/>
              </a:ext>
            </a:extLst>
          </p:cNvPr>
          <p:cNvGrpSpPr/>
          <p:nvPr/>
        </p:nvGrpSpPr>
        <p:grpSpPr>
          <a:xfrm>
            <a:off x="9546684" y="2273977"/>
            <a:ext cx="2629702" cy="772614"/>
            <a:chOff x="5118354" y="5686689"/>
            <a:chExt cx="2629702" cy="772614"/>
          </a:xfrm>
        </p:grpSpPr>
        <p:grpSp>
          <p:nvGrpSpPr>
            <p:cNvPr id="12266" name="Group 12265">
              <a:extLst>
                <a:ext uri="{FF2B5EF4-FFF2-40B4-BE49-F238E27FC236}">
                  <a16:creationId xmlns:a16="http://schemas.microsoft.com/office/drawing/2014/main" id="{FD9C14C8-C44A-4EEE-B38D-43AB80958DC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118354" y="6015386"/>
              <a:ext cx="521735" cy="419131"/>
              <a:chOff x="558227" y="4289344"/>
              <a:chExt cx="2384501" cy="2135404"/>
            </a:xfrm>
          </p:grpSpPr>
          <p:grpSp>
            <p:nvGrpSpPr>
              <p:cNvPr id="15268" name="Group 15267">
                <a:extLst>
                  <a:ext uri="{FF2B5EF4-FFF2-40B4-BE49-F238E27FC236}">
                    <a16:creationId xmlns:a16="http://schemas.microsoft.com/office/drawing/2014/main" id="{22F9BBF3-BD4F-46F3-BEA1-20D4B6FC0F7A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15272" name="Group 15271">
                  <a:extLst>
                    <a:ext uri="{FF2B5EF4-FFF2-40B4-BE49-F238E27FC236}">
                      <a16:creationId xmlns:a16="http://schemas.microsoft.com/office/drawing/2014/main" id="{B74B5E88-2774-422B-882D-980CA0939E81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15285" name="Group 15284">
                    <a:extLst>
                      <a:ext uri="{FF2B5EF4-FFF2-40B4-BE49-F238E27FC236}">
                        <a16:creationId xmlns:a16="http://schemas.microsoft.com/office/drawing/2014/main" id="{E4035562-0B64-4492-91B9-F6798E0F855E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15506" name="Group 15505">
                      <a:extLst>
                        <a:ext uri="{FF2B5EF4-FFF2-40B4-BE49-F238E27FC236}">
                          <a16:creationId xmlns:a16="http://schemas.microsoft.com/office/drawing/2014/main" id="{233C97E1-AA0D-440E-A891-8170C9D9BA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15563" name="Flowchart: Connector 15562">
                        <a:extLst>
                          <a:ext uri="{FF2B5EF4-FFF2-40B4-BE49-F238E27FC236}">
                            <a16:creationId xmlns:a16="http://schemas.microsoft.com/office/drawing/2014/main" id="{89FC22C9-FA9A-4E42-9C73-3340079BB5B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564" name="Flowchart: Connector 15563">
                        <a:extLst>
                          <a:ext uri="{FF2B5EF4-FFF2-40B4-BE49-F238E27FC236}">
                            <a16:creationId xmlns:a16="http://schemas.microsoft.com/office/drawing/2014/main" id="{B22F8676-BD1B-4CDA-A261-E81DFEA11F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565" name="Flowchart: Connector 15564">
                        <a:extLst>
                          <a:ext uri="{FF2B5EF4-FFF2-40B4-BE49-F238E27FC236}">
                            <a16:creationId xmlns:a16="http://schemas.microsoft.com/office/drawing/2014/main" id="{187EB33D-3223-4098-A426-FC5B7167B49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566" name="Flowchart: Connector 15565">
                        <a:extLst>
                          <a:ext uri="{FF2B5EF4-FFF2-40B4-BE49-F238E27FC236}">
                            <a16:creationId xmlns:a16="http://schemas.microsoft.com/office/drawing/2014/main" id="{8AE130D4-45F6-438A-A9EE-BC7A3BB8ED2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5507" name="Group 15506">
                      <a:extLst>
                        <a:ext uri="{FF2B5EF4-FFF2-40B4-BE49-F238E27FC236}">
                          <a16:creationId xmlns:a16="http://schemas.microsoft.com/office/drawing/2014/main" id="{DBD31062-0AA0-401A-8F2E-D62ACCA2C9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15508" name="Group 15507">
                        <a:extLst>
                          <a:ext uri="{FF2B5EF4-FFF2-40B4-BE49-F238E27FC236}">
                            <a16:creationId xmlns:a16="http://schemas.microsoft.com/office/drawing/2014/main" id="{C8D1F673-CBBA-4C21-91E4-6B25237408C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556" name="3D Model 15555" descr="Sphere">
                              <a:extLst>
                                <a:ext uri="{FF2B5EF4-FFF2-40B4-BE49-F238E27FC236}">
                                  <a16:creationId xmlns:a16="http://schemas.microsoft.com/office/drawing/2014/main" id="{CE90A8E0-C099-44C3-BBEA-9C1F4FB4A91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3792834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557" name="Flowchart: Connector 15556">
                          <a:extLst>
                            <a:ext uri="{FF2B5EF4-FFF2-40B4-BE49-F238E27FC236}">
                              <a16:creationId xmlns:a16="http://schemas.microsoft.com/office/drawing/2014/main" id="{01A39906-64C2-4527-820B-82A8D4DC8C8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558" name="3D Model 15557" descr="Sphere">
                              <a:extLst>
                                <a:ext uri="{FF2B5EF4-FFF2-40B4-BE49-F238E27FC236}">
                                  <a16:creationId xmlns:a16="http://schemas.microsoft.com/office/drawing/2014/main" id="{2BF8B5E0-86B4-4BC3-9A89-7812EB10049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9717970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559" name="Flowchart: Connector 15558">
                          <a:extLst>
                            <a:ext uri="{FF2B5EF4-FFF2-40B4-BE49-F238E27FC236}">
                              <a16:creationId xmlns:a16="http://schemas.microsoft.com/office/drawing/2014/main" id="{CDF7021B-304F-4346-BC7B-DB869FFCC48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560" name="3D Model 15559" descr="Sphere">
                              <a:extLst>
                                <a:ext uri="{FF2B5EF4-FFF2-40B4-BE49-F238E27FC236}">
                                  <a16:creationId xmlns:a16="http://schemas.microsoft.com/office/drawing/2014/main" id="{B6A4DEBD-CDC0-4104-B6FF-0616E251AB9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9486494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561" name="Flowchart: Connector 15560">
                          <a:extLst>
                            <a:ext uri="{FF2B5EF4-FFF2-40B4-BE49-F238E27FC236}">
                              <a16:creationId xmlns:a16="http://schemas.microsoft.com/office/drawing/2014/main" id="{4D0A88AB-408C-48C6-982F-E78F0ED8B2F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562" name="3D Model 15561" descr="Sphere">
                              <a:extLst>
                                <a:ext uri="{FF2B5EF4-FFF2-40B4-BE49-F238E27FC236}">
                                  <a16:creationId xmlns:a16="http://schemas.microsoft.com/office/drawing/2014/main" id="{5299AAEA-FEE4-416E-A7E9-66AABF40D71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0382285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5509" name="Group 15508">
                        <a:extLst>
                          <a:ext uri="{FF2B5EF4-FFF2-40B4-BE49-F238E27FC236}">
                            <a16:creationId xmlns:a16="http://schemas.microsoft.com/office/drawing/2014/main" id="{BDF77F55-5E9D-4DD7-8606-A11264DBD8E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5541" name="Flowchart: Connector 15540">
                          <a:extLst>
                            <a:ext uri="{FF2B5EF4-FFF2-40B4-BE49-F238E27FC236}">
                              <a16:creationId xmlns:a16="http://schemas.microsoft.com/office/drawing/2014/main" id="{6857AA96-D61F-472F-A36E-E84DFEBF28E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42" name="Flowchart: Connector 15541">
                          <a:extLst>
                            <a:ext uri="{FF2B5EF4-FFF2-40B4-BE49-F238E27FC236}">
                              <a16:creationId xmlns:a16="http://schemas.microsoft.com/office/drawing/2014/main" id="{B4C6154D-401C-42BE-AA0E-2B339D27B3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43" name="Flowchart: Connector 15542">
                          <a:extLst>
                            <a:ext uri="{FF2B5EF4-FFF2-40B4-BE49-F238E27FC236}">
                              <a16:creationId xmlns:a16="http://schemas.microsoft.com/office/drawing/2014/main" id="{E0D75C55-D607-43CA-82BE-DB648E75E31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44" name="Flowchart: Connector 15543">
                          <a:extLst>
                            <a:ext uri="{FF2B5EF4-FFF2-40B4-BE49-F238E27FC236}">
                              <a16:creationId xmlns:a16="http://schemas.microsoft.com/office/drawing/2014/main" id="{2FB1A81E-D561-489B-A2F8-653B5F89C51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45" name="Flowchart: Connector 15544">
                          <a:extLst>
                            <a:ext uri="{FF2B5EF4-FFF2-40B4-BE49-F238E27FC236}">
                              <a16:creationId xmlns:a16="http://schemas.microsoft.com/office/drawing/2014/main" id="{B9D72668-2E98-4CAC-85F6-91082772BB7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46" name="Flowchart: Connector 15545">
                          <a:extLst>
                            <a:ext uri="{FF2B5EF4-FFF2-40B4-BE49-F238E27FC236}">
                              <a16:creationId xmlns:a16="http://schemas.microsoft.com/office/drawing/2014/main" id="{E6BFFA92-993B-4A75-881C-AF13B7B9331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47" name="Flowchart: Connector 15546">
                          <a:extLst>
                            <a:ext uri="{FF2B5EF4-FFF2-40B4-BE49-F238E27FC236}">
                              <a16:creationId xmlns:a16="http://schemas.microsoft.com/office/drawing/2014/main" id="{AAC8E015-5FD4-4A2B-A515-6E5332B7254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48" name="Flowchart: Connector 15547">
                          <a:extLst>
                            <a:ext uri="{FF2B5EF4-FFF2-40B4-BE49-F238E27FC236}">
                              <a16:creationId xmlns:a16="http://schemas.microsoft.com/office/drawing/2014/main" id="{CCBD58D3-B149-4993-A522-98FC26726F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549" name="3D Model 15548" descr="Sphere">
                              <a:extLst>
                                <a:ext uri="{FF2B5EF4-FFF2-40B4-BE49-F238E27FC236}">
                                  <a16:creationId xmlns:a16="http://schemas.microsoft.com/office/drawing/2014/main" id="{7806722E-C5E7-4047-A631-1A105557F82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6096689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550" name="Flowchart: Connector 15549">
                          <a:extLst>
                            <a:ext uri="{FF2B5EF4-FFF2-40B4-BE49-F238E27FC236}">
                              <a16:creationId xmlns:a16="http://schemas.microsoft.com/office/drawing/2014/main" id="{4999EE97-AC31-4B05-BC92-E0DB528E2F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551" name="3D Model 15550" descr="Sphere">
                              <a:extLst>
                                <a:ext uri="{FF2B5EF4-FFF2-40B4-BE49-F238E27FC236}">
                                  <a16:creationId xmlns:a16="http://schemas.microsoft.com/office/drawing/2014/main" id="{0F3F60D9-1F4B-4EA7-A9C5-F7D7878273B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9809252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552" name="Flowchart: Connector 15551">
                          <a:extLst>
                            <a:ext uri="{FF2B5EF4-FFF2-40B4-BE49-F238E27FC236}">
                              <a16:creationId xmlns:a16="http://schemas.microsoft.com/office/drawing/2014/main" id="{BFD2CF1F-6976-42B4-871F-8600F7711F7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553" name="3D Model 15552" descr="Sphere">
                              <a:extLst>
                                <a:ext uri="{FF2B5EF4-FFF2-40B4-BE49-F238E27FC236}">
                                  <a16:creationId xmlns:a16="http://schemas.microsoft.com/office/drawing/2014/main" id="{2AB2039A-6DAD-402F-B5A4-A94D6A6B6FC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4425770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554" name="Flowchart: Connector 15553">
                          <a:extLst>
                            <a:ext uri="{FF2B5EF4-FFF2-40B4-BE49-F238E27FC236}">
                              <a16:creationId xmlns:a16="http://schemas.microsoft.com/office/drawing/2014/main" id="{5CF408FB-1181-4D58-8750-B607FBB024E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555" name="3D Model 15554" descr="Sphere">
                              <a:extLst>
                                <a:ext uri="{FF2B5EF4-FFF2-40B4-BE49-F238E27FC236}">
                                  <a16:creationId xmlns:a16="http://schemas.microsoft.com/office/drawing/2014/main" id="{50C6C512-7852-4965-B14E-3C22132F015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5189900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5510" name="Group 15509">
                        <a:extLst>
                          <a:ext uri="{FF2B5EF4-FFF2-40B4-BE49-F238E27FC236}">
                            <a16:creationId xmlns:a16="http://schemas.microsoft.com/office/drawing/2014/main" id="{98C931B0-1B92-4DD2-8837-FD72F7A4F19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5526" name="Flowchart: Connector 15525">
                          <a:extLst>
                            <a:ext uri="{FF2B5EF4-FFF2-40B4-BE49-F238E27FC236}">
                              <a16:creationId xmlns:a16="http://schemas.microsoft.com/office/drawing/2014/main" id="{D4F9C008-BFA0-4161-9281-D1B118E143F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27" name="Flowchart: Connector 15526">
                          <a:extLst>
                            <a:ext uri="{FF2B5EF4-FFF2-40B4-BE49-F238E27FC236}">
                              <a16:creationId xmlns:a16="http://schemas.microsoft.com/office/drawing/2014/main" id="{6F83C276-2BBB-4D1D-8052-894159D9FD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28" name="Flowchart: Connector 15527">
                          <a:extLst>
                            <a:ext uri="{FF2B5EF4-FFF2-40B4-BE49-F238E27FC236}">
                              <a16:creationId xmlns:a16="http://schemas.microsoft.com/office/drawing/2014/main" id="{737DF87C-460B-45F1-B77A-A250B29C73E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29" name="Flowchart: Connector 15528">
                          <a:extLst>
                            <a:ext uri="{FF2B5EF4-FFF2-40B4-BE49-F238E27FC236}">
                              <a16:creationId xmlns:a16="http://schemas.microsoft.com/office/drawing/2014/main" id="{8931C398-2028-4D58-8FDB-8DADBBDAF3F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30" name="Flowchart: Connector 15529">
                          <a:extLst>
                            <a:ext uri="{FF2B5EF4-FFF2-40B4-BE49-F238E27FC236}">
                              <a16:creationId xmlns:a16="http://schemas.microsoft.com/office/drawing/2014/main" id="{E8F10202-67F6-4A5E-AA60-9C04F86A048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31" name="Flowchart: Connector 15530">
                          <a:extLst>
                            <a:ext uri="{FF2B5EF4-FFF2-40B4-BE49-F238E27FC236}">
                              <a16:creationId xmlns:a16="http://schemas.microsoft.com/office/drawing/2014/main" id="{1DED0C20-4AD0-4F88-9347-BF01404FFE3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32" name="Flowchart: Connector 15531">
                          <a:extLst>
                            <a:ext uri="{FF2B5EF4-FFF2-40B4-BE49-F238E27FC236}">
                              <a16:creationId xmlns:a16="http://schemas.microsoft.com/office/drawing/2014/main" id="{39DDA968-0BAB-47A5-91E0-C11517B5CFE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533" name="Flowchart: Connector 15532">
                          <a:extLst>
                            <a:ext uri="{FF2B5EF4-FFF2-40B4-BE49-F238E27FC236}">
                              <a16:creationId xmlns:a16="http://schemas.microsoft.com/office/drawing/2014/main" id="{64C5BFED-5241-41F4-AFA8-BCDDF9066C6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534" name="3D Model 15533" descr="Sphere">
                              <a:extLst>
                                <a:ext uri="{FF2B5EF4-FFF2-40B4-BE49-F238E27FC236}">
                                  <a16:creationId xmlns:a16="http://schemas.microsoft.com/office/drawing/2014/main" id="{9DDC8539-323A-43F1-95FE-17404C5085E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026674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535" name="Flowchart: Connector 15534">
                          <a:extLst>
                            <a:ext uri="{FF2B5EF4-FFF2-40B4-BE49-F238E27FC236}">
                              <a16:creationId xmlns:a16="http://schemas.microsoft.com/office/drawing/2014/main" id="{1F15E958-3DBD-420C-A313-A92B3798B5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536" name="3D Model 15535" descr="Sphere">
                              <a:extLst>
                                <a:ext uri="{FF2B5EF4-FFF2-40B4-BE49-F238E27FC236}">
                                  <a16:creationId xmlns:a16="http://schemas.microsoft.com/office/drawing/2014/main" id="{4D4E7713-7180-4DD7-9CED-E7F7F9D670F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6010242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537" name="Flowchart: Connector 15536">
                          <a:extLst>
                            <a:ext uri="{FF2B5EF4-FFF2-40B4-BE49-F238E27FC236}">
                              <a16:creationId xmlns:a16="http://schemas.microsoft.com/office/drawing/2014/main" id="{C1F69483-8E09-496A-BBDF-73F83F6CCC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538" name="3D Model 15537" descr="Sphere">
                              <a:extLst>
                                <a:ext uri="{FF2B5EF4-FFF2-40B4-BE49-F238E27FC236}">
                                  <a16:creationId xmlns:a16="http://schemas.microsoft.com/office/drawing/2014/main" id="{54A28188-B612-461D-A16C-9C47598A2C8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3757228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539" name="Flowchart: Connector 15538">
                          <a:extLst>
                            <a:ext uri="{FF2B5EF4-FFF2-40B4-BE49-F238E27FC236}">
                              <a16:creationId xmlns:a16="http://schemas.microsoft.com/office/drawing/2014/main" id="{FDA7669B-3D04-43CD-9BA3-EC2A912F887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540" name="3D Model 15539" descr="Sphere">
                              <a:extLst>
                                <a:ext uri="{FF2B5EF4-FFF2-40B4-BE49-F238E27FC236}">
                                  <a16:creationId xmlns:a16="http://schemas.microsoft.com/office/drawing/2014/main" id="{065F8F4D-9FB5-46CC-91DA-AC5AE98E3B5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2473997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5511" name="Flowchart: Connector 15510">
                        <a:extLst>
                          <a:ext uri="{FF2B5EF4-FFF2-40B4-BE49-F238E27FC236}">
                            <a16:creationId xmlns:a16="http://schemas.microsoft.com/office/drawing/2014/main" id="{CCB032B0-36F0-432E-842A-0624F384E4E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512" name="Flowchart: Connector 15511">
                        <a:extLst>
                          <a:ext uri="{FF2B5EF4-FFF2-40B4-BE49-F238E27FC236}">
                            <a16:creationId xmlns:a16="http://schemas.microsoft.com/office/drawing/2014/main" id="{37CDEC1D-BAAF-4EDE-9F7B-3A08B4EF7F5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513" name="Flowchart: Connector 15512">
                        <a:extLst>
                          <a:ext uri="{FF2B5EF4-FFF2-40B4-BE49-F238E27FC236}">
                            <a16:creationId xmlns:a16="http://schemas.microsoft.com/office/drawing/2014/main" id="{0EF41549-D89A-4ABA-9D97-97C6334B8F1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514" name="Flowchart: Connector 15513">
                        <a:extLst>
                          <a:ext uri="{FF2B5EF4-FFF2-40B4-BE49-F238E27FC236}">
                            <a16:creationId xmlns:a16="http://schemas.microsoft.com/office/drawing/2014/main" id="{0308D41F-8437-423A-93F5-0AA51DABE2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515" name="Flowchart: Connector 15514">
                        <a:extLst>
                          <a:ext uri="{FF2B5EF4-FFF2-40B4-BE49-F238E27FC236}">
                            <a16:creationId xmlns:a16="http://schemas.microsoft.com/office/drawing/2014/main" id="{3D29EFCF-5689-4DE6-968F-2D14CB38485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516" name="Flowchart: Connector 15515">
                        <a:extLst>
                          <a:ext uri="{FF2B5EF4-FFF2-40B4-BE49-F238E27FC236}">
                            <a16:creationId xmlns:a16="http://schemas.microsoft.com/office/drawing/2014/main" id="{21126833-DF91-4954-B10D-D264100CDB1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517" name="Flowchart: Connector 15516">
                        <a:extLst>
                          <a:ext uri="{FF2B5EF4-FFF2-40B4-BE49-F238E27FC236}">
                            <a16:creationId xmlns:a16="http://schemas.microsoft.com/office/drawing/2014/main" id="{0BBAB748-9713-433F-968D-AFD033A289C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518" name="Flowchart: Connector 15517">
                        <a:extLst>
                          <a:ext uri="{FF2B5EF4-FFF2-40B4-BE49-F238E27FC236}">
                            <a16:creationId xmlns:a16="http://schemas.microsoft.com/office/drawing/2014/main" id="{5D91FAF7-97D8-4B4F-BDE8-CD81EFB06DB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519" name="3D Model 15518" descr="Sphere">
                            <a:extLst>
                              <a:ext uri="{FF2B5EF4-FFF2-40B4-BE49-F238E27FC236}">
                                <a16:creationId xmlns:a16="http://schemas.microsoft.com/office/drawing/2014/main" id="{B68D2D64-8444-457B-98D1-C56F1BB7B89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25121458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520" name="Flowchart: Connector 15519">
                        <a:extLst>
                          <a:ext uri="{FF2B5EF4-FFF2-40B4-BE49-F238E27FC236}">
                            <a16:creationId xmlns:a16="http://schemas.microsoft.com/office/drawing/2014/main" id="{EC7BD767-2E6F-493E-911C-615AEE39DBF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521" name="3D Model 15520" descr="Sphere">
                            <a:extLst>
                              <a:ext uri="{FF2B5EF4-FFF2-40B4-BE49-F238E27FC236}">
                                <a16:creationId xmlns:a16="http://schemas.microsoft.com/office/drawing/2014/main" id="{E15247C7-1D27-4ED9-9FA6-CC5D3925BC2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34916310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522" name="Flowchart: Connector 15521">
                        <a:extLst>
                          <a:ext uri="{FF2B5EF4-FFF2-40B4-BE49-F238E27FC236}">
                            <a16:creationId xmlns:a16="http://schemas.microsoft.com/office/drawing/2014/main" id="{A56C4AFA-E1A6-4EB4-B407-9F3CC870B4C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523" name="3D Model 15522" descr="Sphere">
                            <a:extLst>
                              <a:ext uri="{FF2B5EF4-FFF2-40B4-BE49-F238E27FC236}">
                                <a16:creationId xmlns:a16="http://schemas.microsoft.com/office/drawing/2014/main" id="{640DAB33-3960-4FEA-8D72-90CBA85704A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75297011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524" name="Flowchart: Connector 15523">
                        <a:extLst>
                          <a:ext uri="{FF2B5EF4-FFF2-40B4-BE49-F238E27FC236}">
                            <a16:creationId xmlns:a16="http://schemas.microsoft.com/office/drawing/2014/main" id="{725CA362-0D76-4061-99DD-6660EE17BA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525" name="3D Model 15524" descr="Sphere">
                            <a:extLst>
                              <a:ext uri="{FF2B5EF4-FFF2-40B4-BE49-F238E27FC236}">
                                <a16:creationId xmlns:a16="http://schemas.microsoft.com/office/drawing/2014/main" id="{F88BD150-79EA-4C38-A835-086E4B378FE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58559857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5286" name="Group 15285">
                    <a:extLst>
                      <a:ext uri="{FF2B5EF4-FFF2-40B4-BE49-F238E27FC236}">
                        <a16:creationId xmlns:a16="http://schemas.microsoft.com/office/drawing/2014/main" id="{080AD1E4-A360-4B05-9199-8C165AC21DDF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5503" name="Flowchart: Connector 15502">
                      <a:extLst>
                        <a:ext uri="{FF2B5EF4-FFF2-40B4-BE49-F238E27FC236}">
                          <a16:creationId xmlns:a16="http://schemas.microsoft.com/office/drawing/2014/main" id="{92489A23-B94E-489D-8495-C6FCE67D258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504" name="Flowchart: Connector 15503">
                      <a:extLst>
                        <a:ext uri="{FF2B5EF4-FFF2-40B4-BE49-F238E27FC236}">
                          <a16:creationId xmlns:a16="http://schemas.microsoft.com/office/drawing/2014/main" id="{00D6CDD4-F323-448E-A59C-B1F7B45AEAD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505" name="Flowchart: Connector 15504">
                      <a:extLst>
                        <a:ext uri="{FF2B5EF4-FFF2-40B4-BE49-F238E27FC236}">
                          <a16:creationId xmlns:a16="http://schemas.microsoft.com/office/drawing/2014/main" id="{188CC74F-61A8-4C8E-8348-DEF924B22B8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5287" name="Flowchart: Connector 15286">
                    <a:extLst>
                      <a:ext uri="{FF2B5EF4-FFF2-40B4-BE49-F238E27FC236}">
                        <a16:creationId xmlns:a16="http://schemas.microsoft.com/office/drawing/2014/main" id="{94FAACDE-04DB-479A-99CC-6AA926863A8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5288" name="Flowchart: Connector 15287">
                    <a:extLst>
                      <a:ext uri="{FF2B5EF4-FFF2-40B4-BE49-F238E27FC236}">
                        <a16:creationId xmlns:a16="http://schemas.microsoft.com/office/drawing/2014/main" id="{B5A9BB93-D09B-4FAB-8045-134B3F01786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5289" name="Group 15288">
                    <a:extLst>
                      <a:ext uri="{FF2B5EF4-FFF2-40B4-BE49-F238E27FC236}">
                        <a16:creationId xmlns:a16="http://schemas.microsoft.com/office/drawing/2014/main" id="{0875F2E6-E960-4C1C-BEAA-6A610CEF27F3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15500" name="Flowchart: Connector 15499">
                      <a:extLst>
                        <a:ext uri="{FF2B5EF4-FFF2-40B4-BE49-F238E27FC236}">
                          <a16:creationId xmlns:a16="http://schemas.microsoft.com/office/drawing/2014/main" id="{606A8528-9B40-47DE-A7BB-AF2D3B927BB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501" name="Flowchart: Connector 15500">
                      <a:extLst>
                        <a:ext uri="{FF2B5EF4-FFF2-40B4-BE49-F238E27FC236}">
                          <a16:creationId xmlns:a16="http://schemas.microsoft.com/office/drawing/2014/main" id="{5120A305-B3B3-4B50-B907-C635CD2C5DE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502" name="Flowchart: Connector 15501">
                      <a:extLst>
                        <a:ext uri="{FF2B5EF4-FFF2-40B4-BE49-F238E27FC236}">
                          <a16:creationId xmlns:a16="http://schemas.microsoft.com/office/drawing/2014/main" id="{010B7314-5B9E-4A67-AE9A-36C1A56798B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5290" name="Group 15289">
                    <a:extLst>
                      <a:ext uri="{FF2B5EF4-FFF2-40B4-BE49-F238E27FC236}">
                        <a16:creationId xmlns:a16="http://schemas.microsoft.com/office/drawing/2014/main" id="{EF945D85-557E-4297-B605-422A0126E8FD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15435" name="Group 15434">
                      <a:extLst>
                        <a:ext uri="{FF2B5EF4-FFF2-40B4-BE49-F238E27FC236}">
                          <a16:creationId xmlns:a16="http://schemas.microsoft.com/office/drawing/2014/main" id="{324D6B7E-8B24-47A2-8252-8FDB1EB483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15496" name="Flowchart: Connector 15495">
                        <a:extLst>
                          <a:ext uri="{FF2B5EF4-FFF2-40B4-BE49-F238E27FC236}">
                            <a16:creationId xmlns:a16="http://schemas.microsoft.com/office/drawing/2014/main" id="{53695D3B-B9C1-42E5-9AA0-92792609D49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97" name="Flowchart: Connector 15496">
                        <a:extLst>
                          <a:ext uri="{FF2B5EF4-FFF2-40B4-BE49-F238E27FC236}">
                            <a16:creationId xmlns:a16="http://schemas.microsoft.com/office/drawing/2014/main" id="{F8495A03-E6A4-456D-8DAA-5C4049EBFB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98" name="Flowchart: Connector 15497">
                        <a:extLst>
                          <a:ext uri="{FF2B5EF4-FFF2-40B4-BE49-F238E27FC236}">
                            <a16:creationId xmlns:a16="http://schemas.microsoft.com/office/drawing/2014/main" id="{A0474436-F306-417D-996F-8F45380B13D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99" name="Flowchart: Connector 15498">
                        <a:extLst>
                          <a:ext uri="{FF2B5EF4-FFF2-40B4-BE49-F238E27FC236}">
                            <a16:creationId xmlns:a16="http://schemas.microsoft.com/office/drawing/2014/main" id="{B8AA6EB0-EE36-4359-B463-D91CA97D33E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5436" name="Group 15435">
                      <a:extLst>
                        <a:ext uri="{FF2B5EF4-FFF2-40B4-BE49-F238E27FC236}">
                          <a16:creationId xmlns:a16="http://schemas.microsoft.com/office/drawing/2014/main" id="{EFCE42FB-CF70-45FB-8CB0-A08BEC2F2F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15437" name="Group 15436">
                        <a:extLst>
                          <a:ext uri="{FF2B5EF4-FFF2-40B4-BE49-F238E27FC236}">
                            <a16:creationId xmlns:a16="http://schemas.microsoft.com/office/drawing/2014/main" id="{36D81606-483C-480B-93B5-AA7FB82D0B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5488" name="Flowchart: Connector 15487">
                          <a:extLst>
                            <a:ext uri="{FF2B5EF4-FFF2-40B4-BE49-F238E27FC236}">
                              <a16:creationId xmlns:a16="http://schemas.microsoft.com/office/drawing/2014/main" id="{CDCA2A5E-3495-4F34-9BEE-69F18453684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89" name="3D Model 15488" descr="Sphere">
                              <a:extLst>
                                <a:ext uri="{FF2B5EF4-FFF2-40B4-BE49-F238E27FC236}">
                                  <a16:creationId xmlns:a16="http://schemas.microsoft.com/office/drawing/2014/main" id="{64BD2243-69D8-483B-94C3-D87568E3CDC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7657657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90" name="Flowchart: Connector 15489">
                          <a:extLst>
                            <a:ext uri="{FF2B5EF4-FFF2-40B4-BE49-F238E27FC236}">
                              <a16:creationId xmlns:a16="http://schemas.microsoft.com/office/drawing/2014/main" id="{D830B636-A6B1-4C92-B510-C557A58DE5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91" name="3D Model 15490" descr="Sphere">
                              <a:extLst>
                                <a:ext uri="{FF2B5EF4-FFF2-40B4-BE49-F238E27FC236}">
                                  <a16:creationId xmlns:a16="http://schemas.microsoft.com/office/drawing/2014/main" id="{A6B01439-01BD-4C62-90F6-A77EA676701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4438978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92" name="Flowchart: Connector 15491">
                          <a:extLst>
                            <a:ext uri="{FF2B5EF4-FFF2-40B4-BE49-F238E27FC236}">
                              <a16:creationId xmlns:a16="http://schemas.microsoft.com/office/drawing/2014/main" id="{ECD6FA93-1460-4479-9152-3C1DF056892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93" name="3D Model 15492" descr="Sphere">
                              <a:extLst>
                                <a:ext uri="{FF2B5EF4-FFF2-40B4-BE49-F238E27FC236}">
                                  <a16:creationId xmlns:a16="http://schemas.microsoft.com/office/drawing/2014/main" id="{2C8A18F9-B0FC-40C0-8221-237E743EE43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0033784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94" name="Flowchart: Connector 15493">
                          <a:extLst>
                            <a:ext uri="{FF2B5EF4-FFF2-40B4-BE49-F238E27FC236}">
                              <a16:creationId xmlns:a16="http://schemas.microsoft.com/office/drawing/2014/main" id="{830B5CC6-EDD2-4641-8F69-96A63037545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95" name="3D Model 15494" descr="Sphere">
                              <a:extLst>
                                <a:ext uri="{FF2B5EF4-FFF2-40B4-BE49-F238E27FC236}">
                                  <a16:creationId xmlns:a16="http://schemas.microsoft.com/office/drawing/2014/main" id="{E2C53798-FA24-4A1D-9849-F3475172005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835447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5438" name="Group 15437">
                        <a:extLst>
                          <a:ext uri="{FF2B5EF4-FFF2-40B4-BE49-F238E27FC236}">
                            <a16:creationId xmlns:a16="http://schemas.microsoft.com/office/drawing/2014/main" id="{38C598CF-1521-483D-8907-C404475CCB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5472" name="Flowchart: Connector 15471">
                          <a:extLst>
                            <a:ext uri="{FF2B5EF4-FFF2-40B4-BE49-F238E27FC236}">
                              <a16:creationId xmlns:a16="http://schemas.microsoft.com/office/drawing/2014/main" id="{DAA80471-CEF3-4943-B377-9D86745D245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73" name="Flowchart: Connector 15472">
                          <a:extLst>
                            <a:ext uri="{FF2B5EF4-FFF2-40B4-BE49-F238E27FC236}">
                              <a16:creationId xmlns:a16="http://schemas.microsoft.com/office/drawing/2014/main" id="{6ED1F38A-EF7A-4D32-8F5A-9B67D2A2A4C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74" name="Flowchart: Connector 15473">
                          <a:extLst>
                            <a:ext uri="{FF2B5EF4-FFF2-40B4-BE49-F238E27FC236}">
                              <a16:creationId xmlns:a16="http://schemas.microsoft.com/office/drawing/2014/main" id="{B6D919DB-ECAF-42E3-B573-812B0A63CFD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75" name="Flowchart: Connector 15474">
                          <a:extLst>
                            <a:ext uri="{FF2B5EF4-FFF2-40B4-BE49-F238E27FC236}">
                              <a16:creationId xmlns:a16="http://schemas.microsoft.com/office/drawing/2014/main" id="{1087FD29-EDFF-45E4-8691-798325A4578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76" name="Flowchart: Connector 15475">
                          <a:extLst>
                            <a:ext uri="{FF2B5EF4-FFF2-40B4-BE49-F238E27FC236}">
                              <a16:creationId xmlns:a16="http://schemas.microsoft.com/office/drawing/2014/main" id="{24D4DD50-71CA-48D4-A9F7-24A174E2583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77" name="Flowchart: Connector 15476">
                          <a:extLst>
                            <a:ext uri="{FF2B5EF4-FFF2-40B4-BE49-F238E27FC236}">
                              <a16:creationId xmlns:a16="http://schemas.microsoft.com/office/drawing/2014/main" id="{16F33B33-4B21-48E9-92B8-A028426CF87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78" name="Flowchart: Connector 15477">
                          <a:extLst>
                            <a:ext uri="{FF2B5EF4-FFF2-40B4-BE49-F238E27FC236}">
                              <a16:creationId xmlns:a16="http://schemas.microsoft.com/office/drawing/2014/main" id="{887B1B8A-C9C2-4E17-BC4A-29A1E0314DB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79" name="Flowchart: Connector 15478">
                          <a:extLst>
                            <a:ext uri="{FF2B5EF4-FFF2-40B4-BE49-F238E27FC236}">
                              <a16:creationId xmlns:a16="http://schemas.microsoft.com/office/drawing/2014/main" id="{2E877833-E2BA-42ED-B926-3181FAF3923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80" name="Flowchart: Connector 15479">
                          <a:extLst>
                            <a:ext uri="{FF2B5EF4-FFF2-40B4-BE49-F238E27FC236}">
                              <a16:creationId xmlns:a16="http://schemas.microsoft.com/office/drawing/2014/main" id="{904426BE-1920-4ED0-A235-C4162B39DBC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81" name="3D Model 15480" descr="Sphere">
                              <a:extLst>
                                <a:ext uri="{FF2B5EF4-FFF2-40B4-BE49-F238E27FC236}">
                                  <a16:creationId xmlns:a16="http://schemas.microsoft.com/office/drawing/2014/main" id="{2B8CF345-3468-4145-81C1-9F4F3C30B62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5622063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82" name="Flowchart: Connector 15481">
                          <a:extLst>
                            <a:ext uri="{FF2B5EF4-FFF2-40B4-BE49-F238E27FC236}">
                              <a16:creationId xmlns:a16="http://schemas.microsoft.com/office/drawing/2014/main" id="{769729A8-755B-422C-80C3-DFC8435B4D6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83" name="3D Model 15482" descr="Sphere">
                              <a:extLst>
                                <a:ext uri="{FF2B5EF4-FFF2-40B4-BE49-F238E27FC236}">
                                  <a16:creationId xmlns:a16="http://schemas.microsoft.com/office/drawing/2014/main" id="{7852D804-AAF9-4FC6-A5F5-EBD64538DEC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9179326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84" name="Flowchart: Connector 15483">
                          <a:extLst>
                            <a:ext uri="{FF2B5EF4-FFF2-40B4-BE49-F238E27FC236}">
                              <a16:creationId xmlns:a16="http://schemas.microsoft.com/office/drawing/2014/main" id="{960B79F5-DC52-4DE4-9CAC-D3A2D3C84BF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85" name="3D Model 15484" descr="Sphere">
                              <a:extLst>
                                <a:ext uri="{FF2B5EF4-FFF2-40B4-BE49-F238E27FC236}">
                                  <a16:creationId xmlns:a16="http://schemas.microsoft.com/office/drawing/2014/main" id="{B9D920FF-DBAD-4308-ADE4-E267BC1B4AD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6054028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86" name="Flowchart: Connector 15485">
                          <a:extLst>
                            <a:ext uri="{FF2B5EF4-FFF2-40B4-BE49-F238E27FC236}">
                              <a16:creationId xmlns:a16="http://schemas.microsoft.com/office/drawing/2014/main" id="{657FA2E9-0948-4CBE-84CC-81757D9043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87" name="3D Model 15486" descr="Sphere">
                              <a:extLst>
                                <a:ext uri="{FF2B5EF4-FFF2-40B4-BE49-F238E27FC236}">
                                  <a16:creationId xmlns:a16="http://schemas.microsoft.com/office/drawing/2014/main" id="{B7277462-F83D-4242-82F7-428FCCDE489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7639407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5439" name="Group 15438">
                        <a:extLst>
                          <a:ext uri="{FF2B5EF4-FFF2-40B4-BE49-F238E27FC236}">
                            <a16:creationId xmlns:a16="http://schemas.microsoft.com/office/drawing/2014/main" id="{5A077DBF-B315-4452-A741-90BA813F0DF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5456" name="Flowchart: Connector 15455">
                          <a:extLst>
                            <a:ext uri="{FF2B5EF4-FFF2-40B4-BE49-F238E27FC236}">
                              <a16:creationId xmlns:a16="http://schemas.microsoft.com/office/drawing/2014/main" id="{B2798511-993C-47FC-9130-A6D8D08ADF3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57" name="Flowchart: Connector 15456">
                          <a:extLst>
                            <a:ext uri="{FF2B5EF4-FFF2-40B4-BE49-F238E27FC236}">
                              <a16:creationId xmlns:a16="http://schemas.microsoft.com/office/drawing/2014/main" id="{4680539C-5448-49CF-B382-B3EAD0839D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58" name="Flowchart: Connector 15457">
                          <a:extLst>
                            <a:ext uri="{FF2B5EF4-FFF2-40B4-BE49-F238E27FC236}">
                              <a16:creationId xmlns:a16="http://schemas.microsoft.com/office/drawing/2014/main" id="{34D8BF29-85D0-44DD-8AEC-A3A0A99D497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59" name="Flowchart: Connector 15458">
                          <a:extLst>
                            <a:ext uri="{FF2B5EF4-FFF2-40B4-BE49-F238E27FC236}">
                              <a16:creationId xmlns:a16="http://schemas.microsoft.com/office/drawing/2014/main" id="{1053A57E-22A9-44B5-8482-0A235920213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60" name="Flowchart: Connector 15459">
                          <a:extLst>
                            <a:ext uri="{FF2B5EF4-FFF2-40B4-BE49-F238E27FC236}">
                              <a16:creationId xmlns:a16="http://schemas.microsoft.com/office/drawing/2014/main" id="{AB3A5FB1-D0E6-43A9-9E57-C6208042749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61" name="Flowchart: Connector 15460">
                          <a:extLst>
                            <a:ext uri="{FF2B5EF4-FFF2-40B4-BE49-F238E27FC236}">
                              <a16:creationId xmlns:a16="http://schemas.microsoft.com/office/drawing/2014/main" id="{F031A6ED-68F1-4B25-AF78-F3631011963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62" name="Flowchart: Connector 15461">
                          <a:extLst>
                            <a:ext uri="{FF2B5EF4-FFF2-40B4-BE49-F238E27FC236}">
                              <a16:creationId xmlns:a16="http://schemas.microsoft.com/office/drawing/2014/main" id="{5F3B3184-BDC9-4E8A-B6AC-178A2670FDD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63" name="Flowchart: Connector 15462">
                          <a:extLst>
                            <a:ext uri="{FF2B5EF4-FFF2-40B4-BE49-F238E27FC236}">
                              <a16:creationId xmlns:a16="http://schemas.microsoft.com/office/drawing/2014/main" id="{6DD2A125-B9BD-4393-B1C8-4E5AD1A0E7C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64" name="Flowchart: Connector 15463">
                          <a:extLst>
                            <a:ext uri="{FF2B5EF4-FFF2-40B4-BE49-F238E27FC236}">
                              <a16:creationId xmlns:a16="http://schemas.microsoft.com/office/drawing/2014/main" id="{06CA759B-E266-4437-BFFC-8714AEB41F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65" name="3D Model 15464" descr="Sphere">
                              <a:extLst>
                                <a:ext uri="{FF2B5EF4-FFF2-40B4-BE49-F238E27FC236}">
                                  <a16:creationId xmlns:a16="http://schemas.microsoft.com/office/drawing/2014/main" id="{F62B23D6-C286-4263-B658-FFC76151CD4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6700865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66" name="Flowchart: Connector 15465">
                          <a:extLst>
                            <a:ext uri="{FF2B5EF4-FFF2-40B4-BE49-F238E27FC236}">
                              <a16:creationId xmlns:a16="http://schemas.microsoft.com/office/drawing/2014/main" id="{1E2AD3E8-F2D3-477A-86CE-3C544E797B6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67" name="3D Model 15466" descr="Sphere">
                              <a:extLst>
                                <a:ext uri="{FF2B5EF4-FFF2-40B4-BE49-F238E27FC236}">
                                  <a16:creationId xmlns:a16="http://schemas.microsoft.com/office/drawing/2014/main" id="{E4EE5163-8B20-484D-A962-542BEB85EC0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166572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68" name="Flowchart: Connector 15467">
                          <a:extLst>
                            <a:ext uri="{FF2B5EF4-FFF2-40B4-BE49-F238E27FC236}">
                              <a16:creationId xmlns:a16="http://schemas.microsoft.com/office/drawing/2014/main" id="{7D6DB97B-8531-4655-A10D-ABD9D158B91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69" name="3D Model 15468" descr="Sphere">
                              <a:extLst>
                                <a:ext uri="{FF2B5EF4-FFF2-40B4-BE49-F238E27FC236}">
                                  <a16:creationId xmlns:a16="http://schemas.microsoft.com/office/drawing/2014/main" id="{96E02558-80B1-42AC-A5AE-67CD5241329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0971498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70" name="Flowchart: Connector 15469">
                          <a:extLst>
                            <a:ext uri="{FF2B5EF4-FFF2-40B4-BE49-F238E27FC236}">
                              <a16:creationId xmlns:a16="http://schemas.microsoft.com/office/drawing/2014/main" id="{71689388-4C63-4EF2-854E-CD1778B332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71" name="3D Model 15470" descr="Sphere">
                              <a:extLst>
                                <a:ext uri="{FF2B5EF4-FFF2-40B4-BE49-F238E27FC236}">
                                  <a16:creationId xmlns:a16="http://schemas.microsoft.com/office/drawing/2014/main" id="{6792309D-B328-42FA-9558-FED5AA91FEF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1171723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5440" name="Flowchart: Connector 15439">
                        <a:extLst>
                          <a:ext uri="{FF2B5EF4-FFF2-40B4-BE49-F238E27FC236}">
                            <a16:creationId xmlns:a16="http://schemas.microsoft.com/office/drawing/2014/main" id="{F82DAA51-2886-4A04-A3E7-4F47150D240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41" name="Flowchart: Connector 15440">
                        <a:extLst>
                          <a:ext uri="{FF2B5EF4-FFF2-40B4-BE49-F238E27FC236}">
                            <a16:creationId xmlns:a16="http://schemas.microsoft.com/office/drawing/2014/main" id="{4D79BB27-B644-4E25-8119-D13D4EF4972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42" name="Flowchart: Connector 15441">
                        <a:extLst>
                          <a:ext uri="{FF2B5EF4-FFF2-40B4-BE49-F238E27FC236}">
                            <a16:creationId xmlns:a16="http://schemas.microsoft.com/office/drawing/2014/main" id="{3847C77D-7D16-4121-A848-8094D5C6226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43" name="Flowchart: Connector 15442">
                        <a:extLst>
                          <a:ext uri="{FF2B5EF4-FFF2-40B4-BE49-F238E27FC236}">
                            <a16:creationId xmlns:a16="http://schemas.microsoft.com/office/drawing/2014/main" id="{BC34C3AB-BE66-4228-B09D-EF32EBF4086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44" name="Flowchart: Connector 15443">
                        <a:extLst>
                          <a:ext uri="{FF2B5EF4-FFF2-40B4-BE49-F238E27FC236}">
                            <a16:creationId xmlns:a16="http://schemas.microsoft.com/office/drawing/2014/main" id="{49D99F5B-9701-41AC-9208-40A5C3CFB7E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45" name="Flowchart: Connector 15444">
                        <a:extLst>
                          <a:ext uri="{FF2B5EF4-FFF2-40B4-BE49-F238E27FC236}">
                            <a16:creationId xmlns:a16="http://schemas.microsoft.com/office/drawing/2014/main" id="{0EA446CC-949F-40FF-B0DB-AD39AC21EA4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46" name="Flowchart: Connector 15445">
                        <a:extLst>
                          <a:ext uri="{FF2B5EF4-FFF2-40B4-BE49-F238E27FC236}">
                            <a16:creationId xmlns:a16="http://schemas.microsoft.com/office/drawing/2014/main" id="{FC9A8C05-DCD4-452B-881A-F49ACE31CAC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47" name="Flowchart: Connector 15446">
                        <a:extLst>
                          <a:ext uri="{FF2B5EF4-FFF2-40B4-BE49-F238E27FC236}">
                            <a16:creationId xmlns:a16="http://schemas.microsoft.com/office/drawing/2014/main" id="{209CE38F-E9EF-4F69-A0A1-CCC728549AE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48" name="Flowchart: Connector 15447">
                        <a:extLst>
                          <a:ext uri="{FF2B5EF4-FFF2-40B4-BE49-F238E27FC236}">
                            <a16:creationId xmlns:a16="http://schemas.microsoft.com/office/drawing/2014/main" id="{0FDDC493-409E-4AC4-BBDF-894DEE872DF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449" name="3D Model 15448" descr="Sphere">
                            <a:extLst>
                              <a:ext uri="{FF2B5EF4-FFF2-40B4-BE49-F238E27FC236}">
                                <a16:creationId xmlns:a16="http://schemas.microsoft.com/office/drawing/2014/main" id="{D3E70541-72F7-47EA-A0FA-B2F9BB4D4DC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99477557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450" name="Flowchart: Connector 15449">
                        <a:extLst>
                          <a:ext uri="{FF2B5EF4-FFF2-40B4-BE49-F238E27FC236}">
                            <a16:creationId xmlns:a16="http://schemas.microsoft.com/office/drawing/2014/main" id="{7E54CEE4-505B-480B-8DDB-D5AB6973D78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451" name="3D Model 15450" descr="Sphere">
                            <a:extLst>
                              <a:ext uri="{FF2B5EF4-FFF2-40B4-BE49-F238E27FC236}">
                                <a16:creationId xmlns:a16="http://schemas.microsoft.com/office/drawing/2014/main" id="{BFAC89E2-7699-4A24-A66F-795AEA8A692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73214720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452" name="Flowchart: Connector 15451">
                        <a:extLst>
                          <a:ext uri="{FF2B5EF4-FFF2-40B4-BE49-F238E27FC236}">
                            <a16:creationId xmlns:a16="http://schemas.microsoft.com/office/drawing/2014/main" id="{A1D877A9-D954-4890-AF08-428DDE6B3D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453" name="3D Model 15452" descr="Sphere">
                            <a:extLst>
                              <a:ext uri="{FF2B5EF4-FFF2-40B4-BE49-F238E27FC236}">
                                <a16:creationId xmlns:a16="http://schemas.microsoft.com/office/drawing/2014/main" id="{A84B0AA3-1A84-4181-BC00-6382D558105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3253327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454" name="Flowchart: Connector 15453">
                        <a:extLst>
                          <a:ext uri="{FF2B5EF4-FFF2-40B4-BE49-F238E27FC236}">
                            <a16:creationId xmlns:a16="http://schemas.microsoft.com/office/drawing/2014/main" id="{4D221AF1-F90C-43B0-A506-E2147E476FD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455" name="3D Model 15454" descr="Sphere">
                            <a:extLst>
                              <a:ext uri="{FF2B5EF4-FFF2-40B4-BE49-F238E27FC236}">
                                <a16:creationId xmlns:a16="http://schemas.microsoft.com/office/drawing/2014/main" id="{CD7E729B-CDA8-4888-AFB8-25D686B4A58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02888395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5291" name="Group 15290">
                    <a:extLst>
                      <a:ext uri="{FF2B5EF4-FFF2-40B4-BE49-F238E27FC236}">
                        <a16:creationId xmlns:a16="http://schemas.microsoft.com/office/drawing/2014/main" id="{26319B2E-82AE-4D13-953D-7A9AFD3CBC60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5432" name="Flowchart: Connector 15431">
                      <a:extLst>
                        <a:ext uri="{FF2B5EF4-FFF2-40B4-BE49-F238E27FC236}">
                          <a16:creationId xmlns:a16="http://schemas.microsoft.com/office/drawing/2014/main" id="{94998148-A5BE-4067-B11D-D55321FF704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433" name="Flowchart: Connector 15432">
                      <a:extLst>
                        <a:ext uri="{FF2B5EF4-FFF2-40B4-BE49-F238E27FC236}">
                          <a16:creationId xmlns:a16="http://schemas.microsoft.com/office/drawing/2014/main" id="{01CB9AC8-8D74-4BC4-B3E1-489C5D6D8CC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434" name="Flowchart: Connector 15433">
                      <a:extLst>
                        <a:ext uri="{FF2B5EF4-FFF2-40B4-BE49-F238E27FC236}">
                          <a16:creationId xmlns:a16="http://schemas.microsoft.com/office/drawing/2014/main" id="{C4D60D2E-2A68-4A96-B5C1-4C357EAC9EE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5292" name="Flowchart: Connector 15291">
                    <a:extLst>
                      <a:ext uri="{FF2B5EF4-FFF2-40B4-BE49-F238E27FC236}">
                        <a16:creationId xmlns:a16="http://schemas.microsoft.com/office/drawing/2014/main" id="{B3FC083F-4F0C-4633-852F-B6441000584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5293" name="Flowchart: Connector 15292">
                    <a:extLst>
                      <a:ext uri="{FF2B5EF4-FFF2-40B4-BE49-F238E27FC236}">
                        <a16:creationId xmlns:a16="http://schemas.microsoft.com/office/drawing/2014/main" id="{C89FF4CE-BC4F-4814-B64A-A06B0EC43B2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5294" name="Group 15293">
                    <a:extLst>
                      <a:ext uri="{FF2B5EF4-FFF2-40B4-BE49-F238E27FC236}">
                        <a16:creationId xmlns:a16="http://schemas.microsoft.com/office/drawing/2014/main" id="{D85D8508-A4CE-4BC9-9F34-EC9B587E483B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15429" name="Flowchart: Connector 15428">
                      <a:extLst>
                        <a:ext uri="{FF2B5EF4-FFF2-40B4-BE49-F238E27FC236}">
                          <a16:creationId xmlns:a16="http://schemas.microsoft.com/office/drawing/2014/main" id="{32744BF7-EF55-4884-8548-2747F5FFD65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430" name="Flowchart: Connector 15429">
                      <a:extLst>
                        <a:ext uri="{FF2B5EF4-FFF2-40B4-BE49-F238E27FC236}">
                          <a16:creationId xmlns:a16="http://schemas.microsoft.com/office/drawing/2014/main" id="{389A7BE2-C46C-47CE-A067-75FD6E46E50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431" name="Flowchart: Connector 15430">
                      <a:extLst>
                        <a:ext uri="{FF2B5EF4-FFF2-40B4-BE49-F238E27FC236}">
                          <a16:creationId xmlns:a16="http://schemas.microsoft.com/office/drawing/2014/main" id="{16513BD1-7D44-473D-AF67-AB1FD8B2B6D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5295" name="Group 15294">
                    <a:extLst>
                      <a:ext uri="{FF2B5EF4-FFF2-40B4-BE49-F238E27FC236}">
                        <a16:creationId xmlns:a16="http://schemas.microsoft.com/office/drawing/2014/main" id="{FDC8CBC8-FE66-44F8-A05D-32CE38A8AC10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15364" name="Group 15363">
                      <a:extLst>
                        <a:ext uri="{FF2B5EF4-FFF2-40B4-BE49-F238E27FC236}">
                          <a16:creationId xmlns:a16="http://schemas.microsoft.com/office/drawing/2014/main" id="{84B4CB34-F3C1-4CB2-B58A-7D923694C7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15425" name="Flowchart: Connector 15424">
                        <a:extLst>
                          <a:ext uri="{FF2B5EF4-FFF2-40B4-BE49-F238E27FC236}">
                            <a16:creationId xmlns:a16="http://schemas.microsoft.com/office/drawing/2014/main" id="{73221237-3C77-4061-89A8-7B16662CD90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26" name="Flowchart: Connector 15425">
                        <a:extLst>
                          <a:ext uri="{FF2B5EF4-FFF2-40B4-BE49-F238E27FC236}">
                            <a16:creationId xmlns:a16="http://schemas.microsoft.com/office/drawing/2014/main" id="{5DEEC1B5-7C3B-48D6-B551-538D4EFDBCB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27" name="Flowchart: Connector 15426">
                        <a:extLst>
                          <a:ext uri="{FF2B5EF4-FFF2-40B4-BE49-F238E27FC236}">
                            <a16:creationId xmlns:a16="http://schemas.microsoft.com/office/drawing/2014/main" id="{ED57CDEC-F53B-4A0B-8D1E-0AE4A33041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428" name="Flowchart: Connector 15427">
                        <a:extLst>
                          <a:ext uri="{FF2B5EF4-FFF2-40B4-BE49-F238E27FC236}">
                            <a16:creationId xmlns:a16="http://schemas.microsoft.com/office/drawing/2014/main" id="{2D29B8FD-9F3B-4683-896B-9EA4CAA149E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5365" name="Group 15364">
                      <a:extLst>
                        <a:ext uri="{FF2B5EF4-FFF2-40B4-BE49-F238E27FC236}">
                          <a16:creationId xmlns:a16="http://schemas.microsoft.com/office/drawing/2014/main" id="{1056E521-947E-49DF-A544-B0486D6A8C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15366" name="Group 15365">
                        <a:extLst>
                          <a:ext uri="{FF2B5EF4-FFF2-40B4-BE49-F238E27FC236}">
                            <a16:creationId xmlns:a16="http://schemas.microsoft.com/office/drawing/2014/main" id="{82E43F54-1BED-422B-A28A-9B50044683C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5417" name="Flowchart: Connector 15416">
                          <a:extLst>
                            <a:ext uri="{FF2B5EF4-FFF2-40B4-BE49-F238E27FC236}">
                              <a16:creationId xmlns:a16="http://schemas.microsoft.com/office/drawing/2014/main" id="{D3722C61-D645-4BD4-8C1E-A2794A313E1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18" name="3D Model 15417" descr="Sphere">
                              <a:extLst>
                                <a:ext uri="{FF2B5EF4-FFF2-40B4-BE49-F238E27FC236}">
                                  <a16:creationId xmlns:a16="http://schemas.microsoft.com/office/drawing/2014/main" id="{A7EFCAC7-50E7-4CFF-B5AD-E2F1AADD0E1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1520482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19" name="Flowchart: Connector 15418">
                          <a:extLst>
                            <a:ext uri="{FF2B5EF4-FFF2-40B4-BE49-F238E27FC236}">
                              <a16:creationId xmlns:a16="http://schemas.microsoft.com/office/drawing/2014/main" id="{A3B8F91D-2716-44E4-A68A-86D5F7CBF9F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20" name="3D Model 15419" descr="Sphere">
                              <a:extLst>
                                <a:ext uri="{FF2B5EF4-FFF2-40B4-BE49-F238E27FC236}">
                                  <a16:creationId xmlns:a16="http://schemas.microsoft.com/office/drawing/2014/main" id="{57E4F13B-002F-48F8-B810-106A1853247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5490553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21" name="Flowchart: Connector 15420">
                          <a:extLst>
                            <a:ext uri="{FF2B5EF4-FFF2-40B4-BE49-F238E27FC236}">
                              <a16:creationId xmlns:a16="http://schemas.microsoft.com/office/drawing/2014/main" id="{E185F92D-E41A-4064-BA0F-EB1DA5EBC84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22" name="3D Model 15421" descr="Sphere">
                              <a:extLst>
                                <a:ext uri="{FF2B5EF4-FFF2-40B4-BE49-F238E27FC236}">
                                  <a16:creationId xmlns:a16="http://schemas.microsoft.com/office/drawing/2014/main" id="{59107E9B-F4A7-47E9-9440-2FFE537FB7F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403740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23" name="Flowchart: Connector 15422">
                          <a:extLst>
                            <a:ext uri="{FF2B5EF4-FFF2-40B4-BE49-F238E27FC236}">
                              <a16:creationId xmlns:a16="http://schemas.microsoft.com/office/drawing/2014/main" id="{237DC2D2-B650-4049-ABC1-E2C8483EED7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24" name="3D Model 15423" descr="Sphere">
                              <a:extLst>
                                <a:ext uri="{FF2B5EF4-FFF2-40B4-BE49-F238E27FC236}">
                                  <a16:creationId xmlns:a16="http://schemas.microsoft.com/office/drawing/2014/main" id="{41A19396-2839-44D8-8DA7-703656E586F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2407705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5367" name="Group 15366">
                        <a:extLst>
                          <a:ext uri="{FF2B5EF4-FFF2-40B4-BE49-F238E27FC236}">
                            <a16:creationId xmlns:a16="http://schemas.microsoft.com/office/drawing/2014/main" id="{7084F522-8209-41D4-A438-EDD8E35EF30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5401" name="Flowchart: Connector 15400">
                          <a:extLst>
                            <a:ext uri="{FF2B5EF4-FFF2-40B4-BE49-F238E27FC236}">
                              <a16:creationId xmlns:a16="http://schemas.microsoft.com/office/drawing/2014/main" id="{1E0D093D-A7B1-405E-8F45-5D6E057C685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02" name="Flowchart: Connector 15401">
                          <a:extLst>
                            <a:ext uri="{FF2B5EF4-FFF2-40B4-BE49-F238E27FC236}">
                              <a16:creationId xmlns:a16="http://schemas.microsoft.com/office/drawing/2014/main" id="{51DEE61F-8F1B-4452-952D-827D5C62E7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03" name="Flowchart: Connector 15402">
                          <a:extLst>
                            <a:ext uri="{FF2B5EF4-FFF2-40B4-BE49-F238E27FC236}">
                              <a16:creationId xmlns:a16="http://schemas.microsoft.com/office/drawing/2014/main" id="{B379A465-9012-4306-97AE-176998424A4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04" name="Flowchart: Connector 15403">
                          <a:extLst>
                            <a:ext uri="{FF2B5EF4-FFF2-40B4-BE49-F238E27FC236}">
                              <a16:creationId xmlns:a16="http://schemas.microsoft.com/office/drawing/2014/main" id="{89246270-D43C-4060-A7DD-73E691B6E81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05" name="Flowchart: Connector 15404">
                          <a:extLst>
                            <a:ext uri="{FF2B5EF4-FFF2-40B4-BE49-F238E27FC236}">
                              <a16:creationId xmlns:a16="http://schemas.microsoft.com/office/drawing/2014/main" id="{CD23EA50-0954-45AC-8B41-38AEA8DE39C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06" name="Flowchart: Connector 15405">
                          <a:extLst>
                            <a:ext uri="{FF2B5EF4-FFF2-40B4-BE49-F238E27FC236}">
                              <a16:creationId xmlns:a16="http://schemas.microsoft.com/office/drawing/2014/main" id="{CA94D7F9-4C76-4EBC-A6C9-3FD7E4E3620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07" name="Flowchart: Connector 15406">
                          <a:extLst>
                            <a:ext uri="{FF2B5EF4-FFF2-40B4-BE49-F238E27FC236}">
                              <a16:creationId xmlns:a16="http://schemas.microsoft.com/office/drawing/2014/main" id="{F1E2BCAE-27F5-4183-9464-4844560F79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08" name="Flowchart: Connector 15407">
                          <a:extLst>
                            <a:ext uri="{FF2B5EF4-FFF2-40B4-BE49-F238E27FC236}">
                              <a16:creationId xmlns:a16="http://schemas.microsoft.com/office/drawing/2014/main" id="{F9691D3A-9C81-490A-9FD5-25E6AF9C54B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409" name="Flowchart: Connector 15408">
                          <a:extLst>
                            <a:ext uri="{FF2B5EF4-FFF2-40B4-BE49-F238E27FC236}">
                              <a16:creationId xmlns:a16="http://schemas.microsoft.com/office/drawing/2014/main" id="{B975B4FC-157D-489A-AFA9-185798D884C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10" name="3D Model 15409" descr="Sphere">
                              <a:extLst>
                                <a:ext uri="{FF2B5EF4-FFF2-40B4-BE49-F238E27FC236}">
                                  <a16:creationId xmlns:a16="http://schemas.microsoft.com/office/drawing/2014/main" id="{4514F774-D4DA-41B8-8CE4-C1D94FF735E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56579823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11" name="Flowchart: Connector 15410">
                          <a:extLst>
                            <a:ext uri="{FF2B5EF4-FFF2-40B4-BE49-F238E27FC236}">
                              <a16:creationId xmlns:a16="http://schemas.microsoft.com/office/drawing/2014/main" id="{854C582F-AB87-4129-BE7E-B3F8610A1EA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12" name="3D Model 15411" descr="Sphere">
                              <a:extLst>
                                <a:ext uri="{FF2B5EF4-FFF2-40B4-BE49-F238E27FC236}">
                                  <a16:creationId xmlns:a16="http://schemas.microsoft.com/office/drawing/2014/main" id="{73829818-9FD3-4F59-8C1F-F1881DCFB35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0115298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13" name="Flowchart: Connector 15412">
                          <a:extLst>
                            <a:ext uri="{FF2B5EF4-FFF2-40B4-BE49-F238E27FC236}">
                              <a16:creationId xmlns:a16="http://schemas.microsoft.com/office/drawing/2014/main" id="{461198D4-E33E-4D42-8931-3A5F60168F7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14" name="3D Model 15413" descr="Sphere">
                              <a:extLst>
                                <a:ext uri="{FF2B5EF4-FFF2-40B4-BE49-F238E27FC236}">
                                  <a16:creationId xmlns:a16="http://schemas.microsoft.com/office/drawing/2014/main" id="{B701F049-8DFD-4E87-A602-077239B103F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975254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415" name="Flowchart: Connector 15414">
                          <a:extLst>
                            <a:ext uri="{FF2B5EF4-FFF2-40B4-BE49-F238E27FC236}">
                              <a16:creationId xmlns:a16="http://schemas.microsoft.com/office/drawing/2014/main" id="{4E580DA9-FB13-4371-9243-6DD0E651CD7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16" name="3D Model 15415" descr="Sphere">
                              <a:extLst>
                                <a:ext uri="{FF2B5EF4-FFF2-40B4-BE49-F238E27FC236}">
                                  <a16:creationId xmlns:a16="http://schemas.microsoft.com/office/drawing/2014/main" id="{B1FD40A1-BD6E-4BFC-99CC-C934A8FC18C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727922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5368" name="Group 15367">
                        <a:extLst>
                          <a:ext uri="{FF2B5EF4-FFF2-40B4-BE49-F238E27FC236}">
                            <a16:creationId xmlns:a16="http://schemas.microsoft.com/office/drawing/2014/main" id="{67761B01-1685-4267-8A4F-A67E4E7A679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5385" name="Flowchart: Connector 15384">
                          <a:extLst>
                            <a:ext uri="{FF2B5EF4-FFF2-40B4-BE49-F238E27FC236}">
                              <a16:creationId xmlns:a16="http://schemas.microsoft.com/office/drawing/2014/main" id="{D7023BAC-F947-4E55-B09A-613F12C7359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386" name="Flowchart: Connector 15385">
                          <a:extLst>
                            <a:ext uri="{FF2B5EF4-FFF2-40B4-BE49-F238E27FC236}">
                              <a16:creationId xmlns:a16="http://schemas.microsoft.com/office/drawing/2014/main" id="{D6FDEC0C-0F8C-4D1C-9DFE-DE0C57608CA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387" name="Flowchart: Connector 15386">
                          <a:extLst>
                            <a:ext uri="{FF2B5EF4-FFF2-40B4-BE49-F238E27FC236}">
                              <a16:creationId xmlns:a16="http://schemas.microsoft.com/office/drawing/2014/main" id="{27821848-DD2A-4FA3-BD2A-78BDC764F84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388" name="Flowchart: Connector 15387">
                          <a:extLst>
                            <a:ext uri="{FF2B5EF4-FFF2-40B4-BE49-F238E27FC236}">
                              <a16:creationId xmlns:a16="http://schemas.microsoft.com/office/drawing/2014/main" id="{7FB83C0C-E539-4C65-AA2D-4B368833D27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389" name="Flowchart: Connector 15388">
                          <a:extLst>
                            <a:ext uri="{FF2B5EF4-FFF2-40B4-BE49-F238E27FC236}">
                              <a16:creationId xmlns:a16="http://schemas.microsoft.com/office/drawing/2014/main" id="{35D2415C-ECC7-4683-A93E-24169BE1DB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390" name="Flowchart: Connector 15389">
                          <a:extLst>
                            <a:ext uri="{FF2B5EF4-FFF2-40B4-BE49-F238E27FC236}">
                              <a16:creationId xmlns:a16="http://schemas.microsoft.com/office/drawing/2014/main" id="{35F9A967-8A88-412E-8201-2934C7440B0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391" name="Flowchart: Connector 15390">
                          <a:extLst>
                            <a:ext uri="{FF2B5EF4-FFF2-40B4-BE49-F238E27FC236}">
                              <a16:creationId xmlns:a16="http://schemas.microsoft.com/office/drawing/2014/main" id="{DD9A70E3-42BC-416C-BE4F-26BE106183B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392" name="Flowchart: Connector 15391">
                          <a:extLst>
                            <a:ext uri="{FF2B5EF4-FFF2-40B4-BE49-F238E27FC236}">
                              <a16:creationId xmlns:a16="http://schemas.microsoft.com/office/drawing/2014/main" id="{E57ADBBA-19CA-47DF-B412-2668FD2C376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393" name="Flowchart: Connector 15392">
                          <a:extLst>
                            <a:ext uri="{FF2B5EF4-FFF2-40B4-BE49-F238E27FC236}">
                              <a16:creationId xmlns:a16="http://schemas.microsoft.com/office/drawing/2014/main" id="{CEA2A67F-7E11-4056-BA13-677B15160BF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394" name="3D Model 15393" descr="Sphere">
                              <a:extLst>
                                <a:ext uri="{FF2B5EF4-FFF2-40B4-BE49-F238E27FC236}">
                                  <a16:creationId xmlns:a16="http://schemas.microsoft.com/office/drawing/2014/main" id="{9E8F06D4-33A7-4E6A-9C13-04F3F70B89F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1966567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395" name="Flowchart: Connector 15394">
                          <a:extLst>
                            <a:ext uri="{FF2B5EF4-FFF2-40B4-BE49-F238E27FC236}">
                              <a16:creationId xmlns:a16="http://schemas.microsoft.com/office/drawing/2014/main" id="{F652FCF7-62E0-4A3D-914D-3C2BE998D0E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396" name="3D Model 15395" descr="Sphere">
                              <a:extLst>
                                <a:ext uri="{FF2B5EF4-FFF2-40B4-BE49-F238E27FC236}">
                                  <a16:creationId xmlns:a16="http://schemas.microsoft.com/office/drawing/2014/main" id="{DE660545-42A4-408A-B4BC-8272F196E2A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498639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397" name="Flowchart: Connector 15396">
                          <a:extLst>
                            <a:ext uri="{FF2B5EF4-FFF2-40B4-BE49-F238E27FC236}">
                              <a16:creationId xmlns:a16="http://schemas.microsoft.com/office/drawing/2014/main" id="{B88FE67E-AAB5-4C46-8948-9E480339F7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398" name="3D Model 15397" descr="Sphere">
                              <a:extLst>
                                <a:ext uri="{FF2B5EF4-FFF2-40B4-BE49-F238E27FC236}">
                                  <a16:creationId xmlns:a16="http://schemas.microsoft.com/office/drawing/2014/main" id="{DB5F9E98-282A-4BBC-A786-EE0AD1AEA8C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5765281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399" name="Flowchart: Connector 15398">
                          <a:extLst>
                            <a:ext uri="{FF2B5EF4-FFF2-40B4-BE49-F238E27FC236}">
                              <a16:creationId xmlns:a16="http://schemas.microsoft.com/office/drawing/2014/main" id="{6FB04A3A-8A40-4E75-BDB5-B6B4FDD6BD6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400" name="3D Model 15399" descr="Sphere">
                              <a:extLst>
                                <a:ext uri="{FF2B5EF4-FFF2-40B4-BE49-F238E27FC236}">
                                  <a16:creationId xmlns:a16="http://schemas.microsoft.com/office/drawing/2014/main" id="{92B4DD8C-9A56-4A8D-A7C5-07A4A13CC59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8309727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5369" name="Flowchart: Connector 15368">
                        <a:extLst>
                          <a:ext uri="{FF2B5EF4-FFF2-40B4-BE49-F238E27FC236}">
                            <a16:creationId xmlns:a16="http://schemas.microsoft.com/office/drawing/2014/main" id="{E7575427-CA86-4575-9F0F-935EB0B2ED3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70" name="Flowchart: Connector 15369">
                        <a:extLst>
                          <a:ext uri="{FF2B5EF4-FFF2-40B4-BE49-F238E27FC236}">
                            <a16:creationId xmlns:a16="http://schemas.microsoft.com/office/drawing/2014/main" id="{4AA943D2-36BF-46DA-9ABA-7F905A10A4D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71" name="Flowchart: Connector 15370">
                        <a:extLst>
                          <a:ext uri="{FF2B5EF4-FFF2-40B4-BE49-F238E27FC236}">
                            <a16:creationId xmlns:a16="http://schemas.microsoft.com/office/drawing/2014/main" id="{795B9B40-EA48-4DA2-8ACC-8839CB63839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72" name="Flowchart: Connector 15371">
                        <a:extLst>
                          <a:ext uri="{FF2B5EF4-FFF2-40B4-BE49-F238E27FC236}">
                            <a16:creationId xmlns:a16="http://schemas.microsoft.com/office/drawing/2014/main" id="{57AD8D18-12E6-4955-9956-D6D3BEDD235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73" name="Flowchart: Connector 15372">
                        <a:extLst>
                          <a:ext uri="{FF2B5EF4-FFF2-40B4-BE49-F238E27FC236}">
                            <a16:creationId xmlns:a16="http://schemas.microsoft.com/office/drawing/2014/main" id="{C030DAA1-240F-49DB-8C28-76B81BF0C5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74" name="Flowchart: Connector 15373">
                        <a:extLst>
                          <a:ext uri="{FF2B5EF4-FFF2-40B4-BE49-F238E27FC236}">
                            <a16:creationId xmlns:a16="http://schemas.microsoft.com/office/drawing/2014/main" id="{6E09C2BA-FCE8-41BB-943B-705F8CFFD73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75" name="Flowchart: Connector 15374">
                        <a:extLst>
                          <a:ext uri="{FF2B5EF4-FFF2-40B4-BE49-F238E27FC236}">
                            <a16:creationId xmlns:a16="http://schemas.microsoft.com/office/drawing/2014/main" id="{9E5557FA-6A44-4A85-A897-931604251B8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76" name="Flowchart: Connector 15375">
                        <a:extLst>
                          <a:ext uri="{FF2B5EF4-FFF2-40B4-BE49-F238E27FC236}">
                            <a16:creationId xmlns:a16="http://schemas.microsoft.com/office/drawing/2014/main" id="{3CCE1A88-E12E-4620-8CDB-DE72177B315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77" name="Flowchart: Connector 15376">
                        <a:extLst>
                          <a:ext uri="{FF2B5EF4-FFF2-40B4-BE49-F238E27FC236}">
                            <a16:creationId xmlns:a16="http://schemas.microsoft.com/office/drawing/2014/main" id="{5FC9D0ED-B056-4D0A-ACA3-6A431879EEF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78" name="3D Model 15377" descr="Sphere">
                            <a:extLst>
                              <a:ext uri="{FF2B5EF4-FFF2-40B4-BE49-F238E27FC236}">
                                <a16:creationId xmlns:a16="http://schemas.microsoft.com/office/drawing/2014/main" id="{B00351DC-84F0-4D38-978A-F5E34E02B40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02363105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379" name="Flowchart: Connector 15378">
                        <a:extLst>
                          <a:ext uri="{FF2B5EF4-FFF2-40B4-BE49-F238E27FC236}">
                            <a16:creationId xmlns:a16="http://schemas.microsoft.com/office/drawing/2014/main" id="{56474F22-2AD9-4413-BCCA-FDFAF95DD96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80" name="3D Model 15379" descr="Sphere">
                            <a:extLst>
                              <a:ext uri="{FF2B5EF4-FFF2-40B4-BE49-F238E27FC236}">
                                <a16:creationId xmlns:a16="http://schemas.microsoft.com/office/drawing/2014/main" id="{2D5BECA2-9C83-4E71-BCAD-AB9D37CBFA8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03825382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381" name="Flowchart: Connector 15380">
                        <a:extLst>
                          <a:ext uri="{FF2B5EF4-FFF2-40B4-BE49-F238E27FC236}">
                            <a16:creationId xmlns:a16="http://schemas.microsoft.com/office/drawing/2014/main" id="{9ADB75CA-AEBA-4A82-8425-6BB88B8F75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82" name="3D Model 15381" descr="Sphere">
                            <a:extLst>
                              <a:ext uri="{FF2B5EF4-FFF2-40B4-BE49-F238E27FC236}">
                                <a16:creationId xmlns:a16="http://schemas.microsoft.com/office/drawing/2014/main" id="{CAE59CC0-9295-4601-B236-D75E6E7BE19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46027979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383" name="Flowchart: Connector 15382">
                        <a:extLst>
                          <a:ext uri="{FF2B5EF4-FFF2-40B4-BE49-F238E27FC236}">
                            <a16:creationId xmlns:a16="http://schemas.microsoft.com/office/drawing/2014/main" id="{BD115540-4C73-4D52-9DAF-EE6DAE3E9D2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84" name="3D Model 15383" descr="Sphere">
                            <a:extLst>
                              <a:ext uri="{FF2B5EF4-FFF2-40B4-BE49-F238E27FC236}">
                                <a16:creationId xmlns:a16="http://schemas.microsoft.com/office/drawing/2014/main" id="{AB4071A7-9E34-42B2-8DF9-34662D0401A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62989607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5296" name="Flowchart: Connector 15295">
                    <a:extLst>
                      <a:ext uri="{FF2B5EF4-FFF2-40B4-BE49-F238E27FC236}">
                        <a16:creationId xmlns:a16="http://schemas.microsoft.com/office/drawing/2014/main" id="{318A89BD-A9EF-4223-9C49-1D39A5F64C6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297" name="Flowchart: Connector 15296">
                    <a:extLst>
                      <a:ext uri="{FF2B5EF4-FFF2-40B4-BE49-F238E27FC236}">
                        <a16:creationId xmlns:a16="http://schemas.microsoft.com/office/drawing/2014/main" id="{E824EA3E-13D8-4141-841F-DF46EA82899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298" name="Flowchart: Connector 15297">
                    <a:extLst>
                      <a:ext uri="{FF2B5EF4-FFF2-40B4-BE49-F238E27FC236}">
                        <a16:creationId xmlns:a16="http://schemas.microsoft.com/office/drawing/2014/main" id="{3D40DDEB-8E34-41F5-880B-152E51D6308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299" name="Flowchart: Connector 15298">
                    <a:extLst>
                      <a:ext uri="{FF2B5EF4-FFF2-40B4-BE49-F238E27FC236}">
                        <a16:creationId xmlns:a16="http://schemas.microsoft.com/office/drawing/2014/main" id="{2EA829BE-A8A7-4364-A536-B375D86BD61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300" name="Flowchart: Connector 15299">
                    <a:extLst>
                      <a:ext uri="{FF2B5EF4-FFF2-40B4-BE49-F238E27FC236}">
                        <a16:creationId xmlns:a16="http://schemas.microsoft.com/office/drawing/2014/main" id="{C562D326-9235-495F-9166-7A1463059C4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301" name="Flowchart: Connector 15300">
                    <a:extLst>
                      <a:ext uri="{FF2B5EF4-FFF2-40B4-BE49-F238E27FC236}">
                        <a16:creationId xmlns:a16="http://schemas.microsoft.com/office/drawing/2014/main" id="{FE73B637-D204-4D0C-A204-616A82430A4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5302" name="Flowchart: Connector 15301">
                    <a:extLst>
                      <a:ext uri="{FF2B5EF4-FFF2-40B4-BE49-F238E27FC236}">
                        <a16:creationId xmlns:a16="http://schemas.microsoft.com/office/drawing/2014/main" id="{490B5654-C47E-4A4E-9F39-71DF32B1D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303" name="Flowchart: Connector 15302">
                    <a:extLst>
                      <a:ext uri="{FF2B5EF4-FFF2-40B4-BE49-F238E27FC236}">
                        <a16:creationId xmlns:a16="http://schemas.microsoft.com/office/drawing/2014/main" id="{6AF5B6FB-8DEE-4385-9DF7-F65C3F26BC1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15304" name="Group 15303">
                    <a:extLst>
                      <a:ext uri="{FF2B5EF4-FFF2-40B4-BE49-F238E27FC236}">
                        <a16:creationId xmlns:a16="http://schemas.microsoft.com/office/drawing/2014/main" id="{8CB17075-0715-4495-9FB4-A55C6C39F3CB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15305" name="Group 15304">
                      <a:extLst>
                        <a:ext uri="{FF2B5EF4-FFF2-40B4-BE49-F238E27FC236}">
                          <a16:creationId xmlns:a16="http://schemas.microsoft.com/office/drawing/2014/main" id="{F7B111CA-B730-449D-80C1-BE38DCEBF9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15356" name="Flowchart: Connector 15355">
                        <a:extLst>
                          <a:ext uri="{FF2B5EF4-FFF2-40B4-BE49-F238E27FC236}">
                            <a16:creationId xmlns:a16="http://schemas.microsoft.com/office/drawing/2014/main" id="{845A57B8-B644-47F6-9ED7-398D4CF02B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57" name="3D Model 15356" descr="Sphere">
                            <a:extLst>
                              <a:ext uri="{FF2B5EF4-FFF2-40B4-BE49-F238E27FC236}">
                                <a16:creationId xmlns:a16="http://schemas.microsoft.com/office/drawing/2014/main" id="{B7F481FC-64DE-41BB-B243-DE48624CA21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61029683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358" name="Flowchart: Connector 15357">
                        <a:extLst>
                          <a:ext uri="{FF2B5EF4-FFF2-40B4-BE49-F238E27FC236}">
                            <a16:creationId xmlns:a16="http://schemas.microsoft.com/office/drawing/2014/main" id="{C20B2FC0-8053-45A3-97DF-D91DEA1F6A4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59" name="3D Model 15358" descr="Sphere">
                            <a:extLst>
                              <a:ext uri="{FF2B5EF4-FFF2-40B4-BE49-F238E27FC236}">
                                <a16:creationId xmlns:a16="http://schemas.microsoft.com/office/drawing/2014/main" id="{ECA77705-09A2-4BDE-9057-3DF788C6480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66750933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360" name="Flowchart: Connector 15359">
                        <a:extLst>
                          <a:ext uri="{FF2B5EF4-FFF2-40B4-BE49-F238E27FC236}">
                            <a16:creationId xmlns:a16="http://schemas.microsoft.com/office/drawing/2014/main" id="{81C49D23-4F23-41A5-9E25-177F28B5B62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61" name="3D Model 15360" descr="Sphere">
                            <a:extLst>
                              <a:ext uri="{FF2B5EF4-FFF2-40B4-BE49-F238E27FC236}">
                                <a16:creationId xmlns:a16="http://schemas.microsoft.com/office/drawing/2014/main" id="{262C1C64-FC49-4427-BC96-79A653F5C2E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59616464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362" name="Flowchart: Connector 15361">
                        <a:extLst>
                          <a:ext uri="{FF2B5EF4-FFF2-40B4-BE49-F238E27FC236}">
                            <a16:creationId xmlns:a16="http://schemas.microsoft.com/office/drawing/2014/main" id="{BD876EEE-0A63-414C-9CE2-F8194186EB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63" name="3D Model 15362" descr="Sphere">
                            <a:extLst>
                              <a:ext uri="{FF2B5EF4-FFF2-40B4-BE49-F238E27FC236}">
                                <a16:creationId xmlns:a16="http://schemas.microsoft.com/office/drawing/2014/main" id="{BE37FEFA-324B-4786-B122-C3976112D0E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6250394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5306" name="Group 15305">
                      <a:extLst>
                        <a:ext uri="{FF2B5EF4-FFF2-40B4-BE49-F238E27FC236}">
                          <a16:creationId xmlns:a16="http://schemas.microsoft.com/office/drawing/2014/main" id="{14909BE4-9CBC-4C54-B7E9-6D00CC7F04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15340" name="Flowchart: Connector 15339">
                        <a:extLst>
                          <a:ext uri="{FF2B5EF4-FFF2-40B4-BE49-F238E27FC236}">
                            <a16:creationId xmlns:a16="http://schemas.microsoft.com/office/drawing/2014/main" id="{DA7D06F4-8C7B-4A1A-B588-213EA6CD734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41" name="Flowchart: Connector 15340">
                        <a:extLst>
                          <a:ext uri="{FF2B5EF4-FFF2-40B4-BE49-F238E27FC236}">
                            <a16:creationId xmlns:a16="http://schemas.microsoft.com/office/drawing/2014/main" id="{6BF02CFF-F07D-4915-A96B-6C05F7843B4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42" name="Flowchart: Connector 15341">
                        <a:extLst>
                          <a:ext uri="{FF2B5EF4-FFF2-40B4-BE49-F238E27FC236}">
                            <a16:creationId xmlns:a16="http://schemas.microsoft.com/office/drawing/2014/main" id="{A4079DEF-761C-4C0A-BE00-FBEA53947B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43" name="Flowchart: Connector 15342">
                        <a:extLst>
                          <a:ext uri="{FF2B5EF4-FFF2-40B4-BE49-F238E27FC236}">
                            <a16:creationId xmlns:a16="http://schemas.microsoft.com/office/drawing/2014/main" id="{C93673F3-BC7D-4D88-A578-FEF9D786CE6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44" name="Flowchart: Connector 15343">
                        <a:extLst>
                          <a:ext uri="{FF2B5EF4-FFF2-40B4-BE49-F238E27FC236}">
                            <a16:creationId xmlns:a16="http://schemas.microsoft.com/office/drawing/2014/main" id="{02D67E3D-A086-4357-A87F-46737E3E49E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45" name="Flowchart: Connector 15344">
                        <a:extLst>
                          <a:ext uri="{FF2B5EF4-FFF2-40B4-BE49-F238E27FC236}">
                            <a16:creationId xmlns:a16="http://schemas.microsoft.com/office/drawing/2014/main" id="{673AE91A-D18C-4C6F-AE72-A502CC5F0C9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46" name="Flowchart: Connector 15345">
                        <a:extLst>
                          <a:ext uri="{FF2B5EF4-FFF2-40B4-BE49-F238E27FC236}">
                            <a16:creationId xmlns:a16="http://schemas.microsoft.com/office/drawing/2014/main" id="{CFE18956-B54D-4437-9629-927486D56B6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47" name="Flowchart: Connector 15346">
                        <a:extLst>
                          <a:ext uri="{FF2B5EF4-FFF2-40B4-BE49-F238E27FC236}">
                            <a16:creationId xmlns:a16="http://schemas.microsoft.com/office/drawing/2014/main" id="{FA240541-A127-4BFD-9E1E-03E1A0931A7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48" name="Flowchart: Connector 15347">
                        <a:extLst>
                          <a:ext uri="{FF2B5EF4-FFF2-40B4-BE49-F238E27FC236}">
                            <a16:creationId xmlns:a16="http://schemas.microsoft.com/office/drawing/2014/main" id="{95576DB0-DE3E-4D1E-A5DD-D3764060033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49" name="3D Model 15348" descr="Sphere">
                            <a:extLst>
                              <a:ext uri="{FF2B5EF4-FFF2-40B4-BE49-F238E27FC236}">
                                <a16:creationId xmlns:a16="http://schemas.microsoft.com/office/drawing/2014/main" id="{68642D76-66FF-4E41-A2A3-9F1EF5CB3AE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66794937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350" name="Flowchart: Connector 15349">
                        <a:extLst>
                          <a:ext uri="{FF2B5EF4-FFF2-40B4-BE49-F238E27FC236}">
                            <a16:creationId xmlns:a16="http://schemas.microsoft.com/office/drawing/2014/main" id="{DADB04F5-D97B-4ED6-8533-84A20C2B1CF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51" name="3D Model 15350" descr="Sphere">
                            <a:extLst>
                              <a:ext uri="{FF2B5EF4-FFF2-40B4-BE49-F238E27FC236}">
                                <a16:creationId xmlns:a16="http://schemas.microsoft.com/office/drawing/2014/main" id="{AD892CF7-7BCC-47B3-966D-08CFA5552EC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11127839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352" name="Flowchart: Connector 15351">
                        <a:extLst>
                          <a:ext uri="{FF2B5EF4-FFF2-40B4-BE49-F238E27FC236}">
                            <a16:creationId xmlns:a16="http://schemas.microsoft.com/office/drawing/2014/main" id="{4797537C-D5F4-4196-83DD-8B39951227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53" name="3D Model 15352" descr="Sphere">
                            <a:extLst>
                              <a:ext uri="{FF2B5EF4-FFF2-40B4-BE49-F238E27FC236}">
                                <a16:creationId xmlns:a16="http://schemas.microsoft.com/office/drawing/2014/main" id="{1F9A1733-ADCC-473B-A62C-1E857C0AE8F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86761605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354" name="Flowchart: Connector 15353">
                        <a:extLst>
                          <a:ext uri="{FF2B5EF4-FFF2-40B4-BE49-F238E27FC236}">
                            <a16:creationId xmlns:a16="http://schemas.microsoft.com/office/drawing/2014/main" id="{396D1A68-B503-486B-8946-45A84BCF332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55" name="3D Model 15354" descr="Sphere">
                            <a:extLst>
                              <a:ext uri="{FF2B5EF4-FFF2-40B4-BE49-F238E27FC236}">
                                <a16:creationId xmlns:a16="http://schemas.microsoft.com/office/drawing/2014/main" id="{4EFE18B3-DB91-4395-8CB7-596C0E97E51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1507942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5307" name="Group 15306">
                      <a:extLst>
                        <a:ext uri="{FF2B5EF4-FFF2-40B4-BE49-F238E27FC236}">
                          <a16:creationId xmlns:a16="http://schemas.microsoft.com/office/drawing/2014/main" id="{CCB93C2A-72A9-4557-BBC0-6AADD14560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15324" name="Flowchart: Connector 15323">
                        <a:extLst>
                          <a:ext uri="{FF2B5EF4-FFF2-40B4-BE49-F238E27FC236}">
                            <a16:creationId xmlns:a16="http://schemas.microsoft.com/office/drawing/2014/main" id="{8EFA0E3F-A96D-4600-805A-41835D5812C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25" name="Flowchart: Connector 15324">
                        <a:extLst>
                          <a:ext uri="{FF2B5EF4-FFF2-40B4-BE49-F238E27FC236}">
                            <a16:creationId xmlns:a16="http://schemas.microsoft.com/office/drawing/2014/main" id="{917D39AC-AD09-486C-91CD-3DE6F0759A2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26" name="Flowchart: Connector 15325">
                        <a:extLst>
                          <a:ext uri="{FF2B5EF4-FFF2-40B4-BE49-F238E27FC236}">
                            <a16:creationId xmlns:a16="http://schemas.microsoft.com/office/drawing/2014/main" id="{C1D94A1D-152F-4322-B955-B141ED59E97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27" name="Flowchart: Connector 15326">
                        <a:extLst>
                          <a:ext uri="{FF2B5EF4-FFF2-40B4-BE49-F238E27FC236}">
                            <a16:creationId xmlns:a16="http://schemas.microsoft.com/office/drawing/2014/main" id="{02E6DEB4-2719-47A1-B15D-271B59C26F9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28" name="Flowchart: Connector 15327">
                        <a:extLst>
                          <a:ext uri="{FF2B5EF4-FFF2-40B4-BE49-F238E27FC236}">
                            <a16:creationId xmlns:a16="http://schemas.microsoft.com/office/drawing/2014/main" id="{7076976E-B2F3-4843-AD96-14FA8B1C56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29" name="Flowchart: Connector 15328">
                        <a:extLst>
                          <a:ext uri="{FF2B5EF4-FFF2-40B4-BE49-F238E27FC236}">
                            <a16:creationId xmlns:a16="http://schemas.microsoft.com/office/drawing/2014/main" id="{F10DC126-8D26-4F4B-8B72-1B688793B96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30" name="Flowchart: Connector 15329">
                        <a:extLst>
                          <a:ext uri="{FF2B5EF4-FFF2-40B4-BE49-F238E27FC236}">
                            <a16:creationId xmlns:a16="http://schemas.microsoft.com/office/drawing/2014/main" id="{14AD874F-935D-4A74-B61F-BDE561D83C6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31" name="Flowchart: Connector 15330">
                        <a:extLst>
                          <a:ext uri="{FF2B5EF4-FFF2-40B4-BE49-F238E27FC236}">
                            <a16:creationId xmlns:a16="http://schemas.microsoft.com/office/drawing/2014/main" id="{6D677625-EE03-4D39-9BF4-3B1AE17CA96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332" name="Flowchart: Connector 15331">
                        <a:extLst>
                          <a:ext uri="{FF2B5EF4-FFF2-40B4-BE49-F238E27FC236}">
                            <a16:creationId xmlns:a16="http://schemas.microsoft.com/office/drawing/2014/main" id="{197A0312-FA80-43F0-A1C3-F8DF9BEB0B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33" name="3D Model 15332" descr="Sphere">
                            <a:extLst>
                              <a:ext uri="{FF2B5EF4-FFF2-40B4-BE49-F238E27FC236}">
                                <a16:creationId xmlns:a16="http://schemas.microsoft.com/office/drawing/2014/main" id="{2EF8821D-5FCF-4211-A20F-25D79B3D042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22535714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334" name="Flowchart: Connector 15333">
                        <a:extLst>
                          <a:ext uri="{FF2B5EF4-FFF2-40B4-BE49-F238E27FC236}">
                            <a16:creationId xmlns:a16="http://schemas.microsoft.com/office/drawing/2014/main" id="{E256A3E8-0C3E-4420-B75D-606A1B9895E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35" name="3D Model 15334" descr="Sphere">
                            <a:extLst>
                              <a:ext uri="{FF2B5EF4-FFF2-40B4-BE49-F238E27FC236}">
                                <a16:creationId xmlns:a16="http://schemas.microsoft.com/office/drawing/2014/main" id="{761F6168-EDF0-4B93-B5ED-3855B94C8F7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2630507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336" name="Flowchart: Connector 15335">
                        <a:extLst>
                          <a:ext uri="{FF2B5EF4-FFF2-40B4-BE49-F238E27FC236}">
                            <a16:creationId xmlns:a16="http://schemas.microsoft.com/office/drawing/2014/main" id="{F489C92F-7813-4A94-AD70-AFF0293104D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37" name="3D Model 15336" descr="Sphere">
                            <a:extLst>
                              <a:ext uri="{FF2B5EF4-FFF2-40B4-BE49-F238E27FC236}">
                                <a16:creationId xmlns:a16="http://schemas.microsoft.com/office/drawing/2014/main" id="{9787C478-CA0D-4AC3-83D4-2151B12A262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49371977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338" name="Flowchart: Connector 15337">
                        <a:extLst>
                          <a:ext uri="{FF2B5EF4-FFF2-40B4-BE49-F238E27FC236}">
                            <a16:creationId xmlns:a16="http://schemas.microsoft.com/office/drawing/2014/main" id="{593894C0-34FE-459D-AC90-B520062E028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339" name="3D Model 15338" descr="Sphere">
                            <a:extLst>
                              <a:ext uri="{FF2B5EF4-FFF2-40B4-BE49-F238E27FC236}">
                                <a16:creationId xmlns:a16="http://schemas.microsoft.com/office/drawing/2014/main" id="{30C74D86-E7F1-4375-AB55-C13A34FA19F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68941139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5308" name="Flowchart: Connector 15307">
                      <a:extLst>
                        <a:ext uri="{FF2B5EF4-FFF2-40B4-BE49-F238E27FC236}">
                          <a16:creationId xmlns:a16="http://schemas.microsoft.com/office/drawing/2014/main" id="{D7943176-A6BF-4652-8D79-085649D81EE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309" name="Flowchart: Connector 15308">
                      <a:extLst>
                        <a:ext uri="{FF2B5EF4-FFF2-40B4-BE49-F238E27FC236}">
                          <a16:creationId xmlns:a16="http://schemas.microsoft.com/office/drawing/2014/main" id="{C6F4A0C4-60F7-4D0A-B48C-53DB411F2A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310" name="Flowchart: Connector 15309">
                      <a:extLst>
                        <a:ext uri="{FF2B5EF4-FFF2-40B4-BE49-F238E27FC236}">
                          <a16:creationId xmlns:a16="http://schemas.microsoft.com/office/drawing/2014/main" id="{544E8750-2A9E-43DA-B15B-8B82F7B68D7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311" name="Flowchart: Connector 15310">
                      <a:extLst>
                        <a:ext uri="{FF2B5EF4-FFF2-40B4-BE49-F238E27FC236}">
                          <a16:creationId xmlns:a16="http://schemas.microsoft.com/office/drawing/2014/main" id="{C98B9DCD-F353-420C-9618-4D66A9B8B92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312" name="Flowchart: Connector 15311">
                      <a:extLst>
                        <a:ext uri="{FF2B5EF4-FFF2-40B4-BE49-F238E27FC236}">
                          <a16:creationId xmlns:a16="http://schemas.microsoft.com/office/drawing/2014/main" id="{D053E146-51E8-420B-A5D6-A89EC2F72E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313" name="Flowchart: Connector 15312">
                      <a:extLst>
                        <a:ext uri="{FF2B5EF4-FFF2-40B4-BE49-F238E27FC236}">
                          <a16:creationId xmlns:a16="http://schemas.microsoft.com/office/drawing/2014/main" id="{99013616-258B-4C91-9721-FA102AC927B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314" name="Flowchart: Connector 15313">
                      <a:extLst>
                        <a:ext uri="{FF2B5EF4-FFF2-40B4-BE49-F238E27FC236}">
                          <a16:creationId xmlns:a16="http://schemas.microsoft.com/office/drawing/2014/main" id="{3E0192B1-C0F8-4505-B2EF-02F73096616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315" name="Flowchart: Connector 15314">
                      <a:extLst>
                        <a:ext uri="{FF2B5EF4-FFF2-40B4-BE49-F238E27FC236}">
                          <a16:creationId xmlns:a16="http://schemas.microsoft.com/office/drawing/2014/main" id="{096FAF99-D674-4473-B904-E49AC13620C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316" name="Flowchart: Connector 15315">
                      <a:extLst>
                        <a:ext uri="{FF2B5EF4-FFF2-40B4-BE49-F238E27FC236}">
                          <a16:creationId xmlns:a16="http://schemas.microsoft.com/office/drawing/2014/main" id="{3D231224-D300-49FF-B20B-DBE8257545F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317" name="3D Model 15316" descr="Sphere">
                          <a:extLst>
                            <a:ext uri="{FF2B5EF4-FFF2-40B4-BE49-F238E27FC236}">
                              <a16:creationId xmlns:a16="http://schemas.microsoft.com/office/drawing/2014/main" id="{6C1AC513-0C46-445B-850B-9982F2D8138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597820082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318" name="Flowchart: Connector 15317">
                      <a:extLst>
                        <a:ext uri="{FF2B5EF4-FFF2-40B4-BE49-F238E27FC236}">
                          <a16:creationId xmlns:a16="http://schemas.microsoft.com/office/drawing/2014/main" id="{F885E0F5-D434-41EE-BA64-18FE3F1A04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319" name="3D Model 15318" descr="Sphere">
                          <a:extLst>
                            <a:ext uri="{FF2B5EF4-FFF2-40B4-BE49-F238E27FC236}">
                              <a16:creationId xmlns:a16="http://schemas.microsoft.com/office/drawing/2014/main" id="{E33458FD-52E2-4B7E-83DD-2D7152C5847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952493977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320" name="Flowchart: Connector 15319">
                      <a:extLst>
                        <a:ext uri="{FF2B5EF4-FFF2-40B4-BE49-F238E27FC236}">
                          <a16:creationId xmlns:a16="http://schemas.microsoft.com/office/drawing/2014/main" id="{EE441E92-CD67-434F-A4CC-0117AB6D39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321" name="3D Model 15320" descr="Sphere">
                          <a:extLst>
                            <a:ext uri="{FF2B5EF4-FFF2-40B4-BE49-F238E27FC236}">
                              <a16:creationId xmlns:a16="http://schemas.microsoft.com/office/drawing/2014/main" id="{6CA9C67B-9BE3-4A1D-B28C-ABDDA189B40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781044322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322" name="Flowchart: Connector 15321">
                      <a:extLst>
                        <a:ext uri="{FF2B5EF4-FFF2-40B4-BE49-F238E27FC236}">
                          <a16:creationId xmlns:a16="http://schemas.microsoft.com/office/drawing/2014/main" id="{309AF5A5-8241-4EDD-A442-E97F86BCFC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323" name="3D Model 15322" descr="Sphere">
                          <a:extLst>
                            <a:ext uri="{FF2B5EF4-FFF2-40B4-BE49-F238E27FC236}">
                              <a16:creationId xmlns:a16="http://schemas.microsoft.com/office/drawing/2014/main" id="{200FEA3B-4952-433B-BF4F-624A19615924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405962830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15273" name="Freeform: Shape 15272">
                  <a:extLst>
                    <a:ext uri="{FF2B5EF4-FFF2-40B4-BE49-F238E27FC236}">
                      <a16:creationId xmlns:a16="http://schemas.microsoft.com/office/drawing/2014/main" id="{30F99E19-BFB2-4797-A29C-AA0D01F9F104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74" name="Freeform: Shape 15273">
                  <a:extLst>
                    <a:ext uri="{FF2B5EF4-FFF2-40B4-BE49-F238E27FC236}">
                      <a16:creationId xmlns:a16="http://schemas.microsoft.com/office/drawing/2014/main" id="{A0DEE9E9-7434-44A9-9DDD-CADFE5215E97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75" name="Freeform: Shape 15274">
                  <a:extLst>
                    <a:ext uri="{FF2B5EF4-FFF2-40B4-BE49-F238E27FC236}">
                      <a16:creationId xmlns:a16="http://schemas.microsoft.com/office/drawing/2014/main" id="{72C3D92F-46C5-4521-A212-F8712BAFE224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76" name="Freeform: Shape 15275">
                  <a:extLst>
                    <a:ext uri="{FF2B5EF4-FFF2-40B4-BE49-F238E27FC236}">
                      <a16:creationId xmlns:a16="http://schemas.microsoft.com/office/drawing/2014/main" id="{88013889-B9EE-4F35-ACAF-AAA3A7927EF0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77" name="Freeform: Shape 15276">
                  <a:extLst>
                    <a:ext uri="{FF2B5EF4-FFF2-40B4-BE49-F238E27FC236}">
                      <a16:creationId xmlns:a16="http://schemas.microsoft.com/office/drawing/2014/main" id="{5BBA7CA9-75AA-449D-9667-B247778547DD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78" name="Freeform: Shape 15277">
                  <a:extLst>
                    <a:ext uri="{FF2B5EF4-FFF2-40B4-BE49-F238E27FC236}">
                      <a16:creationId xmlns:a16="http://schemas.microsoft.com/office/drawing/2014/main" id="{85226A50-5620-4CB1-AF7C-83552D65595C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79" name="Freeform: Shape 15278">
                  <a:extLst>
                    <a:ext uri="{FF2B5EF4-FFF2-40B4-BE49-F238E27FC236}">
                      <a16:creationId xmlns:a16="http://schemas.microsoft.com/office/drawing/2014/main" id="{A27F9FC8-F750-47AD-959A-7BFF583A2FC2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80" name="Freeform: Shape 15279">
                  <a:extLst>
                    <a:ext uri="{FF2B5EF4-FFF2-40B4-BE49-F238E27FC236}">
                      <a16:creationId xmlns:a16="http://schemas.microsoft.com/office/drawing/2014/main" id="{0C380EAF-40C4-4BBC-BEE9-67AE072BBFE4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81" name="Freeform: Shape 15280">
                  <a:extLst>
                    <a:ext uri="{FF2B5EF4-FFF2-40B4-BE49-F238E27FC236}">
                      <a16:creationId xmlns:a16="http://schemas.microsoft.com/office/drawing/2014/main" id="{79933168-F01B-412E-8DCD-852022242A5F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82" name="Freeform: Shape 15281">
                  <a:extLst>
                    <a:ext uri="{FF2B5EF4-FFF2-40B4-BE49-F238E27FC236}">
                      <a16:creationId xmlns:a16="http://schemas.microsoft.com/office/drawing/2014/main" id="{1C7AA101-278D-4E90-986E-573AC8B22E53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83" name="Freeform: Shape 15282">
                  <a:extLst>
                    <a:ext uri="{FF2B5EF4-FFF2-40B4-BE49-F238E27FC236}">
                      <a16:creationId xmlns:a16="http://schemas.microsoft.com/office/drawing/2014/main" id="{A876E22C-2586-4FDA-93F0-C22269F97B2A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5284" name="Freeform: Shape 15283">
                  <a:extLst>
                    <a:ext uri="{FF2B5EF4-FFF2-40B4-BE49-F238E27FC236}">
                      <a16:creationId xmlns:a16="http://schemas.microsoft.com/office/drawing/2014/main" id="{2A5F7AC9-E8D7-4144-B5F7-15E43CFD7BC1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15269" name="Freeform: Shape 15268">
                <a:extLst>
                  <a:ext uri="{FF2B5EF4-FFF2-40B4-BE49-F238E27FC236}">
                    <a16:creationId xmlns:a16="http://schemas.microsoft.com/office/drawing/2014/main" id="{69F3797C-6F4D-4D24-B196-E7F403F03E6E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5270" name="Freeform: Shape 15269">
                <a:extLst>
                  <a:ext uri="{FF2B5EF4-FFF2-40B4-BE49-F238E27FC236}">
                    <a16:creationId xmlns:a16="http://schemas.microsoft.com/office/drawing/2014/main" id="{E3A000BB-D96F-43E8-AAFC-530EE821A59A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5271" name="Freeform: Shape 15270">
                <a:extLst>
                  <a:ext uri="{FF2B5EF4-FFF2-40B4-BE49-F238E27FC236}">
                    <a16:creationId xmlns:a16="http://schemas.microsoft.com/office/drawing/2014/main" id="{97D4A0F1-78B7-4ECC-85CE-2D59386DCD40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12267" name="Group 12266">
              <a:extLst>
                <a:ext uri="{FF2B5EF4-FFF2-40B4-BE49-F238E27FC236}">
                  <a16:creationId xmlns:a16="http://schemas.microsoft.com/office/drawing/2014/main" id="{59A7A1B7-64DD-4B44-953B-BDF9611DA61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566293" y="6040172"/>
              <a:ext cx="521735" cy="419131"/>
              <a:chOff x="558227" y="4289344"/>
              <a:chExt cx="2384501" cy="2135404"/>
            </a:xfrm>
          </p:grpSpPr>
          <p:grpSp>
            <p:nvGrpSpPr>
              <p:cNvPr id="14969" name="Group 14968">
                <a:extLst>
                  <a:ext uri="{FF2B5EF4-FFF2-40B4-BE49-F238E27FC236}">
                    <a16:creationId xmlns:a16="http://schemas.microsoft.com/office/drawing/2014/main" id="{8BA36BD9-AE29-4B90-9C54-E85CCAEACD88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14973" name="Group 14972">
                  <a:extLst>
                    <a:ext uri="{FF2B5EF4-FFF2-40B4-BE49-F238E27FC236}">
                      <a16:creationId xmlns:a16="http://schemas.microsoft.com/office/drawing/2014/main" id="{2B6304BF-2C77-44D3-A31B-C8BB90E74954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14986" name="Group 14985">
                    <a:extLst>
                      <a:ext uri="{FF2B5EF4-FFF2-40B4-BE49-F238E27FC236}">
                        <a16:creationId xmlns:a16="http://schemas.microsoft.com/office/drawing/2014/main" id="{0AB18F78-336C-404F-B7F7-6F8E84F16572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15207" name="Group 15206">
                      <a:extLst>
                        <a:ext uri="{FF2B5EF4-FFF2-40B4-BE49-F238E27FC236}">
                          <a16:creationId xmlns:a16="http://schemas.microsoft.com/office/drawing/2014/main" id="{CBAF20CF-53DB-4D11-802F-B4CC5F3A85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15264" name="Flowchart: Connector 15263">
                        <a:extLst>
                          <a:ext uri="{FF2B5EF4-FFF2-40B4-BE49-F238E27FC236}">
                            <a16:creationId xmlns:a16="http://schemas.microsoft.com/office/drawing/2014/main" id="{FBA12CB9-EC35-4AE1-8AE7-053B3851000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265" name="Flowchart: Connector 15264">
                        <a:extLst>
                          <a:ext uri="{FF2B5EF4-FFF2-40B4-BE49-F238E27FC236}">
                            <a16:creationId xmlns:a16="http://schemas.microsoft.com/office/drawing/2014/main" id="{24F0FD25-62AE-453E-9CA4-52508B956A9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266" name="Flowchart: Connector 15265">
                        <a:extLst>
                          <a:ext uri="{FF2B5EF4-FFF2-40B4-BE49-F238E27FC236}">
                            <a16:creationId xmlns:a16="http://schemas.microsoft.com/office/drawing/2014/main" id="{8418948C-756A-4123-AFA4-E16537B542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267" name="Flowchart: Connector 15266">
                        <a:extLst>
                          <a:ext uri="{FF2B5EF4-FFF2-40B4-BE49-F238E27FC236}">
                            <a16:creationId xmlns:a16="http://schemas.microsoft.com/office/drawing/2014/main" id="{4684C2C4-ED5A-491E-9DFA-2FA357A17E7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5208" name="Group 15207">
                      <a:extLst>
                        <a:ext uri="{FF2B5EF4-FFF2-40B4-BE49-F238E27FC236}">
                          <a16:creationId xmlns:a16="http://schemas.microsoft.com/office/drawing/2014/main" id="{3E920A0B-2A31-47C8-BD36-172E9CAD19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15209" name="Group 15208">
                        <a:extLst>
                          <a:ext uri="{FF2B5EF4-FFF2-40B4-BE49-F238E27FC236}">
                            <a16:creationId xmlns:a16="http://schemas.microsoft.com/office/drawing/2014/main" id="{8E67F2E2-4132-489B-8112-4361104B01E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257" name="3D Model 15256" descr="Sphere">
                              <a:extLst>
                                <a:ext uri="{FF2B5EF4-FFF2-40B4-BE49-F238E27FC236}">
                                  <a16:creationId xmlns:a16="http://schemas.microsoft.com/office/drawing/2014/main" id="{683527AA-B6A1-4145-8414-F2AC9B0BA1D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5714041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258" name="Flowchart: Connector 15257">
                          <a:extLst>
                            <a:ext uri="{FF2B5EF4-FFF2-40B4-BE49-F238E27FC236}">
                              <a16:creationId xmlns:a16="http://schemas.microsoft.com/office/drawing/2014/main" id="{D2D8A872-7806-462E-B0BF-613B4A02E6E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259" name="3D Model 15258" descr="Sphere">
                              <a:extLst>
                                <a:ext uri="{FF2B5EF4-FFF2-40B4-BE49-F238E27FC236}">
                                  <a16:creationId xmlns:a16="http://schemas.microsoft.com/office/drawing/2014/main" id="{80D3E693-10C2-45B0-A742-828E50B9072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831568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260" name="Flowchart: Connector 15259">
                          <a:extLst>
                            <a:ext uri="{FF2B5EF4-FFF2-40B4-BE49-F238E27FC236}">
                              <a16:creationId xmlns:a16="http://schemas.microsoft.com/office/drawing/2014/main" id="{B6968B8B-7AFE-43C6-8632-9FA51D8BA36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261" name="3D Model 15260" descr="Sphere">
                              <a:extLst>
                                <a:ext uri="{FF2B5EF4-FFF2-40B4-BE49-F238E27FC236}">
                                  <a16:creationId xmlns:a16="http://schemas.microsoft.com/office/drawing/2014/main" id="{B9413D7B-08C5-4148-9E07-4A4ED8D2D9C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7173852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262" name="Flowchart: Connector 15261">
                          <a:extLst>
                            <a:ext uri="{FF2B5EF4-FFF2-40B4-BE49-F238E27FC236}">
                              <a16:creationId xmlns:a16="http://schemas.microsoft.com/office/drawing/2014/main" id="{5A009D8C-7D13-47F0-81C2-C99A58A55E7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263" name="3D Model 15262" descr="Sphere">
                              <a:extLst>
                                <a:ext uri="{FF2B5EF4-FFF2-40B4-BE49-F238E27FC236}">
                                  <a16:creationId xmlns:a16="http://schemas.microsoft.com/office/drawing/2014/main" id="{E5566A73-EE27-4A48-930A-EC85C2E426E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3608741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5210" name="Group 15209">
                        <a:extLst>
                          <a:ext uri="{FF2B5EF4-FFF2-40B4-BE49-F238E27FC236}">
                            <a16:creationId xmlns:a16="http://schemas.microsoft.com/office/drawing/2014/main" id="{78EE7D95-931D-4599-B545-02651AA1CB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5242" name="Flowchart: Connector 15241">
                          <a:extLst>
                            <a:ext uri="{FF2B5EF4-FFF2-40B4-BE49-F238E27FC236}">
                              <a16:creationId xmlns:a16="http://schemas.microsoft.com/office/drawing/2014/main" id="{2CB8B71A-7F4A-48F0-BEC6-62F30BE8ED4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43" name="Flowchart: Connector 15242">
                          <a:extLst>
                            <a:ext uri="{FF2B5EF4-FFF2-40B4-BE49-F238E27FC236}">
                              <a16:creationId xmlns:a16="http://schemas.microsoft.com/office/drawing/2014/main" id="{3264EC0E-81CC-4738-AA7C-51C13E63D9D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44" name="Flowchart: Connector 15243">
                          <a:extLst>
                            <a:ext uri="{FF2B5EF4-FFF2-40B4-BE49-F238E27FC236}">
                              <a16:creationId xmlns:a16="http://schemas.microsoft.com/office/drawing/2014/main" id="{22DC5D39-2CFF-4712-894E-93D2238E0AF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45" name="Flowchart: Connector 15244">
                          <a:extLst>
                            <a:ext uri="{FF2B5EF4-FFF2-40B4-BE49-F238E27FC236}">
                              <a16:creationId xmlns:a16="http://schemas.microsoft.com/office/drawing/2014/main" id="{93C1817D-D256-41F4-97CC-0CEF6530133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46" name="Flowchart: Connector 15245">
                          <a:extLst>
                            <a:ext uri="{FF2B5EF4-FFF2-40B4-BE49-F238E27FC236}">
                              <a16:creationId xmlns:a16="http://schemas.microsoft.com/office/drawing/2014/main" id="{66211C18-BB25-4EB3-93D7-456887FCD8B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47" name="Flowchart: Connector 15246">
                          <a:extLst>
                            <a:ext uri="{FF2B5EF4-FFF2-40B4-BE49-F238E27FC236}">
                              <a16:creationId xmlns:a16="http://schemas.microsoft.com/office/drawing/2014/main" id="{D3EFB1B4-F59D-4CC4-8276-9BC54E270D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48" name="Flowchart: Connector 15247">
                          <a:extLst>
                            <a:ext uri="{FF2B5EF4-FFF2-40B4-BE49-F238E27FC236}">
                              <a16:creationId xmlns:a16="http://schemas.microsoft.com/office/drawing/2014/main" id="{C77E55CD-245E-4796-9613-67690D15C9F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49" name="Flowchart: Connector 15248">
                          <a:extLst>
                            <a:ext uri="{FF2B5EF4-FFF2-40B4-BE49-F238E27FC236}">
                              <a16:creationId xmlns:a16="http://schemas.microsoft.com/office/drawing/2014/main" id="{9CB3924D-187D-40F8-A48E-7F5457701A0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250" name="3D Model 15249" descr="Sphere">
                              <a:extLst>
                                <a:ext uri="{FF2B5EF4-FFF2-40B4-BE49-F238E27FC236}">
                                  <a16:creationId xmlns:a16="http://schemas.microsoft.com/office/drawing/2014/main" id="{F49B7F11-D156-40FD-8EF4-D82F8488158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2263855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251" name="Flowchart: Connector 15250">
                          <a:extLst>
                            <a:ext uri="{FF2B5EF4-FFF2-40B4-BE49-F238E27FC236}">
                              <a16:creationId xmlns:a16="http://schemas.microsoft.com/office/drawing/2014/main" id="{E4D2CB8F-1E43-4459-B9F8-73FC3E570BE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252" name="3D Model 15251" descr="Sphere">
                              <a:extLst>
                                <a:ext uri="{FF2B5EF4-FFF2-40B4-BE49-F238E27FC236}">
                                  <a16:creationId xmlns:a16="http://schemas.microsoft.com/office/drawing/2014/main" id="{F3992B14-2D61-46F1-88AC-CF978F208F1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7035526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253" name="Flowchart: Connector 15252">
                          <a:extLst>
                            <a:ext uri="{FF2B5EF4-FFF2-40B4-BE49-F238E27FC236}">
                              <a16:creationId xmlns:a16="http://schemas.microsoft.com/office/drawing/2014/main" id="{CC2F6643-074D-40D6-8201-7F28A509AEC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254" name="3D Model 15253" descr="Sphere">
                              <a:extLst>
                                <a:ext uri="{FF2B5EF4-FFF2-40B4-BE49-F238E27FC236}">
                                  <a16:creationId xmlns:a16="http://schemas.microsoft.com/office/drawing/2014/main" id="{59087884-0B9C-4EAB-A3CE-BAAFA748632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996669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255" name="Flowchart: Connector 15254">
                          <a:extLst>
                            <a:ext uri="{FF2B5EF4-FFF2-40B4-BE49-F238E27FC236}">
                              <a16:creationId xmlns:a16="http://schemas.microsoft.com/office/drawing/2014/main" id="{A0049F19-F34E-45F6-BE2E-DAB1C5148B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256" name="3D Model 15255" descr="Sphere">
                              <a:extLst>
                                <a:ext uri="{FF2B5EF4-FFF2-40B4-BE49-F238E27FC236}">
                                  <a16:creationId xmlns:a16="http://schemas.microsoft.com/office/drawing/2014/main" id="{290BE181-AA23-4382-8D52-1B439736842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9003927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5211" name="Group 15210">
                        <a:extLst>
                          <a:ext uri="{FF2B5EF4-FFF2-40B4-BE49-F238E27FC236}">
                            <a16:creationId xmlns:a16="http://schemas.microsoft.com/office/drawing/2014/main" id="{50A2E1C4-DA64-4D2F-A217-AA9EA00E353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5227" name="Flowchart: Connector 15226">
                          <a:extLst>
                            <a:ext uri="{FF2B5EF4-FFF2-40B4-BE49-F238E27FC236}">
                              <a16:creationId xmlns:a16="http://schemas.microsoft.com/office/drawing/2014/main" id="{5E7BB10C-0E7D-4526-B483-1EF6B10FDD4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28" name="Flowchart: Connector 15227">
                          <a:extLst>
                            <a:ext uri="{FF2B5EF4-FFF2-40B4-BE49-F238E27FC236}">
                              <a16:creationId xmlns:a16="http://schemas.microsoft.com/office/drawing/2014/main" id="{00559417-764F-47C7-9193-17628CC7CBD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29" name="Flowchart: Connector 15228">
                          <a:extLst>
                            <a:ext uri="{FF2B5EF4-FFF2-40B4-BE49-F238E27FC236}">
                              <a16:creationId xmlns:a16="http://schemas.microsoft.com/office/drawing/2014/main" id="{1EFF0A98-B31C-47B4-9177-29EF979C5C4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30" name="Flowchart: Connector 15229">
                          <a:extLst>
                            <a:ext uri="{FF2B5EF4-FFF2-40B4-BE49-F238E27FC236}">
                              <a16:creationId xmlns:a16="http://schemas.microsoft.com/office/drawing/2014/main" id="{9DA1AA1A-0AE2-44C6-BE98-4595EF621A8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31" name="Flowchart: Connector 15230">
                          <a:extLst>
                            <a:ext uri="{FF2B5EF4-FFF2-40B4-BE49-F238E27FC236}">
                              <a16:creationId xmlns:a16="http://schemas.microsoft.com/office/drawing/2014/main" id="{2EBB5BDE-79CA-4C0D-8F2E-49964266739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32" name="Flowchart: Connector 15231">
                          <a:extLst>
                            <a:ext uri="{FF2B5EF4-FFF2-40B4-BE49-F238E27FC236}">
                              <a16:creationId xmlns:a16="http://schemas.microsoft.com/office/drawing/2014/main" id="{E4F53E76-2CBA-401C-9E69-D961D70E21F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33" name="Flowchart: Connector 15232">
                          <a:extLst>
                            <a:ext uri="{FF2B5EF4-FFF2-40B4-BE49-F238E27FC236}">
                              <a16:creationId xmlns:a16="http://schemas.microsoft.com/office/drawing/2014/main" id="{B6CC41EC-D21E-4C21-90E4-5B6868A3BE0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234" name="Flowchart: Connector 15233">
                          <a:extLst>
                            <a:ext uri="{FF2B5EF4-FFF2-40B4-BE49-F238E27FC236}">
                              <a16:creationId xmlns:a16="http://schemas.microsoft.com/office/drawing/2014/main" id="{641AD2CC-8A4C-4C01-AFBD-A2B6434CCD7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235" name="3D Model 15234" descr="Sphere">
                              <a:extLst>
                                <a:ext uri="{FF2B5EF4-FFF2-40B4-BE49-F238E27FC236}">
                                  <a16:creationId xmlns:a16="http://schemas.microsoft.com/office/drawing/2014/main" id="{677D9884-CB0C-49FD-AC9B-4C8F2AF8929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4780852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236" name="Flowchart: Connector 15235">
                          <a:extLst>
                            <a:ext uri="{FF2B5EF4-FFF2-40B4-BE49-F238E27FC236}">
                              <a16:creationId xmlns:a16="http://schemas.microsoft.com/office/drawing/2014/main" id="{85C40679-96A3-4149-91FB-195D4684665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237" name="3D Model 15236" descr="Sphere">
                              <a:extLst>
                                <a:ext uri="{FF2B5EF4-FFF2-40B4-BE49-F238E27FC236}">
                                  <a16:creationId xmlns:a16="http://schemas.microsoft.com/office/drawing/2014/main" id="{821C6FC2-B22A-49C8-8610-A1E5776D590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025612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238" name="Flowchart: Connector 15237">
                          <a:extLst>
                            <a:ext uri="{FF2B5EF4-FFF2-40B4-BE49-F238E27FC236}">
                              <a16:creationId xmlns:a16="http://schemas.microsoft.com/office/drawing/2014/main" id="{FF1AC456-F1BB-4B8E-8EFA-16686E05AD3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239" name="3D Model 15238" descr="Sphere">
                              <a:extLst>
                                <a:ext uri="{FF2B5EF4-FFF2-40B4-BE49-F238E27FC236}">
                                  <a16:creationId xmlns:a16="http://schemas.microsoft.com/office/drawing/2014/main" id="{F1040676-F967-4F11-8BB9-69E312E4EBE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4161584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240" name="Flowchart: Connector 15239">
                          <a:extLst>
                            <a:ext uri="{FF2B5EF4-FFF2-40B4-BE49-F238E27FC236}">
                              <a16:creationId xmlns:a16="http://schemas.microsoft.com/office/drawing/2014/main" id="{07E657DF-11FA-4F26-A51D-7BA4B8EE840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241" name="3D Model 15240" descr="Sphere">
                              <a:extLst>
                                <a:ext uri="{FF2B5EF4-FFF2-40B4-BE49-F238E27FC236}">
                                  <a16:creationId xmlns:a16="http://schemas.microsoft.com/office/drawing/2014/main" id="{8BD8EC5B-6D0A-4270-BBE9-72CB51C189C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9807516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5212" name="Flowchart: Connector 15211">
                        <a:extLst>
                          <a:ext uri="{FF2B5EF4-FFF2-40B4-BE49-F238E27FC236}">
                            <a16:creationId xmlns:a16="http://schemas.microsoft.com/office/drawing/2014/main" id="{CE8E9186-4EC8-4760-A540-5CEF13077E7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213" name="Flowchart: Connector 15212">
                        <a:extLst>
                          <a:ext uri="{FF2B5EF4-FFF2-40B4-BE49-F238E27FC236}">
                            <a16:creationId xmlns:a16="http://schemas.microsoft.com/office/drawing/2014/main" id="{A0903E85-2F0E-4CD8-A7D4-B4CA6B5C33C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214" name="Flowchart: Connector 15213">
                        <a:extLst>
                          <a:ext uri="{FF2B5EF4-FFF2-40B4-BE49-F238E27FC236}">
                            <a16:creationId xmlns:a16="http://schemas.microsoft.com/office/drawing/2014/main" id="{58BB04B9-D884-4930-A28C-EB94AA9785F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215" name="Flowchart: Connector 15214">
                        <a:extLst>
                          <a:ext uri="{FF2B5EF4-FFF2-40B4-BE49-F238E27FC236}">
                            <a16:creationId xmlns:a16="http://schemas.microsoft.com/office/drawing/2014/main" id="{5616B662-C0DB-4A1A-8B9D-22D80D9320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216" name="Flowchart: Connector 15215">
                        <a:extLst>
                          <a:ext uri="{FF2B5EF4-FFF2-40B4-BE49-F238E27FC236}">
                            <a16:creationId xmlns:a16="http://schemas.microsoft.com/office/drawing/2014/main" id="{8D6F6BEF-1952-40D9-8EB7-263924C15CE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217" name="Flowchart: Connector 15216">
                        <a:extLst>
                          <a:ext uri="{FF2B5EF4-FFF2-40B4-BE49-F238E27FC236}">
                            <a16:creationId xmlns:a16="http://schemas.microsoft.com/office/drawing/2014/main" id="{4C1A70EA-016C-42EE-9B15-ACA38B7A1CB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218" name="Flowchart: Connector 15217">
                        <a:extLst>
                          <a:ext uri="{FF2B5EF4-FFF2-40B4-BE49-F238E27FC236}">
                            <a16:creationId xmlns:a16="http://schemas.microsoft.com/office/drawing/2014/main" id="{864E0735-237B-47E6-8C4C-C929F3DD407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219" name="Flowchart: Connector 15218">
                        <a:extLst>
                          <a:ext uri="{FF2B5EF4-FFF2-40B4-BE49-F238E27FC236}">
                            <a16:creationId xmlns:a16="http://schemas.microsoft.com/office/drawing/2014/main" id="{6C3ADAE0-5EE2-4F07-B899-2C018F24306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220" name="3D Model 15219" descr="Sphere">
                            <a:extLst>
                              <a:ext uri="{FF2B5EF4-FFF2-40B4-BE49-F238E27FC236}">
                                <a16:creationId xmlns:a16="http://schemas.microsoft.com/office/drawing/2014/main" id="{BFC7F187-AEB7-4FE7-9279-7C60460F9BA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39725086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221" name="Flowchart: Connector 15220">
                        <a:extLst>
                          <a:ext uri="{FF2B5EF4-FFF2-40B4-BE49-F238E27FC236}">
                            <a16:creationId xmlns:a16="http://schemas.microsoft.com/office/drawing/2014/main" id="{5675E4A9-245D-4157-88ED-B43F4AF8EF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222" name="3D Model 15221" descr="Sphere">
                            <a:extLst>
                              <a:ext uri="{FF2B5EF4-FFF2-40B4-BE49-F238E27FC236}">
                                <a16:creationId xmlns:a16="http://schemas.microsoft.com/office/drawing/2014/main" id="{4E9BBEA5-D6C3-4AF7-B875-C0C7F125F3A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20076687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223" name="Flowchart: Connector 15222">
                        <a:extLst>
                          <a:ext uri="{FF2B5EF4-FFF2-40B4-BE49-F238E27FC236}">
                            <a16:creationId xmlns:a16="http://schemas.microsoft.com/office/drawing/2014/main" id="{CD77A0A2-54AD-43FE-941C-40ABE4A4DC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224" name="3D Model 15223" descr="Sphere">
                            <a:extLst>
                              <a:ext uri="{FF2B5EF4-FFF2-40B4-BE49-F238E27FC236}">
                                <a16:creationId xmlns:a16="http://schemas.microsoft.com/office/drawing/2014/main" id="{D2A7294C-6F55-4264-921B-FAE39523EE1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85237681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225" name="Flowchart: Connector 15224">
                        <a:extLst>
                          <a:ext uri="{FF2B5EF4-FFF2-40B4-BE49-F238E27FC236}">
                            <a16:creationId xmlns:a16="http://schemas.microsoft.com/office/drawing/2014/main" id="{28105F0A-30B7-4AE9-93D6-52C31FDF202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226" name="3D Model 15225" descr="Sphere">
                            <a:extLst>
                              <a:ext uri="{FF2B5EF4-FFF2-40B4-BE49-F238E27FC236}">
                                <a16:creationId xmlns:a16="http://schemas.microsoft.com/office/drawing/2014/main" id="{080BB234-EF6E-4663-B9D3-43E99530B2D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14417766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4987" name="Group 14986">
                    <a:extLst>
                      <a:ext uri="{FF2B5EF4-FFF2-40B4-BE49-F238E27FC236}">
                        <a16:creationId xmlns:a16="http://schemas.microsoft.com/office/drawing/2014/main" id="{6389BDD4-F8D4-4E7C-89B4-E810D1AE1B1E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5204" name="Flowchart: Connector 15203">
                      <a:extLst>
                        <a:ext uri="{FF2B5EF4-FFF2-40B4-BE49-F238E27FC236}">
                          <a16:creationId xmlns:a16="http://schemas.microsoft.com/office/drawing/2014/main" id="{7A8579A6-C8B9-4283-BF7B-F82EC2C57D8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205" name="Flowchart: Connector 15204">
                      <a:extLst>
                        <a:ext uri="{FF2B5EF4-FFF2-40B4-BE49-F238E27FC236}">
                          <a16:creationId xmlns:a16="http://schemas.microsoft.com/office/drawing/2014/main" id="{F6E22C79-E64B-43BE-B1FF-50CF36C45BD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206" name="Flowchart: Connector 15205">
                      <a:extLst>
                        <a:ext uri="{FF2B5EF4-FFF2-40B4-BE49-F238E27FC236}">
                          <a16:creationId xmlns:a16="http://schemas.microsoft.com/office/drawing/2014/main" id="{80F55890-61D5-4B41-89AC-7925AC8988B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4988" name="Flowchart: Connector 14987">
                    <a:extLst>
                      <a:ext uri="{FF2B5EF4-FFF2-40B4-BE49-F238E27FC236}">
                        <a16:creationId xmlns:a16="http://schemas.microsoft.com/office/drawing/2014/main" id="{E647B769-6380-4A0D-8491-DD039B9026D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4989" name="Flowchart: Connector 14988">
                    <a:extLst>
                      <a:ext uri="{FF2B5EF4-FFF2-40B4-BE49-F238E27FC236}">
                        <a16:creationId xmlns:a16="http://schemas.microsoft.com/office/drawing/2014/main" id="{743E3F85-3EA5-402A-B1E5-64B745BB138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4990" name="Group 14989">
                    <a:extLst>
                      <a:ext uri="{FF2B5EF4-FFF2-40B4-BE49-F238E27FC236}">
                        <a16:creationId xmlns:a16="http://schemas.microsoft.com/office/drawing/2014/main" id="{A0E2C123-6332-4E01-ACBA-B779E8F43895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15201" name="Flowchart: Connector 15200">
                      <a:extLst>
                        <a:ext uri="{FF2B5EF4-FFF2-40B4-BE49-F238E27FC236}">
                          <a16:creationId xmlns:a16="http://schemas.microsoft.com/office/drawing/2014/main" id="{71D6C50E-71C5-452B-99A1-2E55E846E1F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202" name="Flowchart: Connector 15201">
                      <a:extLst>
                        <a:ext uri="{FF2B5EF4-FFF2-40B4-BE49-F238E27FC236}">
                          <a16:creationId xmlns:a16="http://schemas.microsoft.com/office/drawing/2014/main" id="{ABE76862-D939-45BB-87B7-6917CFF534F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203" name="Flowchart: Connector 15202">
                      <a:extLst>
                        <a:ext uri="{FF2B5EF4-FFF2-40B4-BE49-F238E27FC236}">
                          <a16:creationId xmlns:a16="http://schemas.microsoft.com/office/drawing/2014/main" id="{2A934579-2941-42BB-AEC6-3D3FF2CBFE7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4991" name="Group 14990">
                    <a:extLst>
                      <a:ext uri="{FF2B5EF4-FFF2-40B4-BE49-F238E27FC236}">
                        <a16:creationId xmlns:a16="http://schemas.microsoft.com/office/drawing/2014/main" id="{2249F454-5697-413B-BAC2-7723377AD812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15136" name="Group 15135">
                      <a:extLst>
                        <a:ext uri="{FF2B5EF4-FFF2-40B4-BE49-F238E27FC236}">
                          <a16:creationId xmlns:a16="http://schemas.microsoft.com/office/drawing/2014/main" id="{0B8E335B-B783-42FE-B8E6-0CBFC81581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15197" name="Flowchart: Connector 15196">
                        <a:extLst>
                          <a:ext uri="{FF2B5EF4-FFF2-40B4-BE49-F238E27FC236}">
                            <a16:creationId xmlns:a16="http://schemas.microsoft.com/office/drawing/2014/main" id="{8EF01B5B-DB01-43D7-BD11-5D470DC3D70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198" name="Flowchart: Connector 15197">
                        <a:extLst>
                          <a:ext uri="{FF2B5EF4-FFF2-40B4-BE49-F238E27FC236}">
                            <a16:creationId xmlns:a16="http://schemas.microsoft.com/office/drawing/2014/main" id="{8077106A-B64B-4367-93C5-222F20C79E6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199" name="Flowchart: Connector 15198">
                        <a:extLst>
                          <a:ext uri="{FF2B5EF4-FFF2-40B4-BE49-F238E27FC236}">
                            <a16:creationId xmlns:a16="http://schemas.microsoft.com/office/drawing/2014/main" id="{8DCFDE05-B9E5-4FB9-A932-BF822D10E58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200" name="Flowchart: Connector 15199">
                        <a:extLst>
                          <a:ext uri="{FF2B5EF4-FFF2-40B4-BE49-F238E27FC236}">
                            <a16:creationId xmlns:a16="http://schemas.microsoft.com/office/drawing/2014/main" id="{9F8C5DD0-394A-4F2A-BEC2-A7FC632D993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5137" name="Group 15136">
                      <a:extLst>
                        <a:ext uri="{FF2B5EF4-FFF2-40B4-BE49-F238E27FC236}">
                          <a16:creationId xmlns:a16="http://schemas.microsoft.com/office/drawing/2014/main" id="{61D70F7D-124D-459B-A9BB-879DA7DD70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15138" name="Group 15137">
                        <a:extLst>
                          <a:ext uri="{FF2B5EF4-FFF2-40B4-BE49-F238E27FC236}">
                            <a16:creationId xmlns:a16="http://schemas.microsoft.com/office/drawing/2014/main" id="{9A7D4ECA-4E74-4FAB-A6D9-5D3822146F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5189" name="Flowchart: Connector 15188">
                          <a:extLst>
                            <a:ext uri="{FF2B5EF4-FFF2-40B4-BE49-F238E27FC236}">
                              <a16:creationId xmlns:a16="http://schemas.microsoft.com/office/drawing/2014/main" id="{421F4100-CF2D-48A6-9479-47C144C8248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90" name="3D Model 15189" descr="Sphere">
                              <a:extLst>
                                <a:ext uri="{FF2B5EF4-FFF2-40B4-BE49-F238E27FC236}">
                                  <a16:creationId xmlns:a16="http://schemas.microsoft.com/office/drawing/2014/main" id="{BC8EF0BA-A84A-4A25-8E9B-F519E1CF339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3835400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91" name="Flowchart: Connector 15190">
                          <a:extLst>
                            <a:ext uri="{FF2B5EF4-FFF2-40B4-BE49-F238E27FC236}">
                              <a16:creationId xmlns:a16="http://schemas.microsoft.com/office/drawing/2014/main" id="{67A6A7C5-4D40-498C-858A-3F956DEB126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92" name="3D Model 15191" descr="Sphere">
                              <a:extLst>
                                <a:ext uri="{FF2B5EF4-FFF2-40B4-BE49-F238E27FC236}">
                                  <a16:creationId xmlns:a16="http://schemas.microsoft.com/office/drawing/2014/main" id="{A0E8ADBB-376A-43B6-B895-7C36A1812C4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7042523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93" name="Flowchart: Connector 15192">
                          <a:extLst>
                            <a:ext uri="{FF2B5EF4-FFF2-40B4-BE49-F238E27FC236}">
                              <a16:creationId xmlns:a16="http://schemas.microsoft.com/office/drawing/2014/main" id="{CAD938FE-5D23-4B33-9F84-617DA0DF889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94" name="3D Model 15193" descr="Sphere">
                              <a:extLst>
                                <a:ext uri="{FF2B5EF4-FFF2-40B4-BE49-F238E27FC236}">
                                  <a16:creationId xmlns:a16="http://schemas.microsoft.com/office/drawing/2014/main" id="{EF74E344-36E4-4B00-BB4A-DB83863F087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6495021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95" name="Flowchart: Connector 15194">
                          <a:extLst>
                            <a:ext uri="{FF2B5EF4-FFF2-40B4-BE49-F238E27FC236}">
                              <a16:creationId xmlns:a16="http://schemas.microsoft.com/office/drawing/2014/main" id="{96CDABF4-62E1-4852-9555-38601D35C3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96" name="3D Model 15195" descr="Sphere">
                              <a:extLst>
                                <a:ext uri="{FF2B5EF4-FFF2-40B4-BE49-F238E27FC236}">
                                  <a16:creationId xmlns:a16="http://schemas.microsoft.com/office/drawing/2014/main" id="{37AF5835-B73B-4B7E-B87D-8DB3E98510B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5297343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5139" name="Group 15138">
                        <a:extLst>
                          <a:ext uri="{FF2B5EF4-FFF2-40B4-BE49-F238E27FC236}">
                            <a16:creationId xmlns:a16="http://schemas.microsoft.com/office/drawing/2014/main" id="{B1B29A13-6099-462E-AFD9-FD2AC9F6C3C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5173" name="Flowchart: Connector 15172">
                          <a:extLst>
                            <a:ext uri="{FF2B5EF4-FFF2-40B4-BE49-F238E27FC236}">
                              <a16:creationId xmlns:a16="http://schemas.microsoft.com/office/drawing/2014/main" id="{EE9CCCA7-AC4B-41E4-9839-400AF85AF2D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74" name="Flowchart: Connector 15173">
                          <a:extLst>
                            <a:ext uri="{FF2B5EF4-FFF2-40B4-BE49-F238E27FC236}">
                              <a16:creationId xmlns:a16="http://schemas.microsoft.com/office/drawing/2014/main" id="{64C0BA2A-6584-41D4-BCAF-88F0631B550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75" name="Flowchart: Connector 15174">
                          <a:extLst>
                            <a:ext uri="{FF2B5EF4-FFF2-40B4-BE49-F238E27FC236}">
                              <a16:creationId xmlns:a16="http://schemas.microsoft.com/office/drawing/2014/main" id="{439FD8CD-CDEF-4FC4-A5BC-6CE88A22EDF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76" name="Flowchart: Connector 15175">
                          <a:extLst>
                            <a:ext uri="{FF2B5EF4-FFF2-40B4-BE49-F238E27FC236}">
                              <a16:creationId xmlns:a16="http://schemas.microsoft.com/office/drawing/2014/main" id="{1CA75D05-C323-4299-B900-79EFA5DFED3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77" name="Flowchart: Connector 15176">
                          <a:extLst>
                            <a:ext uri="{FF2B5EF4-FFF2-40B4-BE49-F238E27FC236}">
                              <a16:creationId xmlns:a16="http://schemas.microsoft.com/office/drawing/2014/main" id="{DE8FC624-DC73-4B98-94DB-78947D18D21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78" name="Flowchart: Connector 15177">
                          <a:extLst>
                            <a:ext uri="{FF2B5EF4-FFF2-40B4-BE49-F238E27FC236}">
                              <a16:creationId xmlns:a16="http://schemas.microsoft.com/office/drawing/2014/main" id="{2A8F21CA-A655-4882-A2CF-AC5A9B63505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79" name="Flowchart: Connector 15178">
                          <a:extLst>
                            <a:ext uri="{FF2B5EF4-FFF2-40B4-BE49-F238E27FC236}">
                              <a16:creationId xmlns:a16="http://schemas.microsoft.com/office/drawing/2014/main" id="{D5CBED16-E09E-4A12-BDF0-BD91BD62839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80" name="Flowchart: Connector 15179">
                          <a:extLst>
                            <a:ext uri="{FF2B5EF4-FFF2-40B4-BE49-F238E27FC236}">
                              <a16:creationId xmlns:a16="http://schemas.microsoft.com/office/drawing/2014/main" id="{0B929DED-E266-4A94-946E-8DB7895CE9A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81" name="Flowchart: Connector 15180">
                          <a:extLst>
                            <a:ext uri="{FF2B5EF4-FFF2-40B4-BE49-F238E27FC236}">
                              <a16:creationId xmlns:a16="http://schemas.microsoft.com/office/drawing/2014/main" id="{FC6DDB0B-51A4-4DB9-91E8-47E849CF4FF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82" name="3D Model 15181" descr="Sphere">
                              <a:extLst>
                                <a:ext uri="{FF2B5EF4-FFF2-40B4-BE49-F238E27FC236}">
                                  <a16:creationId xmlns:a16="http://schemas.microsoft.com/office/drawing/2014/main" id="{03D4EE46-E04A-4ABB-B8B8-0D737DB780C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7009843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83" name="Flowchart: Connector 15182">
                          <a:extLst>
                            <a:ext uri="{FF2B5EF4-FFF2-40B4-BE49-F238E27FC236}">
                              <a16:creationId xmlns:a16="http://schemas.microsoft.com/office/drawing/2014/main" id="{3E937415-0F57-48A7-9C69-BC0E9E2938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84" name="3D Model 15183" descr="Sphere">
                              <a:extLst>
                                <a:ext uri="{FF2B5EF4-FFF2-40B4-BE49-F238E27FC236}">
                                  <a16:creationId xmlns:a16="http://schemas.microsoft.com/office/drawing/2014/main" id="{B0E40069-144F-4093-823F-36762A3CDB1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5249643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85" name="Flowchart: Connector 15184">
                          <a:extLst>
                            <a:ext uri="{FF2B5EF4-FFF2-40B4-BE49-F238E27FC236}">
                              <a16:creationId xmlns:a16="http://schemas.microsoft.com/office/drawing/2014/main" id="{71E85867-78B4-469E-B608-888C01777E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86" name="3D Model 15185" descr="Sphere">
                              <a:extLst>
                                <a:ext uri="{FF2B5EF4-FFF2-40B4-BE49-F238E27FC236}">
                                  <a16:creationId xmlns:a16="http://schemas.microsoft.com/office/drawing/2014/main" id="{087FD97E-17D2-4DF7-A82C-DEFDB95EF09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0023150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87" name="Flowchart: Connector 15186">
                          <a:extLst>
                            <a:ext uri="{FF2B5EF4-FFF2-40B4-BE49-F238E27FC236}">
                              <a16:creationId xmlns:a16="http://schemas.microsoft.com/office/drawing/2014/main" id="{1937919A-60E3-4AB5-8F43-D77E66FA29F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88" name="3D Model 15187" descr="Sphere">
                              <a:extLst>
                                <a:ext uri="{FF2B5EF4-FFF2-40B4-BE49-F238E27FC236}">
                                  <a16:creationId xmlns:a16="http://schemas.microsoft.com/office/drawing/2014/main" id="{57F1821A-61A5-4F8D-BD46-6AD46206849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8708619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5140" name="Group 15139">
                        <a:extLst>
                          <a:ext uri="{FF2B5EF4-FFF2-40B4-BE49-F238E27FC236}">
                            <a16:creationId xmlns:a16="http://schemas.microsoft.com/office/drawing/2014/main" id="{6D786E63-5FF8-466C-9830-61C8970D5F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5157" name="Flowchart: Connector 15156">
                          <a:extLst>
                            <a:ext uri="{FF2B5EF4-FFF2-40B4-BE49-F238E27FC236}">
                              <a16:creationId xmlns:a16="http://schemas.microsoft.com/office/drawing/2014/main" id="{A3E7ED6D-D5F0-46AA-82B4-1A1C695A472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58" name="Flowchart: Connector 15157">
                          <a:extLst>
                            <a:ext uri="{FF2B5EF4-FFF2-40B4-BE49-F238E27FC236}">
                              <a16:creationId xmlns:a16="http://schemas.microsoft.com/office/drawing/2014/main" id="{FB9C03E1-F0D7-4A2C-9105-AD468BB301E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59" name="Flowchart: Connector 15158">
                          <a:extLst>
                            <a:ext uri="{FF2B5EF4-FFF2-40B4-BE49-F238E27FC236}">
                              <a16:creationId xmlns:a16="http://schemas.microsoft.com/office/drawing/2014/main" id="{D6901D39-EA87-465E-9EFE-8BAA393D8F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60" name="Flowchart: Connector 15159">
                          <a:extLst>
                            <a:ext uri="{FF2B5EF4-FFF2-40B4-BE49-F238E27FC236}">
                              <a16:creationId xmlns:a16="http://schemas.microsoft.com/office/drawing/2014/main" id="{6DF4536F-43A2-4FAD-88EB-1B271453874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61" name="Flowchart: Connector 15160">
                          <a:extLst>
                            <a:ext uri="{FF2B5EF4-FFF2-40B4-BE49-F238E27FC236}">
                              <a16:creationId xmlns:a16="http://schemas.microsoft.com/office/drawing/2014/main" id="{81B176B6-52AE-42C9-B14A-CD09E30B691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62" name="Flowchart: Connector 15161">
                          <a:extLst>
                            <a:ext uri="{FF2B5EF4-FFF2-40B4-BE49-F238E27FC236}">
                              <a16:creationId xmlns:a16="http://schemas.microsoft.com/office/drawing/2014/main" id="{9CE78D85-9FB1-42F8-BF95-C15368FADD7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63" name="Flowchart: Connector 15162">
                          <a:extLst>
                            <a:ext uri="{FF2B5EF4-FFF2-40B4-BE49-F238E27FC236}">
                              <a16:creationId xmlns:a16="http://schemas.microsoft.com/office/drawing/2014/main" id="{EB0E0815-6C58-4AAC-B117-32091CE63D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64" name="Flowchart: Connector 15163">
                          <a:extLst>
                            <a:ext uri="{FF2B5EF4-FFF2-40B4-BE49-F238E27FC236}">
                              <a16:creationId xmlns:a16="http://schemas.microsoft.com/office/drawing/2014/main" id="{5D6DFFBE-DC60-4622-8EDE-066E1E40947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65" name="Flowchart: Connector 15164">
                          <a:extLst>
                            <a:ext uri="{FF2B5EF4-FFF2-40B4-BE49-F238E27FC236}">
                              <a16:creationId xmlns:a16="http://schemas.microsoft.com/office/drawing/2014/main" id="{8F3E1639-8641-470F-AD66-830F4863C5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66" name="3D Model 15165" descr="Sphere">
                              <a:extLst>
                                <a:ext uri="{FF2B5EF4-FFF2-40B4-BE49-F238E27FC236}">
                                  <a16:creationId xmlns:a16="http://schemas.microsoft.com/office/drawing/2014/main" id="{D306035E-7A5B-484E-99CF-FD36685E0CB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2215400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67" name="Flowchart: Connector 15166">
                          <a:extLst>
                            <a:ext uri="{FF2B5EF4-FFF2-40B4-BE49-F238E27FC236}">
                              <a16:creationId xmlns:a16="http://schemas.microsoft.com/office/drawing/2014/main" id="{E324AB29-A085-468B-8385-B7F86BEDF5E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68" name="3D Model 15167" descr="Sphere">
                              <a:extLst>
                                <a:ext uri="{FF2B5EF4-FFF2-40B4-BE49-F238E27FC236}">
                                  <a16:creationId xmlns:a16="http://schemas.microsoft.com/office/drawing/2014/main" id="{7DDC5AC4-BBDD-426A-B9E3-1806FDCD1D5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7288870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69" name="Flowchart: Connector 15168">
                          <a:extLst>
                            <a:ext uri="{FF2B5EF4-FFF2-40B4-BE49-F238E27FC236}">
                              <a16:creationId xmlns:a16="http://schemas.microsoft.com/office/drawing/2014/main" id="{A09222FB-BE7F-4BF3-8079-4D0035D237F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70" name="3D Model 15169" descr="Sphere">
                              <a:extLst>
                                <a:ext uri="{FF2B5EF4-FFF2-40B4-BE49-F238E27FC236}">
                                  <a16:creationId xmlns:a16="http://schemas.microsoft.com/office/drawing/2014/main" id="{C1EF8292-B359-4B01-8E62-B76FE5F62D9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0514673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71" name="Flowchart: Connector 15170">
                          <a:extLst>
                            <a:ext uri="{FF2B5EF4-FFF2-40B4-BE49-F238E27FC236}">
                              <a16:creationId xmlns:a16="http://schemas.microsoft.com/office/drawing/2014/main" id="{CEBADAF9-2733-40B9-AD26-02884D2B3B1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72" name="3D Model 15171" descr="Sphere">
                              <a:extLst>
                                <a:ext uri="{FF2B5EF4-FFF2-40B4-BE49-F238E27FC236}">
                                  <a16:creationId xmlns:a16="http://schemas.microsoft.com/office/drawing/2014/main" id="{5946E614-BFFB-404C-9887-0B261381699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0869900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5141" name="Flowchart: Connector 15140">
                        <a:extLst>
                          <a:ext uri="{FF2B5EF4-FFF2-40B4-BE49-F238E27FC236}">
                            <a16:creationId xmlns:a16="http://schemas.microsoft.com/office/drawing/2014/main" id="{444F1195-EF32-4589-B673-49461727D39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142" name="Flowchart: Connector 15141">
                        <a:extLst>
                          <a:ext uri="{FF2B5EF4-FFF2-40B4-BE49-F238E27FC236}">
                            <a16:creationId xmlns:a16="http://schemas.microsoft.com/office/drawing/2014/main" id="{6E18850D-214E-44D3-839E-E3E6C15A7B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143" name="Flowchart: Connector 15142">
                        <a:extLst>
                          <a:ext uri="{FF2B5EF4-FFF2-40B4-BE49-F238E27FC236}">
                            <a16:creationId xmlns:a16="http://schemas.microsoft.com/office/drawing/2014/main" id="{ECED3110-D6DB-4324-AB55-07F3273ADE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144" name="Flowchart: Connector 15143">
                        <a:extLst>
                          <a:ext uri="{FF2B5EF4-FFF2-40B4-BE49-F238E27FC236}">
                            <a16:creationId xmlns:a16="http://schemas.microsoft.com/office/drawing/2014/main" id="{076484DD-FBE2-4AD5-97C7-A3ACAE90F2F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145" name="Flowchart: Connector 15144">
                        <a:extLst>
                          <a:ext uri="{FF2B5EF4-FFF2-40B4-BE49-F238E27FC236}">
                            <a16:creationId xmlns:a16="http://schemas.microsoft.com/office/drawing/2014/main" id="{16325FCA-3EF1-4F49-945C-692894385E3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146" name="Flowchart: Connector 15145">
                        <a:extLst>
                          <a:ext uri="{FF2B5EF4-FFF2-40B4-BE49-F238E27FC236}">
                            <a16:creationId xmlns:a16="http://schemas.microsoft.com/office/drawing/2014/main" id="{E003C9F7-DD02-4467-92B8-E9634E1D107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147" name="Flowchart: Connector 15146">
                        <a:extLst>
                          <a:ext uri="{FF2B5EF4-FFF2-40B4-BE49-F238E27FC236}">
                            <a16:creationId xmlns:a16="http://schemas.microsoft.com/office/drawing/2014/main" id="{271FE92E-7A2F-42A1-9397-22BCF7A3AEC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148" name="Flowchart: Connector 15147">
                        <a:extLst>
                          <a:ext uri="{FF2B5EF4-FFF2-40B4-BE49-F238E27FC236}">
                            <a16:creationId xmlns:a16="http://schemas.microsoft.com/office/drawing/2014/main" id="{32BB5597-9A62-4572-90E0-06740EA699B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149" name="Flowchart: Connector 15148">
                        <a:extLst>
                          <a:ext uri="{FF2B5EF4-FFF2-40B4-BE49-F238E27FC236}">
                            <a16:creationId xmlns:a16="http://schemas.microsoft.com/office/drawing/2014/main" id="{9098632C-3DF2-4C59-9D0D-29F15E37D2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150" name="3D Model 15149" descr="Sphere">
                            <a:extLst>
                              <a:ext uri="{FF2B5EF4-FFF2-40B4-BE49-F238E27FC236}">
                                <a16:creationId xmlns:a16="http://schemas.microsoft.com/office/drawing/2014/main" id="{4D0F44FA-4296-44FA-B699-74B1841DF05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33846658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151" name="Flowchart: Connector 15150">
                        <a:extLst>
                          <a:ext uri="{FF2B5EF4-FFF2-40B4-BE49-F238E27FC236}">
                            <a16:creationId xmlns:a16="http://schemas.microsoft.com/office/drawing/2014/main" id="{FA3A5A63-E27E-45C5-9AB8-B889D70D7E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152" name="3D Model 15151" descr="Sphere">
                            <a:extLst>
                              <a:ext uri="{FF2B5EF4-FFF2-40B4-BE49-F238E27FC236}">
                                <a16:creationId xmlns:a16="http://schemas.microsoft.com/office/drawing/2014/main" id="{2A3AE0A3-62F1-41C2-9271-FEA45F3C584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92790553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153" name="Flowchart: Connector 15152">
                        <a:extLst>
                          <a:ext uri="{FF2B5EF4-FFF2-40B4-BE49-F238E27FC236}">
                            <a16:creationId xmlns:a16="http://schemas.microsoft.com/office/drawing/2014/main" id="{D8B19E3D-E828-4BA2-9110-F6D34DE1866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154" name="3D Model 15153" descr="Sphere">
                            <a:extLst>
                              <a:ext uri="{FF2B5EF4-FFF2-40B4-BE49-F238E27FC236}">
                                <a16:creationId xmlns:a16="http://schemas.microsoft.com/office/drawing/2014/main" id="{FA597262-E22A-4DD1-9ED8-1EE8E82B3AE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45744548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155" name="Flowchart: Connector 15154">
                        <a:extLst>
                          <a:ext uri="{FF2B5EF4-FFF2-40B4-BE49-F238E27FC236}">
                            <a16:creationId xmlns:a16="http://schemas.microsoft.com/office/drawing/2014/main" id="{793E9D7F-AEA2-44FA-BEDB-62FBA4B27C3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156" name="3D Model 15155" descr="Sphere">
                            <a:extLst>
                              <a:ext uri="{FF2B5EF4-FFF2-40B4-BE49-F238E27FC236}">
                                <a16:creationId xmlns:a16="http://schemas.microsoft.com/office/drawing/2014/main" id="{1E379436-55C6-4568-8130-711A086A604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24172484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4992" name="Group 14991">
                    <a:extLst>
                      <a:ext uri="{FF2B5EF4-FFF2-40B4-BE49-F238E27FC236}">
                        <a16:creationId xmlns:a16="http://schemas.microsoft.com/office/drawing/2014/main" id="{0920EBC4-3615-448A-8AF1-3154D42CCD7D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5133" name="Flowchart: Connector 15132">
                      <a:extLst>
                        <a:ext uri="{FF2B5EF4-FFF2-40B4-BE49-F238E27FC236}">
                          <a16:creationId xmlns:a16="http://schemas.microsoft.com/office/drawing/2014/main" id="{8F4F2C04-826B-4E74-9975-4620CCDAC5B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134" name="Flowchart: Connector 15133">
                      <a:extLst>
                        <a:ext uri="{FF2B5EF4-FFF2-40B4-BE49-F238E27FC236}">
                          <a16:creationId xmlns:a16="http://schemas.microsoft.com/office/drawing/2014/main" id="{F49713F5-DD45-4B2E-87BC-1AB0E785ADD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135" name="Flowchart: Connector 15134">
                      <a:extLst>
                        <a:ext uri="{FF2B5EF4-FFF2-40B4-BE49-F238E27FC236}">
                          <a16:creationId xmlns:a16="http://schemas.microsoft.com/office/drawing/2014/main" id="{207DC4D3-AD2F-47B9-A832-D8C2B9BA64D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4993" name="Flowchart: Connector 14992">
                    <a:extLst>
                      <a:ext uri="{FF2B5EF4-FFF2-40B4-BE49-F238E27FC236}">
                        <a16:creationId xmlns:a16="http://schemas.microsoft.com/office/drawing/2014/main" id="{9BCD0670-746D-4CAE-8310-AD8628ADD957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4994" name="Flowchart: Connector 14993">
                    <a:extLst>
                      <a:ext uri="{FF2B5EF4-FFF2-40B4-BE49-F238E27FC236}">
                        <a16:creationId xmlns:a16="http://schemas.microsoft.com/office/drawing/2014/main" id="{696E562E-6D03-4CD8-8E1D-1C7D7305545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4995" name="Group 14994">
                    <a:extLst>
                      <a:ext uri="{FF2B5EF4-FFF2-40B4-BE49-F238E27FC236}">
                        <a16:creationId xmlns:a16="http://schemas.microsoft.com/office/drawing/2014/main" id="{9388B0AE-BCD2-415E-A186-6A3241C3C165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15130" name="Flowchart: Connector 15129">
                      <a:extLst>
                        <a:ext uri="{FF2B5EF4-FFF2-40B4-BE49-F238E27FC236}">
                          <a16:creationId xmlns:a16="http://schemas.microsoft.com/office/drawing/2014/main" id="{6A721F2C-4EA4-4D85-A4E4-6E4D6FB6175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131" name="Flowchart: Connector 15130">
                      <a:extLst>
                        <a:ext uri="{FF2B5EF4-FFF2-40B4-BE49-F238E27FC236}">
                          <a16:creationId xmlns:a16="http://schemas.microsoft.com/office/drawing/2014/main" id="{5C20872D-C938-4E0B-9B2C-5E04F6A2FE7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132" name="Flowchart: Connector 15131">
                      <a:extLst>
                        <a:ext uri="{FF2B5EF4-FFF2-40B4-BE49-F238E27FC236}">
                          <a16:creationId xmlns:a16="http://schemas.microsoft.com/office/drawing/2014/main" id="{EBE8A7B2-6C6E-417B-962A-2048F042DF8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4996" name="Group 14995">
                    <a:extLst>
                      <a:ext uri="{FF2B5EF4-FFF2-40B4-BE49-F238E27FC236}">
                        <a16:creationId xmlns:a16="http://schemas.microsoft.com/office/drawing/2014/main" id="{3BD0FD88-258D-4910-AE10-17B2E9A94A5F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15065" name="Group 15064">
                      <a:extLst>
                        <a:ext uri="{FF2B5EF4-FFF2-40B4-BE49-F238E27FC236}">
                          <a16:creationId xmlns:a16="http://schemas.microsoft.com/office/drawing/2014/main" id="{0811A192-81FC-4A2F-95FB-8E2A68E4DC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15126" name="Flowchart: Connector 15125">
                        <a:extLst>
                          <a:ext uri="{FF2B5EF4-FFF2-40B4-BE49-F238E27FC236}">
                            <a16:creationId xmlns:a16="http://schemas.microsoft.com/office/drawing/2014/main" id="{9BC66A95-04F6-4148-8C9D-FA6951DACF0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127" name="Flowchart: Connector 15126">
                        <a:extLst>
                          <a:ext uri="{FF2B5EF4-FFF2-40B4-BE49-F238E27FC236}">
                            <a16:creationId xmlns:a16="http://schemas.microsoft.com/office/drawing/2014/main" id="{1953F955-83DC-406C-B6F4-128BB93545D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128" name="Flowchart: Connector 15127">
                        <a:extLst>
                          <a:ext uri="{FF2B5EF4-FFF2-40B4-BE49-F238E27FC236}">
                            <a16:creationId xmlns:a16="http://schemas.microsoft.com/office/drawing/2014/main" id="{D46A0E87-0339-418D-9020-0EBE8C698CA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129" name="Flowchart: Connector 15128">
                        <a:extLst>
                          <a:ext uri="{FF2B5EF4-FFF2-40B4-BE49-F238E27FC236}">
                            <a16:creationId xmlns:a16="http://schemas.microsoft.com/office/drawing/2014/main" id="{BFA6ACE1-D21B-478F-AF73-4CACF0D15AC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5066" name="Group 15065">
                      <a:extLst>
                        <a:ext uri="{FF2B5EF4-FFF2-40B4-BE49-F238E27FC236}">
                          <a16:creationId xmlns:a16="http://schemas.microsoft.com/office/drawing/2014/main" id="{F6D3B399-988A-4409-A74F-50554C99E5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15067" name="Group 15066">
                        <a:extLst>
                          <a:ext uri="{FF2B5EF4-FFF2-40B4-BE49-F238E27FC236}">
                            <a16:creationId xmlns:a16="http://schemas.microsoft.com/office/drawing/2014/main" id="{F1391A4E-23D7-4BCE-AF39-B167597F62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5118" name="Flowchart: Connector 15117">
                          <a:extLst>
                            <a:ext uri="{FF2B5EF4-FFF2-40B4-BE49-F238E27FC236}">
                              <a16:creationId xmlns:a16="http://schemas.microsoft.com/office/drawing/2014/main" id="{CACEE974-E850-470E-8506-D25902B9CC0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19" name="3D Model 15118" descr="Sphere">
                              <a:extLst>
                                <a:ext uri="{FF2B5EF4-FFF2-40B4-BE49-F238E27FC236}">
                                  <a16:creationId xmlns:a16="http://schemas.microsoft.com/office/drawing/2014/main" id="{21D6B94D-0986-4BF2-908B-32516F1D2A5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4926082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20" name="Flowchart: Connector 15119">
                          <a:extLst>
                            <a:ext uri="{FF2B5EF4-FFF2-40B4-BE49-F238E27FC236}">
                              <a16:creationId xmlns:a16="http://schemas.microsoft.com/office/drawing/2014/main" id="{B7788FB5-7310-4417-A837-C77915EBF1F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21" name="3D Model 15120" descr="Sphere">
                              <a:extLst>
                                <a:ext uri="{FF2B5EF4-FFF2-40B4-BE49-F238E27FC236}">
                                  <a16:creationId xmlns:a16="http://schemas.microsoft.com/office/drawing/2014/main" id="{C3E1BCE7-1814-45C3-8AF2-0B02548BD49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0111717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22" name="Flowchart: Connector 15121">
                          <a:extLst>
                            <a:ext uri="{FF2B5EF4-FFF2-40B4-BE49-F238E27FC236}">
                              <a16:creationId xmlns:a16="http://schemas.microsoft.com/office/drawing/2014/main" id="{80314945-201E-4D85-B95A-AAD147D7F6D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23" name="3D Model 15122" descr="Sphere">
                              <a:extLst>
                                <a:ext uri="{FF2B5EF4-FFF2-40B4-BE49-F238E27FC236}">
                                  <a16:creationId xmlns:a16="http://schemas.microsoft.com/office/drawing/2014/main" id="{15BF4D93-B2B1-4229-8850-9720E069BBB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5535520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24" name="Flowchart: Connector 15123">
                          <a:extLst>
                            <a:ext uri="{FF2B5EF4-FFF2-40B4-BE49-F238E27FC236}">
                              <a16:creationId xmlns:a16="http://schemas.microsoft.com/office/drawing/2014/main" id="{1BDC8210-E109-4DFD-8FBA-0A05E558D9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25" name="3D Model 15124" descr="Sphere">
                              <a:extLst>
                                <a:ext uri="{FF2B5EF4-FFF2-40B4-BE49-F238E27FC236}">
                                  <a16:creationId xmlns:a16="http://schemas.microsoft.com/office/drawing/2014/main" id="{66F29AD2-AE9B-4B3A-9F11-ECD79AEB7F8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0564329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5068" name="Group 15067">
                        <a:extLst>
                          <a:ext uri="{FF2B5EF4-FFF2-40B4-BE49-F238E27FC236}">
                            <a16:creationId xmlns:a16="http://schemas.microsoft.com/office/drawing/2014/main" id="{E74149B5-DBCA-4314-AA2E-C1BD5D30EDB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5102" name="Flowchart: Connector 15101">
                          <a:extLst>
                            <a:ext uri="{FF2B5EF4-FFF2-40B4-BE49-F238E27FC236}">
                              <a16:creationId xmlns:a16="http://schemas.microsoft.com/office/drawing/2014/main" id="{7735A8DC-4A69-4C25-AD87-9EE391CBEBC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03" name="Flowchart: Connector 15102">
                          <a:extLst>
                            <a:ext uri="{FF2B5EF4-FFF2-40B4-BE49-F238E27FC236}">
                              <a16:creationId xmlns:a16="http://schemas.microsoft.com/office/drawing/2014/main" id="{6471E77C-4D38-41E3-A884-216116B03AD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04" name="Flowchart: Connector 15103">
                          <a:extLst>
                            <a:ext uri="{FF2B5EF4-FFF2-40B4-BE49-F238E27FC236}">
                              <a16:creationId xmlns:a16="http://schemas.microsoft.com/office/drawing/2014/main" id="{385E036E-4AC0-4353-B1AA-219E074045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05" name="Flowchart: Connector 15104">
                          <a:extLst>
                            <a:ext uri="{FF2B5EF4-FFF2-40B4-BE49-F238E27FC236}">
                              <a16:creationId xmlns:a16="http://schemas.microsoft.com/office/drawing/2014/main" id="{0CACC0BE-3DAC-4278-84A9-D5B9E74DB92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06" name="Flowchart: Connector 15105">
                          <a:extLst>
                            <a:ext uri="{FF2B5EF4-FFF2-40B4-BE49-F238E27FC236}">
                              <a16:creationId xmlns:a16="http://schemas.microsoft.com/office/drawing/2014/main" id="{C81FC7FD-025B-4438-A5F8-E3D9D916CB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07" name="Flowchart: Connector 15106">
                          <a:extLst>
                            <a:ext uri="{FF2B5EF4-FFF2-40B4-BE49-F238E27FC236}">
                              <a16:creationId xmlns:a16="http://schemas.microsoft.com/office/drawing/2014/main" id="{033BD048-B06A-4F73-A4F9-3212E0F0755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08" name="Flowchart: Connector 15107">
                          <a:extLst>
                            <a:ext uri="{FF2B5EF4-FFF2-40B4-BE49-F238E27FC236}">
                              <a16:creationId xmlns:a16="http://schemas.microsoft.com/office/drawing/2014/main" id="{00AB6CB6-A591-49B3-AF5B-254D2DC12C1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09" name="Flowchart: Connector 15108">
                          <a:extLst>
                            <a:ext uri="{FF2B5EF4-FFF2-40B4-BE49-F238E27FC236}">
                              <a16:creationId xmlns:a16="http://schemas.microsoft.com/office/drawing/2014/main" id="{FCCEE903-C681-4758-BE1A-1092DF54989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110" name="Flowchart: Connector 15109">
                          <a:extLst>
                            <a:ext uri="{FF2B5EF4-FFF2-40B4-BE49-F238E27FC236}">
                              <a16:creationId xmlns:a16="http://schemas.microsoft.com/office/drawing/2014/main" id="{9C1E99C2-F35F-4603-8880-24CFFA18F2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11" name="3D Model 15110" descr="Sphere">
                              <a:extLst>
                                <a:ext uri="{FF2B5EF4-FFF2-40B4-BE49-F238E27FC236}">
                                  <a16:creationId xmlns:a16="http://schemas.microsoft.com/office/drawing/2014/main" id="{F9CBDF1E-A2E9-41CE-93DF-1DA13FA00D2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8734262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12" name="Flowchart: Connector 15111">
                          <a:extLst>
                            <a:ext uri="{FF2B5EF4-FFF2-40B4-BE49-F238E27FC236}">
                              <a16:creationId xmlns:a16="http://schemas.microsoft.com/office/drawing/2014/main" id="{9F6ADFCC-199A-44A6-9F9A-D12BCA1F91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13" name="3D Model 15112" descr="Sphere">
                              <a:extLst>
                                <a:ext uri="{FF2B5EF4-FFF2-40B4-BE49-F238E27FC236}">
                                  <a16:creationId xmlns:a16="http://schemas.microsoft.com/office/drawing/2014/main" id="{BA9A2162-A290-40FE-9E6B-71D09436CF9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8207626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14" name="Flowchart: Connector 15113">
                          <a:extLst>
                            <a:ext uri="{FF2B5EF4-FFF2-40B4-BE49-F238E27FC236}">
                              <a16:creationId xmlns:a16="http://schemas.microsoft.com/office/drawing/2014/main" id="{A5AE156D-7C1C-48D2-AE50-2C60D1276BB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15" name="3D Model 15114" descr="Sphere">
                              <a:extLst>
                                <a:ext uri="{FF2B5EF4-FFF2-40B4-BE49-F238E27FC236}">
                                  <a16:creationId xmlns:a16="http://schemas.microsoft.com/office/drawing/2014/main" id="{AFDB734C-3DDF-491C-83D9-6399B4BB357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913981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16" name="Flowchart: Connector 15115">
                          <a:extLst>
                            <a:ext uri="{FF2B5EF4-FFF2-40B4-BE49-F238E27FC236}">
                              <a16:creationId xmlns:a16="http://schemas.microsoft.com/office/drawing/2014/main" id="{9F001C63-7A68-4757-AC58-6BBFE321AFC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17" name="3D Model 15116" descr="Sphere">
                              <a:extLst>
                                <a:ext uri="{FF2B5EF4-FFF2-40B4-BE49-F238E27FC236}">
                                  <a16:creationId xmlns:a16="http://schemas.microsoft.com/office/drawing/2014/main" id="{0810F1DC-219C-49F5-A361-C24054B59B7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0453483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5069" name="Group 15068">
                        <a:extLst>
                          <a:ext uri="{FF2B5EF4-FFF2-40B4-BE49-F238E27FC236}">
                            <a16:creationId xmlns:a16="http://schemas.microsoft.com/office/drawing/2014/main" id="{28AB706D-6DC0-4041-9C54-BD0AE69B25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5086" name="Flowchart: Connector 15085">
                          <a:extLst>
                            <a:ext uri="{FF2B5EF4-FFF2-40B4-BE49-F238E27FC236}">
                              <a16:creationId xmlns:a16="http://schemas.microsoft.com/office/drawing/2014/main" id="{99A766E0-1A0E-4650-9795-FBB558222B6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087" name="Flowchart: Connector 15086">
                          <a:extLst>
                            <a:ext uri="{FF2B5EF4-FFF2-40B4-BE49-F238E27FC236}">
                              <a16:creationId xmlns:a16="http://schemas.microsoft.com/office/drawing/2014/main" id="{EE364145-DDCB-4BFF-958C-7EAC9F63CC2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088" name="Flowchart: Connector 15087">
                          <a:extLst>
                            <a:ext uri="{FF2B5EF4-FFF2-40B4-BE49-F238E27FC236}">
                              <a16:creationId xmlns:a16="http://schemas.microsoft.com/office/drawing/2014/main" id="{5AD83FBA-CEFD-49B2-A7AA-F4784522F9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089" name="Flowchart: Connector 15088">
                          <a:extLst>
                            <a:ext uri="{FF2B5EF4-FFF2-40B4-BE49-F238E27FC236}">
                              <a16:creationId xmlns:a16="http://schemas.microsoft.com/office/drawing/2014/main" id="{5FFEE9FC-6BB2-4C8A-8D67-95D3B20519D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090" name="Flowchart: Connector 15089">
                          <a:extLst>
                            <a:ext uri="{FF2B5EF4-FFF2-40B4-BE49-F238E27FC236}">
                              <a16:creationId xmlns:a16="http://schemas.microsoft.com/office/drawing/2014/main" id="{908FD7FD-B358-4C4B-97B9-A61CCBB0715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091" name="Flowchart: Connector 15090">
                          <a:extLst>
                            <a:ext uri="{FF2B5EF4-FFF2-40B4-BE49-F238E27FC236}">
                              <a16:creationId xmlns:a16="http://schemas.microsoft.com/office/drawing/2014/main" id="{6C5E0CE0-A6AE-4914-9A6F-B3690125639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092" name="Flowchart: Connector 15091">
                          <a:extLst>
                            <a:ext uri="{FF2B5EF4-FFF2-40B4-BE49-F238E27FC236}">
                              <a16:creationId xmlns:a16="http://schemas.microsoft.com/office/drawing/2014/main" id="{319A09C1-584E-45F0-9C94-3EBA6EADB57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093" name="Flowchart: Connector 15092">
                          <a:extLst>
                            <a:ext uri="{FF2B5EF4-FFF2-40B4-BE49-F238E27FC236}">
                              <a16:creationId xmlns:a16="http://schemas.microsoft.com/office/drawing/2014/main" id="{63E27D15-5A36-4EA7-A0C2-AF0AB5BC302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5094" name="Flowchart: Connector 15093">
                          <a:extLst>
                            <a:ext uri="{FF2B5EF4-FFF2-40B4-BE49-F238E27FC236}">
                              <a16:creationId xmlns:a16="http://schemas.microsoft.com/office/drawing/2014/main" id="{4B4F9E64-9DA2-4A3A-9784-6B3AA831E8F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095" name="3D Model 15094" descr="Sphere">
                              <a:extLst>
                                <a:ext uri="{FF2B5EF4-FFF2-40B4-BE49-F238E27FC236}">
                                  <a16:creationId xmlns:a16="http://schemas.microsoft.com/office/drawing/2014/main" id="{A49193A0-9F8C-434A-8F60-2F0BC0E313A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0419422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096" name="Flowchart: Connector 15095">
                          <a:extLst>
                            <a:ext uri="{FF2B5EF4-FFF2-40B4-BE49-F238E27FC236}">
                              <a16:creationId xmlns:a16="http://schemas.microsoft.com/office/drawing/2014/main" id="{EE7B7FD5-3FB7-4607-9AEF-7E0C6CF7A3D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097" name="3D Model 15096" descr="Sphere">
                              <a:extLst>
                                <a:ext uri="{FF2B5EF4-FFF2-40B4-BE49-F238E27FC236}">
                                  <a16:creationId xmlns:a16="http://schemas.microsoft.com/office/drawing/2014/main" id="{91AF48AB-ECFA-4FD1-8AFD-34A69E11EF5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6716780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098" name="Flowchart: Connector 15097">
                          <a:extLst>
                            <a:ext uri="{FF2B5EF4-FFF2-40B4-BE49-F238E27FC236}">
                              <a16:creationId xmlns:a16="http://schemas.microsoft.com/office/drawing/2014/main" id="{A4EAC8E5-5991-445D-A491-11C3AB86E1A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099" name="3D Model 15098" descr="Sphere">
                              <a:extLst>
                                <a:ext uri="{FF2B5EF4-FFF2-40B4-BE49-F238E27FC236}">
                                  <a16:creationId xmlns:a16="http://schemas.microsoft.com/office/drawing/2014/main" id="{CC3231F6-F6A4-484D-B109-98D02B7CAA6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067396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5100" name="Flowchart: Connector 15099">
                          <a:extLst>
                            <a:ext uri="{FF2B5EF4-FFF2-40B4-BE49-F238E27FC236}">
                              <a16:creationId xmlns:a16="http://schemas.microsoft.com/office/drawing/2014/main" id="{21EACEE4-B144-4561-85DF-48D7877487E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5101" name="3D Model 15100" descr="Sphere">
                              <a:extLst>
                                <a:ext uri="{FF2B5EF4-FFF2-40B4-BE49-F238E27FC236}">
                                  <a16:creationId xmlns:a16="http://schemas.microsoft.com/office/drawing/2014/main" id="{2410B55D-297C-4E61-A7F0-4CF28C7C92B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293129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5070" name="Flowchart: Connector 15069">
                        <a:extLst>
                          <a:ext uri="{FF2B5EF4-FFF2-40B4-BE49-F238E27FC236}">
                            <a16:creationId xmlns:a16="http://schemas.microsoft.com/office/drawing/2014/main" id="{FE817618-9343-4E40-B6D2-74081274F5F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71" name="Flowchart: Connector 15070">
                        <a:extLst>
                          <a:ext uri="{FF2B5EF4-FFF2-40B4-BE49-F238E27FC236}">
                            <a16:creationId xmlns:a16="http://schemas.microsoft.com/office/drawing/2014/main" id="{C9F71284-E441-4F0E-A1CD-D81D269BC4D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72" name="Flowchart: Connector 15071">
                        <a:extLst>
                          <a:ext uri="{FF2B5EF4-FFF2-40B4-BE49-F238E27FC236}">
                            <a16:creationId xmlns:a16="http://schemas.microsoft.com/office/drawing/2014/main" id="{9485D8CF-8EE6-4DDB-8A3F-F71782B87DF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73" name="Flowchart: Connector 15072">
                        <a:extLst>
                          <a:ext uri="{FF2B5EF4-FFF2-40B4-BE49-F238E27FC236}">
                            <a16:creationId xmlns:a16="http://schemas.microsoft.com/office/drawing/2014/main" id="{C45626D8-3B79-4E80-BE3F-D3A7B1404E4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74" name="Flowchart: Connector 15073">
                        <a:extLst>
                          <a:ext uri="{FF2B5EF4-FFF2-40B4-BE49-F238E27FC236}">
                            <a16:creationId xmlns:a16="http://schemas.microsoft.com/office/drawing/2014/main" id="{DA737D9C-E2E2-4CF5-9542-58D79BB7780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75" name="Flowchart: Connector 15074">
                        <a:extLst>
                          <a:ext uri="{FF2B5EF4-FFF2-40B4-BE49-F238E27FC236}">
                            <a16:creationId xmlns:a16="http://schemas.microsoft.com/office/drawing/2014/main" id="{D41CE50E-A5B8-424A-97D8-CBCC3BC90DA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76" name="Flowchart: Connector 15075">
                        <a:extLst>
                          <a:ext uri="{FF2B5EF4-FFF2-40B4-BE49-F238E27FC236}">
                            <a16:creationId xmlns:a16="http://schemas.microsoft.com/office/drawing/2014/main" id="{49EC3AC5-351C-499C-811D-B2395D6A187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77" name="Flowchart: Connector 15076">
                        <a:extLst>
                          <a:ext uri="{FF2B5EF4-FFF2-40B4-BE49-F238E27FC236}">
                            <a16:creationId xmlns:a16="http://schemas.microsoft.com/office/drawing/2014/main" id="{F0D63B94-2B4A-480B-A8D8-5535010DF67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78" name="Flowchart: Connector 15077">
                        <a:extLst>
                          <a:ext uri="{FF2B5EF4-FFF2-40B4-BE49-F238E27FC236}">
                            <a16:creationId xmlns:a16="http://schemas.microsoft.com/office/drawing/2014/main" id="{1AD9F920-5230-4A09-AB47-9499CD54593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79" name="3D Model 15078" descr="Sphere">
                            <a:extLst>
                              <a:ext uri="{FF2B5EF4-FFF2-40B4-BE49-F238E27FC236}">
                                <a16:creationId xmlns:a16="http://schemas.microsoft.com/office/drawing/2014/main" id="{EB623588-C2E9-4916-9F03-05BBCBFF083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46000045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080" name="Flowchart: Connector 15079">
                        <a:extLst>
                          <a:ext uri="{FF2B5EF4-FFF2-40B4-BE49-F238E27FC236}">
                            <a16:creationId xmlns:a16="http://schemas.microsoft.com/office/drawing/2014/main" id="{82015AFF-8DDE-4A85-86FB-DB9032B6EA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81" name="3D Model 15080" descr="Sphere">
                            <a:extLst>
                              <a:ext uri="{FF2B5EF4-FFF2-40B4-BE49-F238E27FC236}">
                                <a16:creationId xmlns:a16="http://schemas.microsoft.com/office/drawing/2014/main" id="{FB7E1F63-B4F8-462E-B8FA-465DE9C0D27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22213468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082" name="Flowchart: Connector 15081">
                        <a:extLst>
                          <a:ext uri="{FF2B5EF4-FFF2-40B4-BE49-F238E27FC236}">
                            <a16:creationId xmlns:a16="http://schemas.microsoft.com/office/drawing/2014/main" id="{F432BE2F-205F-41EA-97C5-2E17B6E3AC2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83" name="3D Model 15082" descr="Sphere">
                            <a:extLst>
                              <a:ext uri="{FF2B5EF4-FFF2-40B4-BE49-F238E27FC236}">
                                <a16:creationId xmlns:a16="http://schemas.microsoft.com/office/drawing/2014/main" id="{B8EEF31A-EBDA-4883-B427-FD50A7666B4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78529457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084" name="Flowchart: Connector 15083">
                        <a:extLst>
                          <a:ext uri="{FF2B5EF4-FFF2-40B4-BE49-F238E27FC236}">
                            <a16:creationId xmlns:a16="http://schemas.microsoft.com/office/drawing/2014/main" id="{5C10AF3D-EBEF-4C88-8362-D3D77355E51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85" name="3D Model 15084" descr="Sphere">
                            <a:extLst>
                              <a:ext uri="{FF2B5EF4-FFF2-40B4-BE49-F238E27FC236}">
                                <a16:creationId xmlns:a16="http://schemas.microsoft.com/office/drawing/2014/main" id="{B9BBAE4A-61C9-4EDD-967F-9386CC1F039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82948797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4997" name="Flowchart: Connector 14996">
                    <a:extLst>
                      <a:ext uri="{FF2B5EF4-FFF2-40B4-BE49-F238E27FC236}">
                        <a16:creationId xmlns:a16="http://schemas.microsoft.com/office/drawing/2014/main" id="{6A7A41FB-D586-49D8-A7EA-B25E0973EEE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998" name="Flowchart: Connector 14997">
                    <a:extLst>
                      <a:ext uri="{FF2B5EF4-FFF2-40B4-BE49-F238E27FC236}">
                        <a16:creationId xmlns:a16="http://schemas.microsoft.com/office/drawing/2014/main" id="{0C571C65-6A4A-45D2-B356-32C350E74B1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999" name="Flowchart: Connector 14998">
                    <a:extLst>
                      <a:ext uri="{FF2B5EF4-FFF2-40B4-BE49-F238E27FC236}">
                        <a16:creationId xmlns:a16="http://schemas.microsoft.com/office/drawing/2014/main" id="{A9010A0F-457A-4A9D-9D19-3B232671318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000" name="Flowchart: Connector 14999">
                    <a:extLst>
                      <a:ext uri="{FF2B5EF4-FFF2-40B4-BE49-F238E27FC236}">
                        <a16:creationId xmlns:a16="http://schemas.microsoft.com/office/drawing/2014/main" id="{B1142435-0EBF-4822-80AE-28A608BB31D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001" name="Flowchart: Connector 15000">
                    <a:extLst>
                      <a:ext uri="{FF2B5EF4-FFF2-40B4-BE49-F238E27FC236}">
                        <a16:creationId xmlns:a16="http://schemas.microsoft.com/office/drawing/2014/main" id="{1106B715-7B53-4F3D-AB67-A474074C947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002" name="Flowchart: Connector 15001">
                    <a:extLst>
                      <a:ext uri="{FF2B5EF4-FFF2-40B4-BE49-F238E27FC236}">
                        <a16:creationId xmlns:a16="http://schemas.microsoft.com/office/drawing/2014/main" id="{75C09E75-CBD2-4EF0-B4DA-5832F82BFC3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5003" name="Flowchart: Connector 15002">
                    <a:extLst>
                      <a:ext uri="{FF2B5EF4-FFF2-40B4-BE49-F238E27FC236}">
                        <a16:creationId xmlns:a16="http://schemas.microsoft.com/office/drawing/2014/main" id="{35ED5FDC-5099-4F20-BF0A-0DFF830EE67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004" name="Flowchart: Connector 15003">
                    <a:extLst>
                      <a:ext uri="{FF2B5EF4-FFF2-40B4-BE49-F238E27FC236}">
                        <a16:creationId xmlns:a16="http://schemas.microsoft.com/office/drawing/2014/main" id="{52B00711-E69E-40DC-86F8-C9CD8B578E6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15005" name="Group 15004">
                    <a:extLst>
                      <a:ext uri="{FF2B5EF4-FFF2-40B4-BE49-F238E27FC236}">
                        <a16:creationId xmlns:a16="http://schemas.microsoft.com/office/drawing/2014/main" id="{56FD7B5B-F43B-456D-B031-4DB1AABAB66F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15006" name="Group 15005">
                      <a:extLst>
                        <a:ext uri="{FF2B5EF4-FFF2-40B4-BE49-F238E27FC236}">
                          <a16:creationId xmlns:a16="http://schemas.microsoft.com/office/drawing/2014/main" id="{C197ED9E-1867-4E2E-A58D-3B5F9A06BDC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15057" name="Flowchart: Connector 15056">
                        <a:extLst>
                          <a:ext uri="{FF2B5EF4-FFF2-40B4-BE49-F238E27FC236}">
                            <a16:creationId xmlns:a16="http://schemas.microsoft.com/office/drawing/2014/main" id="{D052A424-C3CC-4290-BBC8-9A2940BF163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58" name="3D Model 15057" descr="Sphere">
                            <a:extLst>
                              <a:ext uri="{FF2B5EF4-FFF2-40B4-BE49-F238E27FC236}">
                                <a16:creationId xmlns:a16="http://schemas.microsoft.com/office/drawing/2014/main" id="{CB668061-51BC-4108-B1F9-F3EFBD053F1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19733818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059" name="Flowchart: Connector 15058">
                        <a:extLst>
                          <a:ext uri="{FF2B5EF4-FFF2-40B4-BE49-F238E27FC236}">
                            <a16:creationId xmlns:a16="http://schemas.microsoft.com/office/drawing/2014/main" id="{2F7B004F-5994-433C-9C02-6685EE9C7D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60" name="3D Model 15059" descr="Sphere">
                            <a:extLst>
                              <a:ext uri="{FF2B5EF4-FFF2-40B4-BE49-F238E27FC236}">
                                <a16:creationId xmlns:a16="http://schemas.microsoft.com/office/drawing/2014/main" id="{D5EBFF03-6166-48D5-B4F4-F4C253DF9E2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74973067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061" name="Flowchart: Connector 15060">
                        <a:extLst>
                          <a:ext uri="{FF2B5EF4-FFF2-40B4-BE49-F238E27FC236}">
                            <a16:creationId xmlns:a16="http://schemas.microsoft.com/office/drawing/2014/main" id="{CFC51701-F3BF-4EAB-8881-A7759755ABD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62" name="3D Model 15061" descr="Sphere">
                            <a:extLst>
                              <a:ext uri="{FF2B5EF4-FFF2-40B4-BE49-F238E27FC236}">
                                <a16:creationId xmlns:a16="http://schemas.microsoft.com/office/drawing/2014/main" id="{5322C161-D01C-4159-B4CF-52B3582F1DF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43209747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063" name="Flowchart: Connector 15062">
                        <a:extLst>
                          <a:ext uri="{FF2B5EF4-FFF2-40B4-BE49-F238E27FC236}">
                            <a16:creationId xmlns:a16="http://schemas.microsoft.com/office/drawing/2014/main" id="{43E0B363-B9F9-4EF8-878D-AA0EF8F8A82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64" name="3D Model 15063" descr="Sphere">
                            <a:extLst>
                              <a:ext uri="{FF2B5EF4-FFF2-40B4-BE49-F238E27FC236}">
                                <a16:creationId xmlns:a16="http://schemas.microsoft.com/office/drawing/2014/main" id="{D56B7AB1-193D-4204-BEE2-4B170A11664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2280421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5007" name="Group 15006">
                      <a:extLst>
                        <a:ext uri="{FF2B5EF4-FFF2-40B4-BE49-F238E27FC236}">
                          <a16:creationId xmlns:a16="http://schemas.microsoft.com/office/drawing/2014/main" id="{595D3AF6-3494-4F72-A010-2692FA2A1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15041" name="Flowchart: Connector 15040">
                        <a:extLst>
                          <a:ext uri="{FF2B5EF4-FFF2-40B4-BE49-F238E27FC236}">
                            <a16:creationId xmlns:a16="http://schemas.microsoft.com/office/drawing/2014/main" id="{506731CF-FCA5-441C-AA21-97076A11C77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42" name="Flowchart: Connector 15041">
                        <a:extLst>
                          <a:ext uri="{FF2B5EF4-FFF2-40B4-BE49-F238E27FC236}">
                            <a16:creationId xmlns:a16="http://schemas.microsoft.com/office/drawing/2014/main" id="{225FCE41-421F-47BC-AAFE-093DF0987F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43" name="Flowchart: Connector 15042">
                        <a:extLst>
                          <a:ext uri="{FF2B5EF4-FFF2-40B4-BE49-F238E27FC236}">
                            <a16:creationId xmlns:a16="http://schemas.microsoft.com/office/drawing/2014/main" id="{25C8B89C-9E2F-4426-9A3B-833C683F9A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44" name="Flowchart: Connector 15043">
                        <a:extLst>
                          <a:ext uri="{FF2B5EF4-FFF2-40B4-BE49-F238E27FC236}">
                            <a16:creationId xmlns:a16="http://schemas.microsoft.com/office/drawing/2014/main" id="{69D0F759-F135-4A30-950C-B17FE457046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45" name="Flowchart: Connector 15044">
                        <a:extLst>
                          <a:ext uri="{FF2B5EF4-FFF2-40B4-BE49-F238E27FC236}">
                            <a16:creationId xmlns:a16="http://schemas.microsoft.com/office/drawing/2014/main" id="{D2DDE88E-249D-46CE-8FAF-93078DA5A6F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46" name="Flowchart: Connector 15045">
                        <a:extLst>
                          <a:ext uri="{FF2B5EF4-FFF2-40B4-BE49-F238E27FC236}">
                            <a16:creationId xmlns:a16="http://schemas.microsoft.com/office/drawing/2014/main" id="{5C22509A-56FF-474F-B786-2C98F4EE4A8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47" name="Flowchart: Connector 15046">
                        <a:extLst>
                          <a:ext uri="{FF2B5EF4-FFF2-40B4-BE49-F238E27FC236}">
                            <a16:creationId xmlns:a16="http://schemas.microsoft.com/office/drawing/2014/main" id="{B0A302ED-433C-4F8E-8157-7266B0BB72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48" name="Flowchart: Connector 15047">
                        <a:extLst>
                          <a:ext uri="{FF2B5EF4-FFF2-40B4-BE49-F238E27FC236}">
                            <a16:creationId xmlns:a16="http://schemas.microsoft.com/office/drawing/2014/main" id="{822C4539-B620-4646-8285-360C962389E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49" name="Flowchart: Connector 15048">
                        <a:extLst>
                          <a:ext uri="{FF2B5EF4-FFF2-40B4-BE49-F238E27FC236}">
                            <a16:creationId xmlns:a16="http://schemas.microsoft.com/office/drawing/2014/main" id="{DD17D32B-585D-4AFF-BA9E-F7AF2A662F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50" name="3D Model 15049" descr="Sphere">
                            <a:extLst>
                              <a:ext uri="{FF2B5EF4-FFF2-40B4-BE49-F238E27FC236}">
                                <a16:creationId xmlns:a16="http://schemas.microsoft.com/office/drawing/2014/main" id="{094B0ABC-C671-447A-9809-7CCFA61DE1F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55758423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051" name="Flowchart: Connector 15050">
                        <a:extLst>
                          <a:ext uri="{FF2B5EF4-FFF2-40B4-BE49-F238E27FC236}">
                            <a16:creationId xmlns:a16="http://schemas.microsoft.com/office/drawing/2014/main" id="{E52C36ED-E236-4316-ADE2-97E159C768E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52" name="3D Model 15051" descr="Sphere">
                            <a:extLst>
                              <a:ext uri="{FF2B5EF4-FFF2-40B4-BE49-F238E27FC236}">
                                <a16:creationId xmlns:a16="http://schemas.microsoft.com/office/drawing/2014/main" id="{238F0ECD-9789-4330-9441-051A30F6A46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2737284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053" name="Flowchart: Connector 15052">
                        <a:extLst>
                          <a:ext uri="{FF2B5EF4-FFF2-40B4-BE49-F238E27FC236}">
                            <a16:creationId xmlns:a16="http://schemas.microsoft.com/office/drawing/2014/main" id="{1EF56B01-9EE0-4722-9DA0-FED1BC5528F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54" name="3D Model 15053" descr="Sphere">
                            <a:extLst>
                              <a:ext uri="{FF2B5EF4-FFF2-40B4-BE49-F238E27FC236}">
                                <a16:creationId xmlns:a16="http://schemas.microsoft.com/office/drawing/2014/main" id="{0101BB35-822B-40BF-B30B-4570D8406BB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1299942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055" name="Flowchart: Connector 15054">
                        <a:extLst>
                          <a:ext uri="{FF2B5EF4-FFF2-40B4-BE49-F238E27FC236}">
                            <a16:creationId xmlns:a16="http://schemas.microsoft.com/office/drawing/2014/main" id="{B4779B62-9B6E-4CA2-81E7-384961261F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56" name="3D Model 15055" descr="Sphere">
                            <a:extLst>
                              <a:ext uri="{FF2B5EF4-FFF2-40B4-BE49-F238E27FC236}">
                                <a16:creationId xmlns:a16="http://schemas.microsoft.com/office/drawing/2014/main" id="{11EAB2C6-1C8D-419F-B39E-7CC0DEA70B7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4449601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5008" name="Group 15007">
                      <a:extLst>
                        <a:ext uri="{FF2B5EF4-FFF2-40B4-BE49-F238E27FC236}">
                          <a16:creationId xmlns:a16="http://schemas.microsoft.com/office/drawing/2014/main" id="{FF4D1E4A-ADD1-4AB5-A67A-110B6E5E61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15025" name="Flowchart: Connector 15024">
                        <a:extLst>
                          <a:ext uri="{FF2B5EF4-FFF2-40B4-BE49-F238E27FC236}">
                            <a16:creationId xmlns:a16="http://schemas.microsoft.com/office/drawing/2014/main" id="{AA9307E9-AB55-4413-AB6E-50936BE6EAB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26" name="Flowchart: Connector 15025">
                        <a:extLst>
                          <a:ext uri="{FF2B5EF4-FFF2-40B4-BE49-F238E27FC236}">
                            <a16:creationId xmlns:a16="http://schemas.microsoft.com/office/drawing/2014/main" id="{C3E0F19B-3F45-456C-857F-E4C4C1E509C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27" name="Flowchart: Connector 15026">
                        <a:extLst>
                          <a:ext uri="{FF2B5EF4-FFF2-40B4-BE49-F238E27FC236}">
                            <a16:creationId xmlns:a16="http://schemas.microsoft.com/office/drawing/2014/main" id="{60A7CEC4-FBEB-4775-A34E-021CA2AFD1A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28" name="Flowchart: Connector 15027">
                        <a:extLst>
                          <a:ext uri="{FF2B5EF4-FFF2-40B4-BE49-F238E27FC236}">
                            <a16:creationId xmlns:a16="http://schemas.microsoft.com/office/drawing/2014/main" id="{13AF569F-C2D5-4B5C-AB2A-8926EA080E4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29" name="Flowchart: Connector 15028">
                        <a:extLst>
                          <a:ext uri="{FF2B5EF4-FFF2-40B4-BE49-F238E27FC236}">
                            <a16:creationId xmlns:a16="http://schemas.microsoft.com/office/drawing/2014/main" id="{778D5B4F-5E2F-4BEB-B3E5-1E2FE0B00EF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30" name="Flowchart: Connector 15029">
                        <a:extLst>
                          <a:ext uri="{FF2B5EF4-FFF2-40B4-BE49-F238E27FC236}">
                            <a16:creationId xmlns:a16="http://schemas.microsoft.com/office/drawing/2014/main" id="{CA0A907A-72DB-4961-8E62-F174BC410B2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31" name="Flowchart: Connector 15030">
                        <a:extLst>
                          <a:ext uri="{FF2B5EF4-FFF2-40B4-BE49-F238E27FC236}">
                            <a16:creationId xmlns:a16="http://schemas.microsoft.com/office/drawing/2014/main" id="{6F297D52-3E1A-48A0-A71B-BA2FAA75259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32" name="Flowchart: Connector 15031">
                        <a:extLst>
                          <a:ext uri="{FF2B5EF4-FFF2-40B4-BE49-F238E27FC236}">
                            <a16:creationId xmlns:a16="http://schemas.microsoft.com/office/drawing/2014/main" id="{EAD44752-B6FD-4449-B043-A517D22824B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5033" name="Flowchart: Connector 15032">
                        <a:extLst>
                          <a:ext uri="{FF2B5EF4-FFF2-40B4-BE49-F238E27FC236}">
                            <a16:creationId xmlns:a16="http://schemas.microsoft.com/office/drawing/2014/main" id="{A1A0A3DD-4153-410A-A9E6-5E6CCB20EA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34" name="3D Model 15033" descr="Sphere">
                            <a:extLst>
                              <a:ext uri="{FF2B5EF4-FFF2-40B4-BE49-F238E27FC236}">
                                <a16:creationId xmlns:a16="http://schemas.microsoft.com/office/drawing/2014/main" id="{8F65BF16-7A8B-4249-B6F0-EDC622B2960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73856335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035" name="Flowchart: Connector 15034">
                        <a:extLst>
                          <a:ext uri="{FF2B5EF4-FFF2-40B4-BE49-F238E27FC236}">
                            <a16:creationId xmlns:a16="http://schemas.microsoft.com/office/drawing/2014/main" id="{85652FFB-E788-4DAE-B701-300EE13D3DC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36" name="3D Model 15035" descr="Sphere">
                            <a:extLst>
                              <a:ext uri="{FF2B5EF4-FFF2-40B4-BE49-F238E27FC236}">
                                <a16:creationId xmlns:a16="http://schemas.microsoft.com/office/drawing/2014/main" id="{8FE97112-0FC9-497D-BDCD-A558E6D171E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37387944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037" name="Flowchart: Connector 15036">
                        <a:extLst>
                          <a:ext uri="{FF2B5EF4-FFF2-40B4-BE49-F238E27FC236}">
                            <a16:creationId xmlns:a16="http://schemas.microsoft.com/office/drawing/2014/main" id="{6C634DA3-D5A3-4805-88E3-2A65F89472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38" name="3D Model 15037" descr="Sphere">
                            <a:extLst>
                              <a:ext uri="{FF2B5EF4-FFF2-40B4-BE49-F238E27FC236}">
                                <a16:creationId xmlns:a16="http://schemas.microsoft.com/office/drawing/2014/main" id="{9522292A-1577-470B-8895-54D0982D568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59771135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5039" name="Flowchart: Connector 15038">
                        <a:extLst>
                          <a:ext uri="{FF2B5EF4-FFF2-40B4-BE49-F238E27FC236}">
                            <a16:creationId xmlns:a16="http://schemas.microsoft.com/office/drawing/2014/main" id="{20F7EF6C-F9F8-442A-A27A-C31E7AD3E69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5040" name="3D Model 15039" descr="Sphere">
                            <a:extLst>
                              <a:ext uri="{FF2B5EF4-FFF2-40B4-BE49-F238E27FC236}">
                                <a16:creationId xmlns:a16="http://schemas.microsoft.com/office/drawing/2014/main" id="{2A935C63-197C-46A0-B6BC-9558912181B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20885611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5009" name="Flowchart: Connector 15008">
                      <a:extLst>
                        <a:ext uri="{FF2B5EF4-FFF2-40B4-BE49-F238E27FC236}">
                          <a16:creationId xmlns:a16="http://schemas.microsoft.com/office/drawing/2014/main" id="{7AAD8402-F897-4ADB-919A-8EEF0295BA1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010" name="Flowchart: Connector 15009">
                      <a:extLst>
                        <a:ext uri="{FF2B5EF4-FFF2-40B4-BE49-F238E27FC236}">
                          <a16:creationId xmlns:a16="http://schemas.microsoft.com/office/drawing/2014/main" id="{BB3C224A-9690-4DAA-86FF-72CA2495A3B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011" name="Flowchart: Connector 15010">
                      <a:extLst>
                        <a:ext uri="{FF2B5EF4-FFF2-40B4-BE49-F238E27FC236}">
                          <a16:creationId xmlns:a16="http://schemas.microsoft.com/office/drawing/2014/main" id="{684B133D-2EE2-4097-9ED2-FB1B48423F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012" name="Flowchart: Connector 15011">
                      <a:extLst>
                        <a:ext uri="{FF2B5EF4-FFF2-40B4-BE49-F238E27FC236}">
                          <a16:creationId xmlns:a16="http://schemas.microsoft.com/office/drawing/2014/main" id="{38A4046C-8BCD-48B8-9A27-D4EB068F744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013" name="Flowchart: Connector 15012">
                      <a:extLst>
                        <a:ext uri="{FF2B5EF4-FFF2-40B4-BE49-F238E27FC236}">
                          <a16:creationId xmlns:a16="http://schemas.microsoft.com/office/drawing/2014/main" id="{C3C512A7-2DBB-4009-96AA-8C1C88088F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014" name="Flowchart: Connector 15013">
                      <a:extLst>
                        <a:ext uri="{FF2B5EF4-FFF2-40B4-BE49-F238E27FC236}">
                          <a16:creationId xmlns:a16="http://schemas.microsoft.com/office/drawing/2014/main" id="{34754BFA-90A4-44C5-B93F-B54E316C2C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015" name="Flowchart: Connector 15014">
                      <a:extLst>
                        <a:ext uri="{FF2B5EF4-FFF2-40B4-BE49-F238E27FC236}">
                          <a16:creationId xmlns:a16="http://schemas.microsoft.com/office/drawing/2014/main" id="{1DE24445-E5F3-42AE-8312-6B0A08462DF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016" name="Flowchart: Connector 15015">
                      <a:extLst>
                        <a:ext uri="{FF2B5EF4-FFF2-40B4-BE49-F238E27FC236}">
                          <a16:creationId xmlns:a16="http://schemas.microsoft.com/office/drawing/2014/main" id="{05B88649-13E1-4E26-AA7A-DCC6F389683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5017" name="Flowchart: Connector 15016">
                      <a:extLst>
                        <a:ext uri="{FF2B5EF4-FFF2-40B4-BE49-F238E27FC236}">
                          <a16:creationId xmlns:a16="http://schemas.microsoft.com/office/drawing/2014/main" id="{C2BAA860-5FB2-4AE4-8428-5C72F34255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018" name="3D Model 15017" descr="Sphere">
                          <a:extLst>
                            <a:ext uri="{FF2B5EF4-FFF2-40B4-BE49-F238E27FC236}">
                              <a16:creationId xmlns:a16="http://schemas.microsoft.com/office/drawing/2014/main" id="{7F40F662-038B-47AE-8C96-50885E0F724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753854620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019" name="Flowchart: Connector 15018">
                      <a:extLst>
                        <a:ext uri="{FF2B5EF4-FFF2-40B4-BE49-F238E27FC236}">
                          <a16:creationId xmlns:a16="http://schemas.microsoft.com/office/drawing/2014/main" id="{F2F5CAF7-F3FD-4A56-8DC2-32E3A0AC301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020" name="3D Model 15019" descr="Sphere">
                          <a:extLst>
                            <a:ext uri="{FF2B5EF4-FFF2-40B4-BE49-F238E27FC236}">
                              <a16:creationId xmlns:a16="http://schemas.microsoft.com/office/drawing/2014/main" id="{5E57F9A9-A80B-4B3D-ACBD-5D17D4C07793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891260888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021" name="Flowchart: Connector 15020">
                      <a:extLst>
                        <a:ext uri="{FF2B5EF4-FFF2-40B4-BE49-F238E27FC236}">
                          <a16:creationId xmlns:a16="http://schemas.microsoft.com/office/drawing/2014/main" id="{A571E6DE-21FD-4DE3-B7A9-06B8121DC1C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022" name="3D Model 15021" descr="Sphere">
                          <a:extLst>
                            <a:ext uri="{FF2B5EF4-FFF2-40B4-BE49-F238E27FC236}">
                              <a16:creationId xmlns:a16="http://schemas.microsoft.com/office/drawing/2014/main" id="{08C5E679-119E-4FF1-8374-85C578F7719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472801789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023" name="Flowchart: Connector 15022">
                      <a:extLst>
                        <a:ext uri="{FF2B5EF4-FFF2-40B4-BE49-F238E27FC236}">
                          <a16:creationId xmlns:a16="http://schemas.microsoft.com/office/drawing/2014/main" id="{C71B227D-B06A-479A-85E1-84A22C22A0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024" name="3D Model 15023" descr="Sphere">
                          <a:extLst>
                            <a:ext uri="{FF2B5EF4-FFF2-40B4-BE49-F238E27FC236}">
                              <a16:creationId xmlns:a16="http://schemas.microsoft.com/office/drawing/2014/main" id="{E437AC5C-BC2F-4EF5-8012-1347AEEEAB1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199631779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14974" name="Freeform: Shape 14973">
                  <a:extLst>
                    <a:ext uri="{FF2B5EF4-FFF2-40B4-BE49-F238E27FC236}">
                      <a16:creationId xmlns:a16="http://schemas.microsoft.com/office/drawing/2014/main" id="{C9181E92-2D3D-4817-9E3F-9ABB027039CC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975" name="Freeform: Shape 14974">
                  <a:extLst>
                    <a:ext uri="{FF2B5EF4-FFF2-40B4-BE49-F238E27FC236}">
                      <a16:creationId xmlns:a16="http://schemas.microsoft.com/office/drawing/2014/main" id="{5008BB97-51A3-4A18-8B0C-580DA82DCCF1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976" name="Freeform: Shape 14975">
                  <a:extLst>
                    <a:ext uri="{FF2B5EF4-FFF2-40B4-BE49-F238E27FC236}">
                      <a16:creationId xmlns:a16="http://schemas.microsoft.com/office/drawing/2014/main" id="{7A762AE5-89AB-40FA-AB43-AE31CDDA9759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977" name="Freeform: Shape 14976">
                  <a:extLst>
                    <a:ext uri="{FF2B5EF4-FFF2-40B4-BE49-F238E27FC236}">
                      <a16:creationId xmlns:a16="http://schemas.microsoft.com/office/drawing/2014/main" id="{749E1EE3-C052-4F66-9A13-602AB153C9BD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978" name="Freeform: Shape 14977">
                  <a:extLst>
                    <a:ext uri="{FF2B5EF4-FFF2-40B4-BE49-F238E27FC236}">
                      <a16:creationId xmlns:a16="http://schemas.microsoft.com/office/drawing/2014/main" id="{396E53A9-07BF-47E2-9A50-7ECA7AFCE24B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979" name="Freeform: Shape 14978">
                  <a:extLst>
                    <a:ext uri="{FF2B5EF4-FFF2-40B4-BE49-F238E27FC236}">
                      <a16:creationId xmlns:a16="http://schemas.microsoft.com/office/drawing/2014/main" id="{23B517D5-6164-4F4C-A25D-A174183434B0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980" name="Freeform: Shape 14979">
                  <a:extLst>
                    <a:ext uri="{FF2B5EF4-FFF2-40B4-BE49-F238E27FC236}">
                      <a16:creationId xmlns:a16="http://schemas.microsoft.com/office/drawing/2014/main" id="{854905E0-41B3-4001-A392-02173AFB3EC4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981" name="Freeform: Shape 14980">
                  <a:extLst>
                    <a:ext uri="{FF2B5EF4-FFF2-40B4-BE49-F238E27FC236}">
                      <a16:creationId xmlns:a16="http://schemas.microsoft.com/office/drawing/2014/main" id="{1C61591D-1A32-434A-B850-3D6F5A19B38B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982" name="Freeform: Shape 14981">
                  <a:extLst>
                    <a:ext uri="{FF2B5EF4-FFF2-40B4-BE49-F238E27FC236}">
                      <a16:creationId xmlns:a16="http://schemas.microsoft.com/office/drawing/2014/main" id="{7599D0BB-3C1C-43D5-9CEE-4081D5DBE9C4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983" name="Freeform: Shape 14982">
                  <a:extLst>
                    <a:ext uri="{FF2B5EF4-FFF2-40B4-BE49-F238E27FC236}">
                      <a16:creationId xmlns:a16="http://schemas.microsoft.com/office/drawing/2014/main" id="{7F5B2F49-185F-45C8-ABE8-B377C0AA7306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984" name="Freeform: Shape 14983">
                  <a:extLst>
                    <a:ext uri="{FF2B5EF4-FFF2-40B4-BE49-F238E27FC236}">
                      <a16:creationId xmlns:a16="http://schemas.microsoft.com/office/drawing/2014/main" id="{D9155EE1-C781-4413-9F3E-730A81F1EED5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985" name="Freeform: Shape 14984">
                  <a:extLst>
                    <a:ext uri="{FF2B5EF4-FFF2-40B4-BE49-F238E27FC236}">
                      <a16:creationId xmlns:a16="http://schemas.microsoft.com/office/drawing/2014/main" id="{D338D7C6-E935-41A0-A5CF-57E725116424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14970" name="Freeform: Shape 14969">
                <a:extLst>
                  <a:ext uri="{FF2B5EF4-FFF2-40B4-BE49-F238E27FC236}">
                    <a16:creationId xmlns:a16="http://schemas.microsoft.com/office/drawing/2014/main" id="{E526FE1B-7C37-4D09-B972-A4ED28FF5698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4971" name="Freeform: Shape 14970">
                <a:extLst>
                  <a:ext uri="{FF2B5EF4-FFF2-40B4-BE49-F238E27FC236}">
                    <a16:creationId xmlns:a16="http://schemas.microsoft.com/office/drawing/2014/main" id="{5741F297-5B16-4000-BADE-968B0A32ACEE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4972" name="Freeform: Shape 14971">
                <a:extLst>
                  <a:ext uri="{FF2B5EF4-FFF2-40B4-BE49-F238E27FC236}">
                    <a16:creationId xmlns:a16="http://schemas.microsoft.com/office/drawing/2014/main" id="{19E3E4EC-4BD7-4E65-94FA-0AF2DA0EBC09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12268" name="Group 12267">
              <a:extLst>
                <a:ext uri="{FF2B5EF4-FFF2-40B4-BE49-F238E27FC236}">
                  <a16:creationId xmlns:a16="http://schemas.microsoft.com/office/drawing/2014/main" id="{5638DCE0-7C84-4AAE-8B64-0BCD1594EDE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96065" y="6027249"/>
              <a:ext cx="521735" cy="419131"/>
              <a:chOff x="558227" y="4289344"/>
              <a:chExt cx="2384501" cy="2135404"/>
            </a:xfrm>
          </p:grpSpPr>
          <p:grpSp>
            <p:nvGrpSpPr>
              <p:cNvPr id="14670" name="Group 14669">
                <a:extLst>
                  <a:ext uri="{FF2B5EF4-FFF2-40B4-BE49-F238E27FC236}">
                    <a16:creationId xmlns:a16="http://schemas.microsoft.com/office/drawing/2014/main" id="{EFDA0C10-78B7-4898-93C7-8780FB5301A8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14674" name="Group 14673">
                  <a:extLst>
                    <a:ext uri="{FF2B5EF4-FFF2-40B4-BE49-F238E27FC236}">
                      <a16:creationId xmlns:a16="http://schemas.microsoft.com/office/drawing/2014/main" id="{F471583A-B4A1-4E02-AEDF-85E20F6F3847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14687" name="Group 14686">
                    <a:extLst>
                      <a:ext uri="{FF2B5EF4-FFF2-40B4-BE49-F238E27FC236}">
                        <a16:creationId xmlns:a16="http://schemas.microsoft.com/office/drawing/2014/main" id="{C5F8068F-D715-4EDC-9110-BC14723B72F3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14908" name="Group 14907">
                      <a:extLst>
                        <a:ext uri="{FF2B5EF4-FFF2-40B4-BE49-F238E27FC236}">
                          <a16:creationId xmlns:a16="http://schemas.microsoft.com/office/drawing/2014/main" id="{93C79128-C863-4E24-9E01-816189D913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14965" name="Flowchart: Connector 14964">
                        <a:extLst>
                          <a:ext uri="{FF2B5EF4-FFF2-40B4-BE49-F238E27FC236}">
                            <a16:creationId xmlns:a16="http://schemas.microsoft.com/office/drawing/2014/main" id="{04E63B36-3EC8-4EC8-B358-3193910877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966" name="Flowchart: Connector 14965">
                        <a:extLst>
                          <a:ext uri="{FF2B5EF4-FFF2-40B4-BE49-F238E27FC236}">
                            <a16:creationId xmlns:a16="http://schemas.microsoft.com/office/drawing/2014/main" id="{BDD223D3-D076-4AC7-88BE-54C689351D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967" name="Flowchart: Connector 14966">
                        <a:extLst>
                          <a:ext uri="{FF2B5EF4-FFF2-40B4-BE49-F238E27FC236}">
                            <a16:creationId xmlns:a16="http://schemas.microsoft.com/office/drawing/2014/main" id="{C9D28EF9-826D-463E-AE65-4BF430EEEB5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968" name="Flowchart: Connector 14967">
                        <a:extLst>
                          <a:ext uri="{FF2B5EF4-FFF2-40B4-BE49-F238E27FC236}">
                            <a16:creationId xmlns:a16="http://schemas.microsoft.com/office/drawing/2014/main" id="{35CE2CD7-E25B-48D3-BEEA-466FD011508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4909" name="Group 14908">
                      <a:extLst>
                        <a:ext uri="{FF2B5EF4-FFF2-40B4-BE49-F238E27FC236}">
                          <a16:creationId xmlns:a16="http://schemas.microsoft.com/office/drawing/2014/main" id="{C6E2F498-E58F-4F6F-8210-D443787555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14910" name="Group 14909">
                        <a:extLst>
                          <a:ext uri="{FF2B5EF4-FFF2-40B4-BE49-F238E27FC236}">
                            <a16:creationId xmlns:a16="http://schemas.microsoft.com/office/drawing/2014/main" id="{A3388141-61CC-48BA-8049-3C22CB4EAA0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958" name="3D Model 14957" descr="Sphere">
                              <a:extLst>
                                <a:ext uri="{FF2B5EF4-FFF2-40B4-BE49-F238E27FC236}">
                                  <a16:creationId xmlns:a16="http://schemas.microsoft.com/office/drawing/2014/main" id="{B6526FA2-B599-42AA-B9E1-50AB749FC49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7602207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959" name="Flowchart: Connector 14958">
                          <a:extLst>
                            <a:ext uri="{FF2B5EF4-FFF2-40B4-BE49-F238E27FC236}">
                              <a16:creationId xmlns:a16="http://schemas.microsoft.com/office/drawing/2014/main" id="{502ACFF5-0CB2-4EA0-AF45-4E26E7741D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960" name="3D Model 14959" descr="Sphere">
                              <a:extLst>
                                <a:ext uri="{FF2B5EF4-FFF2-40B4-BE49-F238E27FC236}">
                                  <a16:creationId xmlns:a16="http://schemas.microsoft.com/office/drawing/2014/main" id="{2E3EA61C-E755-45C3-88D0-46BC12DB2D5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8360026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961" name="Flowchart: Connector 14960">
                          <a:extLst>
                            <a:ext uri="{FF2B5EF4-FFF2-40B4-BE49-F238E27FC236}">
                              <a16:creationId xmlns:a16="http://schemas.microsoft.com/office/drawing/2014/main" id="{8E098E56-B41F-4E23-A671-D59C6C1403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962" name="3D Model 14961" descr="Sphere">
                              <a:extLst>
                                <a:ext uri="{FF2B5EF4-FFF2-40B4-BE49-F238E27FC236}">
                                  <a16:creationId xmlns:a16="http://schemas.microsoft.com/office/drawing/2014/main" id="{2C08EF81-D96A-4E2D-A14B-712B05FB9AF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3219358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963" name="Flowchart: Connector 14962">
                          <a:extLst>
                            <a:ext uri="{FF2B5EF4-FFF2-40B4-BE49-F238E27FC236}">
                              <a16:creationId xmlns:a16="http://schemas.microsoft.com/office/drawing/2014/main" id="{2CCFEC29-F30C-4BF1-A841-7A33474ECB9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964" name="3D Model 14963" descr="Sphere">
                              <a:extLst>
                                <a:ext uri="{FF2B5EF4-FFF2-40B4-BE49-F238E27FC236}">
                                  <a16:creationId xmlns:a16="http://schemas.microsoft.com/office/drawing/2014/main" id="{8ED89DC2-6DAB-4732-AE5B-11F287D55FF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4951730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911" name="Group 14910">
                        <a:extLst>
                          <a:ext uri="{FF2B5EF4-FFF2-40B4-BE49-F238E27FC236}">
                            <a16:creationId xmlns:a16="http://schemas.microsoft.com/office/drawing/2014/main" id="{96A33DFE-91B2-4052-A37E-761F680310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4943" name="Flowchart: Connector 14942">
                          <a:extLst>
                            <a:ext uri="{FF2B5EF4-FFF2-40B4-BE49-F238E27FC236}">
                              <a16:creationId xmlns:a16="http://schemas.microsoft.com/office/drawing/2014/main" id="{42DCE4A0-4154-42B5-9F67-2A846400C93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44" name="Flowchart: Connector 14943">
                          <a:extLst>
                            <a:ext uri="{FF2B5EF4-FFF2-40B4-BE49-F238E27FC236}">
                              <a16:creationId xmlns:a16="http://schemas.microsoft.com/office/drawing/2014/main" id="{C93F22E5-EFE6-4323-9EA2-B0E45F43170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45" name="Flowchart: Connector 14944">
                          <a:extLst>
                            <a:ext uri="{FF2B5EF4-FFF2-40B4-BE49-F238E27FC236}">
                              <a16:creationId xmlns:a16="http://schemas.microsoft.com/office/drawing/2014/main" id="{301BF941-8587-4975-B81A-ECC96730CA9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46" name="Flowchart: Connector 14945">
                          <a:extLst>
                            <a:ext uri="{FF2B5EF4-FFF2-40B4-BE49-F238E27FC236}">
                              <a16:creationId xmlns:a16="http://schemas.microsoft.com/office/drawing/2014/main" id="{FDAE48AA-FD37-446A-B1C9-55D2144D03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47" name="Flowchart: Connector 14946">
                          <a:extLst>
                            <a:ext uri="{FF2B5EF4-FFF2-40B4-BE49-F238E27FC236}">
                              <a16:creationId xmlns:a16="http://schemas.microsoft.com/office/drawing/2014/main" id="{817E2F0E-011A-443F-A82D-DE626DA8CF8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48" name="Flowchart: Connector 14947">
                          <a:extLst>
                            <a:ext uri="{FF2B5EF4-FFF2-40B4-BE49-F238E27FC236}">
                              <a16:creationId xmlns:a16="http://schemas.microsoft.com/office/drawing/2014/main" id="{A8FE137A-07C5-4C87-B66F-BBC5CFB2445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49" name="Flowchart: Connector 14948">
                          <a:extLst>
                            <a:ext uri="{FF2B5EF4-FFF2-40B4-BE49-F238E27FC236}">
                              <a16:creationId xmlns:a16="http://schemas.microsoft.com/office/drawing/2014/main" id="{D42058FE-A17F-4E35-A5D8-04E1C84DAFB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50" name="Flowchart: Connector 14949">
                          <a:extLst>
                            <a:ext uri="{FF2B5EF4-FFF2-40B4-BE49-F238E27FC236}">
                              <a16:creationId xmlns:a16="http://schemas.microsoft.com/office/drawing/2014/main" id="{983BCFE6-38A4-43F0-8062-257915998B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951" name="3D Model 14950" descr="Sphere">
                              <a:extLst>
                                <a:ext uri="{FF2B5EF4-FFF2-40B4-BE49-F238E27FC236}">
                                  <a16:creationId xmlns:a16="http://schemas.microsoft.com/office/drawing/2014/main" id="{3E6BFD5C-2DBB-4237-896A-215E3BE24F3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5187140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952" name="Flowchart: Connector 14951">
                          <a:extLst>
                            <a:ext uri="{FF2B5EF4-FFF2-40B4-BE49-F238E27FC236}">
                              <a16:creationId xmlns:a16="http://schemas.microsoft.com/office/drawing/2014/main" id="{AD102728-4390-4604-A89C-504D0932C91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953" name="3D Model 14952" descr="Sphere">
                              <a:extLst>
                                <a:ext uri="{FF2B5EF4-FFF2-40B4-BE49-F238E27FC236}">
                                  <a16:creationId xmlns:a16="http://schemas.microsoft.com/office/drawing/2014/main" id="{19758AD4-32EC-4F24-B627-F29378B9B2C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1994188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954" name="Flowchart: Connector 14953">
                          <a:extLst>
                            <a:ext uri="{FF2B5EF4-FFF2-40B4-BE49-F238E27FC236}">
                              <a16:creationId xmlns:a16="http://schemas.microsoft.com/office/drawing/2014/main" id="{6AA20E3F-AD56-4223-9394-0EB2641F892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955" name="3D Model 14954" descr="Sphere">
                              <a:extLst>
                                <a:ext uri="{FF2B5EF4-FFF2-40B4-BE49-F238E27FC236}">
                                  <a16:creationId xmlns:a16="http://schemas.microsoft.com/office/drawing/2014/main" id="{B4E429BB-7352-45E7-BEEE-03A00E44A03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3510506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956" name="Flowchart: Connector 14955">
                          <a:extLst>
                            <a:ext uri="{FF2B5EF4-FFF2-40B4-BE49-F238E27FC236}">
                              <a16:creationId xmlns:a16="http://schemas.microsoft.com/office/drawing/2014/main" id="{B3ED5C94-085F-4762-A499-B8A389A7A4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957" name="3D Model 14956" descr="Sphere">
                              <a:extLst>
                                <a:ext uri="{FF2B5EF4-FFF2-40B4-BE49-F238E27FC236}">
                                  <a16:creationId xmlns:a16="http://schemas.microsoft.com/office/drawing/2014/main" id="{43F49B75-38A9-47D6-AFC7-15ACFEE05A5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959199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912" name="Group 14911">
                        <a:extLst>
                          <a:ext uri="{FF2B5EF4-FFF2-40B4-BE49-F238E27FC236}">
                            <a16:creationId xmlns:a16="http://schemas.microsoft.com/office/drawing/2014/main" id="{7511E4DC-1652-4172-9C19-9ED1090379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4928" name="Flowchart: Connector 14927">
                          <a:extLst>
                            <a:ext uri="{FF2B5EF4-FFF2-40B4-BE49-F238E27FC236}">
                              <a16:creationId xmlns:a16="http://schemas.microsoft.com/office/drawing/2014/main" id="{095AFA0C-13C3-4B6F-AECA-F3DAE1AC16E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29" name="Flowchart: Connector 14928">
                          <a:extLst>
                            <a:ext uri="{FF2B5EF4-FFF2-40B4-BE49-F238E27FC236}">
                              <a16:creationId xmlns:a16="http://schemas.microsoft.com/office/drawing/2014/main" id="{11422674-D87B-41C5-8F26-67076901008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30" name="Flowchart: Connector 14929">
                          <a:extLst>
                            <a:ext uri="{FF2B5EF4-FFF2-40B4-BE49-F238E27FC236}">
                              <a16:creationId xmlns:a16="http://schemas.microsoft.com/office/drawing/2014/main" id="{50697138-F041-4201-BC20-46846E374F5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31" name="Flowchart: Connector 14930">
                          <a:extLst>
                            <a:ext uri="{FF2B5EF4-FFF2-40B4-BE49-F238E27FC236}">
                              <a16:creationId xmlns:a16="http://schemas.microsoft.com/office/drawing/2014/main" id="{D3EDBED4-5F9E-4CFE-B8B0-909262BB50C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32" name="Flowchart: Connector 14931">
                          <a:extLst>
                            <a:ext uri="{FF2B5EF4-FFF2-40B4-BE49-F238E27FC236}">
                              <a16:creationId xmlns:a16="http://schemas.microsoft.com/office/drawing/2014/main" id="{0BC1F594-5A90-4C35-926C-667D0CB64A4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33" name="Flowchart: Connector 14932">
                          <a:extLst>
                            <a:ext uri="{FF2B5EF4-FFF2-40B4-BE49-F238E27FC236}">
                              <a16:creationId xmlns:a16="http://schemas.microsoft.com/office/drawing/2014/main" id="{44E6D8F4-B7B8-484A-BAF6-AE175004C4C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34" name="Flowchart: Connector 14933">
                          <a:extLst>
                            <a:ext uri="{FF2B5EF4-FFF2-40B4-BE49-F238E27FC236}">
                              <a16:creationId xmlns:a16="http://schemas.microsoft.com/office/drawing/2014/main" id="{CEFD4FDF-9630-4B19-8F3A-B3BAD1AC3F7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935" name="Flowchart: Connector 14934">
                          <a:extLst>
                            <a:ext uri="{FF2B5EF4-FFF2-40B4-BE49-F238E27FC236}">
                              <a16:creationId xmlns:a16="http://schemas.microsoft.com/office/drawing/2014/main" id="{DA63325E-A0E0-4531-AE99-005036F3F2C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936" name="3D Model 14935" descr="Sphere">
                              <a:extLst>
                                <a:ext uri="{FF2B5EF4-FFF2-40B4-BE49-F238E27FC236}">
                                  <a16:creationId xmlns:a16="http://schemas.microsoft.com/office/drawing/2014/main" id="{AD8998AC-CE90-456F-996E-B433A12B0B8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1928675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937" name="Flowchart: Connector 14936">
                          <a:extLst>
                            <a:ext uri="{FF2B5EF4-FFF2-40B4-BE49-F238E27FC236}">
                              <a16:creationId xmlns:a16="http://schemas.microsoft.com/office/drawing/2014/main" id="{84C2A203-3901-4EC5-9914-B899CE7C86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938" name="3D Model 14937" descr="Sphere">
                              <a:extLst>
                                <a:ext uri="{FF2B5EF4-FFF2-40B4-BE49-F238E27FC236}">
                                  <a16:creationId xmlns:a16="http://schemas.microsoft.com/office/drawing/2014/main" id="{2489EC5F-AEAA-4CB0-82E8-E3405B9C530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7526036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939" name="Flowchart: Connector 14938">
                          <a:extLst>
                            <a:ext uri="{FF2B5EF4-FFF2-40B4-BE49-F238E27FC236}">
                              <a16:creationId xmlns:a16="http://schemas.microsoft.com/office/drawing/2014/main" id="{C2CD43A2-B820-4166-9B15-4D5B38CDDA2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940" name="3D Model 14939" descr="Sphere">
                              <a:extLst>
                                <a:ext uri="{FF2B5EF4-FFF2-40B4-BE49-F238E27FC236}">
                                  <a16:creationId xmlns:a16="http://schemas.microsoft.com/office/drawing/2014/main" id="{0B803F47-6501-46EC-AE3B-E0CFF196700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2692023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941" name="Flowchart: Connector 14940">
                          <a:extLst>
                            <a:ext uri="{FF2B5EF4-FFF2-40B4-BE49-F238E27FC236}">
                              <a16:creationId xmlns:a16="http://schemas.microsoft.com/office/drawing/2014/main" id="{ED812137-5458-489F-9A1E-6222738E7F2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942" name="3D Model 14941" descr="Sphere">
                              <a:extLst>
                                <a:ext uri="{FF2B5EF4-FFF2-40B4-BE49-F238E27FC236}">
                                  <a16:creationId xmlns:a16="http://schemas.microsoft.com/office/drawing/2014/main" id="{11CC0EBA-CCDA-43E7-992E-A1B16D02D9A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8206304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4913" name="Flowchart: Connector 14912">
                        <a:extLst>
                          <a:ext uri="{FF2B5EF4-FFF2-40B4-BE49-F238E27FC236}">
                            <a16:creationId xmlns:a16="http://schemas.microsoft.com/office/drawing/2014/main" id="{8F33CB35-A1D5-4040-9AD6-78018D5B0E7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914" name="Flowchart: Connector 14913">
                        <a:extLst>
                          <a:ext uri="{FF2B5EF4-FFF2-40B4-BE49-F238E27FC236}">
                            <a16:creationId xmlns:a16="http://schemas.microsoft.com/office/drawing/2014/main" id="{38D418C9-41DB-4C96-9833-651EBBCC220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915" name="Flowchart: Connector 14914">
                        <a:extLst>
                          <a:ext uri="{FF2B5EF4-FFF2-40B4-BE49-F238E27FC236}">
                            <a16:creationId xmlns:a16="http://schemas.microsoft.com/office/drawing/2014/main" id="{FC3AB01B-5708-481E-9E64-4F1F3C7AFDC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916" name="Flowchart: Connector 14915">
                        <a:extLst>
                          <a:ext uri="{FF2B5EF4-FFF2-40B4-BE49-F238E27FC236}">
                            <a16:creationId xmlns:a16="http://schemas.microsoft.com/office/drawing/2014/main" id="{8C3FA486-8735-4384-BBF0-1859B625351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917" name="Flowchart: Connector 14916">
                        <a:extLst>
                          <a:ext uri="{FF2B5EF4-FFF2-40B4-BE49-F238E27FC236}">
                            <a16:creationId xmlns:a16="http://schemas.microsoft.com/office/drawing/2014/main" id="{AE2F3B51-D5C2-4602-8D68-A319AFCA71A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918" name="Flowchart: Connector 14917">
                        <a:extLst>
                          <a:ext uri="{FF2B5EF4-FFF2-40B4-BE49-F238E27FC236}">
                            <a16:creationId xmlns:a16="http://schemas.microsoft.com/office/drawing/2014/main" id="{A986B98D-35E9-4A60-A0AB-1B22588DAE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919" name="Flowchart: Connector 14918">
                        <a:extLst>
                          <a:ext uri="{FF2B5EF4-FFF2-40B4-BE49-F238E27FC236}">
                            <a16:creationId xmlns:a16="http://schemas.microsoft.com/office/drawing/2014/main" id="{2AAC8A90-2F54-4DB0-95A3-9189FBAF4F4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920" name="Flowchart: Connector 14919">
                        <a:extLst>
                          <a:ext uri="{FF2B5EF4-FFF2-40B4-BE49-F238E27FC236}">
                            <a16:creationId xmlns:a16="http://schemas.microsoft.com/office/drawing/2014/main" id="{FF9894D5-7627-4404-BAF3-EC966C01C99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921" name="3D Model 14920" descr="Sphere">
                            <a:extLst>
                              <a:ext uri="{FF2B5EF4-FFF2-40B4-BE49-F238E27FC236}">
                                <a16:creationId xmlns:a16="http://schemas.microsoft.com/office/drawing/2014/main" id="{63EDBB6B-ED4D-4279-85CC-9A97E352995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1603573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922" name="Flowchart: Connector 14921">
                        <a:extLst>
                          <a:ext uri="{FF2B5EF4-FFF2-40B4-BE49-F238E27FC236}">
                            <a16:creationId xmlns:a16="http://schemas.microsoft.com/office/drawing/2014/main" id="{19843F87-4C44-4515-BFCB-AD7266215B2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923" name="3D Model 14922" descr="Sphere">
                            <a:extLst>
                              <a:ext uri="{FF2B5EF4-FFF2-40B4-BE49-F238E27FC236}">
                                <a16:creationId xmlns:a16="http://schemas.microsoft.com/office/drawing/2014/main" id="{089E8FD3-9A86-4EBA-B232-1F0DFC1C35F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2391289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924" name="Flowchart: Connector 14923">
                        <a:extLst>
                          <a:ext uri="{FF2B5EF4-FFF2-40B4-BE49-F238E27FC236}">
                            <a16:creationId xmlns:a16="http://schemas.microsoft.com/office/drawing/2014/main" id="{3E7ADAB8-4215-45E6-8385-57A1BE5DE1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925" name="3D Model 14924" descr="Sphere">
                            <a:extLst>
                              <a:ext uri="{FF2B5EF4-FFF2-40B4-BE49-F238E27FC236}">
                                <a16:creationId xmlns:a16="http://schemas.microsoft.com/office/drawing/2014/main" id="{A1616D61-FD22-4790-B578-FECD7873E72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4024151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926" name="Flowchart: Connector 14925">
                        <a:extLst>
                          <a:ext uri="{FF2B5EF4-FFF2-40B4-BE49-F238E27FC236}">
                            <a16:creationId xmlns:a16="http://schemas.microsoft.com/office/drawing/2014/main" id="{46847F11-B681-4A3D-9418-3EE13AA888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927" name="3D Model 14926" descr="Sphere">
                            <a:extLst>
                              <a:ext uri="{FF2B5EF4-FFF2-40B4-BE49-F238E27FC236}">
                                <a16:creationId xmlns:a16="http://schemas.microsoft.com/office/drawing/2014/main" id="{52DE9A29-9108-415F-B047-3F239ECD010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53095182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4688" name="Group 14687">
                    <a:extLst>
                      <a:ext uri="{FF2B5EF4-FFF2-40B4-BE49-F238E27FC236}">
                        <a16:creationId xmlns:a16="http://schemas.microsoft.com/office/drawing/2014/main" id="{9B0BBC4E-FA8F-4507-920C-40181307DC7D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4905" name="Flowchart: Connector 14904">
                      <a:extLst>
                        <a:ext uri="{FF2B5EF4-FFF2-40B4-BE49-F238E27FC236}">
                          <a16:creationId xmlns:a16="http://schemas.microsoft.com/office/drawing/2014/main" id="{DA005274-356A-487D-8475-6D3FF614D53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906" name="Flowchart: Connector 14905">
                      <a:extLst>
                        <a:ext uri="{FF2B5EF4-FFF2-40B4-BE49-F238E27FC236}">
                          <a16:creationId xmlns:a16="http://schemas.microsoft.com/office/drawing/2014/main" id="{466EDC7F-08FE-4B8D-8D13-584A8EE6E9F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907" name="Flowchart: Connector 14906">
                      <a:extLst>
                        <a:ext uri="{FF2B5EF4-FFF2-40B4-BE49-F238E27FC236}">
                          <a16:creationId xmlns:a16="http://schemas.microsoft.com/office/drawing/2014/main" id="{23B9463B-3BF0-454C-A83D-18757D77884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4689" name="Flowchart: Connector 14688">
                    <a:extLst>
                      <a:ext uri="{FF2B5EF4-FFF2-40B4-BE49-F238E27FC236}">
                        <a16:creationId xmlns:a16="http://schemas.microsoft.com/office/drawing/2014/main" id="{9576DB2E-E56B-497F-BCB9-5724FE1EC48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4690" name="Flowchart: Connector 14689">
                    <a:extLst>
                      <a:ext uri="{FF2B5EF4-FFF2-40B4-BE49-F238E27FC236}">
                        <a16:creationId xmlns:a16="http://schemas.microsoft.com/office/drawing/2014/main" id="{BE849750-0F05-4E28-B2E3-8E3DD0C04F8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4691" name="Group 14690">
                    <a:extLst>
                      <a:ext uri="{FF2B5EF4-FFF2-40B4-BE49-F238E27FC236}">
                        <a16:creationId xmlns:a16="http://schemas.microsoft.com/office/drawing/2014/main" id="{EDF2866A-F7D1-4F26-B2BA-FD3A31CAF2DF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14902" name="Flowchart: Connector 14901">
                      <a:extLst>
                        <a:ext uri="{FF2B5EF4-FFF2-40B4-BE49-F238E27FC236}">
                          <a16:creationId xmlns:a16="http://schemas.microsoft.com/office/drawing/2014/main" id="{A6F1412A-63DF-4C8C-8B1F-027074F316D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903" name="Flowchart: Connector 14902">
                      <a:extLst>
                        <a:ext uri="{FF2B5EF4-FFF2-40B4-BE49-F238E27FC236}">
                          <a16:creationId xmlns:a16="http://schemas.microsoft.com/office/drawing/2014/main" id="{D970E757-8A7F-46BF-9CAC-DE6E856CFE0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904" name="Flowchart: Connector 14903">
                      <a:extLst>
                        <a:ext uri="{FF2B5EF4-FFF2-40B4-BE49-F238E27FC236}">
                          <a16:creationId xmlns:a16="http://schemas.microsoft.com/office/drawing/2014/main" id="{6F91F466-C5BE-4E91-BF71-F707866A91D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4692" name="Group 14691">
                    <a:extLst>
                      <a:ext uri="{FF2B5EF4-FFF2-40B4-BE49-F238E27FC236}">
                        <a16:creationId xmlns:a16="http://schemas.microsoft.com/office/drawing/2014/main" id="{F87B8A6B-EB0D-4A66-8B7E-07D79D7A078E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14837" name="Group 14836">
                      <a:extLst>
                        <a:ext uri="{FF2B5EF4-FFF2-40B4-BE49-F238E27FC236}">
                          <a16:creationId xmlns:a16="http://schemas.microsoft.com/office/drawing/2014/main" id="{F33D3D1A-AA82-4EFC-81C5-4D94E1FA94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14898" name="Flowchart: Connector 14897">
                        <a:extLst>
                          <a:ext uri="{FF2B5EF4-FFF2-40B4-BE49-F238E27FC236}">
                            <a16:creationId xmlns:a16="http://schemas.microsoft.com/office/drawing/2014/main" id="{4EC8586C-5398-4E43-B6B9-428D98735D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899" name="Flowchart: Connector 14898">
                        <a:extLst>
                          <a:ext uri="{FF2B5EF4-FFF2-40B4-BE49-F238E27FC236}">
                            <a16:creationId xmlns:a16="http://schemas.microsoft.com/office/drawing/2014/main" id="{4B2A7309-6EA1-4C65-988F-D4FAAEA88F2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900" name="Flowchart: Connector 14899">
                        <a:extLst>
                          <a:ext uri="{FF2B5EF4-FFF2-40B4-BE49-F238E27FC236}">
                            <a16:creationId xmlns:a16="http://schemas.microsoft.com/office/drawing/2014/main" id="{E80966D0-7073-4B22-A91C-4711D816A7F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901" name="Flowchart: Connector 14900">
                        <a:extLst>
                          <a:ext uri="{FF2B5EF4-FFF2-40B4-BE49-F238E27FC236}">
                            <a16:creationId xmlns:a16="http://schemas.microsoft.com/office/drawing/2014/main" id="{1D971F25-4142-444C-9213-836326870B3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4838" name="Group 14837">
                      <a:extLst>
                        <a:ext uri="{FF2B5EF4-FFF2-40B4-BE49-F238E27FC236}">
                          <a16:creationId xmlns:a16="http://schemas.microsoft.com/office/drawing/2014/main" id="{18767C24-C2A9-4DFB-81C2-A27E6AE9AF7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14839" name="Group 14838">
                        <a:extLst>
                          <a:ext uri="{FF2B5EF4-FFF2-40B4-BE49-F238E27FC236}">
                            <a16:creationId xmlns:a16="http://schemas.microsoft.com/office/drawing/2014/main" id="{897C3427-BB7D-482F-98C7-E4AEF51A6B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4890" name="Flowchart: Connector 14889">
                          <a:extLst>
                            <a:ext uri="{FF2B5EF4-FFF2-40B4-BE49-F238E27FC236}">
                              <a16:creationId xmlns:a16="http://schemas.microsoft.com/office/drawing/2014/main" id="{9BC06D01-1416-40EF-9D85-1C5544BB710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91" name="3D Model 14890" descr="Sphere">
                              <a:extLst>
                                <a:ext uri="{FF2B5EF4-FFF2-40B4-BE49-F238E27FC236}">
                                  <a16:creationId xmlns:a16="http://schemas.microsoft.com/office/drawing/2014/main" id="{6003FBD4-69E4-4261-AD1F-2B394DD8978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7179367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92" name="Flowchart: Connector 14891">
                          <a:extLst>
                            <a:ext uri="{FF2B5EF4-FFF2-40B4-BE49-F238E27FC236}">
                              <a16:creationId xmlns:a16="http://schemas.microsoft.com/office/drawing/2014/main" id="{7F61E9D8-AF48-4ACB-A0ED-EF563FAB36D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93" name="3D Model 14892" descr="Sphere">
                              <a:extLst>
                                <a:ext uri="{FF2B5EF4-FFF2-40B4-BE49-F238E27FC236}">
                                  <a16:creationId xmlns:a16="http://schemas.microsoft.com/office/drawing/2014/main" id="{48C179B8-74CE-4F7C-BF66-7DF4943EAFD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6941271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94" name="Flowchart: Connector 14893">
                          <a:extLst>
                            <a:ext uri="{FF2B5EF4-FFF2-40B4-BE49-F238E27FC236}">
                              <a16:creationId xmlns:a16="http://schemas.microsoft.com/office/drawing/2014/main" id="{C53FCB1E-D1A1-41AE-9844-5C22D4D87E9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95" name="3D Model 14894" descr="Sphere">
                              <a:extLst>
                                <a:ext uri="{FF2B5EF4-FFF2-40B4-BE49-F238E27FC236}">
                                  <a16:creationId xmlns:a16="http://schemas.microsoft.com/office/drawing/2014/main" id="{574B9242-2D81-4F59-B4D4-BEFEB6D0573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1171585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96" name="Flowchart: Connector 14895">
                          <a:extLst>
                            <a:ext uri="{FF2B5EF4-FFF2-40B4-BE49-F238E27FC236}">
                              <a16:creationId xmlns:a16="http://schemas.microsoft.com/office/drawing/2014/main" id="{052C408E-E4C9-49C6-86AE-65E21ABFEA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97" name="3D Model 14896" descr="Sphere">
                              <a:extLst>
                                <a:ext uri="{FF2B5EF4-FFF2-40B4-BE49-F238E27FC236}">
                                  <a16:creationId xmlns:a16="http://schemas.microsoft.com/office/drawing/2014/main" id="{A464AE7D-ACBA-4BAC-9AF4-872BFA44689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8034216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840" name="Group 14839">
                        <a:extLst>
                          <a:ext uri="{FF2B5EF4-FFF2-40B4-BE49-F238E27FC236}">
                            <a16:creationId xmlns:a16="http://schemas.microsoft.com/office/drawing/2014/main" id="{EF871C1B-15AC-4048-92FE-25C174896F5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4874" name="Flowchart: Connector 14873">
                          <a:extLst>
                            <a:ext uri="{FF2B5EF4-FFF2-40B4-BE49-F238E27FC236}">
                              <a16:creationId xmlns:a16="http://schemas.microsoft.com/office/drawing/2014/main" id="{EEE9AD5C-FAE4-478D-9C8C-0C9ECA63032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75" name="Flowchart: Connector 14874">
                          <a:extLst>
                            <a:ext uri="{FF2B5EF4-FFF2-40B4-BE49-F238E27FC236}">
                              <a16:creationId xmlns:a16="http://schemas.microsoft.com/office/drawing/2014/main" id="{D6837CBF-5D0F-41A7-BCDC-E6EAD86F65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76" name="Flowchart: Connector 14875">
                          <a:extLst>
                            <a:ext uri="{FF2B5EF4-FFF2-40B4-BE49-F238E27FC236}">
                              <a16:creationId xmlns:a16="http://schemas.microsoft.com/office/drawing/2014/main" id="{197D9CFE-ED1E-4530-9624-0F08E0BD459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77" name="Flowchart: Connector 14876">
                          <a:extLst>
                            <a:ext uri="{FF2B5EF4-FFF2-40B4-BE49-F238E27FC236}">
                              <a16:creationId xmlns:a16="http://schemas.microsoft.com/office/drawing/2014/main" id="{72CEA1C4-A346-4EB9-A170-2D622579610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78" name="Flowchart: Connector 14877">
                          <a:extLst>
                            <a:ext uri="{FF2B5EF4-FFF2-40B4-BE49-F238E27FC236}">
                              <a16:creationId xmlns:a16="http://schemas.microsoft.com/office/drawing/2014/main" id="{DB9077A8-48E3-474D-8A49-C2FA67BE503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79" name="Flowchart: Connector 14878">
                          <a:extLst>
                            <a:ext uri="{FF2B5EF4-FFF2-40B4-BE49-F238E27FC236}">
                              <a16:creationId xmlns:a16="http://schemas.microsoft.com/office/drawing/2014/main" id="{38F297A3-9DC0-42D8-B140-F207059417B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80" name="Flowchart: Connector 14879">
                          <a:extLst>
                            <a:ext uri="{FF2B5EF4-FFF2-40B4-BE49-F238E27FC236}">
                              <a16:creationId xmlns:a16="http://schemas.microsoft.com/office/drawing/2014/main" id="{78C0AE78-6E2B-4FDD-A970-7111740DD7A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81" name="Flowchart: Connector 14880">
                          <a:extLst>
                            <a:ext uri="{FF2B5EF4-FFF2-40B4-BE49-F238E27FC236}">
                              <a16:creationId xmlns:a16="http://schemas.microsoft.com/office/drawing/2014/main" id="{32E88A4C-291D-407E-A494-FA64BA7CB10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82" name="Flowchart: Connector 14881">
                          <a:extLst>
                            <a:ext uri="{FF2B5EF4-FFF2-40B4-BE49-F238E27FC236}">
                              <a16:creationId xmlns:a16="http://schemas.microsoft.com/office/drawing/2014/main" id="{27C4DE32-ED8A-4845-84E9-00E3D198F97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83" name="3D Model 14882" descr="Sphere">
                              <a:extLst>
                                <a:ext uri="{FF2B5EF4-FFF2-40B4-BE49-F238E27FC236}">
                                  <a16:creationId xmlns:a16="http://schemas.microsoft.com/office/drawing/2014/main" id="{297A3051-21D6-4323-99E7-B5B8313CBBB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7382280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84" name="Flowchart: Connector 14883">
                          <a:extLst>
                            <a:ext uri="{FF2B5EF4-FFF2-40B4-BE49-F238E27FC236}">
                              <a16:creationId xmlns:a16="http://schemas.microsoft.com/office/drawing/2014/main" id="{3673CE50-BE19-45C5-A6F2-3BF8313FAF7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85" name="3D Model 14884" descr="Sphere">
                              <a:extLst>
                                <a:ext uri="{FF2B5EF4-FFF2-40B4-BE49-F238E27FC236}">
                                  <a16:creationId xmlns:a16="http://schemas.microsoft.com/office/drawing/2014/main" id="{A876EC1B-D805-4CC2-B31B-32BDF532BAE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6707688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86" name="Flowchart: Connector 14885">
                          <a:extLst>
                            <a:ext uri="{FF2B5EF4-FFF2-40B4-BE49-F238E27FC236}">
                              <a16:creationId xmlns:a16="http://schemas.microsoft.com/office/drawing/2014/main" id="{703E0A19-07A2-41DC-AA7E-59C0DF20E6D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87" name="3D Model 14886" descr="Sphere">
                              <a:extLst>
                                <a:ext uri="{FF2B5EF4-FFF2-40B4-BE49-F238E27FC236}">
                                  <a16:creationId xmlns:a16="http://schemas.microsoft.com/office/drawing/2014/main" id="{64C7A14C-E5BC-4986-8ECE-5BBD4F999CE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4718255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88" name="Flowchart: Connector 14887">
                          <a:extLst>
                            <a:ext uri="{FF2B5EF4-FFF2-40B4-BE49-F238E27FC236}">
                              <a16:creationId xmlns:a16="http://schemas.microsoft.com/office/drawing/2014/main" id="{851777F0-0253-49BA-80D5-016A17D4B0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89" name="3D Model 14888" descr="Sphere">
                              <a:extLst>
                                <a:ext uri="{FF2B5EF4-FFF2-40B4-BE49-F238E27FC236}">
                                  <a16:creationId xmlns:a16="http://schemas.microsoft.com/office/drawing/2014/main" id="{149CC7EB-DD98-49CD-B3C6-8EE2DBF216F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6570693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841" name="Group 14840">
                        <a:extLst>
                          <a:ext uri="{FF2B5EF4-FFF2-40B4-BE49-F238E27FC236}">
                            <a16:creationId xmlns:a16="http://schemas.microsoft.com/office/drawing/2014/main" id="{D3D26265-7024-4BAA-8695-62480F079F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4858" name="Flowchart: Connector 14857">
                          <a:extLst>
                            <a:ext uri="{FF2B5EF4-FFF2-40B4-BE49-F238E27FC236}">
                              <a16:creationId xmlns:a16="http://schemas.microsoft.com/office/drawing/2014/main" id="{7135A8F2-F0A7-4ECA-B128-25F14AFA5C6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59" name="Flowchart: Connector 14858">
                          <a:extLst>
                            <a:ext uri="{FF2B5EF4-FFF2-40B4-BE49-F238E27FC236}">
                              <a16:creationId xmlns:a16="http://schemas.microsoft.com/office/drawing/2014/main" id="{BE921093-6C82-4589-8D7A-06F494E8E56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60" name="Flowchart: Connector 14859">
                          <a:extLst>
                            <a:ext uri="{FF2B5EF4-FFF2-40B4-BE49-F238E27FC236}">
                              <a16:creationId xmlns:a16="http://schemas.microsoft.com/office/drawing/2014/main" id="{48213235-24B1-4A47-B44B-69DADCB44C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61" name="Flowchart: Connector 14860">
                          <a:extLst>
                            <a:ext uri="{FF2B5EF4-FFF2-40B4-BE49-F238E27FC236}">
                              <a16:creationId xmlns:a16="http://schemas.microsoft.com/office/drawing/2014/main" id="{8B9C2BCF-CCC1-430E-99EF-12950EBCD23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62" name="Flowchart: Connector 14861">
                          <a:extLst>
                            <a:ext uri="{FF2B5EF4-FFF2-40B4-BE49-F238E27FC236}">
                              <a16:creationId xmlns:a16="http://schemas.microsoft.com/office/drawing/2014/main" id="{B03D98C1-D758-45CE-AF86-2C638DAFCAA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63" name="Flowchart: Connector 14862">
                          <a:extLst>
                            <a:ext uri="{FF2B5EF4-FFF2-40B4-BE49-F238E27FC236}">
                              <a16:creationId xmlns:a16="http://schemas.microsoft.com/office/drawing/2014/main" id="{27782694-F23E-4DCE-98C6-B19385F1BBF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64" name="Flowchart: Connector 14863">
                          <a:extLst>
                            <a:ext uri="{FF2B5EF4-FFF2-40B4-BE49-F238E27FC236}">
                              <a16:creationId xmlns:a16="http://schemas.microsoft.com/office/drawing/2014/main" id="{DD439CFE-5832-41E7-A205-04245421DAC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65" name="Flowchart: Connector 14864">
                          <a:extLst>
                            <a:ext uri="{FF2B5EF4-FFF2-40B4-BE49-F238E27FC236}">
                              <a16:creationId xmlns:a16="http://schemas.microsoft.com/office/drawing/2014/main" id="{2DBC88A7-E96E-4019-B72F-A3C0CBDA546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66" name="Flowchart: Connector 14865">
                          <a:extLst>
                            <a:ext uri="{FF2B5EF4-FFF2-40B4-BE49-F238E27FC236}">
                              <a16:creationId xmlns:a16="http://schemas.microsoft.com/office/drawing/2014/main" id="{750ABA1C-1298-45CF-B72C-9A1828DD83A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67" name="3D Model 14866" descr="Sphere">
                              <a:extLst>
                                <a:ext uri="{FF2B5EF4-FFF2-40B4-BE49-F238E27FC236}">
                                  <a16:creationId xmlns:a16="http://schemas.microsoft.com/office/drawing/2014/main" id="{441428DF-FF26-4377-A1FF-8C744DBE6FC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8318237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68" name="Flowchart: Connector 14867">
                          <a:extLst>
                            <a:ext uri="{FF2B5EF4-FFF2-40B4-BE49-F238E27FC236}">
                              <a16:creationId xmlns:a16="http://schemas.microsoft.com/office/drawing/2014/main" id="{E81E181D-48D6-41CD-8F19-BC3F13680A1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69" name="3D Model 14868" descr="Sphere">
                              <a:extLst>
                                <a:ext uri="{FF2B5EF4-FFF2-40B4-BE49-F238E27FC236}">
                                  <a16:creationId xmlns:a16="http://schemas.microsoft.com/office/drawing/2014/main" id="{C81DC3AF-811A-4282-BA00-E123407B247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6985606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70" name="Flowchart: Connector 14869">
                          <a:extLst>
                            <a:ext uri="{FF2B5EF4-FFF2-40B4-BE49-F238E27FC236}">
                              <a16:creationId xmlns:a16="http://schemas.microsoft.com/office/drawing/2014/main" id="{DA95ACE0-4F91-4D54-BD90-2D683702DA5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71" name="3D Model 14870" descr="Sphere">
                              <a:extLst>
                                <a:ext uri="{FF2B5EF4-FFF2-40B4-BE49-F238E27FC236}">
                                  <a16:creationId xmlns:a16="http://schemas.microsoft.com/office/drawing/2014/main" id="{56AE01B9-F401-4C2A-8F0D-D3CB67C56FF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4815558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72" name="Flowchart: Connector 14871">
                          <a:extLst>
                            <a:ext uri="{FF2B5EF4-FFF2-40B4-BE49-F238E27FC236}">
                              <a16:creationId xmlns:a16="http://schemas.microsoft.com/office/drawing/2014/main" id="{FBA73154-5324-45E8-9AF3-060B26D978C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73" name="3D Model 14872" descr="Sphere">
                              <a:extLst>
                                <a:ext uri="{FF2B5EF4-FFF2-40B4-BE49-F238E27FC236}">
                                  <a16:creationId xmlns:a16="http://schemas.microsoft.com/office/drawing/2014/main" id="{142C3646-2A25-424F-86B2-751D71CC882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5093495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4842" name="Flowchart: Connector 14841">
                        <a:extLst>
                          <a:ext uri="{FF2B5EF4-FFF2-40B4-BE49-F238E27FC236}">
                            <a16:creationId xmlns:a16="http://schemas.microsoft.com/office/drawing/2014/main" id="{BF526E76-5741-4341-81D1-7E1D4C4047B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843" name="Flowchart: Connector 14842">
                        <a:extLst>
                          <a:ext uri="{FF2B5EF4-FFF2-40B4-BE49-F238E27FC236}">
                            <a16:creationId xmlns:a16="http://schemas.microsoft.com/office/drawing/2014/main" id="{CA93F5BD-8B45-4A8E-BA27-18346465612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844" name="Flowchart: Connector 14843">
                        <a:extLst>
                          <a:ext uri="{FF2B5EF4-FFF2-40B4-BE49-F238E27FC236}">
                            <a16:creationId xmlns:a16="http://schemas.microsoft.com/office/drawing/2014/main" id="{FE753E36-23EB-49CC-8A69-42C8114B6B8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845" name="Flowchart: Connector 14844">
                        <a:extLst>
                          <a:ext uri="{FF2B5EF4-FFF2-40B4-BE49-F238E27FC236}">
                            <a16:creationId xmlns:a16="http://schemas.microsoft.com/office/drawing/2014/main" id="{32E70DC4-FD4D-4331-B6EF-AE55D801F30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846" name="Flowchart: Connector 14845">
                        <a:extLst>
                          <a:ext uri="{FF2B5EF4-FFF2-40B4-BE49-F238E27FC236}">
                            <a16:creationId xmlns:a16="http://schemas.microsoft.com/office/drawing/2014/main" id="{2EAC8A2A-0B6C-4D1C-8413-AB00ED3D85F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847" name="Flowchart: Connector 14846">
                        <a:extLst>
                          <a:ext uri="{FF2B5EF4-FFF2-40B4-BE49-F238E27FC236}">
                            <a16:creationId xmlns:a16="http://schemas.microsoft.com/office/drawing/2014/main" id="{270085DF-77AC-4338-8370-AE58B6E0DE4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848" name="Flowchart: Connector 14847">
                        <a:extLst>
                          <a:ext uri="{FF2B5EF4-FFF2-40B4-BE49-F238E27FC236}">
                            <a16:creationId xmlns:a16="http://schemas.microsoft.com/office/drawing/2014/main" id="{C9A4DAAF-673B-4E08-AC40-6783D3A8E8B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849" name="Flowchart: Connector 14848">
                        <a:extLst>
                          <a:ext uri="{FF2B5EF4-FFF2-40B4-BE49-F238E27FC236}">
                            <a16:creationId xmlns:a16="http://schemas.microsoft.com/office/drawing/2014/main" id="{06B9FCEA-94B3-4727-8B33-5E9915671B5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850" name="Flowchart: Connector 14849">
                        <a:extLst>
                          <a:ext uri="{FF2B5EF4-FFF2-40B4-BE49-F238E27FC236}">
                            <a16:creationId xmlns:a16="http://schemas.microsoft.com/office/drawing/2014/main" id="{20BE4D0D-CFDB-47E4-B84F-928DE05F6E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851" name="3D Model 14850" descr="Sphere">
                            <a:extLst>
                              <a:ext uri="{FF2B5EF4-FFF2-40B4-BE49-F238E27FC236}">
                                <a16:creationId xmlns:a16="http://schemas.microsoft.com/office/drawing/2014/main" id="{FFACA41D-DC98-46C9-A562-D5D25EF2519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7514103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852" name="Flowchart: Connector 14851">
                        <a:extLst>
                          <a:ext uri="{FF2B5EF4-FFF2-40B4-BE49-F238E27FC236}">
                            <a16:creationId xmlns:a16="http://schemas.microsoft.com/office/drawing/2014/main" id="{A2396BEC-B552-4F0F-9F7E-6E628B4EA2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853" name="3D Model 14852" descr="Sphere">
                            <a:extLst>
                              <a:ext uri="{FF2B5EF4-FFF2-40B4-BE49-F238E27FC236}">
                                <a16:creationId xmlns:a16="http://schemas.microsoft.com/office/drawing/2014/main" id="{DF9F0171-6F34-4D63-89BF-8212460EE7D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08054649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854" name="Flowchart: Connector 14853">
                        <a:extLst>
                          <a:ext uri="{FF2B5EF4-FFF2-40B4-BE49-F238E27FC236}">
                            <a16:creationId xmlns:a16="http://schemas.microsoft.com/office/drawing/2014/main" id="{18DB3D5E-9F3E-4726-B3DD-2774FC10519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855" name="3D Model 14854" descr="Sphere">
                            <a:extLst>
                              <a:ext uri="{FF2B5EF4-FFF2-40B4-BE49-F238E27FC236}">
                                <a16:creationId xmlns:a16="http://schemas.microsoft.com/office/drawing/2014/main" id="{F03F65FD-6373-48DC-BDEA-C7347AF1152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79904241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856" name="Flowchart: Connector 14855">
                        <a:extLst>
                          <a:ext uri="{FF2B5EF4-FFF2-40B4-BE49-F238E27FC236}">
                            <a16:creationId xmlns:a16="http://schemas.microsoft.com/office/drawing/2014/main" id="{502B2206-0F6B-463D-9BBD-D4878F4C401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857" name="3D Model 14856" descr="Sphere">
                            <a:extLst>
                              <a:ext uri="{FF2B5EF4-FFF2-40B4-BE49-F238E27FC236}">
                                <a16:creationId xmlns:a16="http://schemas.microsoft.com/office/drawing/2014/main" id="{FC7424ED-B767-49E2-A81A-AB577256065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24486472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4693" name="Group 14692">
                    <a:extLst>
                      <a:ext uri="{FF2B5EF4-FFF2-40B4-BE49-F238E27FC236}">
                        <a16:creationId xmlns:a16="http://schemas.microsoft.com/office/drawing/2014/main" id="{CD4EAF96-096B-40BD-9E3B-E059709207C5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4834" name="Flowchart: Connector 14833">
                      <a:extLst>
                        <a:ext uri="{FF2B5EF4-FFF2-40B4-BE49-F238E27FC236}">
                          <a16:creationId xmlns:a16="http://schemas.microsoft.com/office/drawing/2014/main" id="{1C0D699C-C0B9-4554-9909-06D8E3A094B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835" name="Flowchart: Connector 14834">
                      <a:extLst>
                        <a:ext uri="{FF2B5EF4-FFF2-40B4-BE49-F238E27FC236}">
                          <a16:creationId xmlns:a16="http://schemas.microsoft.com/office/drawing/2014/main" id="{4E90B27E-71F9-44FF-BCCF-540DF566C0A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836" name="Flowchart: Connector 14835">
                      <a:extLst>
                        <a:ext uri="{FF2B5EF4-FFF2-40B4-BE49-F238E27FC236}">
                          <a16:creationId xmlns:a16="http://schemas.microsoft.com/office/drawing/2014/main" id="{9B47421F-3F98-4CF0-8FB3-A9D10CA922A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4694" name="Flowchart: Connector 14693">
                    <a:extLst>
                      <a:ext uri="{FF2B5EF4-FFF2-40B4-BE49-F238E27FC236}">
                        <a16:creationId xmlns:a16="http://schemas.microsoft.com/office/drawing/2014/main" id="{E0AA8685-7E8A-47B1-B79F-040361A54C49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4695" name="Flowchart: Connector 14694">
                    <a:extLst>
                      <a:ext uri="{FF2B5EF4-FFF2-40B4-BE49-F238E27FC236}">
                        <a16:creationId xmlns:a16="http://schemas.microsoft.com/office/drawing/2014/main" id="{E0876FFD-820E-4A4C-B1DE-5E5E61A2ABBF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4696" name="Group 14695">
                    <a:extLst>
                      <a:ext uri="{FF2B5EF4-FFF2-40B4-BE49-F238E27FC236}">
                        <a16:creationId xmlns:a16="http://schemas.microsoft.com/office/drawing/2014/main" id="{68042FEF-A497-4B25-93F5-A41BD7F565F3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14831" name="Flowchart: Connector 14830">
                      <a:extLst>
                        <a:ext uri="{FF2B5EF4-FFF2-40B4-BE49-F238E27FC236}">
                          <a16:creationId xmlns:a16="http://schemas.microsoft.com/office/drawing/2014/main" id="{B7FCC47E-02A2-47FA-BD5A-BEFDFD1AB0D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832" name="Flowchart: Connector 14831">
                      <a:extLst>
                        <a:ext uri="{FF2B5EF4-FFF2-40B4-BE49-F238E27FC236}">
                          <a16:creationId xmlns:a16="http://schemas.microsoft.com/office/drawing/2014/main" id="{63EB1459-4A88-4217-9345-BCDA7271D0C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833" name="Flowchart: Connector 14832">
                      <a:extLst>
                        <a:ext uri="{FF2B5EF4-FFF2-40B4-BE49-F238E27FC236}">
                          <a16:creationId xmlns:a16="http://schemas.microsoft.com/office/drawing/2014/main" id="{05C7CA2A-C20D-4550-938E-B39ED476CE9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4697" name="Group 14696">
                    <a:extLst>
                      <a:ext uri="{FF2B5EF4-FFF2-40B4-BE49-F238E27FC236}">
                        <a16:creationId xmlns:a16="http://schemas.microsoft.com/office/drawing/2014/main" id="{11E87FB7-55BE-4E92-80F0-85ED84C0F298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14766" name="Group 14765">
                      <a:extLst>
                        <a:ext uri="{FF2B5EF4-FFF2-40B4-BE49-F238E27FC236}">
                          <a16:creationId xmlns:a16="http://schemas.microsoft.com/office/drawing/2014/main" id="{333A574A-DABC-44A6-A97C-7C393D7858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14827" name="Flowchart: Connector 14826">
                        <a:extLst>
                          <a:ext uri="{FF2B5EF4-FFF2-40B4-BE49-F238E27FC236}">
                            <a16:creationId xmlns:a16="http://schemas.microsoft.com/office/drawing/2014/main" id="{36955ED4-5270-49F5-9994-32E24937C3D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828" name="Flowchart: Connector 14827">
                        <a:extLst>
                          <a:ext uri="{FF2B5EF4-FFF2-40B4-BE49-F238E27FC236}">
                            <a16:creationId xmlns:a16="http://schemas.microsoft.com/office/drawing/2014/main" id="{EBE3C69C-80DF-4452-A92D-FD290F2E006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829" name="Flowchart: Connector 14828">
                        <a:extLst>
                          <a:ext uri="{FF2B5EF4-FFF2-40B4-BE49-F238E27FC236}">
                            <a16:creationId xmlns:a16="http://schemas.microsoft.com/office/drawing/2014/main" id="{0FAC070D-B790-45CA-926B-0355250AAD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830" name="Flowchart: Connector 14829">
                        <a:extLst>
                          <a:ext uri="{FF2B5EF4-FFF2-40B4-BE49-F238E27FC236}">
                            <a16:creationId xmlns:a16="http://schemas.microsoft.com/office/drawing/2014/main" id="{1767A298-1C03-4E31-B52E-5F620B1C452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4767" name="Group 14766">
                      <a:extLst>
                        <a:ext uri="{FF2B5EF4-FFF2-40B4-BE49-F238E27FC236}">
                          <a16:creationId xmlns:a16="http://schemas.microsoft.com/office/drawing/2014/main" id="{20358441-5943-4CD9-ACE5-646B8986B3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14768" name="Group 14767">
                        <a:extLst>
                          <a:ext uri="{FF2B5EF4-FFF2-40B4-BE49-F238E27FC236}">
                            <a16:creationId xmlns:a16="http://schemas.microsoft.com/office/drawing/2014/main" id="{608D0815-A9F7-4795-9CFD-7B0D81134C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4819" name="Flowchart: Connector 14818">
                          <a:extLst>
                            <a:ext uri="{FF2B5EF4-FFF2-40B4-BE49-F238E27FC236}">
                              <a16:creationId xmlns:a16="http://schemas.microsoft.com/office/drawing/2014/main" id="{4CF2CD6F-A4E4-4773-A70F-43545F37295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20" name="3D Model 14819" descr="Sphere">
                              <a:extLst>
                                <a:ext uri="{FF2B5EF4-FFF2-40B4-BE49-F238E27FC236}">
                                  <a16:creationId xmlns:a16="http://schemas.microsoft.com/office/drawing/2014/main" id="{C1BB1140-9E42-4572-81A6-F80BEDFA101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0165844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21" name="Flowchart: Connector 14820">
                          <a:extLst>
                            <a:ext uri="{FF2B5EF4-FFF2-40B4-BE49-F238E27FC236}">
                              <a16:creationId xmlns:a16="http://schemas.microsoft.com/office/drawing/2014/main" id="{7EF7FB5B-A893-4B1C-B62C-AD9730FEE0D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22" name="3D Model 14821" descr="Sphere">
                              <a:extLst>
                                <a:ext uri="{FF2B5EF4-FFF2-40B4-BE49-F238E27FC236}">
                                  <a16:creationId xmlns:a16="http://schemas.microsoft.com/office/drawing/2014/main" id="{282CAD42-8898-4F00-96D5-FBF222C157D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9326622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23" name="Flowchart: Connector 14822">
                          <a:extLst>
                            <a:ext uri="{FF2B5EF4-FFF2-40B4-BE49-F238E27FC236}">
                              <a16:creationId xmlns:a16="http://schemas.microsoft.com/office/drawing/2014/main" id="{FEAF3E6C-2E2B-45C1-B323-3C07870844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24" name="3D Model 14823" descr="Sphere">
                              <a:extLst>
                                <a:ext uri="{FF2B5EF4-FFF2-40B4-BE49-F238E27FC236}">
                                  <a16:creationId xmlns:a16="http://schemas.microsoft.com/office/drawing/2014/main" id="{D06FDB59-FD12-4857-956F-757D67ED461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4059418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25" name="Flowchart: Connector 14824">
                          <a:extLst>
                            <a:ext uri="{FF2B5EF4-FFF2-40B4-BE49-F238E27FC236}">
                              <a16:creationId xmlns:a16="http://schemas.microsoft.com/office/drawing/2014/main" id="{6496DEC9-3904-41BB-A3E6-8DE766A998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26" name="3D Model 14825" descr="Sphere">
                              <a:extLst>
                                <a:ext uri="{FF2B5EF4-FFF2-40B4-BE49-F238E27FC236}">
                                  <a16:creationId xmlns:a16="http://schemas.microsoft.com/office/drawing/2014/main" id="{53AE94A8-95CA-4A0B-9192-43503446454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4507495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769" name="Group 14768">
                        <a:extLst>
                          <a:ext uri="{FF2B5EF4-FFF2-40B4-BE49-F238E27FC236}">
                            <a16:creationId xmlns:a16="http://schemas.microsoft.com/office/drawing/2014/main" id="{C96B4568-F3B6-4125-A335-69DD2EDB40E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4803" name="Flowchart: Connector 14802">
                          <a:extLst>
                            <a:ext uri="{FF2B5EF4-FFF2-40B4-BE49-F238E27FC236}">
                              <a16:creationId xmlns:a16="http://schemas.microsoft.com/office/drawing/2014/main" id="{972DE300-78A5-412C-80AD-0E4D76AE1A6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04" name="Flowchart: Connector 14803">
                          <a:extLst>
                            <a:ext uri="{FF2B5EF4-FFF2-40B4-BE49-F238E27FC236}">
                              <a16:creationId xmlns:a16="http://schemas.microsoft.com/office/drawing/2014/main" id="{D64A6881-2335-4CEF-935F-8F39B813360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05" name="Flowchart: Connector 14804">
                          <a:extLst>
                            <a:ext uri="{FF2B5EF4-FFF2-40B4-BE49-F238E27FC236}">
                              <a16:creationId xmlns:a16="http://schemas.microsoft.com/office/drawing/2014/main" id="{A8FA3528-3577-4669-A397-EE7C569CF1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06" name="Flowchart: Connector 14805">
                          <a:extLst>
                            <a:ext uri="{FF2B5EF4-FFF2-40B4-BE49-F238E27FC236}">
                              <a16:creationId xmlns:a16="http://schemas.microsoft.com/office/drawing/2014/main" id="{1B957D2E-D042-4BA0-B99C-1281EDC7529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07" name="Flowchart: Connector 14806">
                          <a:extLst>
                            <a:ext uri="{FF2B5EF4-FFF2-40B4-BE49-F238E27FC236}">
                              <a16:creationId xmlns:a16="http://schemas.microsoft.com/office/drawing/2014/main" id="{A4375250-A804-4909-8E66-540DEEB942B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08" name="Flowchart: Connector 14807">
                          <a:extLst>
                            <a:ext uri="{FF2B5EF4-FFF2-40B4-BE49-F238E27FC236}">
                              <a16:creationId xmlns:a16="http://schemas.microsoft.com/office/drawing/2014/main" id="{0EBD1F54-3542-4C9A-A1E2-F0CC065C918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09" name="Flowchart: Connector 14808">
                          <a:extLst>
                            <a:ext uri="{FF2B5EF4-FFF2-40B4-BE49-F238E27FC236}">
                              <a16:creationId xmlns:a16="http://schemas.microsoft.com/office/drawing/2014/main" id="{EB514BF9-17F1-465D-82F0-8913A1ACA47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10" name="Flowchart: Connector 14809">
                          <a:extLst>
                            <a:ext uri="{FF2B5EF4-FFF2-40B4-BE49-F238E27FC236}">
                              <a16:creationId xmlns:a16="http://schemas.microsoft.com/office/drawing/2014/main" id="{155855C1-B58A-4EAC-A67E-98ACE092747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811" name="Flowchart: Connector 14810">
                          <a:extLst>
                            <a:ext uri="{FF2B5EF4-FFF2-40B4-BE49-F238E27FC236}">
                              <a16:creationId xmlns:a16="http://schemas.microsoft.com/office/drawing/2014/main" id="{0EB99789-58EB-4190-A3DB-0EC3ACE49EA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12" name="3D Model 14811" descr="Sphere">
                              <a:extLst>
                                <a:ext uri="{FF2B5EF4-FFF2-40B4-BE49-F238E27FC236}">
                                  <a16:creationId xmlns:a16="http://schemas.microsoft.com/office/drawing/2014/main" id="{AFC0D3ED-BC0B-4EAA-8519-CEB7707CE16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9461990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13" name="Flowchart: Connector 14812">
                          <a:extLst>
                            <a:ext uri="{FF2B5EF4-FFF2-40B4-BE49-F238E27FC236}">
                              <a16:creationId xmlns:a16="http://schemas.microsoft.com/office/drawing/2014/main" id="{32C5B314-0587-4A02-A030-E1D4F89A9E2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14" name="3D Model 14813" descr="Sphere">
                              <a:extLst>
                                <a:ext uri="{FF2B5EF4-FFF2-40B4-BE49-F238E27FC236}">
                                  <a16:creationId xmlns:a16="http://schemas.microsoft.com/office/drawing/2014/main" id="{2B7BA5D8-A774-4C7F-B1DF-188211DD028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3322414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15" name="Flowchart: Connector 14814">
                          <a:extLst>
                            <a:ext uri="{FF2B5EF4-FFF2-40B4-BE49-F238E27FC236}">
                              <a16:creationId xmlns:a16="http://schemas.microsoft.com/office/drawing/2014/main" id="{B67E5234-6DC3-4ED3-B5AC-BEF15BF419B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16" name="3D Model 14815" descr="Sphere">
                              <a:extLst>
                                <a:ext uri="{FF2B5EF4-FFF2-40B4-BE49-F238E27FC236}">
                                  <a16:creationId xmlns:a16="http://schemas.microsoft.com/office/drawing/2014/main" id="{ECD63D35-B675-45BD-B964-BBD70EC7513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7296032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17" name="Flowchart: Connector 14816">
                          <a:extLst>
                            <a:ext uri="{FF2B5EF4-FFF2-40B4-BE49-F238E27FC236}">
                              <a16:creationId xmlns:a16="http://schemas.microsoft.com/office/drawing/2014/main" id="{26D3D105-3298-4E55-8D34-1B11358EED4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18" name="3D Model 14817" descr="Sphere">
                              <a:extLst>
                                <a:ext uri="{FF2B5EF4-FFF2-40B4-BE49-F238E27FC236}">
                                  <a16:creationId xmlns:a16="http://schemas.microsoft.com/office/drawing/2014/main" id="{40A4F086-FA27-4CE1-BA3C-C3B43A8C25A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7067342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770" name="Group 14769">
                        <a:extLst>
                          <a:ext uri="{FF2B5EF4-FFF2-40B4-BE49-F238E27FC236}">
                            <a16:creationId xmlns:a16="http://schemas.microsoft.com/office/drawing/2014/main" id="{8E36C5CB-3E89-43C6-9717-F0FE3FEBDD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4787" name="Flowchart: Connector 14786">
                          <a:extLst>
                            <a:ext uri="{FF2B5EF4-FFF2-40B4-BE49-F238E27FC236}">
                              <a16:creationId xmlns:a16="http://schemas.microsoft.com/office/drawing/2014/main" id="{0CB9BA52-F065-4551-A786-4E2FB875CC5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788" name="Flowchart: Connector 14787">
                          <a:extLst>
                            <a:ext uri="{FF2B5EF4-FFF2-40B4-BE49-F238E27FC236}">
                              <a16:creationId xmlns:a16="http://schemas.microsoft.com/office/drawing/2014/main" id="{39D71E24-750A-4BD8-8AFE-C7B7C60B57A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789" name="Flowchart: Connector 14788">
                          <a:extLst>
                            <a:ext uri="{FF2B5EF4-FFF2-40B4-BE49-F238E27FC236}">
                              <a16:creationId xmlns:a16="http://schemas.microsoft.com/office/drawing/2014/main" id="{0F859817-7ED3-45E6-88D5-2526CB090CC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790" name="Flowchart: Connector 14789">
                          <a:extLst>
                            <a:ext uri="{FF2B5EF4-FFF2-40B4-BE49-F238E27FC236}">
                              <a16:creationId xmlns:a16="http://schemas.microsoft.com/office/drawing/2014/main" id="{A861DAF7-2E1B-41E8-89C4-6A67BAB3C70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791" name="Flowchart: Connector 14790">
                          <a:extLst>
                            <a:ext uri="{FF2B5EF4-FFF2-40B4-BE49-F238E27FC236}">
                              <a16:creationId xmlns:a16="http://schemas.microsoft.com/office/drawing/2014/main" id="{8CD7956A-F6AA-4184-943C-07B1790A483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792" name="Flowchart: Connector 14791">
                          <a:extLst>
                            <a:ext uri="{FF2B5EF4-FFF2-40B4-BE49-F238E27FC236}">
                              <a16:creationId xmlns:a16="http://schemas.microsoft.com/office/drawing/2014/main" id="{E9DB28A4-5638-4119-8C5F-7F1E4BB44F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793" name="Flowchart: Connector 14792">
                          <a:extLst>
                            <a:ext uri="{FF2B5EF4-FFF2-40B4-BE49-F238E27FC236}">
                              <a16:creationId xmlns:a16="http://schemas.microsoft.com/office/drawing/2014/main" id="{935CBAC1-52ED-4C45-98DA-4563CF3063E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794" name="Flowchart: Connector 14793">
                          <a:extLst>
                            <a:ext uri="{FF2B5EF4-FFF2-40B4-BE49-F238E27FC236}">
                              <a16:creationId xmlns:a16="http://schemas.microsoft.com/office/drawing/2014/main" id="{565001DB-FD57-4357-B6E2-886D9C4BA77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795" name="Flowchart: Connector 14794">
                          <a:extLst>
                            <a:ext uri="{FF2B5EF4-FFF2-40B4-BE49-F238E27FC236}">
                              <a16:creationId xmlns:a16="http://schemas.microsoft.com/office/drawing/2014/main" id="{09BBD6B8-C6EA-4E0B-B854-BB50E13A46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796" name="3D Model 14795" descr="Sphere">
                              <a:extLst>
                                <a:ext uri="{FF2B5EF4-FFF2-40B4-BE49-F238E27FC236}">
                                  <a16:creationId xmlns:a16="http://schemas.microsoft.com/office/drawing/2014/main" id="{626859FA-F536-4B59-9796-A0F0E82C203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2730046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797" name="Flowchart: Connector 14796">
                          <a:extLst>
                            <a:ext uri="{FF2B5EF4-FFF2-40B4-BE49-F238E27FC236}">
                              <a16:creationId xmlns:a16="http://schemas.microsoft.com/office/drawing/2014/main" id="{B9B6AB87-CF65-4320-B0A2-69C185480B2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798" name="3D Model 14797" descr="Sphere">
                              <a:extLst>
                                <a:ext uri="{FF2B5EF4-FFF2-40B4-BE49-F238E27FC236}">
                                  <a16:creationId xmlns:a16="http://schemas.microsoft.com/office/drawing/2014/main" id="{5B13FA52-2AE4-458F-9C8E-F509044945D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2609517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799" name="Flowchart: Connector 14798">
                          <a:extLst>
                            <a:ext uri="{FF2B5EF4-FFF2-40B4-BE49-F238E27FC236}">
                              <a16:creationId xmlns:a16="http://schemas.microsoft.com/office/drawing/2014/main" id="{2470C410-B504-412B-973A-45F5ABD7ED2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00" name="3D Model 14799" descr="Sphere">
                              <a:extLst>
                                <a:ext uri="{FF2B5EF4-FFF2-40B4-BE49-F238E27FC236}">
                                  <a16:creationId xmlns:a16="http://schemas.microsoft.com/office/drawing/2014/main" id="{5A2D3CEE-29FE-4495-98A3-45B25781C61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2253815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801" name="Flowchart: Connector 14800">
                          <a:extLst>
                            <a:ext uri="{FF2B5EF4-FFF2-40B4-BE49-F238E27FC236}">
                              <a16:creationId xmlns:a16="http://schemas.microsoft.com/office/drawing/2014/main" id="{738F15F6-A319-47C8-B6D4-A0646CF5245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802" name="3D Model 14801" descr="Sphere">
                              <a:extLst>
                                <a:ext uri="{FF2B5EF4-FFF2-40B4-BE49-F238E27FC236}">
                                  <a16:creationId xmlns:a16="http://schemas.microsoft.com/office/drawing/2014/main" id="{AEC071A6-EB74-43CE-9D59-AD1C78BF0A5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7077828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4771" name="Flowchart: Connector 14770">
                        <a:extLst>
                          <a:ext uri="{FF2B5EF4-FFF2-40B4-BE49-F238E27FC236}">
                            <a16:creationId xmlns:a16="http://schemas.microsoft.com/office/drawing/2014/main" id="{665E99D8-B391-4627-8612-C7A9000D88F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72" name="Flowchart: Connector 14771">
                        <a:extLst>
                          <a:ext uri="{FF2B5EF4-FFF2-40B4-BE49-F238E27FC236}">
                            <a16:creationId xmlns:a16="http://schemas.microsoft.com/office/drawing/2014/main" id="{575189CD-E3A2-4F4F-9628-8B09E929D8B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73" name="Flowchart: Connector 14772">
                        <a:extLst>
                          <a:ext uri="{FF2B5EF4-FFF2-40B4-BE49-F238E27FC236}">
                            <a16:creationId xmlns:a16="http://schemas.microsoft.com/office/drawing/2014/main" id="{796B6F18-805E-4B8D-AB3B-891C324C99B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74" name="Flowchart: Connector 14773">
                        <a:extLst>
                          <a:ext uri="{FF2B5EF4-FFF2-40B4-BE49-F238E27FC236}">
                            <a16:creationId xmlns:a16="http://schemas.microsoft.com/office/drawing/2014/main" id="{B23E3C43-6B7F-4463-9DDD-A86C91B26CA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75" name="Flowchart: Connector 14774">
                        <a:extLst>
                          <a:ext uri="{FF2B5EF4-FFF2-40B4-BE49-F238E27FC236}">
                            <a16:creationId xmlns:a16="http://schemas.microsoft.com/office/drawing/2014/main" id="{71D29C66-24B3-4F7E-886E-86415A1EA7B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76" name="Flowchart: Connector 14775">
                        <a:extLst>
                          <a:ext uri="{FF2B5EF4-FFF2-40B4-BE49-F238E27FC236}">
                            <a16:creationId xmlns:a16="http://schemas.microsoft.com/office/drawing/2014/main" id="{F4F57F60-236B-4473-8D55-F80B4E06819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77" name="Flowchart: Connector 14776">
                        <a:extLst>
                          <a:ext uri="{FF2B5EF4-FFF2-40B4-BE49-F238E27FC236}">
                            <a16:creationId xmlns:a16="http://schemas.microsoft.com/office/drawing/2014/main" id="{21FA4B6F-8253-45AB-9449-367ACECA4FE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78" name="Flowchart: Connector 14777">
                        <a:extLst>
                          <a:ext uri="{FF2B5EF4-FFF2-40B4-BE49-F238E27FC236}">
                            <a16:creationId xmlns:a16="http://schemas.microsoft.com/office/drawing/2014/main" id="{BF48B827-6AFF-45DF-B879-D1252643C77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79" name="Flowchart: Connector 14778">
                        <a:extLst>
                          <a:ext uri="{FF2B5EF4-FFF2-40B4-BE49-F238E27FC236}">
                            <a16:creationId xmlns:a16="http://schemas.microsoft.com/office/drawing/2014/main" id="{186A2FFB-E372-44A7-BCAA-1E9A6708682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80" name="3D Model 14779" descr="Sphere">
                            <a:extLst>
                              <a:ext uri="{FF2B5EF4-FFF2-40B4-BE49-F238E27FC236}">
                                <a16:creationId xmlns:a16="http://schemas.microsoft.com/office/drawing/2014/main" id="{EFCDED48-D04C-44B5-B4B1-50B032AA1AE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59709992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781" name="Flowchart: Connector 14780">
                        <a:extLst>
                          <a:ext uri="{FF2B5EF4-FFF2-40B4-BE49-F238E27FC236}">
                            <a16:creationId xmlns:a16="http://schemas.microsoft.com/office/drawing/2014/main" id="{CD95042F-81FF-4AAD-8EFA-53098C69499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82" name="3D Model 14781" descr="Sphere">
                            <a:extLst>
                              <a:ext uri="{FF2B5EF4-FFF2-40B4-BE49-F238E27FC236}">
                                <a16:creationId xmlns:a16="http://schemas.microsoft.com/office/drawing/2014/main" id="{3EDC2635-B837-4C52-9F4F-04A7736C83A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42955203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783" name="Flowchart: Connector 14782">
                        <a:extLst>
                          <a:ext uri="{FF2B5EF4-FFF2-40B4-BE49-F238E27FC236}">
                            <a16:creationId xmlns:a16="http://schemas.microsoft.com/office/drawing/2014/main" id="{C8EC0B77-60C2-44EA-BB0A-18F30A67E0E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84" name="3D Model 14783" descr="Sphere">
                            <a:extLst>
                              <a:ext uri="{FF2B5EF4-FFF2-40B4-BE49-F238E27FC236}">
                                <a16:creationId xmlns:a16="http://schemas.microsoft.com/office/drawing/2014/main" id="{CA9F8300-093D-43AF-8F89-E96B63FB846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37756484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785" name="Flowchart: Connector 14784">
                        <a:extLst>
                          <a:ext uri="{FF2B5EF4-FFF2-40B4-BE49-F238E27FC236}">
                            <a16:creationId xmlns:a16="http://schemas.microsoft.com/office/drawing/2014/main" id="{0287D70E-0C24-4D7D-9DDD-090EC26355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86" name="3D Model 14785" descr="Sphere">
                            <a:extLst>
                              <a:ext uri="{FF2B5EF4-FFF2-40B4-BE49-F238E27FC236}">
                                <a16:creationId xmlns:a16="http://schemas.microsoft.com/office/drawing/2014/main" id="{5F74DB44-F747-4B8A-97C6-8B7C864EB24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60359802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4698" name="Flowchart: Connector 14697">
                    <a:extLst>
                      <a:ext uri="{FF2B5EF4-FFF2-40B4-BE49-F238E27FC236}">
                        <a16:creationId xmlns:a16="http://schemas.microsoft.com/office/drawing/2014/main" id="{010451AB-6363-4B9F-BB60-56619770BAE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699" name="Flowchart: Connector 14698">
                    <a:extLst>
                      <a:ext uri="{FF2B5EF4-FFF2-40B4-BE49-F238E27FC236}">
                        <a16:creationId xmlns:a16="http://schemas.microsoft.com/office/drawing/2014/main" id="{70B5D8A0-C32A-436A-9187-7024A040AA5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700" name="Flowchart: Connector 14699">
                    <a:extLst>
                      <a:ext uri="{FF2B5EF4-FFF2-40B4-BE49-F238E27FC236}">
                        <a16:creationId xmlns:a16="http://schemas.microsoft.com/office/drawing/2014/main" id="{DFF8EE28-5A69-4538-B29C-D2FBC5A6B94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701" name="Flowchart: Connector 14700">
                    <a:extLst>
                      <a:ext uri="{FF2B5EF4-FFF2-40B4-BE49-F238E27FC236}">
                        <a16:creationId xmlns:a16="http://schemas.microsoft.com/office/drawing/2014/main" id="{2DEA60CC-8C58-4490-BF48-D445BB92C64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702" name="Flowchart: Connector 14701">
                    <a:extLst>
                      <a:ext uri="{FF2B5EF4-FFF2-40B4-BE49-F238E27FC236}">
                        <a16:creationId xmlns:a16="http://schemas.microsoft.com/office/drawing/2014/main" id="{ECACC69F-F8FA-48E8-A21F-A01CCC2F739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703" name="Flowchart: Connector 14702">
                    <a:extLst>
                      <a:ext uri="{FF2B5EF4-FFF2-40B4-BE49-F238E27FC236}">
                        <a16:creationId xmlns:a16="http://schemas.microsoft.com/office/drawing/2014/main" id="{BC9985E1-1589-41A5-B35E-3904846D633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4704" name="Flowchart: Connector 14703">
                    <a:extLst>
                      <a:ext uri="{FF2B5EF4-FFF2-40B4-BE49-F238E27FC236}">
                        <a16:creationId xmlns:a16="http://schemas.microsoft.com/office/drawing/2014/main" id="{E177CB1C-3733-4AA6-B30D-6375F191E21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705" name="Flowchart: Connector 14704">
                    <a:extLst>
                      <a:ext uri="{FF2B5EF4-FFF2-40B4-BE49-F238E27FC236}">
                        <a16:creationId xmlns:a16="http://schemas.microsoft.com/office/drawing/2014/main" id="{D3E1104D-B3A7-41C2-9F89-D162FFEB1D9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14706" name="Group 14705">
                    <a:extLst>
                      <a:ext uri="{FF2B5EF4-FFF2-40B4-BE49-F238E27FC236}">
                        <a16:creationId xmlns:a16="http://schemas.microsoft.com/office/drawing/2014/main" id="{9612A1EC-7294-41D3-A2D0-4C6F8C3E3862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14707" name="Group 14706">
                      <a:extLst>
                        <a:ext uri="{FF2B5EF4-FFF2-40B4-BE49-F238E27FC236}">
                          <a16:creationId xmlns:a16="http://schemas.microsoft.com/office/drawing/2014/main" id="{FB9B3133-F212-49AD-9625-565C9420C9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14758" name="Flowchart: Connector 14757">
                        <a:extLst>
                          <a:ext uri="{FF2B5EF4-FFF2-40B4-BE49-F238E27FC236}">
                            <a16:creationId xmlns:a16="http://schemas.microsoft.com/office/drawing/2014/main" id="{1E9BCFF1-6743-4C77-A986-99768CE4A4C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59" name="3D Model 14758" descr="Sphere">
                            <a:extLst>
                              <a:ext uri="{FF2B5EF4-FFF2-40B4-BE49-F238E27FC236}">
                                <a16:creationId xmlns:a16="http://schemas.microsoft.com/office/drawing/2014/main" id="{DE3EF4AF-D508-453B-9089-A5F789DC639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47904392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760" name="Flowchart: Connector 14759">
                        <a:extLst>
                          <a:ext uri="{FF2B5EF4-FFF2-40B4-BE49-F238E27FC236}">
                            <a16:creationId xmlns:a16="http://schemas.microsoft.com/office/drawing/2014/main" id="{F3BA7031-8E8E-4C14-9D86-E8F3E0A3AB4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61" name="3D Model 14760" descr="Sphere">
                            <a:extLst>
                              <a:ext uri="{FF2B5EF4-FFF2-40B4-BE49-F238E27FC236}">
                                <a16:creationId xmlns:a16="http://schemas.microsoft.com/office/drawing/2014/main" id="{86588292-375F-4205-A8F4-98939C4D66F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03739067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762" name="Flowchart: Connector 14761">
                        <a:extLst>
                          <a:ext uri="{FF2B5EF4-FFF2-40B4-BE49-F238E27FC236}">
                            <a16:creationId xmlns:a16="http://schemas.microsoft.com/office/drawing/2014/main" id="{1B31EA4B-889D-4EA2-85DD-84B67E2879B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63" name="3D Model 14762" descr="Sphere">
                            <a:extLst>
                              <a:ext uri="{FF2B5EF4-FFF2-40B4-BE49-F238E27FC236}">
                                <a16:creationId xmlns:a16="http://schemas.microsoft.com/office/drawing/2014/main" id="{FA7F9E8B-11EC-434F-937C-00DB3DA4232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90270597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764" name="Flowchart: Connector 14763">
                        <a:extLst>
                          <a:ext uri="{FF2B5EF4-FFF2-40B4-BE49-F238E27FC236}">
                            <a16:creationId xmlns:a16="http://schemas.microsoft.com/office/drawing/2014/main" id="{182DF483-C9A7-48AC-B6C7-25A76DDC5D3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65" name="3D Model 14764" descr="Sphere">
                            <a:extLst>
                              <a:ext uri="{FF2B5EF4-FFF2-40B4-BE49-F238E27FC236}">
                                <a16:creationId xmlns:a16="http://schemas.microsoft.com/office/drawing/2014/main" id="{607FD2AD-9F5A-4208-BF76-99774080E23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43416181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4708" name="Group 14707">
                      <a:extLst>
                        <a:ext uri="{FF2B5EF4-FFF2-40B4-BE49-F238E27FC236}">
                          <a16:creationId xmlns:a16="http://schemas.microsoft.com/office/drawing/2014/main" id="{9AD34E83-6596-4919-A2A0-8F8F5EDED9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14742" name="Flowchart: Connector 14741">
                        <a:extLst>
                          <a:ext uri="{FF2B5EF4-FFF2-40B4-BE49-F238E27FC236}">
                            <a16:creationId xmlns:a16="http://schemas.microsoft.com/office/drawing/2014/main" id="{20AEA751-720F-421F-BD2D-70A6695E31B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43" name="Flowchart: Connector 14742">
                        <a:extLst>
                          <a:ext uri="{FF2B5EF4-FFF2-40B4-BE49-F238E27FC236}">
                            <a16:creationId xmlns:a16="http://schemas.microsoft.com/office/drawing/2014/main" id="{DB84EAD0-BF2E-439C-B94B-4CF7D2C51AC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44" name="Flowchart: Connector 14743">
                        <a:extLst>
                          <a:ext uri="{FF2B5EF4-FFF2-40B4-BE49-F238E27FC236}">
                            <a16:creationId xmlns:a16="http://schemas.microsoft.com/office/drawing/2014/main" id="{D7E6369B-8443-4220-9528-503667B3621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45" name="Flowchart: Connector 14744">
                        <a:extLst>
                          <a:ext uri="{FF2B5EF4-FFF2-40B4-BE49-F238E27FC236}">
                            <a16:creationId xmlns:a16="http://schemas.microsoft.com/office/drawing/2014/main" id="{823044C9-C67C-4D5E-AE28-A1E2AB6AC6C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46" name="Flowchart: Connector 14745">
                        <a:extLst>
                          <a:ext uri="{FF2B5EF4-FFF2-40B4-BE49-F238E27FC236}">
                            <a16:creationId xmlns:a16="http://schemas.microsoft.com/office/drawing/2014/main" id="{20D2681E-C66B-45E6-9E36-5AA242F3852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47" name="Flowchart: Connector 14746">
                        <a:extLst>
                          <a:ext uri="{FF2B5EF4-FFF2-40B4-BE49-F238E27FC236}">
                            <a16:creationId xmlns:a16="http://schemas.microsoft.com/office/drawing/2014/main" id="{C6904690-E7BF-492E-91E7-9AFE3F6EA89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48" name="Flowchart: Connector 14747">
                        <a:extLst>
                          <a:ext uri="{FF2B5EF4-FFF2-40B4-BE49-F238E27FC236}">
                            <a16:creationId xmlns:a16="http://schemas.microsoft.com/office/drawing/2014/main" id="{EFDBBC22-9598-4B55-BD40-7C0A97E6DE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49" name="Flowchart: Connector 14748">
                        <a:extLst>
                          <a:ext uri="{FF2B5EF4-FFF2-40B4-BE49-F238E27FC236}">
                            <a16:creationId xmlns:a16="http://schemas.microsoft.com/office/drawing/2014/main" id="{E48EBBBB-62F6-47D7-8630-41B3ADD12E5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50" name="Flowchart: Connector 14749">
                        <a:extLst>
                          <a:ext uri="{FF2B5EF4-FFF2-40B4-BE49-F238E27FC236}">
                            <a16:creationId xmlns:a16="http://schemas.microsoft.com/office/drawing/2014/main" id="{45A45BC4-6463-4DDD-82A3-25E679B189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51" name="3D Model 14750" descr="Sphere">
                            <a:extLst>
                              <a:ext uri="{FF2B5EF4-FFF2-40B4-BE49-F238E27FC236}">
                                <a16:creationId xmlns:a16="http://schemas.microsoft.com/office/drawing/2014/main" id="{923874DD-A3BA-4754-99FB-4FD6770AD9C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79254075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752" name="Flowchart: Connector 14751">
                        <a:extLst>
                          <a:ext uri="{FF2B5EF4-FFF2-40B4-BE49-F238E27FC236}">
                            <a16:creationId xmlns:a16="http://schemas.microsoft.com/office/drawing/2014/main" id="{BC17C220-72C3-4D17-9A4A-CE587CF4DA5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53" name="3D Model 14752" descr="Sphere">
                            <a:extLst>
                              <a:ext uri="{FF2B5EF4-FFF2-40B4-BE49-F238E27FC236}">
                                <a16:creationId xmlns:a16="http://schemas.microsoft.com/office/drawing/2014/main" id="{A2E1417C-7F33-4B6B-946D-DD70F8C9780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6854906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754" name="Flowchart: Connector 14753">
                        <a:extLst>
                          <a:ext uri="{FF2B5EF4-FFF2-40B4-BE49-F238E27FC236}">
                            <a16:creationId xmlns:a16="http://schemas.microsoft.com/office/drawing/2014/main" id="{5848278A-6BAB-4943-AA6B-3335137C5D8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55" name="3D Model 14754" descr="Sphere">
                            <a:extLst>
                              <a:ext uri="{FF2B5EF4-FFF2-40B4-BE49-F238E27FC236}">
                                <a16:creationId xmlns:a16="http://schemas.microsoft.com/office/drawing/2014/main" id="{FC3D8ADB-51A7-4B95-9D15-679165DA3AE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7383927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756" name="Flowchart: Connector 14755">
                        <a:extLst>
                          <a:ext uri="{FF2B5EF4-FFF2-40B4-BE49-F238E27FC236}">
                            <a16:creationId xmlns:a16="http://schemas.microsoft.com/office/drawing/2014/main" id="{C674FAD4-30B0-4B79-9AEF-125B1D6E9DE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57" name="3D Model 14756" descr="Sphere">
                            <a:extLst>
                              <a:ext uri="{FF2B5EF4-FFF2-40B4-BE49-F238E27FC236}">
                                <a16:creationId xmlns:a16="http://schemas.microsoft.com/office/drawing/2014/main" id="{8C2448D7-F91F-4919-B683-4FF46CF6A0E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494138737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4709" name="Group 14708">
                      <a:extLst>
                        <a:ext uri="{FF2B5EF4-FFF2-40B4-BE49-F238E27FC236}">
                          <a16:creationId xmlns:a16="http://schemas.microsoft.com/office/drawing/2014/main" id="{7C4200B0-17DC-422E-BCED-437EEAFD4C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14726" name="Flowchart: Connector 14725">
                        <a:extLst>
                          <a:ext uri="{FF2B5EF4-FFF2-40B4-BE49-F238E27FC236}">
                            <a16:creationId xmlns:a16="http://schemas.microsoft.com/office/drawing/2014/main" id="{26DE15D7-F681-42DE-B26A-D80659A0AA0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27" name="Flowchart: Connector 14726">
                        <a:extLst>
                          <a:ext uri="{FF2B5EF4-FFF2-40B4-BE49-F238E27FC236}">
                            <a16:creationId xmlns:a16="http://schemas.microsoft.com/office/drawing/2014/main" id="{6692D1DD-DAD6-4ECE-80D3-DE9A5E2487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28" name="Flowchart: Connector 14727">
                        <a:extLst>
                          <a:ext uri="{FF2B5EF4-FFF2-40B4-BE49-F238E27FC236}">
                            <a16:creationId xmlns:a16="http://schemas.microsoft.com/office/drawing/2014/main" id="{A6E85047-49D5-4EC4-BAEE-2C289327A1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29" name="Flowchart: Connector 14728">
                        <a:extLst>
                          <a:ext uri="{FF2B5EF4-FFF2-40B4-BE49-F238E27FC236}">
                            <a16:creationId xmlns:a16="http://schemas.microsoft.com/office/drawing/2014/main" id="{6D5796BC-0E7B-4BDD-ADF0-CA443231A26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30" name="Flowchart: Connector 14729">
                        <a:extLst>
                          <a:ext uri="{FF2B5EF4-FFF2-40B4-BE49-F238E27FC236}">
                            <a16:creationId xmlns:a16="http://schemas.microsoft.com/office/drawing/2014/main" id="{35A24F5D-E419-441D-90C5-6F958600A5E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31" name="Flowchart: Connector 14730">
                        <a:extLst>
                          <a:ext uri="{FF2B5EF4-FFF2-40B4-BE49-F238E27FC236}">
                            <a16:creationId xmlns:a16="http://schemas.microsoft.com/office/drawing/2014/main" id="{DDA2B304-E864-43FA-8481-11AD6720560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32" name="Flowchart: Connector 14731">
                        <a:extLst>
                          <a:ext uri="{FF2B5EF4-FFF2-40B4-BE49-F238E27FC236}">
                            <a16:creationId xmlns:a16="http://schemas.microsoft.com/office/drawing/2014/main" id="{BA727DC0-4FB6-47F5-B36D-A6D558E3204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33" name="Flowchart: Connector 14732">
                        <a:extLst>
                          <a:ext uri="{FF2B5EF4-FFF2-40B4-BE49-F238E27FC236}">
                            <a16:creationId xmlns:a16="http://schemas.microsoft.com/office/drawing/2014/main" id="{F2ECB524-05FE-49EE-9B6F-A11AB13F10E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734" name="Flowchart: Connector 14733">
                        <a:extLst>
                          <a:ext uri="{FF2B5EF4-FFF2-40B4-BE49-F238E27FC236}">
                            <a16:creationId xmlns:a16="http://schemas.microsoft.com/office/drawing/2014/main" id="{D519A1C9-CB46-473A-A99E-3990C8FBD3B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35" name="3D Model 14734" descr="Sphere">
                            <a:extLst>
                              <a:ext uri="{FF2B5EF4-FFF2-40B4-BE49-F238E27FC236}">
                                <a16:creationId xmlns:a16="http://schemas.microsoft.com/office/drawing/2014/main" id="{0FCEE5C0-6CEB-4328-8026-63A35A551F1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60065503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736" name="Flowchart: Connector 14735">
                        <a:extLst>
                          <a:ext uri="{FF2B5EF4-FFF2-40B4-BE49-F238E27FC236}">
                            <a16:creationId xmlns:a16="http://schemas.microsoft.com/office/drawing/2014/main" id="{77E2AC1B-BA86-4437-A1CC-CEE717F470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37" name="3D Model 14736" descr="Sphere">
                            <a:extLst>
                              <a:ext uri="{FF2B5EF4-FFF2-40B4-BE49-F238E27FC236}">
                                <a16:creationId xmlns:a16="http://schemas.microsoft.com/office/drawing/2014/main" id="{D860B3EB-80E1-4F39-B6E0-10B3543AF73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18653542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738" name="Flowchart: Connector 14737">
                        <a:extLst>
                          <a:ext uri="{FF2B5EF4-FFF2-40B4-BE49-F238E27FC236}">
                            <a16:creationId xmlns:a16="http://schemas.microsoft.com/office/drawing/2014/main" id="{FB17C3F2-58D3-4CE8-9852-26240E0366A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39" name="3D Model 14738" descr="Sphere">
                            <a:extLst>
                              <a:ext uri="{FF2B5EF4-FFF2-40B4-BE49-F238E27FC236}">
                                <a16:creationId xmlns:a16="http://schemas.microsoft.com/office/drawing/2014/main" id="{C7E6B6F1-450B-442C-A5C2-D6354689F27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52380264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740" name="Flowchart: Connector 14739">
                        <a:extLst>
                          <a:ext uri="{FF2B5EF4-FFF2-40B4-BE49-F238E27FC236}">
                            <a16:creationId xmlns:a16="http://schemas.microsoft.com/office/drawing/2014/main" id="{9D80B0C6-2D90-4DCB-9AA3-BE716E4B9E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741" name="3D Model 14740" descr="Sphere">
                            <a:extLst>
                              <a:ext uri="{FF2B5EF4-FFF2-40B4-BE49-F238E27FC236}">
                                <a16:creationId xmlns:a16="http://schemas.microsoft.com/office/drawing/2014/main" id="{C33797BF-8CEE-440E-8471-BDD16B1BDEA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515901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4710" name="Flowchart: Connector 14709">
                      <a:extLst>
                        <a:ext uri="{FF2B5EF4-FFF2-40B4-BE49-F238E27FC236}">
                          <a16:creationId xmlns:a16="http://schemas.microsoft.com/office/drawing/2014/main" id="{5F3135D1-EB72-4B19-9191-B9A7F07C36C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711" name="Flowchart: Connector 14710">
                      <a:extLst>
                        <a:ext uri="{FF2B5EF4-FFF2-40B4-BE49-F238E27FC236}">
                          <a16:creationId xmlns:a16="http://schemas.microsoft.com/office/drawing/2014/main" id="{BC5E8CC7-FEBB-46A6-9351-1CD04AFD3C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712" name="Flowchart: Connector 14711">
                      <a:extLst>
                        <a:ext uri="{FF2B5EF4-FFF2-40B4-BE49-F238E27FC236}">
                          <a16:creationId xmlns:a16="http://schemas.microsoft.com/office/drawing/2014/main" id="{C0E9BC39-045C-4ED2-B160-0D746913DF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713" name="Flowchart: Connector 14712">
                      <a:extLst>
                        <a:ext uri="{FF2B5EF4-FFF2-40B4-BE49-F238E27FC236}">
                          <a16:creationId xmlns:a16="http://schemas.microsoft.com/office/drawing/2014/main" id="{5DD319E0-3CE1-4879-9819-FF265846B23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714" name="Flowchart: Connector 14713">
                      <a:extLst>
                        <a:ext uri="{FF2B5EF4-FFF2-40B4-BE49-F238E27FC236}">
                          <a16:creationId xmlns:a16="http://schemas.microsoft.com/office/drawing/2014/main" id="{FC80D310-2ADD-4491-8026-8C73596538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715" name="Flowchart: Connector 14714">
                      <a:extLst>
                        <a:ext uri="{FF2B5EF4-FFF2-40B4-BE49-F238E27FC236}">
                          <a16:creationId xmlns:a16="http://schemas.microsoft.com/office/drawing/2014/main" id="{E2F30E2F-4C8D-4B64-B4D6-7F268C92F7D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716" name="Flowchart: Connector 14715">
                      <a:extLst>
                        <a:ext uri="{FF2B5EF4-FFF2-40B4-BE49-F238E27FC236}">
                          <a16:creationId xmlns:a16="http://schemas.microsoft.com/office/drawing/2014/main" id="{37D62C72-A4C8-4980-8D78-34DBDCA9ADE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717" name="Flowchart: Connector 14716">
                      <a:extLst>
                        <a:ext uri="{FF2B5EF4-FFF2-40B4-BE49-F238E27FC236}">
                          <a16:creationId xmlns:a16="http://schemas.microsoft.com/office/drawing/2014/main" id="{3DDBEB4D-52B9-4B3F-85E4-020C3CF0985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718" name="Flowchart: Connector 14717">
                      <a:extLst>
                        <a:ext uri="{FF2B5EF4-FFF2-40B4-BE49-F238E27FC236}">
                          <a16:creationId xmlns:a16="http://schemas.microsoft.com/office/drawing/2014/main" id="{EB06B6B0-E297-4B96-8AFA-73923DF822A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719" name="3D Model 14718" descr="Sphere">
                          <a:extLst>
                            <a:ext uri="{FF2B5EF4-FFF2-40B4-BE49-F238E27FC236}">
                              <a16:creationId xmlns:a16="http://schemas.microsoft.com/office/drawing/2014/main" id="{5003F32D-3C7B-43ED-B85D-EC1C57DE199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073737526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720" name="Flowchart: Connector 14719">
                      <a:extLst>
                        <a:ext uri="{FF2B5EF4-FFF2-40B4-BE49-F238E27FC236}">
                          <a16:creationId xmlns:a16="http://schemas.microsoft.com/office/drawing/2014/main" id="{82F8478F-D45A-46D5-BEE1-7CE22FAF076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721" name="3D Model 14720" descr="Sphere">
                          <a:extLst>
                            <a:ext uri="{FF2B5EF4-FFF2-40B4-BE49-F238E27FC236}">
                              <a16:creationId xmlns:a16="http://schemas.microsoft.com/office/drawing/2014/main" id="{F51058CB-BABB-4B32-8A40-A873D36BC984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501476582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722" name="Flowchart: Connector 14721">
                      <a:extLst>
                        <a:ext uri="{FF2B5EF4-FFF2-40B4-BE49-F238E27FC236}">
                          <a16:creationId xmlns:a16="http://schemas.microsoft.com/office/drawing/2014/main" id="{E2FB89BC-296B-4B69-AD04-99031A1497A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723" name="3D Model 14722" descr="Sphere">
                          <a:extLst>
                            <a:ext uri="{FF2B5EF4-FFF2-40B4-BE49-F238E27FC236}">
                              <a16:creationId xmlns:a16="http://schemas.microsoft.com/office/drawing/2014/main" id="{434C73F2-80C7-4241-85CF-8F56802A9AC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906635785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724" name="Flowchart: Connector 14723">
                      <a:extLst>
                        <a:ext uri="{FF2B5EF4-FFF2-40B4-BE49-F238E27FC236}">
                          <a16:creationId xmlns:a16="http://schemas.microsoft.com/office/drawing/2014/main" id="{4FE78CA9-F1DF-47F0-892A-7B93C65924A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725" name="3D Model 14724" descr="Sphere">
                          <a:extLst>
                            <a:ext uri="{FF2B5EF4-FFF2-40B4-BE49-F238E27FC236}">
                              <a16:creationId xmlns:a16="http://schemas.microsoft.com/office/drawing/2014/main" id="{C25B72A8-0387-42C8-9EAA-6D0B4F38AE0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986114825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14675" name="Freeform: Shape 14674">
                  <a:extLst>
                    <a:ext uri="{FF2B5EF4-FFF2-40B4-BE49-F238E27FC236}">
                      <a16:creationId xmlns:a16="http://schemas.microsoft.com/office/drawing/2014/main" id="{9AF2B883-CAF7-4B47-BAC6-DF458CA1F934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676" name="Freeform: Shape 14675">
                  <a:extLst>
                    <a:ext uri="{FF2B5EF4-FFF2-40B4-BE49-F238E27FC236}">
                      <a16:creationId xmlns:a16="http://schemas.microsoft.com/office/drawing/2014/main" id="{D8710C53-B7D2-413D-9C12-5A57E7BA3F08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677" name="Freeform: Shape 14676">
                  <a:extLst>
                    <a:ext uri="{FF2B5EF4-FFF2-40B4-BE49-F238E27FC236}">
                      <a16:creationId xmlns:a16="http://schemas.microsoft.com/office/drawing/2014/main" id="{11DCB66D-7E57-44B1-8737-6B776602EBAC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678" name="Freeform: Shape 14677">
                  <a:extLst>
                    <a:ext uri="{FF2B5EF4-FFF2-40B4-BE49-F238E27FC236}">
                      <a16:creationId xmlns:a16="http://schemas.microsoft.com/office/drawing/2014/main" id="{44531DB9-768F-4890-BC0F-5309E8B27434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679" name="Freeform: Shape 14678">
                  <a:extLst>
                    <a:ext uri="{FF2B5EF4-FFF2-40B4-BE49-F238E27FC236}">
                      <a16:creationId xmlns:a16="http://schemas.microsoft.com/office/drawing/2014/main" id="{A1014D6F-2729-4425-808D-C101CB8784FF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680" name="Freeform: Shape 14679">
                  <a:extLst>
                    <a:ext uri="{FF2B5EF4-FFF2-40B4-BE49-F238E27FC236}">
                      <a16:creationId xmlns:a16="http://schemas.microsoft.com/office/drawing/2014/main" id="{D076819D-E705-452D-B720-90B44B1318AA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681" name="Freeform: Shape 14680">
                  <a:extLst>
                    <a:ext uri="{FF2B5EF4-FFF2-40B4-BE49-F238E27FC236}">
                      <a16:creationId xmlns:a16="http://schemas.microsoft.com/office/drawing/2014/main" id="{784D4A36-05A0-49C0-B084-7A838E1A1318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682" name="Freeform: Shape 14681">
                  <a:extLst>
                    <a:ext uri="{FF2B5EF4-FFF2-40B4-BE49-F238E27FC236}">
                      <a16:creationId xmlns:a16="http://schemas.microsoft.com/office/drawing/2014/main" id="{EFB1D373-1577-45ED-BB10-736450EC5E7A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683" name="Freeform: Shape 14682">
                  <a:extLst>
                    <a:ext uri="{FF2B5EF4-FFF2-40B4-BE49-F238E27FC236}">
                      <a16:creationId xmlns:a16="http://schemas.microsoft.com/office/drawing/2014/main" id="{53D13CC4-CCAB-43AA-849E-DE84C0032117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684" name="Freeform: Shape 14683">
                  <a:extLst>
                    <a:ext uri="{FF2B5EF4-FFF2-40B4-BE49-F238E27FC236}">
                      <a16:creationId xmlns:a16="http://schemas.microsoft.com/office/drawing/2014/main" id="{C6FADB96-78D4-4CC8-A856-DAF4765B0EEE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685" name="Freeform: Shape 14684">
                  <a:extLst>
                    <a:ext uri="{FF2B5EF4-FFF2-40B4-BE49-F238E27FC236}">
                      <a16:creationId xmlns:a16="http://schemas.microsoft.com/office/drawing/2014/main" id="{D6B16428-07BD-416C-A3D9-07615D157A3B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686" name="Freeform: Shape 14685">
                  <a:extLst>
                    <a:ext uri="{FF2B5EF4-FFF2-40B4-BE49-F238E27FC236}">
                      <a16:creationId xmlns:a16="http://schemas.microsoft.com/office/drawing/2014/main" id="{EB0A3296-B5D5-4AD2-884F-E8FBCF1588FC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14671" name="Freeform: Shape 14670">
                <a:extLst>
                  <a:ext uri="{FF2B5EF4-FFF2-40B4-BE49-F238E27FC236}">
                    <a16:creationId xmlns:a16="http://schemas.microsoft.com/office/drawing/2014/main" id="{A1D79D49-CE15-44C9-8E40-7AA14CC11CF0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4672" name="Freeform: Shape 14671">
                <a:extLst>
                  <a:ext uri="{FF2B5EF4-FFF2-40B4-BE49-F238E27FC236}">
                    <a16:creationId xmlns:a16="http://schemas.microsoft.com/office/drawing/2014/main" id="{B0BAA292-E321-44FF-87CD-0B092E7C5083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4673" name="Freeform: Shape 14672">
                <a:extLst>
                  <a:ext uri="{FF2B5EF4-FFF2-40B4-BE49-F238E27FC236}">
                    <a16:creationId xmlns:a16="http://schemas.microsoft.com/office/drawing/2014/main" id="{5F307214-2D3C-4CF1-912C-1FEDAFAEF188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12269" name="Group 12268">
              <a:extLst>
                <a:ext uri="{FF2B5EF4-FFF2-40B4-BE49-F238E27FC236}">
                  <a16:creationId xmlns:a16="http://schemas.microsoft.com/office/drawing/2014/main" id="{5ED03CB2-B056-4C19-9421-3F3526E89F2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418034" y="6027249"/>
              <a:ext cx="521735" cy="419131"/>
              <a:chOff x="558227" y="4289344"/>
              <a:chExt cx="2384501" cy="2135404"/>
            </a:xfrm>
          </p:grpSpPr>
          <p:grpSp>
            <p:nvGrpSpPr>
              <p:cNvPr id="14371" name="Group 14370">
                <a:extLst>
                  <a:ext uri="{FF2B5EF4-FFF2-40B4-BE49-F238E27FC236}">
                    <a16:creationId xmlns:a16="http://schemas.microsoft.com/office/drawing/2014/main" id="{4BACC04B-DB19-42F8-8D6E-9607C68BF827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14375" name="Group 14374">
                  <a:extLst>
                    <a:ext uri="{FF2B5EF4-FFF2-40B4-BE49-F238E27FC236}">
                      <a16:creationId xmlns:a16="http://schemas.microsoft.com/office/drawing/2014/main" id="{D4C504AC-4D1F-4DE5-98D1-163108DBA56C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14388" name="Group 14387">
                    <a:extLst>
                      <a:ext uri="{FF2B5EF4-FFF2-40B4-BE49-F238E27FC236}">
                        <a16:creationId xmlns:a16="http://schemas.microsoft.com/office/drawing/2014/main" id="{BD9FFDCE-C4D9-4766-902C-09F69C9AD3FA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14609" name="Group 14608">
                      <a:extLst>
                        <a:ext uri="{FF2B5EF4-FFF2-40B4-BE49-F238E27FC236}">
                          <a16:creationId xmlns:a16="http://schemas.microsoft.com/office/drawing/2014/main" id="{14AFF926-7781-448C-93E3-271C416F35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14666" name="Flowchart: Connector 14665">
                        <a:extLst>
                          <a:ext uri="{FF2B5EF4-FFF2-40B4-BE49-F238E27FC236}">
                            <a16:creationId xmlns:a16="http://schemas.microsoft.com/office/drawing/2014/main" id="{C6495431-6E4E-4B79-810C-CE834121E0B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667" name="Flowchart: Connector 14666">
                        <a:extLst>
                          <a:ext uri="{FF2B5EF4-FFF2-40B4-BE49-F238E27FC236}">
                            <a16:creationId xmlns:a16="http://schemas.microsoft.com/office/drawing/2014/main" id="{4A1AA107-61FD-470A-B634-73C94B8B0E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668" name="Flowchart: Connector 14667">
                        <a:extLst>
                          <a:ext uri="{FF2B5EF4-FFF2-40B4-BE49-F238E27FC236}">
                            <a16:creationId xmlns:a16="http://schemas.microsoft.com/office/drawing/2014/main" id="{BBAF6766-89EB-4976-B66D-BD1C4ABFBFF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669" name="Flowchart: Connector 14668">
                        <a:extLst>
                          <a:ext uri="{FF2B5EF4-FFF2-40B4-BE49-F238E27FC236}">
                            <a16:creationId xmlns:a16="http://schemas.microsoft.com/office/drawing/2014/main" id="{873960F3-AB7D-4B5A-B3BF-FA66C979CD6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4610" name="Group 14609">
                      <a:extLst>
                        <a:ext uri="{FF2B5EF4-FFF2-40B4-BE49-F238E27FC236}">
                          <a16:creationId xmlns:a16="http://schemas.microsoft.com/office/drawing/2014/main" id="{3550C974-8436-4B08-8C3F-291545A7ACA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14611" name="Group 14610">
                        <a:extLst>
                          <a:ext uri="{FF2B5EF4-FFF2-40B4-BE49-F238E27FC236}">
                            <a16:creationId xmlns:a16="http://schemas.microsoft.com/office/drawing/2014/main" id="{EFF6081A-EAB0-4D7F-AEE0-A728C8DD0C1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659" name="3D Model 14658" descr="Sphere">
                              <a:extLst>
                                <a:ext uri="{FF2B5EF4-FFF2-40B4-BE49-F238E27FC236}">
                                  <a16:creationId xmlns:a16="http://schemas.microsoft.com/office/drawing/2014/main" id="{F0225475-275D-4AA7-9512-DBFF891D45C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07296623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660" name="Flowchart: Connector 14659">
                          <a:extLst>
                            <a:ext uri="{FF2B5EF4-FFF2-40B4-BE49-F238E27FC236}">
                              <a16:creationId xmlns:a16="http://schemas.microsoft.com/office/drawing/2014/main" id="{4C964316-A555-4CD6-B6D7-B5489C8DB92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661" name="3D Model 14660" descr="Sphere">
                              <a:extLst>
                                <a:ext uri="{FF2B5EF4-FFF2-40B4-BE49-F238E27FC236}">
                                  <a16:creationId xmlns:a16="http://schemas.microsoft.com/office/drawing/2014/main" id="{5DA8D7CC-9577-4076-88A7-561FA5831DE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0519839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662" name="Flowchart: Connector 14661">
                          <a:extLst>
                            <a:ext uri="{FF2B5EF4-FFF2-40B4-BE49-F238E27FC236}">
                              <a16:creationId xmlns:a16="http://schemas.microsoft.com/office/drawing/2014/main" id="{9BAAC897-652F-4D52-BF33-C5E1E279C81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663" name="3D Model 14662" descr="Sphere">
                              <a:extLst>
                                <a:ext uri="{FF2B5EF4-FFF2-40B4-BE49-F238E27FC236}">
                                  <a16:creationId xmlns:a16="http://schemas.microsoft.com/office/drawing/2014/main" id="{23ED44C4-580C-4E2E-83CD-298D417F5B6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0761799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664" name="Flowchart: Connector 14663">
                          <a:extLst>
                            <a:ext uri="{FF2B5EF4-FFF2-40B4-BE49-F238E27FC236}">
                              <a16:creationId xmlns:a16="http://schemas.microsoft.com/office/drawing/2014/main" id="{A9D13ACC-256D-4413-8EF9-02B602D8EA4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665" name="3D Model 14664" descr="Sphere">
                              <a:extLst>
                                <a:ext uri="{FF2B5EF4-FFF2-40B4-BE49-F238E27FC236}">
                                  <a16:creationId xmlns:a16="http://schemas.microsoft.com/office/drawing/2014/main" id="{34F9F920-7153-41BA-B5B8-F6ED7C13ACB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7969890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612" name="Group 14611">
                        <a:extLst>
                          <a:ext uri="{FF2B5EF4-FFF2-40B4-BE49-F238E27FC236}">
                            <a16:creationId xmlns:a16="http://schemas.microsoft.com/office/drawing/2014/main" id="{054356CB-165E-42AA-966F-1C95DC9DD4C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4644" name="Flowchart: Connector 14643">
                          <a:extLst>
                            <a:ext uri="{FF2B5EF4-FFF2-40B4-BE49-F238E27FC236}">
                              <a16:creationId xmlns:a16="http://schemas.microsoft.com/office/drawing/2014/main" id="{1DA542D7-02BA-468F-8C1A-03445B01E75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45" name="Flowchart: Connector 14644">
                          <a:extLst>
                            <a:ext uri="{FF2B5EF4-FFF2-40B4-BE49-F238E27FC236}">
                              <a16:creationId xmlns:a16="http://schemas.microsoft.com/office/drawing/2014/main" id="{E8214A85-1F8C-4251-AD49-54CE8CFB7F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46" name="Flowchart: Connector 14645">
                          <a:extLst>
                            <a:ext uri="{FF2B5EF4-FFF2-40B4-BE49-F238E27FC236}">
                              <a16:creationId xmlns:a16="http://schemas.microsoft.com/office/drawing/2014/main" id="{35DD25C3-5018-44A5-986F-C79B1542B15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47" name="Flowchart: Connector 14646">
                          <a:extLst>
                            <a:ext uri="{FF2B5EF4-FFF2-40B4-BE49-F238E27FC236}">
                              <a16:creationId xmlns:a16="http://schemas.microsoft.com/office/drawing/2014/main" id="{2D8BB131-995C-454D-BF35-555D1EEACAB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48" name="Flowchart: Connector 14647">
                          <a:extLst>
                            <a:ext uri="{FF2B5EF4-FFF2-40B4-BE49-F238E27FC236}">
                              <a16:creationId xmlns:a16="http://schemas.microsoft.com/office/drawing/2014/main" id="{2DEFBDDD-CA6D-44FB-8BAD-B7217FAA117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49" name="Flowchart: Connector 14648">
                          <a:extLst>
                            <a:ext uri="{FF2B5EF4-FFF2-40B4-BE49-F238E27FC236}">
                              <a16:creationId xmlns:a16="http://schemas.microsoft.com/office/drawing/2014/main" id="{86127D61-D4BE-4A2E-BF98-C35DC23954B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50" name="Flowchart: Connector 14649">
                          <a:extLst>
                            <a:ext uri="{FF2B5EF4-FFF2-40B4-BE49-F238E27FC236}">
                              <a16:creationId xmlns:a16="http://schemas.microsoft.com/office/drawing/2014/main" id="{EBC291A7-3234-4E4F-A785-372EAC31C7C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51" name="Flowchart: Connector 14650">
                          <a:extLst>
                            <a:ext uri="{FF2B5EF4-FFF2-40B4-BE49-F238E27FC236}">
                              <a16:creationId xmlns:a16="http://schemas.microsoft.com/office/drawing/2014/main" id="{DF4E4C94-AF01-4720-888D-AAEF6A9C96F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652" name="3D Model 14651" descr="Sphere">
                              <a:extLst>
                                <a:ext uri="{FF2B5EF4-FFF2-40B4-BE49-F238E27FC236}">
                                  <a16:creationId xmlns:a16="http://schemas.microsoft.com/office/drawing/2014/main" id="{066B6A51-6124-4DA2-B947-4F1D8BDA185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7995543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653" name="Flowchart: Connector 14652">
                          <a:extLst>
                            <a:ext uri="{FF2B5EF4-FFF2-40B4-BE49-F238E27FC236}">
                              <a16:creationId xmlns:a16="http://schemas.microsoft.com/office/drawing/2014/main" id="{D0D9377C-737D-4BEF-86EF-B6E8216A982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654" name="3D Model 14653" descr="Sphere">
                              <a:extLst>
                                <a:ext uri="{FF2B5EF4-FFF2-40B4-BE49-F238E27FC236}">
                                  <a16:creationId xmlns:a16="http://schemas.microsoft.com/office/drawing/2014/main" id="{62A35026-D388-4769-80B4-D6182267C5C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9487260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655" name="Flowchart: Connector 14654">
                          <a:extLst>
                            <a:ext uri="{FF2B5EF4-FFF2-40B4-BE49-F238E27FC236}">
                              <a16:creationId xmlns:a16="http://schemas.microsoft.com/office/drawing/2014/main" id="{D924D2AB-4554-4F8B-BF59-6FD1966F2C4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656" name="3D Model 14655" descr="Sphere">
                              <a:extLst>
                                <a:ext uri="{FF2B5EF4-FFF2-40B4-BE49-F238E27FC236}">
                                  <a16:creationId xmlns:a16="http://schemas.microsoft.com/office/drawing/2014/main" id="{7EE6F0D9-AD5F-4196-99FE-B4B46D74036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3374254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657" name="Flowchart: Connector 14656">
                          <a:extLst>
                            <a:ext uri="{FF2B5EF4-FFF2-40B4-BE49-F238E27FC236}">
                              <a16:creationId xmlns:a16="http://schemas.microsoft.com/office/drawing/2014/main" id="{5D25CDF8-DE42-4901-ACAE-9A9EB9B1FEB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658" name="3D Model 14657" descr="Sphere">
                              <a:extLst>
                                <a:ext uri="{FF2B5EF4-FFF2-40B4-BE49-F238E27FC236}">
                                  <a16:creationId xmlns:a16="http://schemas.microsoft.com/office/drawing/2014/main" id="{577520D7-B577-4F87-9E06-F1CA22D1246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4562318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613" name="Group 14612">
                        <a:extLst>
                          <a:ext uri="{FF2B5EF4-FFF2-40B4-BE49-F238E27FC236}">
                            <a16:creationId xmlns:a16="http://schemas.microsoft.com/office/drawing/2014/main" id="{9747951B-E263-4121-9832-C8379055AE9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4629" name="Flowchart: Connector 14628">
                          <a:extLst>
                            <a:ext uri="{FF2B5EF4-FFF2-40B4-BE49-F238E27FC236}">
                              <a16:creationId xmlns:a16="http://schemas.microsoft.com/office/drawing/2014/main" id="{423B6001-4EB7-4FC2-A960-3B8C7FF140C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30" name="Flowchart: Connector 14629">
                          <a:extLst>
                            <a:ext uri="{FF2B5EF4-FFF2-40B4-BE49-F238E27FC236}">
                              <a16:creationId xmlns:a16="http://schemas.microsoft.com/office/drawing/2014/main" id="{3F2E3897-7249-44C1-B38A-12E344431BF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31" name="Flowchart: Connector 14630">
                          <a:extLst>
                            <a:ext uri="{FF2B5EF4-FFF2-40B4-BE49-F238E27FC236}">
                              <a16:creationId xmlns:a16="http://schemas.microsoft.com/office/drawing/2014/main" id="{D6254CCB-1F7E-4C59-A27E-08FF9149D95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32" name="Flowchart: Connector 14631">
                          <a:extLst>
                            <a:ext uri="{FF2B5EF4-FFF2-40B4-BE49-F238E27FC236}">
                              <a16:creationId xmlns:a16="http://schemas.microsoft.com/office/drawing/2014/main" id="{94C7951F-D211-46C1-B73D-D5E2768BCD5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33" name="Flowchart: Connector 14632">
                          <a:extLst>
                            <a:ext uri="{FF2B5EF4-FFF2-40B4-BE49-F238E27FC236}">
                              <a16:creationId xmlns:a16="http://schemas.microsoft.com/office/drawing/2014/main" id="{FD283E53-C7F5-400B-8D5F-9FFA6083E17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34" name="Flowchart: Connector 14633">
                          <a:extLst>
                            <a:ext uri="{FF2B5EF4-FFF2-40B4-BE49-F238E27FC236}">
                              <a16:creationId xmlns:a16="http://schemas.microsoft.com/office/drawing/2014/main" id="{32876C07-CA84-4948-8CCA-E58218652C8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35" name="Flowchart: Connector 14634">
                          <a:extLst>
                            <a:ext uri="{FF2B5EF4-FFF2-40B4-BE49-F238E27FC236}">
                              <a16:creationId xmlns:a16="http://schemas.microsoft.com/office/drawing/2014/main" id="{D416EB15-9622-48E7-B1A3-8058B1A8754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636" name="Flowchart: Connector 14635">
                          <a:extLst>
                            <a:ext uri="{FF2B5EF4-FFF2-40B4-BE49-F238E27FC236}">
                              <a16:creationId xmlns:a16="http://schemas.microsoft.com/office/drawing/2014/main" id="{F4E402B8-530C-4705-948E-4C44350CE1D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637" name="3D Model 14636" descr="Sphere">
                              <a:extLst>
                                <a:ext uri="{FF2B5EF4-FFF2-40B4-BE49-F238E27FC236}">
                                  <a16:creationId xmlns:a16="http://schemas.microsoft.com/office/drawing/2014/main" id="{53C9022F-5CA6-4DD4-8D75-A8DF4191C7B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2589330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638" name="Flowchart: Connector 14637">
                          <a:extLst>
                            <a:ext uri="{FF2B5EF4-FFF2-40B4-BE49-F238E27FC236}">
                              <a16:creationId xmlns:a16="http://schemas.microsoft.com/office/drawing/2014/main" id="{913FA42F-5643-452D-8525-96DD117C863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639" name="3D Model 14638" descr="Sphere">
                              <a:extLst>
                                <a:ext uri="{FF2B5EF4-FFF2-40B4-BE49-F238E27FC236}">
                                  <a16:creationId xmlns:a16="http://schemas.microsoft.com/office/drawing/2014/main" id="{B36FC8B0-4C25-48E1-ABC7-91EBCAECC59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2711992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640" name="Flowchart: Connector 14639">
                          <a:extLst>
                            <a:ext uri="{FF2B5EF4-FFF2-40B4-BE49-F238E27FC236}">
                              <a16:creationId xmlns:a16="http://schemas.microsoft.com/office/drawing/2014/main" id="{3FCC1F3A-53DA-4B55-8745-D038E6B3631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641" name="3D Model 14640" descr="Sphere">
                              <a:extLst>
                                <a:ext uri="{FF2B5EF4-FFF2-40B4-BE49-F238E27FC236}">
                                  <a16:creationId xmlns:a16="http://schemas.microsoft.com/office/drawing/2014/main" id="{35397CF2-1AFF-453D-AAF1-DCEE4CDE937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8344108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642" name="Flowchart: Connector 14641">
                          <a:extLst>
                            <a:ext uri="{FF2B5EF4-FFF2-40B4-BE49-F238E27FC236}">
                              <a16:creationId xmlns:a16="http://schemas.microsoft.com/office/drawing/2014/main" id="{2F888CD9-083B-417F-96B3-19D1B61746D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643" name="3D Model 14642" descr="Sphere">
                              <a:extLst>
                                <a:ext uri="{FF2B5EF4-FFF2-40B4-BE49-F238E27FC236}">
                                  <a16:creationId xmlns:a16="http://schemas.microsoft.com/office/drawing/2014/main" id="{B2DAEC7D-E52A-4823-B810-D45EF34F1F2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0152001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4614" name="Flowchart: Connector 14613">
                        <a:extLst>
                          <a:ext uri="{FF2B5EF4-FFF2-40B4-BE49-F238E27FC236}">
                            <a16:creationId xmlns:a16="http://schemas.microsoft.com/office/drawing/2014/main" id="{B89E966D-F836-489D-81BE-611040ECF50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615" name="Flowchart: Connector 14614">
                        <a:extLst>
                          <a:ext uri="{FF2B5EF4-FFF2-40B4-BE49-F238E27FC236}">
                            <a16:creationId xmlns:a16="http://schemas.microsoft.com/office/drawing/2014/main" id="{BE605AC5-6EB1-44BC-BA74-08C42F948FA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616" name="Flowchart: Connector 14615">
                        <a:extLst>
                          <a:ext uri="{FF2B5EF4-FFF2-40B4-BE49-F238E27FC236}">
                            <a16:creationId xmlns:a16="http://schemas.microsoft.com/office/drawing/2014/main" id="{98A72E76-6310-4DC1-88A0-B902178A56E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617" name="Flowchart: Connector 14616">
                        <a:extLst>
                          <a:ext uri="{FF2B5EF4-FFF2-40B4-BE49-F238E27FC236}">
                            <a16:creationId xmlns:a16="http://schemas.microsoft.com/office/drawing/2014/main" id="{D6C00468-80DF-407B-9665-5093A1D85AD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618" name="Flowchart: Connector 14617">
                        <a:extLst>
                          <a:ext uri="{FF2B5EF4-FFF2-40B4-BE49-F238E27FC236}">
                            <a16:creationId xmlns:a16="http://schemas.microsoft.com/office/drawing/2014/main" id="{CD89971E-EC43-480B-89B3-671B03C837C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619" name="Flowchart: Connector 14618">
                        <a:extLst>
                          <a:ext uri="{FF2B5EF4-FFF2-40B4-BE49-F238E27FC236}">
                            <a16:creationId xmlns:a16="http://schemas.microsoft.com/office/drawing/2014/main" id="{B4460DF0-E810-4320-A240-A4B389E6481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620" name="Flowchart: Connector 14619">
                        <a:extLst>
                          <a:ext uri="{FF2B5EF4-FFF2-40B4-BE49-F238E27FC236}">
                            <a16:creationId xmlns:a16="http://schemas.microsoft.com/office/drawing/2014/main" id="{1B6F45F4-3EB1-4D2A-985F-853D94DFCDF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621" name="Flowchart: Connector 14620">
                        <a:extLst>
                          <a:ext uri="{FF2B5EF4-FFF2-40B4-BE49-F238E27FC236}">
                            <a16:creationId xmlns:a16="http://schemas.microsoft.com/office/drawing/2014/main" id="{73B70C9B-16F1-46AC-BF95-1AFC8370EF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622" name="3D Model 14621" descr="Sphere">
                            <a:extLst>
                              <a:ext uri="{FF2B5EF4-FFF2-40B4-BE49-F238E27FC236}">
                                <a16:creationId xmlns:a16="http://schemas.microsoft.com/office/drawing/2014/main" id="{2266B9F4-EC79-4A63-AC3C-06A7AD70171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36159943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623" name="Flowchart: Connector 14622">
                        <a:extLst>
                          <a:ext uri="{FF2B5EF4-FFF2-40B4-BE49-F238E27FC236}">
                            <a16:creationId xmlns:a16="http://schemas.microsoft.com/office/drawing/2014/main" id="{1120DBA4-B2DF-4AD1-B437-844356B2691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624" name="3D Model 14623" descr="Sphere">
                            <a:extLst>
                              <a:ext uri="{FF2B5EF4-FFF2-40B4-BE49-F238E27FC236}">
                                <a16:creationId xmlns:a16="http://schemas.microsoft.com/office/drawing/2014/main" id="{A36AA2D5-9F04-47E9-B68E-A7FFBC89B32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04429901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625" name="Flowchart: Connector 14624">
                        <a:extLst>
                          <a:ext uri="{FF2B5EF4-FFF2-40B4-BE49-F238E27FC236}">
                            <a16:creationId xmlns:a16="http://schemas.microsoft.com/office/drawing/2014/main" id="{3DFC4EA8-2643-4F45-8280-2A51A99C9C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626" name="3D Model 14625" descr="Sphere">
                            <a:extLst>
                              <a:ext uri="{FF2B5EF4-FFF2-40B4-BE49-F238E27FC236}">
                                <a16:creationId xmlns:a16="http://schemas.microsoft.com/office/drawing/2014/main" id="{5948E844-9002-4A74-9DE4-FF4574093CB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456297113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627" name="Flowchart: Connector 14626">
                        <a:extLst>
                          <a:ext uri="{FF2B5EF4-FFF2-40B4-BE49-F238E27FC236}">
                            <a16:creationId xmlns:a16="http://schemas.microsoft.com/office/drawing/2014/main" id="{6A5C919B-EFDF-4930-8D73-0F78A63BFF6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628" name="3D Model 14627" descr="Sphere">
                            <a:extLst>
                              <a:ext uri="{FF2B5EF4-FFF2-40B4-BE49-F238E27FC236}">
                                <a16:creationId xmlns:a16="http://schemas.microsoft.com/office/drawing/2014/main" id="{8E94912A-ABB7-4927-A713-5FBE9083D1B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76090326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4389" name="Group 14388">
                    <a:extLst>
                      <a:ext uri="{FF2B5EF4-FFF2-40B4-BE49-F238E27FC236}">
                        <a16:creationId xmlns:a16="http://schemas.microsoft.com/office/drawing/2014/main" id="{14618F8F-461A-4CC9-9708-0E475E7772AB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4606" name="Flowchart: Connector 14605">
                      <a:extLst>
                        <a:ext uri="{FF2B5EF4-FFF2-40B4-BE49-F238E27FC236}">
                          <a16:creationId xmlns:a16="http://schemas.microsoft.com/office/drawing/2014/main" id="{8A4B579A-BC8E-413D-8D27-441005F8D9E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607" name="Flowchart: Connector 14606">
                      <a:extLst>
                        <a:ext uri="{FF2B5EF4-FFF2-40B4-BE49-F238E27FC236}">
                          <a16:creationId xmlns:a16="http://schemas.microsoft.com/office/drawing/2014/main" id="{4B9350B7-BC40-4042-A861-835DB9E4574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608" name="Flowchart: Connector 14607">
                      <a:extLst>
                        <a:ext uri="{FF2B5EF4-FFF2-40B4-BE49-F238E27FC236}">
                          <a16:creationId xmlns:a16="http://schemas.microsoft.com/office/drawing/2014/main" id="{78DE2FA8-E38C-4972-A5CA-A592739C50A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4390" name="Flowchart: Connector 14389">
                    <a:extLst>
                      <a:ext uri="{FF2B5EF4-FFF2-40B4-BE49-F238E27FC236}">
                        <a16:creationId xmlns:a16="http://schemas.microsoft.com/office/drawing/2014/main" id="{B60C9613-C4C2-411A-85F8-40C5F7EF09F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4391" name="Flowchart: Connector 14390">
                    <a:extLst>
                      <a:ext uri="{FF2B5EF4-FFF2-40B4-BE49-F238E27FC236}">
                        <a16:creationId xmlns:a16="http://schemas.microsoft.com/office/drawing/2014/main" id="{CCD974F8-00F9-4D6B-9941-E4047EDB0DB7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4392" name="Group 14391">
                    <a:extLst>
                      <a:ext uri="{FF2B5EF4-FFF2-40B4-BE49-F238E27FC236}">
                        <a16:creationId xmlns:a16="http://schemas.microsoft.com/office/drawing/2014/main" id="{A2257702-3C63-41C7-BF26-FCCCCAC30C19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14603" name="Flowchart: Connector 14602">
                      <a:extLst>
                        <a:ext uri="{FF2B5EF4-FFF2-40B4-BE49-F238E27FC236}">
                          <a16:creationId xmlns:a16="http://schemas.microsoft.com/office/drawing/2014/main" id="{56C290A0-1C25-4CF9-9C41-43F0B4E680C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604" name="Flowchart: Connector 14603">
                      <a:extLst>
                        <a:ext uri="{FF2B5EF4-FFF2-40B4-BE49-F238E27FC236}">
                          <a16:creationId xmlns:a16="http://schemas.microsoft.com/office/drawing/2014/main" id="{1FFA1750-96EF-4856-961F-D392B867F79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605" name="Flowchart: Connector 14604">
                      <a:extLst>
                        <a:ext uri="{FF2B5EF4-FFF2-40B4-BE49-F238E27FC236}">
                          <a16:creationId xmlns:a16="http://schemas.microsoft.com/office/drawing/2014/main" id="{55EE007D-1A32-4394-B173-6CC5EB88EF1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4393" name="Group 14392">
                    <a:extLst>
                      <a:ext uri="{FF2B5EF4-FFF2-40B4-BE49-F238E27FC236}">
                        <a16:creationId xmlns:a16="http://schemas.microsoft.com/office/drawing/2014/main" id="{6169647D-EB2B-483A-9DEC-3AD90830F8E0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14538" name="Group 14537">
                      <a:extLst>
                        <a:ext uri="{FF2B5EF4-FFF2-40B4-BE49-F238E27FC236}">
                          <a16:creationId xmlns:a16="http://schemas.microsoft.com/office/drawing/2014/main" id="{472CEDED-7B0E-46EF-917C-5679BE1D55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14599" name="Flowchart: Connector 14598">
                        <a:extLst>
                          <a:ext uri="{FF2B5EF4-FFF2-40B4-BE49-F238E27FC236}">
                            <a16:creationId xmlns:a16="http://schemas.microsoft.com/office/drawing/2014/main" id="{18DCE11A-7F5C-49CB-B551-8DE188CFD02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600" name="Flowchart: Connector 14599">
                        <a:extLst>
                          <a:ext uri="{FF2B5EF4-FFF2-40B4-BE49-F238E27FC236}">
                            <a16:creationId xmlns:a16="http://schemas.microsoft.com/office/drawing/2014/main" id="{81AE6C1A-9618-40CA-8188-52AE7AA2F3F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601" name="Flowchart: Connector 14600">
                        <a:extLst>
                          <a:ext uri="{FF2B5EF4-FFF2-40B4-BE49-F238E27FC236}">
                            <a16:creationId xmlns:a16="http://schemas.microsoft.com/office/drawing/2014/main" id="{0D832EA7-3970-4820-A42B-C9BDC7CC47A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602" name="Flowchart: Connector 14601">
                        <a:extLst>
                          <a:ext uri="{FF2B5EF4-FFF2-40B4-BE49-F238E27FC236}">
                            <a16:creationId xmlns:a16="http://schemas.microsoft.com/office/drawing/2014/main" id="{38C5601A-9218-4055-8143-0FB5D121082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4539" name="Group 14538">
                      <a:extLst>
                        <a:ext uri="{FF2B5EF4-FFF2-40B4-BE49-F238E27FC236}">
                          <a16:creationId xmlns:a16="http://schemas.microsoft.com/office/drawing/2014/main" id="{0A3D433A-186F-4DEB-A488-650B51FB7D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14540" name="Group 14539">
                        <a:extLst>
                          <a:ext uri="{FF2B5EF4-FFF2-40B4-BE49-F238E27FC236}">
                            <a16:creationId xmlns:a16="http://schemas.microsoft.com/office/drawing/2014/main" id="{467F23C3-6A6E-4C9E-A8F7-9818618F97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4591" name="Flowchart: Connector 14590">
                          <a:extLst>
                            <a:ext uri="{FF2B5EF4-FFF2-40B4-BE49-F238E27FC236}">
                              <a16:creationId xmlns:a16="http://schemas.microsoft.com/office/drawing/2014/main" id="{4DCDFDA6-A286-4E8A-930D-22EC087432D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92" name="3D Model 14591" descr="Sphere">
                              <a:extLst>
                                <a:ext uri="{FF2B5EF4-FFF2-40B4-BE49-F238E27FC236}">
                                  <a16:creationId xmlns:a16="http://schemas.microsoft.com/office/drawing/2014/main" id="{60877BE9-DE7B-4C24-BD06-F3C9ED144F0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4782029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93" name="Flowchart: Connector 14592">
                          <a:extLst>
                            <a:ext uri="{FF2B5EF4-FFF2-40B4-BE49-F238E27FC236}">
                              <a16:creationId xmlns:a16="http://schemas.microsoft.com/office/drawing/2014/main" id="{03A1EB36-8A3B-43FC-9616-794B49DCEF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94" name="3D Model 14593" descr="Sphere">
                              <a:extLst>
                                <a:ext uri="{FF2B5EF4-FFF2-40B4-BE49-F238E27FC236}">
                                  <a16:creationId xmlns:a16="http://schemas.microsoft.com/office/drawing/2014/main" id="{05176487-A883-4E86-855A-E976E274515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3893157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95" name="Flowchart: Connector 14594">
                          <a:extLst>
                            <a:ext uri="{FF2B5EF4-FFF2-40B4-BE49-F238E27FC236}">
                              <a16:creationId xmlns:a16="http://schemas.microsoft.com/office/drawing/2014/main" id="{A877A6B2-9B22-4CDA-96B8-E30FC1DD927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96" name="3D Model 14595" descr="Sphere">
                              <a:extLst>
                                <a:ext uri="{FF2B5EF4-FFF2-40B4-BE49-F238E27FC236}">
                                  <a16:creationId xmlns:a16="http://schemas.microsoft.com/office/drawing/2014/main" id="{3361EE3A-5012-4758-9DAF-297FAB07F50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5053879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97" name="Flowchart: Connector 14596">
                          <a:extLst>
                            <a:ext uri="{FF2B5EF4-FFF2-40B4-BE49-F238E27FC236}">
                              <a16:creationId xmlns:a16="http://schemas.microsoft.com/office/drawing/2014/main" id="{42796E4A-2AB3-4568-8FE3-4FD975D453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98" name="3D Model 14597" descr="Sphere">
                              <a:extLst>
                                <a:ext uri="{FF2B5EF4-FFF2-40B4-BE49-F238E27FC236}">
                                  <a16:creationId xmlns:a16="http://schemas.microsoft.com/office/drawing/2014/main" id="{9EC0ED1B-3D42-4939-8755-659605F6F36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5714559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541" name="Group 14540">
                        <a:extLst>
                          <a:ext uri="{FF2B5EF4-FFF2-40B4-BE49-F238E27FC236}">
                            <a16:creationId xmlns:a16="http://schemas.microsoft.com/office/drawing/2014/main" id="{A2B43D7B-900D-4366-984C-B3A1B61A36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4575" name="Flowchart: Connector 14574">
                          <a:extLst>
                            <a:ext uri="{FF2B5EF4-FFF2-40B4-BE49-F238E27FC236}">
                              <a16:creationId xmlns:a16="http://schemas.microsoft.com/office/drawing/2014/main" id="{EECCABA1-8595-49FD-8C86-750A3045BC5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76" name="Flowchart: Connector 14575">
                          <a:extLst>
                            <a:ext uri="{FF2B5EF4-FFF2-40B4-BE49-F238E27FC236}">
                              <a16:creationId xmlns:a16="http://schemas.microsoft.com/office/drawing/2014/main" id="{33CF04D4-BFD8-48E6-AA03-788E0AD0F2D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77" name="Flowchart: Connector 14576">
                          <a:extLst>
                            <a:ext uri="{FF2B5EF4-FFF2-40B4-BE49-F238E27FC236}">
                              <a16:creationId xmlns:a16="http://schemas.microsoft.com/office/drawing/2014/main" id="{D65AF818-1229-427D-9688-BE46AC91B56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78" name="Flowchart: Connector 14577">
                          <a:extLst>
                            <a:ext uri="{FF2B5EF4-FFF2-40B4-BE49-F238E27FC236}">
                              <a16:creationId xmlns:a16="http://schemas.microsoft.com/office/drawing/2014/main" id="{66F2BB6F-1183-436F-B880-72C5B97CAF6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79" name="Flowchart: Connector 14578">
                          <a:extLst>
                            <a:ext uri="{FF2B5EF4-FFF2-40B4-BE49-F238E27FC236}">
                              <a16:creationId xmlns:a16="http://schemas.microsoft.com/office/drawing/2014/main" id="{85A2EF57-3EE6-45E8-9B2A-5F63A69CC7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80" name="Flowchart: Connector 14579">
                          <a:extLst>
                            <a:ext uri="{FF2B5EF4-FFF2-40B4-BE49-F238E27FC236}">
                              <a16:creationId xmlns:a16="http://schemas.microsoft.com/office/drawing/2014/main" id="{6D52C5C9-AD28-409A-A61A-94C01399DE4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81" name="Flowchart: Connector 14580">
                          <a:extLst>
                            <a:ext uri="{FF2B5EF4-FFF2-40B4-BE49-F238E27FC236}">
                              <a16:creationId xmlns:a16="http://schemas.microsoft.com/office/drawing/2014/main" id="{5F4FE3FC-4F2B-454B-B6BF-F867B920B06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82" name="Flowchart: Connector 14581">
                          <a:extLst>
                            <a:ext uri="{FF2B5EF4-FFF2-40B4-BE49-F238E27FC236}">
                              <a16:creationId xmlns:a16="http://schemas.microsoft.com/office/drawing/2014/main" id="{3352BDA9-1401-45D1-8D81-E89B40FD65C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83" name="Flowchart: Connector 14582">
                          <a:extLst>
                            <a:ext uri="{FF2B5EF4-FFF2-40B4-BE49-F238E27FC236}">
                              <a16:creationId xmlns:a16="http://schemas.microsoft.com/office/drawing/2014/main" id="{3A957108-A385-4CD0-A5CD-FC032117BDF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84" name="3D Model 14583" descr="Sphere">
                              <a:extLst>
                                <a:ext uri="{FF2B5EF4-FFF2-40B4-BE49-F238E27FC236}">
                                  <a16:creationId xmlns:a16="http://schemas.microsoft.com/office/drawing/2014/main" id="{C8486B1B-CA2F-44A9-85A1-6D736826974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6756236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85" name="Flowchart: Connector 14584">
                          <a:extLst>
                            <a:ext uri="{FF2B5EF4-FFF2-40B4-BE49-F238E27FC236}">
                              <a16:creationId xmlns:a16="http://schemas.microsoft.com/office/drawing/2014/main" id="{D7BD45A5-7B93-4B17-8611-DFC3A771928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86" name="3D Model 14585" descr="Sphere">
                              <a:extLst>
                                <a:ext uri="{FF2B5EF4-FFF2-40B4-BE49-F238E27FC236}">
                                  <a16:creationId xmlns:a16="http://schemas.microsoft.com/office/drawing/2014/main" id="{D11A9AE3-1929-40CE-97F0-7BEBF20BA3B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8718068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87" name="Flowchart: Connector 14586">
                          <a:extLst>
                            <a:ext uri="{FF2B5EF4-FFF2-40B4-BE49-F238E27FC236}">
                              <a16:creationId xmlns:a16="http://schemas.microsoft.com/office/drawing/2014/main" id="{9494C2C5-C887-4608-B781-47D6EF19C50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88" name="3D Model 14587" descr="Sphere">
                              <a:extLst>
                                <a:ext uri="{FF2B5EF4-FFF2-40B4-BE49-F238E27FC236}">
                                  <a16:creationId xmlns:a16="http://schemas.microsoft.com/office/drawing/2014/main" id="{BDA82D20-2282-4510-A647-15B080B1DAC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2108599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89" name="Flowchart: Connector 14588">
                          <a:extLst>
                            <a:ext uri="{FF2B5EF4-FFF2-40B4-BE49-F238E27FC236}">
                              <a16:creationId xmlns:a16="http://schemas.microsoft.com/office/drawing/2014/main" id="{B995352B-04D1-43F3-B2C8-F3DA43B89AF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90" name="3D Model 14589" descr="Sphere">
                              <a:extLst>
                                <a:ext uri="{FF2B5EF4-FFF2-40B4-BE49-F238E27FC236}">
                                  <a16:creationId xmlns:a16="http://schemas.microsoft.com/office/drawing/2014/main" id="{205217A1-0778-47A4-B16F-497F4B12095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8445295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542" name="Group 14541">
                        <a:extLst>
                          <a:ext uri="{FF2B5EF4-FFF2-40B4-BE49-F238E27FC236}">
                            <a16:creationId xmlns:a16="http://schemas.microsoft.com/office/drawing/2014/main" id="{84FA6678-2C8F-4DCF-8AD4-3CD61413030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4559" name="Flowchart: Connector 14558">
                          <a:extLst>
                            <a:ext uri="{FF2B5EF4-FFF2-40B4-BE49-F238E27FC236}">
                              <a16:creationId xmlns:a16="http://schemas.microsoft.com/office/drawing/2014/main" id="{8AA200E7-E10A-4843-8689-3F422DEFE0F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60" name="Flowchart: Connector 14559">
                          <a:extLst>
                            <a:ext uri="{FF2B5EF4-FFF2-40B4-BE49-F238E27FC236}">
                              <a16:creationId xmlns:a16="http://schemas.microsoft.com/office/drawing/2014/main" id="{80F990D6-34EF-4763-A13D-FE42CD730CA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61" name="Flowchart: Connector 14560">
                          <a:extLst>
                            <a:ext uri="{FF2B5EF4-FFF2-40B4-BE49-F238E27FC236}">
                              <a16:creationId xmlns:a16="http://schemas.microsoft.com/office/drawing/2014/main" id="{3A0935AD-B5E3-4233-839A-8A0885AE34C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62" name="Flowchart: Connector 14561">
                          <a:extLst>
                            <a:ext uri="{FF2B5EF4-FFF2-40B4-BE49-F238E27FC236}">
                              <a16:creationId xmlns:a16="http://schemas.microsoft.com/office/drawing/2014/main" id="{C454FAB0-0529-47A9-B961-63DB14AD28D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63" name="Flowchart: Connector 14562">
                          <a:extLst>
                            <a:ext uri="{FF2B5EF4-FFF2-40B4-BE49-F238E27FC236}">
                              <a16:creationId xmlns:a16="http://schemas.microsoft.com/office/drawing/2014/main" id="{821EF608-385E-40F6-A2E7-2EF6AA31D20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64" name="Flowchart: Connector 14563">
                          <a:extLst>
                            <a:ext uri="{FF2B5EF4-FFF2-40B4-BE49-F238E27FC236}">
                              <a16:creationId xmlns:a16="http://schemas.microsoft.com/office/drawing/2014/main" id="{0615C949-A8D9-4D0E-AF75-E1544B8D53A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65" name="Flowchart: Connector 14564">
                          <a:extLst>
                            <a:ext uri="{FF2B5EF4-FFF2-40B4-BE49-F238E27FC236}">
                              <a16:creationId xmlns:a16="http://schemas.microsoft.com/office/drawing/2014/main" id="{406F8352-3690-4804-A127-065692E01DF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66" name="Flowchart: Connector 14565">
                          <a:extLst>
                            <a:ext uri="{FF2B5EF4-FFF2-40B4-BE49-F238E27FC236}">
                              <a16:creationId xmlns:a16="http://schemas.microsoft.com/office/drawing/2014/main" id="{7A5A14EE-9228-4357-88D2-C6D191A227D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67" name="Flowchart: Connector 14566">
                          <a:extLst>
                            <a:ext uri="{FF2B5EF4-FFF2-40B4-BE49-F238E27FC236}">
                              <a16:creationId xmlns:a16="http://schemas.microsoft.com/office/drawing/2014/main" id="{37AC0772-88C5-4D67-808C-04FAB6A2C4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68" name="3D Model 14567" descr="Sphere">
                              <a:extLst>
                                <a:ext uri="{FF2B5EF4-FFF2-40B4-BE49-F238E27FC236}">
                                  <a16:creationId xmlns:a16="http://schemas.microsoft.com/office/drawing/2014/main" id="{68C46879-E153-4F6C-B9BC-B31F4537C2E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1559762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69" name="Flowchart: Connector 14568">
                          <a:extLst>
                            <a:ext uri="{FF2B5EF4-FFF2-40B4-BE49-F238E27FC236}">
                              <a16:creationId xmlns:a16="http://schemas.microsoft.com/office/drawing/2014/main" id="{6DEFC5C1-AA4A-4D7A-95F6-BB3BF9D01D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70" name="3D Model 14569" descr="Sphere">
                              <a:extLst>
                                <a:ext uri="{FF2B5EF4-FFF2-40B4-BE49-F238E27FC236}">
                                  <a16:creationId xmlns:a16="http://schemas.microsoft.com/office/drawing/2014/main" id="{0D9434B5-54F7-470F-97BE-5EDFB935F23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7302642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71" name="Flowchart: Connector 14570">
                          <a:extLst>
                            <a:ext uri="{FF2B5EF4-FFF2-40B4-BE49-F238E27FC236}">
                              <a16:creationId xmlns:a16="http://schemas.microsoft.com/office/drawing/2014/main" id="{A50CD8E8-5741-40C9-8AA2-653CB4661EB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72" name="3D Model 14571" descr="Sphere">
                              <a:extLst>
                                <a:ext uri="{FF2B5EF4-FFF2-40B4-BE49-F238E27FC236}">
                                  <a16:creationId xmlns:a16="http://schemas.microsoft.com/office/drawing/2014/main" id="{CC453A2C-E11B-405F-80D2-D10A0D306D5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9848084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73" name="Flowchart: Connector 14572">
                          <a:extLst>
                            <a:ext uri="{FF2B5EF4-FFF2-40B4-BE49-F238E27FC236}">
                              <a16:creationId xmlns:a16="http://schemas.microsoft.com/office/drawing/2014/main" id="{C7411FAB-C1D2-4845-82EC-1C11A71CFF0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74" name="3D Model 14573" descr="Sphere">
                              <a:extLst>
                                <a:ext uri="{FF2B5EF4-FFF2-40B4-BE49-F238E27FC236}">
                                  <a16:creationId xmlns:a16="http://schemas.microsoft.com/office/drawing/2014/main" id="{6A666C0E-D00D-4CF1-9105-A409DA348F7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3591754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4543" name="Flowchart: Connector 14542">
                        <a:extLst>
                          <a:ext uri="{FF2B5EF4-FFF2-40B4-BE49-F238E27FC236}">
                            <a16:creationId xmlns:a16="http://schemas.microsoft.com/office/drawing/2014/main" id="{05D60C3F-51AE-4FB0-B14E-5CA7F38D111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544" name="Flowchart: Connector 14543">
                        <a:extLst>
                          <a:ext uri="{FF2B5EF4-FFF2-40B4-BE49-F238E27FC236}">
                            <a16:creationId xmlns:a16="http://schemas.microsoft.com/office/drawing/2014/main" id="{624C31B7-EED0-4DE3-8D42-CF448830AC6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545" name="Flowchart: Connector 14544">
                        <a:extLst>
                          <a:ext uri="{FF2B5EF4-FFF2-40B4-BE49-F238E27FC236}">
                            <a16:creationId xmlns:a16="http://schemas.microsoft.com/office/drawing/2014/main" id="{3CBC982F-EFD6-400D-8B53-AC0E43C3678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546" name="Flowchart: Connector 14545">
                        <a:extLst>
                          <a:ext uri="{FF2B5EF4-FFF2-40B4-BE49-F238E27FC236}">
                            <a16:creationId xmlns:a16="http://schemas.microsoft.com/office/drawing/2014/main" id="{89876E5B-5FD6-4EC3-8C5D-0F839371B0B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547" name="Flowchart: Connector 14546">
                        <a:extLst>
                          <a:ext uri="{FF2B5EF4-FFF2-40B4-BE49-F238E27FC236}">
                            <a16:creationId xmlns:a16="http://schemas.microsoft.com/office/drawing/2014/main" id="{7B80F646-DA1C-4A9A-B5CD-E846285BB9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548" name="Flowchart: Connector 14547">
                        <a:extLst>
                          <a:ext uri="{FF2B5EF4-FFF2-40B4-BE49-F238E27FC236}">
                            <a16:creationId xmlns:a16="http://schemas.microsoft.com/office/drawing/2014/main" id="{4206787A-A490-4BC7-BB68-47732CF31A1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549" name="Flowchart: Connector 14548">
                        <a:extLst>
                          <a:ext uri="{FF2B5EF4-FFF2-40B4-BE49-F238E27FC236}">
                            <a16:creationId xmlns:a16="http://schemas.microsoft.com/office/drawing/2014/main" id="{362AF9C1-20B6-4384-AD94-DFA96E4167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550" name="Flowchart: Connector 14549">
                        <a:extLst>
                          <a:ext uri="{FF2B5EF4-FFF2-40B4-BE49-F238E27FC236}">
                            <a16:creationId xmlns:a16="http://schemas.microsoft.com/office/drawing/2014/main" id="{23FCACE1-26F0-499F-B4D4-9FD533D0739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551" name="Flowchart: Connector 14550">
                        <a:extLst>
                          <a:ext uri="{FF2B5EF4-FFF2-40B4-BE49-F238E27FC236}">
                            <a16:creationId xmlns:a16="http://schemas.microsoft.com/office/drawing/2014/main" id="{53028009-C6B6-4FF0-A3CB-DD2B5C90A36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552" name="3D Model 14551" descr="Sphere">
                            <a:extLst>
                              <a:ext uri="{FF2B5EF4-FFF2-40B4-BE49-F238E27FC236}">
                                <a16:creationId xmlns:a16="http://schemas.microsoft.com/office/drawing/2014/main" id="{43B59805-C135-45A0-9993-662624210CB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64280795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553" name="Flowchart: Connector 14552">
                        <a:extLst>
                          <a:ext uri="{FF2B5EF4-FFF2-40B4-BE49-F238E27FC236}">
                            <a16:creationId xmlns:a16="http://schemas.microsoft.com/office/drawing/2014/main" id="{C21E0A5E-216A-4286-881A-914B5B4F1A8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554" name="3D Model 14553" descr="Sphere">
                            <a:extLst>
                              <a:ext uri="{FF2B5EF4-FFF2-40B4-BE49-F238E27FC236}">
                                <a16:creationId xmlns:a16="http://schemas.microsoft.com/office/drawing/2014/main" id="{7E83BFC6-73DC-4A73-8B92-EA451064C5E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9291320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555" name="Flowchart: Connector 14554">
                        <a:extLst>
                          <a:ext uri="{FF2B5EF4-FFF2-40B4-BE49-F238E27FC236}">
                            <a16:creationId xmlns:a16="http://schemas.microsoft.com/office/drawing/2014/main" id="{3156776C-6447-4C0B-A2AC-00668B0BF44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556" name="3D Model 14555" descr="Sphere">
                            <a:extLst>
                              <a:ext uri="{FF2B5EF4-FFF2-40B4-BE49-F238E27FC236}">
                                <a16:creationId xmlns:a16="http://schemas.microsoft.com/office/drawing/2014/main" id="{0B7BB502-B7F6-4FC0-B7CD-1163203B341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12509001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557" name="Flowchart: Connector 14556">
                        <a:extLst>
                          <a:ext uri="{FF2B5EF4-FFF2-40B4-BE49-F238E27FC236}">
                            <a16:creationId xmlns:a16="http://schemas.microsoft.com/office/drawing/2014/main" id="{9D49209A-52DB-4ED7-8D85-5029133E82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558" name="3D Model 14557" descr="Sphere">
                            <a:extLst>
                              <a:ext uri="{FF2B5EF4-FFF2-40B4-BE49-F238E27FC236}">
                                <a16:creationId xmlns:a16="http://schemas.microsoft.com/office/drawing/2014/main" id="{B25B60B1-FD42-4159-A866-8B3D37CCC87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15731998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4394" name="Group 14393">
                    <a:extLst>
                      <a:ext uri="{FF2B5EF4-FFF2-40B4-BE49-F238E27FC236}">
                        <a16:creationId xmlns:a16="http://schemas.microsoft.com/office/drawing/2014/main" id="{C884AAC8-6F33-4466-A334-0FC396CB2ACC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4535" name="Flowchart: Connector 14534">
                      <a:extLst>
                        <a:ext uri="{FF2B5EF4-FFF2-40B4-BE49-F238E27FC236}">
                          <a16:creationId xmlns:a16="http://schemas.microsoft.com/office/drawing/2014/main" id="{63B51A12-748B-46F4-BAD8-6B622C8B572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536" name="Flowchart: Connector 14535">
                      <a:extLst>
                        <a:ext uri="{FF2B5EF4-FFF2-40B4-BE49-F238E27FC236}">
                          <a16:creationId xmlns:a16="http://schemas.microsoft.com/office/drawing/2014/main" id="{C117247A-E30C-4C2B-A1DB-30589E15447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537" name="Flowchart: Connector 14536">
                      <a:extLst>
                        <a:ext uri="{FF2B5EF4-FFF2-40B4-BE49-F238E27FC236}">
                          <a16:creationId xmlns:a16="http://schemas.microsoft.com/office/drawing/2014/main" id="{C7CE9946-4085-4C38-8EF7-C36E57BB3FB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4395" name="Flowchart: Connector 14394">
                    <a:extLst>
                      <a:ext uri="{FF2B5EF4-FFF2-40B4-BE49-F238E27FC236}">
                        <a16:creationId xmlns:a16="http://schemas.microsoft.com/office/drawing/2014/main" id="{C7F50F34-3A83-4B7F-A1FD-4A024CDC791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4396" name="Flowchart: Connector 14395">
                    <a:extLst>
                      <a:ext uri="{FF2B5EF4-FFF2-40B4-BE49-F238E27FC236}">
                        <a16:creationId xmlns:a16="http://schemas.microsoft.com/office/drawing/2014/main" id="{FC714BC1-6B51-43DF-BF8D-B611113F1F2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4397" name="Group 14396">
                    <a:extLst>
                      <a:ext uri="{FF2B5EF4-FFF2-40B4-BE49-F238E27FC236}">
                        <a16:creationId xmlns:a16="http://schemas.microsoft.com/office/drawing/2014/main" id="{8457420D-C246-4575-BCE6-A3ECEF4FFA98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14532" name="Flowchart: Connector 14531">
                      <a:extLst>
                        <a:ext uri="{FF2B5EF4-FFF2-40B4-BE49-F238E27FC236}">
                          <a16:creationId xmlns:a16="http://schemas.microsoft.com/office/drawing/2014/main" id="{1A1D4055-BFBE-49BF-9E7F-7E60BE55B78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533" name="Flowchart: Connector 14532">
                      <a:extLst>
                        <a:ext uri="{FF2B5EF4-FFF2-40B4-BE49-F238E27FC236}">
                          <a16:creationId xmlns:a16="http://schemas.microsoft.com/office/drawing/2014/main" id="{9102B457-FE23-4581-A234-814896B85A5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534" name="Flowchart: Connector 14533">
                      <a:extLst>
                        <a:ext uri="{FF2B5EF4-FFF2-40B4-BE49-F238E27FC236}">
                          <a16:creationId xmlns:a16="http://schemas.microsoft.com/office/drawing/2014/main" id="{02B0EB25-B81F-4588-A24A-55C561B44AF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4398" name="Group 14397">
                    <a:extLst>
                      <a:ext uri="{FF2B5EF4-FFF2-40B4-BE49-F238E27FC236}">
                        <a16:creationId xmlns:a16="http://schemas.microsoft.com/office/drawing/2014/main" id="{ED0BA12B-E64D-4C8B-BD93-FD34E7B88EF2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14467" name="Group 14466">
                      <a:extLst>
                        <a:ext uri="{FF2B5EF4-FFF2-40B4-BE49-F238E27FC236}">
                          <a16:creationId xmlns:a16="http://schemas.microsoft.com/office/drawing/2014/main" id="{F19FDD27-060D-4CB6-95AC-A8A1A952AC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14528" name="Flowchart: Connector 14527">
                        <a:extLst>
                          <a:ext uri="{FF2B5EF4-FFF2-40B4-BE49-F238E27FC236}">
                            <a16:creationId xmlns:a16="http://schemas.microsoft.com/office/drawing/2014/main" id="{596F483F-EF9B-4171-96CD-88C40EA82C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529" name="Flowchart: Connector 14528">
                        <a:extLst>
                          <a:ext uri="{FF2B5EF4-FFF2-40B4-BE49-F238E27FC236}">
                            <a16:creationId xmlns:a16="http://schemas.microsoft.com/office/drawing/2014/main" id="{AD198196-723D-4C9E-BB78-BAE3AEAB29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530" name="Flowchart: Connector 14529">
                        <a:extLst>
                          <a:ext uri="{FF2B5EF4-FFF2-40B4-BE49-F238E27FC236}">
                            <a16:creationId xmlns:a16="http://schemas.microsoft.com/office/drawing/2014/main" id="{17DEBC14-BBB3-4304-A52A-8C27A6C3DC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531" name="Flowchart: Connector 14530">
                        <a:extLst>
                          <a:ext uri="{FF2B5EF4-FFF2-40B4-BE49-F238E27FC236}">
                            <a16:creationId xmlns:a16="http://schemas.microsoft.com/office/drawing/2014/main" id="{954F149D-7939-4C99-9426-AE4B50C8E3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4468" name="Group 14467">
                      <a:extLst>
                        <a:ext uri="{FF2B5EF4-FFF2-40B4-BE49-F238E27FC236}">
                          <a16:creationId xmlns:a16="http://schemas.microsoft.com/office/drawing/2014/main" id="{5B635967-C439-4B39-98DC-AD2796552A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14469" name="Group 14468">
                        <a:extLst>
                          <a:ext uri="{FF2B5EF4-FFF2-40B4-BE49-F238E27FC236}">
                            <a16:creationId xmlns:a16="http://schemas.microsoft.com/office/drawing/2014/main" id="{6D72F64B-E940-4B96-8E23-C5D6F21D6A3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4520" name="Flowchart: Connector 14519">
                          <a:extLst>
                            <a:ext uri="{FF2B5EF4-FFF2-40B4-BE49-F238E27FC236}">
                              <a16:creationId xmlns:a16="http://schemas.microsoft.com/office/drawing/2014/main" id="{56D9A799-067F-4B0A-B43A-DD3004AB87C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21" name="3D Model 14520" descr="Sphere">
                              <a:extLst>
                                <a:ext uri="{FF2B5EF4-FFF2-40B4-BE49-F238E27FC236}">
                                  <a16:creationId xmlns:a16="http://schemas.microsoft.com/office/drawing/2014/main" id="{6DE4BE26-59CB-46B8-9444-51D14FDD672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1242670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22" name="Flowchart: Connector 14521">
                          <a:extLst>
                            <a:ext uri="{FF2B5EF4-FFF2-40B4-BE49-F238E27FC236}">
                              <a16:creationId xmlns:a16="http://schemas.microsoft.com/office/drawing/2014/main" id="{859717EA-2D6A-4714-94CB-C2D6EF81F4D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23" name="3D Model 14522" descr="Sphere">
                              <a:extLst>
                                <a:ext uri="{FF2B5EF4-FFF2-40B4-BE49-F238E27FC236}">
                                  <a16:creationId xmlns:a16="http://schemas.microsoft.com/office/drawing/2014/main" id="{7901ACBF-B712-420D-B2EE-24209FB3160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9528017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24" name="Flowchart: Connector 14523">
                          <a:extLst>
                            <a:ext uri="{FF2B5EF4-FFF2-40B4-BE49-F238E27FC236}">
                              <a16:creationId xmlns:a16="http://schemas.microsoft.com/office/drawing/2014/main" id="{75ACEC5C-843C-4453-9C34-769614B6EEB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25" name="3D Model 14524" descr="Sphere">
                              <a:extLst>
                                <a:ext uri="{FF2B5EF4-FFF2-40B4-BE49-F238E27FC236}">
                                  <a16:creationId xmlns:a16="http://schemas.microsoft.com/office/drawing/2014/main" id="{9219DEE6-1CC2-4A21-AF62-6F9F0EBEB1C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3568929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26" name="Flowchart: Connector 14525">
                          <a:extLst>
                            <a:ext uri="{FF2B5EF4-FFF2-40B4-BE49-F238E27FC236}">
                              <a16:creationId xmlns:a16="http://schemas.microsoft.com/office/drawing/2014/main" id="{AA7F76F0-D789-486D-BC37-49D056B6AB2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27" name="3D Model 14526" descr="Sphere">
                              <a:extLst>
                                <a:ext uri="{FF2B5EF4-FFF2-40B4-BE49-F238E27FC236}">
                                  <a16:creationId xmlns:a16="http://schemas.microsoft.com/office/drawing/2014/main" id="{F00898FB-D602-456A-AD9F-6CBC382F984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0433830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470" name="Group 14469">
                        <a:extLst>
                          <a:ext uri="{FF2B5EF4-FFF2-40B4-BE49-F238E27FC236}">
                            <a16:creationId xmlns:a16="http://schemas.microsoft.com/office/drawing/2014/main" id="{B5ECBECC-AD91-4057-848B-83EC5499A7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4504" name="Flowchart: Connector 14503">
                          <a:extLst>
                            <a:ext uri="{FF2B5EF4-FFF2-40B4-BE49-F238E27FC236}">
                              <a16:creationId xmlns:a16="http://schemas.microsoft.com/office/drawing/2014/main" id="{92957117-0C86-4929-80B1-8079A0C16E2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05" name="Flowchart: Connector 14504">
                          <a:extLst>
                            <a:ext uri="{FF2B5EF4-FFF2-40B4-BE49-F238E27FC236}">
                              <a16:creationId xmlns:a16="http://schemas.microsoft.com/office/drawing/2014/main" id="{6116AAAE-343D-40F5-B45D-1905B4FF510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06" name="Flowchart: Connector 14505">
                          <a:extLst>
                            <a:ext uri="{FF2B5EF4-FFF2-40B4-BE49-F238E27FC236}">
                              <a16:creationId xmlns:a16="http://schemas.microsoft.com/office/drawing/2014/main" id="{138D008C-779F-4BB9-B7EA-BE0126C48D3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07" name="Flowchart: Connector 14506">
                          <a:extLst>
                            <a:ext uri="{FF2B5EF4-FFF2-40B4-BE49-F238E27FC236}">
                              <a16:creationId xmlns:a16="http://schemas.microsoft.com/office/drawing/2014/main" id="{8E3747AA-65EE-404B-9C8F-14FA038BE5C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08" name="Flowchart: Connector 14507">
                          <a:extLst>
                            <a:ext uri="{FF2B5EF4-FFF2-40B4-BE49-F238E27FC236}">
                              <a16:creationId xmlns:a16="http://schemas.microsoft.com/office/drawing/2014/main" id="{11484FD8-D2A4-4139-ADB6-7DCE9B9565C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09" name="Flowchart: Connector 14508">
                          <a:extLst>
                            <a:ext uri="{FF2B5EF4-FFF2-40B4-BE49-F238E27FC236}">
                              <a16:creationId xmlns:a16="http://schemas.microsoft.com/office/drawing/2014/main" id="{E1C1586D-D83F-48D7-8079-FBDF1415654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10" name="Flowchart: Connector 14509">
                          <a:extLst>
                            <a:ext uri="{FF2B5EF4-FFF2-40B4-BE49-F238E27FC236}">
                              <a16:creationId xmlns:a16="http://schemas.microsoft.com/office/drawing/2014/main" id="{938DE55F-C4D5-4DDD-A174-D658D5B88AD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11" name="Flowchart: Connector 14510">
                          <a:extLst>
                            <a:ext uri="{FF2B5EF4-FFF2-40B4-BE49-F238E27FC236}">
                              <a16:creationId xmlns:a16="http://schemas.microsoft.com/office/drawing/2014/main" id="{146446B0-CDCE-48D8-85A0-8D3702B48BD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512" name="Flowchart: Connector 14511">
                          <a:extLst>
                            <a:ext uri="{FF2B5EF4-FFF2-40B4-BE49-F238E27FC236}">
                              <a16:creationId xmlns:a16="http://schemas.microsoft.com/office/drawing/2014/main" id="{4D3726A7-EEC5-45C2-9005-13BB3C3BF79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13" name="3D Model 14512" descr="Sphere">
                              <a:extLst>
                                <a:ext uri="{FF2B5EF4-FFF2-40B4-BE49-F238E27FC236}">
                                  <a16:creationId xmlns:a16="http://schemas.microsoft.com/office/drawing/2014/main" id="{4E04BC60-B887-43A4-BF56-1C8AF1B23A3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7555883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14" name="Flowchart: Connector 14513">
                          <a:extLst>
                            <a:ext uri="{FF2B5EF4-FFF2-40B4-BE49-F238E27FC236}">
                              <a16:creationId xmlns:a16="http://schemas.microsoft.com/office/drawing/2014/main" id="{BC220CB1-BFAD-438A-9DBB-9BF388127B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15" name="3D Model 14514" descr="Sphere">
                              <a:extLst>
                                <a:ext uri="{FF2B5EF4-FFF2-40B4-BE49-F238E27FC236}">
                                  <a16:creationId xmlns:a16="http://schemas.microsoft.com/office/drawing/2014/main" id="{C494C630-0D0E-4EA9-8FFE-625FDF43361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891033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16" name="Flowchart: Connector 14515">
                          <a:extLst>
                            <a:ext uri="{FF2B5EF4-FFF2-40B4-BE49-F238E27FC236}">
                              <a16:creationId xmlns:a16="http://schemas.microsoft.com/office/drawing/2014/main" id="{8E84D7AC-428E-4290-AC37-42561C8745B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17" name="3D Model 14516" descr="Sphere">
                              <a:extLst>
                                <a:ext uri="{FF2B5EF4-FFF2-40B4-BE49-F238E27FC236}">
                                  <a16:creationId xmlns:a16="http://schemas.microsoft.com/office/drawing/2014/main" id="{0B604995-4F40-4F61-B7E2-1F13336B141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3748248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18" name="Flowchart: Connector 14517">
                          <a:extLst>
                            <a:ext uri="{FF2B5EF4-FFF2-40B4-BE49-F238E27FC236}">
                              <a16:creationId xmlns:a16="http://schemas.microsoft.com/office/drawing/2014/main" id="{CB6E753F-8B9A-4BE2-AC0F-C103B82F349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19" name="3D Model 14518" descr="Sphere">
                              <a:extLst>
                                <a:ext uri="{FF2B5EF4-FFF2-40B4-BE49-F238E27FC236}">
                                  <a16:creationId xmlns:a16="http://schemas.microsoft.com/office/drawing/2014/main" id="{53789185-B5F6-4887-A066-DA87E681D0B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4688671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471" name="Group 14470">
                        <a:extLst>
                          <a:ext uri="{FF2B5EF4-FFF2-40B4-BE49-F238E27FC236}">
                            <a16:creationId xmlns:a16="http://schemas.microsoft.com/office/drawing/2014/main" id="{2AF74160-5244-439F-887B-CB9D0644B0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4488" name="Flowchart: Connector 14487">
                          <a:extLst>
                            <a:ext uri="{FF2B5EF4-FFF2-40B4-BE49-F238E27FC236}">
                              <a16:creationId xmlns:a16="http://schemas.microsoft.com/office/drawing/2014/main" id="{4ABA328D-3AA1-419A-A874-1EA96452B59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489" name="Flowchart: Connector 14488">
                          <a:extLst>
                            <a:ext uri="{FF2B5EF4-FFF2-40B4-BE49-F238E27FC236}">
                              <a16:creationId xmlns:a16="http://schemas.microsoft.com/office/drawing/2014/main" id="{950B35C6-7EA4-4A97-8191-F8CAB63532F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490" name="Flowchart: Connector 14489">
                          <a:extLst>
                            <a:ext uri="{FF2B5EF4-FFF2-40B4-BE49-F238E27FC236}">
                              <a16:creationId xmlns:a16="http://schemas.microsoft.com/office/drawing/2014/main" id="{3D777799-FD26-4130-9F48-BDBD98E7D1F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491" name="Flowchart: Connector 14490">
                          <a:extLst>
                            <a:ext uri="{FF2B5EF4-FFF2-40B4-BE49-F238E27FC236}">
                              <a16:creationId xmlns:a16="http://schemas.microsoft.com/office/drawing/2014/main" id="{1D416453-22EE-4AAE-B162-D2A8B490D37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492" name="Flowchart: Connector 14491">
                          <a:extLst>
                            <a:ext uri="{FF2B5EF4-FFF2-40B4-BE49-F238E27FC236}">
                              <a16:creationId xmlns:a16="http://schemas.microsoft.com/office/drawing/2014/main" id="{00AF383A-AFCE-4A80-B55D-7F5A779AF37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493" name="Flowchart: Connector 14492">
                          <a:extLst>
                            <a:ext uri="{FF2B5EF4-FFF2-40B4-BE49-F238E27FC236}">
                              <a16:creationId xmlns:a16="http://schemas.microsoft.com/office/drawing/2014/main" id="{3B6DCC35-9C25-4861-B7C3-31882526EAE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494" name="Flowchart: Connector 14493">
                          <a:extLst>
                            <a:ext uri="{FF2B5EF4-FFF2-40B4-BE49-F238E27FC236}">
                              <a16:creationId xmlns:a16="http://schemas.microsoft.com/office/drawing/2014/main" id="{CC7C34B0-0348-4595-AC47-6B8575AD919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495" name="Flowchart: Connector 14494">
                          <a:extLst>
                            <a:ext uri="{FF2B5EF4-FFF2-40B4-BE49-F238E27FC236}">
                              <a16:creationId xmlns:a16="http://schemas.microsoft.com/office/drawing/2014/main" id="{3AFD0EA8-C81D-423F-A15F-6E2441B93B7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496" name="Flowchart: Connector 14495">
                          <a:extLst>
                            <a:ext uri="{FF2B5EF4-FFF2-40B4-BE49-F238E27FC236}">
                              <a16:creationId xmlns:a16="http://schemas.microsoft.com/office/drawing/2014/main" id="{EA62D141-AFAA-4A10-89AC-6E333B37A32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497" name="3D Model 14496" descr="Sphere">
                              <a:extLst>
                                <a:ext uri="{FF2B5EF4-FFF2-40B4-BE49-F238E27FC236}">
                                  <a16:creationId xmlns:a16="http://schemas.microsoft.com/office/drawing/2014/main" id="{DF028B80-2D73-4F4C-84F8-094B1AB624A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7859707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498" name="Flowchart: Connector 14497">
                          <a:extLst>
                            <a:ext uri="{FF2B5EF4-FFF2-40B4-BE49-F238E27FC236}">
                              <a16:creationId xmlns:a16="http://schemas.microsoft.com/office/drawing/2014/main" id="{04B5536F-BD89-47D9-BB7F-0E425E040C6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499" name="3D Model 14498" descr="Sphere">
                              <a:extLst>
                                <a:ext uri="{FF2B5EF4-FFF2-40B4-BE49-F238E27FC236}">
                                  <a16:creationId xmlns:a16="http://schemas.microsoft.com/office/drawing/2014/main" id="{4FA206E6-C416-4659-AE0D-821237AEB2E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1801014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00" name="Flowchart: Connector 14499">
                          <a:extLst>
                            <a:ext uri="{FF2B5EF4-FFF2-40B4-BE49-F238E27FC236}">
                              <a16:creationId xmlns:a16="http://schemas.microsoft.com/office/drawing/2014/main" id="{2D094054-D192-4C4F-8619-170CCA3640B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01" name="3D Model 14500" descr="Sphere">
                              <a:extLst>
                                <a:ext uri="{FF2B5EF4-FFF2-40B4-BE49-F238E27FC236}">
                                  <a16:creationId xmlns:a16="http://schemas.microsoft.com/office/drawing/2014/main" id="{65FD5C93-FF2A-47B1-8AD1-6D2DB8890EE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2502580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502" name="Flowchart: Connector 14501">
                          <a:extLst>
                            <a:ext uri="{FF2B5EF4-FFF2-40B4-BE49-F238E27FC236}">
                              <a16:creationId xmlns:a16="http://schemas.microsoft.com/office/drawing/2014/main" id="{6CF97B6C-6D9D-4D2E-8A2B-65B1A81051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503" name="3D Model 14502" descr="Sphere">
                              <a:extLst>
                                <a:ext uri="{FF2B5EF4-FFF2-40B4-BE49-F238E27FC236}">
                                  <a16:creationId xmlns:a16="http://schemas.microsoft.com/office/drawing/2014/main" id="{0A87DE2C-2202-421A-8456-558CE72829D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6062745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4472" name="Flowchart: Connector 14471">
                        <a:extLst>
                          <a:ext uri="{FF2B5EF4-FFF2-40B4-BE49-F238E27FC236}">
                            <a16:creationId xmlns:a16="http://schemas.microsoft.com/office/drawing/2014/main" id="{7D8EDC0F-1CD3-4DE9-838D-FA2BC97B601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73" name="Flowchart: Connector 14472">
                        <a:extLst>
                          <a:ext uri="{FF2B5EF4-FFF2-40B4-BE49-F238E27FC236}">
                            <a16:creationId xmlns:a16="http://schemas.microsoft.com/office/drawing/2014/main" id="{5962713C-51F4-482E-98EC-2FC1A9D2905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74" name="Flowchart: Connector 14473">
                        <a:extLst>
                          <a:ext uri="{FF2B5EF4-FFF2-40B4-BE49-F238E27FC236}">
                            <a16:creationId xmlns:a16="http://schemas.microsoft.com/office/drawing/2014/main" id="{22449E43-6E0B-42F2-A7F9-C864CC54A68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75" name="Flowchart: Connector 14474">
                        <a:extLst>
                          <a:ext uri="{FF2B5EF4-FFF2-40B4-BE49-F238E27FC236}">
                            <a16:creationId xmlns:a16="http://schemas.microsoft.com/office/drawing/2014/main" id="{BDFA5BE4-5253-436F-B5C1-209C18401EB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76" name="Flowchart: Connector 14475">
                        <a:extLst>
                          <a:ext uri="{FF2B5EF4-FFF2-40B4-BE49-F238E27FC236}">
                            <a16:creationId xmlns:a16="http://schemas.microsoft.com/office/drawing/2014/main" id="{0F1629ED-6C7A-4018-85D6-32E14603AC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77" name="Flowchart: Connector 14476">
                        <a:extLst>
                          <a:ext uri="{FF2B5EF4-FFF2-40B4-BE49-F238E27FC236}">
                            <a16:creationId xmlns:a16="http://schemas.microsoft.com/office/drawing/2014/main" id="{63461BF4-0007-4377-94C7-4DB76670FBE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78" name="Flowchart: Connector 14477">
                        <a:extLst>
                          <a:ext uri="{FF2B5EF4-FFF2-40B4-BE49-F238E27FC236}">
                            <a16:creationId xmlns:a16="http://schemas.microsoft.com/office/drawing/2014/main" id="{01BBDFCA-347C-486F-9970-15AE1F1E4B3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79" name="Flowchart: Connector 14478">
                        <a:extLst>
                          <a:ext uri="{FF2B5EF4-FFF2-40B4-BE49-F238E27FC236}">
                            <a16:creationId xmlns:a16="http://schemas.microsoft.com/office/drawing/2014/main" id="{AB204781-2E18-4853-8ED3-611B93F2EAA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80" name="Flowchart: Connector 14479">
                        <a:extLst>
                          <a:ext uri="{FF2B5EF4-FFF2-40B4-BE49-F238E27FC236}">
                            <a16:creationId xmlns:a16="http://schemas.microsoft.com/office/drawing/2014/main" id="{D9228EBA-D719-49F6-932D-46016648DAE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81" name="3D Model 14480" descr="Sphere">
                            <a:extLst>
                              <a:ext uri="{FF2B5EF4-FFF2-40B4-BE49-F238E27FC236}">
                                <a16:creationId xmlns:a16="http://schemas.microsoft.com/office/drawing/2014/main" id="{CF555A55-0C9B-493D-9CF2-46BCF030140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96130279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482" name="Flowchart: Connector 14481">
                        <a:extLst>
                          <a:ext uri="{FF2B5EF4-FFF2-40B4-BE49-F238E27FC236}">
                            <a16:creationId xmlns:a16="http://schemas.microsoft.com/office/drawing/2014/main" id="{D2F9F107-1308-4705-B4CC-2983ECFCC9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83" name="3D Model 14482" descr="Sphere">
                            <a:extLst>
                              <a:ext uri="{FF2B5EF4-FFF2-40B4-BE49-F238E27FC236}">
                                <a16:creationId xmlns:a16="http://schemas.microsoft.com/office/drawing/2014/main" id="{473E3B20-CD01-496C-84CC-51756C82608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96976362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484" name="Flowchart: Connector 14483">
                        <a:extLst>
                          <a:ext uri="{FF2B5EF4-FFF2-40B4-BE49-F238E27FC236}">
                            <a16:creationId xmlns:a16="http://schemas.microsoft.com/office/drawing/2014/main" id="{778B725F-8837-4B25-B349-A2265A42801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85" name="3D Model 14484" descr="Sphere">
                            <a:extLst>
                              <a:ext uri="{FF2B5EF4-FFF2-40B4-BE49-F238E27FC236}">
                                <a16:creationId xmlns:a16="http://schemas.microsoft.com/office/drawing/2014/main" id="{E47691B7-7D5B-4B86-BFA3-FB4B5B24134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95398808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486" name="Flowchart: Connector 14485">
                        <a:extLst>
                          <a:ext uri="{FF2B5EF4-FFF2-40B4-BE49-F238E27FC236}">
                            <a16:creationId xmlns:a16="http://schemas.microsoft.com/office/drawing/2014/main" id="{343C98C0-FAB8-4E89-97AA-3A561FE212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87" name="3D Model 14486" descr="Sphere">
                            <a:extLst>
                              <a:ext uri="{FF2B5EF4-FFF2-40B4-BE49-F238E27FC236}">
                                <a16:creationId xmlns:a16="http://schemas.microsoft.com/office/drawing/2014/main" id="{6B1CD7CE-78A4-441C-B8EA-C1C80F9281D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96784649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4399" name="Flowchart: Connector 14398">
                    <a:extLst>
                      <a:ext uri="{FF2B5EF4-FFF2-40B4-BE49-F238E27FC236}">
                        <a16:creationId xmlns:a16="http://schemas.microsoft.com/office/drawing/2014/main" id="{456C7DD9-D79C-441E-807A-529651A1BFE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400" name="Flowchart: Connector 14399">
                    <a:extLst>
                      <a:ext uri="{FF2B5EF4-FFF2-40B4-BE49-F238E27FC236}">
                        <a16:creationId xmlns:a16="http://schemas.microsoft.com/office/drawing/2014/main" id="{27835C56-8C53-48B8-8C35-94A9C1235BE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401" name="Flowchart: Connector 14400">
                    <a:extLst>
                      <a:ext uri="{FF2B5EF4-FFF2-40B4-BE49-F238E27FC236}">
                        <a16:creationId xmlns:a16="http://schemas.microsoft.com/office/drawing/2014/main" id="{578D37C1-36F8-4EB8-B7DB-200A9E44550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402" name="Flowchart: Connector 14401">
                    <a:extLst>
                      <a:ext uri="{FF2B5EF4-FFF2-40B4-BE49-F238E27FC236}">
                        <a16:creationId xmlns:a16="http://schemas.microsoft.com/office/drawing/2014/main" id="{8458D3E2-706A-4647-9B2B-8CDEE861BB4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403" name="Flowchart: Connector 14402">
                    <a:extLst>
                      <a:ext uri="{FF2B5EF4-FFF2-40B4-BE49-F238E27FC236}">
                        <a16:creationId xmlns:a16="http://schemas.microsoft.com/office/drawing/2014/main" id="{16C1D74D-1D08-47E9-BA85-4B38F414BB2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404" name="Flowchart: Connector 14403">
                    <a:extLst>
                      <a:ext uri="{FF2B5EF4-FFF2-40B4-BE49-F238E27FC236}">
                        <a16:creationId xmlns:a16="http://schemas.microsoft.com/office/drawing/2014/main" id="{F361797B-FCD4-487E-853A-35D337EFEE1F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4405" name="Flowchart: Connector 14404">
                    <a:extLst>
                      <a:ext uri="{FF2B5EF4-FFF2-40B4-BE49-F238E27FC236}">
                        <a16:creationId xmlns:a16="http://schemas.microsoft.com/office/drawing/2014/main" id="{95D26816-BC0F-4E0D-9773-9084EB36AAC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406" name="Flowchart: Connector 14405">
                    <a:extLst>
                      <a:ext uri="{FF2B5EF4-FFF2-40B4-BE49-F238E27FC236}">
                        <a16:creationId xmlns:a16="http://schemas.microsoft.com/office/drawing/2014/main" id="{21D59834-60B2-4C6F-8852-A62EAD67779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14407" name="Group 14406">
                    <a:extLst>
                      <a:ext uri="{FF2B5EF4-FFF2-40B4-BE49-F238E27FC236}">
                        <a16:creationId xmlns:a16="http://schemas.microsoft.com/office/drawing/2014/main" id="{62802E1B-77B5-4719-9DFE-CA24A97700E2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14408" name="Group 14407">
                      <a:extLst>
                        <a:ext uri="{FF2B5EF4-FFF2-40B4-BE49-F238E27FC236}">
                          <a16:creationId xmlns:a16="http://schemas.microsoft.com/office/drawing/2014/main" id="{24A43C9E-6605-4780-BD8C-35BC651A7B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14459" name="Flowchart: Connector 14458">
                        <a:extLst>
                          <a:ext uri="{FF2B5EF4-FFF2-40B4-BE49-F238E27FC236}">
                            <a16:creationId xmlns:a16="http://schemas.microsoft.com/office/drawing/2014/main" id="{DBE7F9B9-1B8A-418B-956A-9C47F33126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60" name="3D Model 14459" descr="Sphere">
                            <a:extLst>
                              <a:ext uri="{FF2B5EF4-FFF2-40B4-BE49-F238E27FC236}">
                                <a16:creationId xmlns:a16="http://schemas.microsoft.com/office/drawing/2014/main" id="{870B46EE-A2AC-4398-8000-BA44BE0151C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75717887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461" name="Flowchart: Connector 14460">
                        <a:extLst>
                          <a:ext uri="{FF2B5EF4-FFF2-40B4-BE49-F238E27FC236}">
                            <a16:creationId xmlns:a16="http://schemas.microsoft.com/office/drawing/2014/main" id="{47B8AA0E-4EC9-40E3-9AF8-722234396C0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62" name="3D Model 14461" descr="Sphere">
                            <a:extLst>
                              <a:ext uri="{FF2B5EF4-FFF2-40B4-BE49-F238E27FC236}">
                                <a16:creationId xmlns:a16="http://schemas.microsoft.com/office/drawing/2014/main" id="{EC900501-84D0-4ABB-A2A2-323A8F123A8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7315732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463" name="Flowchart: Connector 14462">
                        <a:extLst>
                          <a:ext uri="{FF2B5EF4-FFF2-40B4-BE49-F238E27FC236}">
                            <a16:creationId xmlns:a16="http://schemas.microsoft.com/office/drawing/2014/main" id="{1A9DBC1B-BC6F-4950-813A-1B0B24365CD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64" name="3D Model 14463" descr="Sphere">
                            <a:extLst>
                              <a:ext uri="{FF2B5EF4-FFF2-40B4-BE49-F238E27FC236}">
                                <a16:creationId xmlns:a16="http://schemas.microsoft.com/office/drawing/2014/main" id="{87911EF7-41CC-41C1-BBA4-FAF4A56FBDA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40627634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465" name="Flowchart: Connector 14464">
                        <a:extLst>
                          <a:ext uri="{FF2B5EF4-FFF2-40B4-BE49-F238E27FC236}">
                            <a16:creationId xmlns:a16="http://schemas.microsoft.com/office/drawing/2014/main" id="{4D9F554C-0292-4D85-B9F4-C00CCB18E6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66" name="3D Model 14465" descr="Sphere">
                            <a:extLst>
                              <a:ext uri="{FF2B5EF4-FFF2-40B4-BE49-F238E27FC236}">
                                <a16:creationId xmlns:a16="http://schemas.microsoft.com/office/drawing/2014/main" id="{FC2CB74C-1823-4BDC-B3C3-442978A2606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89566132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4409" name="Group 14408">
                      <a:extLst>
                        <a:ext uri="{FF2B5EF4-FFF2-40B4-BE49-F238E27FC236}">
                          <a16:creationId xmlns:a16="http://schemas.microsoft.com/office/drawing/2014/main" id="{22B37119-858F-4991-8934-17FDF1DFDC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14443" name="Flowchart: Connector 14442">
                        <a:extLst>
                          <a:ext uri="{FF2B5EF4-FFF2-40B4-BE49-F238E27FC236}">
                            <a16:creationId xmlns:a16="http://schemas.microsoft.com/office/drawing/2014/main" id="{CC76E9FC-B436-4190-B0D4-73301337C5B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44" name="Flowchart: Connector 14443">
                        <a:extLst>
                          <a:ext uri="{FF2B5EF4-FFF2-40B4-BE49-F238E27FC236}">
                            <a16:creationId xmlns:a16="http://schemas.microsoft.com/office/drawing/2014/main" id="{0F4753C0-26DF-4535-8614-6B9813890D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45" name="Flowchart: Connector 14444">
                        <a:extLst>
                          <a:ext uri="{FF2B5EF4-FFF2-40B4-BE49-F238E27FC236}">
                            <a16:creationId xmlns:a16="http://schemas.microsoft.com/office/drawing/2014/main" id="{06B81907-ABB9-4408-A828-A61EF22C649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46" name="Flowchart: Connector 14445">
                        <a:extLst>
                          <a:ext uri="{FF2B5EF4-FFF2-40B4-BE49-F238E27FC236}">
                            <a16:creationId xmlns:a16="http://schemas.microsoft.com/office/drawing/2014/main" id="{DC395876-26AE-44EF-9613-A3028C37CFB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47" name="Flowchart: Connector 14446">
                        <a:extLst>
                          <a:ext uri="{FF2B5EF4-FFF2-40B4-BE49-F238E27FC236}">
                            <a16:creationId xmlns:a16="http://schemas.microsoft.com/office/drawing/2014/main" id="{710C395E-5D9F-4704-A2A3-62C4EBC3CA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48" name="Flowchart: Connector 14447">
                        <a:extLst>
                          <a:ext uri="{FF2B5EF4-FFF2-40B4-BE49-F238E27FC236}">
                            <a16:creationId xmlns:a16="http://schemas.microsoft.com/office/drawing/2014/main" id="{6C2302E2-3CA1-40FE-A8C7-79C5A71E83D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49" name="Flowchart: Connector 14448">
                        <a:extLst>
                          <a:ext uri="{FF2B5EF4-FFF2-40B4-BE49-F238E27FC236}">
                            <a16:creationId xmlns:a16="http://schemas.microsoft.com/office/drawing/2014/main" id="{4292B6BA-348C-4026-9675-F268AEAFD5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50" name="Flowchart: Connector 14449">
                        <a:extLst>
                          <a:ext uri="{FF2B5EF4-FFF2-40B4-BE49-F238E27FC236}">
                            <a16:creationId xmlns:a16="http://schemas.microsoft.com/office/drawing/2014/main" id="{14C247D0-2CFF-4627-9AFF-E76903C3394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51" name="Flowchart: Connector 14450">
                        <a:extLst>
                          <a:ext uri="{FF2B5EF4-FFF2-40B4-BE49-F238E27FC236}">
                            <a16:creationId xmlns:a16="http://schemas.microsoft.com/office/drawing/2014/main" id="{5E564A06-7477-4199-A04A-1FE2827623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52" name="3D Model 14451" descr="Sphere">
                            <a:extLst>
                              <a:ext uri="{FF2B5EF4-FFF2-40B4-BE49-F238E27FC236}">
                                <a16:creationId xmlns:a16="http://schemas.microsoft.com/office/drawing/2014/main" id="{7466B151-5841-4B64-B59B-CAB83163FC3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456568421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453" name="Flowchart: Connector 14452">
                        <a:extLst>
                          <a:ext uri="{FF2B5EF4-FFF2-40B4-BE49-F238E27FC236}">
                            <a16:creationId xmlns:a16="http://schemas.microsoft.com/office/drawing/2014/main" id="{9A3C4FBC-97F4-4A35-9D7A-DF9B725BD3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54" name="3D Model 14453" descr="Sphere">
                            <a:extLst>
                              <a:ext uri="{FF2B5EF4-FFF2-40B4-BE49-F238E27FC236}">
                                <a16:creationId xmlns:a16="http://schemas.microsoft.com/office/drawing/2014/main" id="{F7292E7B-2274-45B6-BA9A-B4DD7756562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5075704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455" name="Flowchart: Connector 14454">
                        <a:extLst>
                          <a:ext uri="{FF2B5EF4-FFF2-40B4-BE49-F238E27FC236}">
                            <a16:creationId xmlns:a16="http://schemas.microsoft.com/office/drawing/2014/main" id="{F9A15A52-A209-42BD-94D9-8BCF31C5E2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56" name="3D Model 14455" descr="Sphere">
                            <a:extLst>
                              <a:ext uri="{FF2B5EF4-FFF2-40B4-BE49-F238E27FC236}">
                                <a16:creationId xmlns:a16="http://schemas.microsoft.com/office/drawing/2014/main" id="{30E301FD-4889-4D33-9DAA-F352ADE66F8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3469792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457" name="Flowchart: Connector 14456">
                        <a:extLst>
                          <a:ext uri="{FF2B5EF4-FFF2-40B4-BE49-F238E27FC236}">
                            <a16:creationId xmlns:a16="http://schemas.microsoft.com/office/drawing/2014/main" id="{DE2754E5-F6EB-47E7-B9F8-282949F49F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58" name="3D Model 14457" descr="Sphere">
                            <a:extLst>
                              <a:ext uri="{FF2B5EF4-FFF2-40B4-BE49-F238E27FC236}">
                                <a16:creationId xmlns:a16="http://schemas.microsoft.com/office/drawing/2014/main" id="{5DBB8D8E-43F6-4CA1-B4B1-67A4AA4E4D9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0096485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4410" name="Group 14409">
                      <a:extLst>
                        <a:ext uri="{FF2B5EF4-FFF2-40B4-BE49-F238E27FC236}">
                          <a16:creationId xmlns:a16="http://schemas.microsoft.com/office/drawing/2014/main" id="{AD74F7CA-7008-413B-98F1-7C5B1C8FA5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14427" name="Flowchart: Connector 14426">
                        <a:extLst>
                          <a:ext uri="{FF2B5EF4-FFF2-40B4-BE49-F238E27FC236}">
                            <a16:creationId xmlns:a16="http://schemas.microsoft.com/office/drawing/2014/main" id="{CB486271-D218-471E-8839-C071B7FE68B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28" name="Flowchart: Connector 14427">
                        <a:extLst>
                          <a:ext uri="{FF2B5EF4-FFF2-40B4-BE49-F238E27FC236}">
                            <a16:creationId xmlns:a16="http://schemas.microsoft.com/office/drawing/2014/main" id="{7E464E8E-78FE-4919-8F8D-FBA0196B1F2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29" name="Flowchart: Connector 14428">
                        <a:extLst>
                          <a:ext uri="{FF2B5EF4-FFF2-40B4-BE49-F238E27FC236}">
                            <a16:creationId xmlns:a16="http://schemas.microsoft.com/office/drawing/2014/main" id="{FE4CC53A-0310-4EB3-A512-282BA1DF320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30" name="Flowchart: Connector 14429">
                        <a:extLst>
                          <a:ext uri="{FF2B5EF4-FFF2-40B4-BE49-F238E27FC236}">
                            <a16:creationId xmlns:a16="http://schemas.microsoft.com/office/drawing/2014/main" id="{88A55660-6615-4B78-A8CB-D2D16DACC9B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31" name="Flowchart: Connector 14430">
                        <a:extLst>
                          <a:ext uri="{FF2B5EF4-FFF2-40B4-BE49-F238E27FC236}">
                            <a16:creationId xmlns:a16="http://schemas.microsoft.com/office/drawing/2014/main" id="{24B139B7-12D4-428F-8403-CD334D84B0F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32" name="Flowchart: Connector 14431">
                        <a:extLst>
                          <a:ext uri="{FF2B5EF4-FFF2-40B4-BE49-F238E27FC236}">
                            <a16:creationId xmlns:a16="http://schemas.microsoft.com/office/drawing/2014/main" id="{3E0A12AA-6828-4B41-B7CA-ACD9D1C2CA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33" name="Flowchart: Connector 14432">
                        <a:extLst>
                          <a:ext uri="{FF2B5EF4-FFF2-40B4-BE49-F238E27FC236}">
                            <a16:creationId xmlns:a16="http://schemas.microsoft.com/office/drawing/2014/main" id="{771F9466-A119-40F9-9915-02729A311D7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34" name="Flowchart: Connector 14433">
                        <a:extLst>
                          <a:ext uri="{FF2B5EF4-FFF2-40B4-BE49-F238E27FC236}">
                            <a16:creationId xmlns:a16="http://schemas.microsoft.com/office/drawing/2014/main" id="{C6026259-9327-43BE-9194-C55F00FB9FF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435" name="Flowchart: Connector 14434">
                        <a:extLst>
                          <a:ext uri="{FF2B5EF4-FFF2-40B4-BE49-F238E27FC236}">
                            <a16:creationId xmlns:a16="http://schemas.microsoft.com/office/drawing/2014/main" id="{F0677172-650C-4525-8FC4-C426CF20AB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36" name="3D Model 14435" descr="Sphere">
                            <a:extLst>
                              <a:ext uri="{FF2B5EF4-FFF2-40B4-BE49-F238E27FC236}">
                                <a16:creationId xmlns:a16="http://schemas.microsoft.com/office/drawing/2014/main" id="{D43F8EC9-10D8-478D-AD2F-59EB581BA7B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40124693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437" name="Flowchart: Connector 14436">
                        <a:extLst>
                          <a:ext uri="{FF2B5EF4-FFF2-40B4-BE49-F238E27FC236}">
                            <a16:creationId xmlns:a16="http://schemas.microsoft.com/office/drawing/2014/main" id="{3C4C2E52-400C-4F3C-AF80-0B6A5F880A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38" name="3D Model 14437" descr="Sphere">
                            <a:extLst>
                              <a:ext uri="{FF2B5EF4-FFF2-40B4-BE49-F238E27FC236}">
                                <a16:creationId xmlns:a16="http://schemas.microsoft.com/office/drawing/2014/main" id="{F0DA6F7D-D982-49AE-8A68-6D1FFF16E0C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6951763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439" name="Flowchart: Connector 14438">
                        <a:extLst>
                          <a:ext uri="{FF2B5EF4-FFF2-40B4-BE49-F238E27FC236}">
                            <a16:creationId xmlns:a16="http://schemas.microsoft.com/office/drawing/2014/main" id="{734FE1AB-13C4-4830-A50E-FF0398B6CB2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40" name="3D Model 14439" descr="Sphere">
                            <a:extLst>
                              <a:ext uri="{FF2B5EF4-FFF2-40B4-BE49-F238E27FC236}">
                                <a16:creationId xmlns:a16="http://schemas.microsoft.com/office/drawing/2014/main" id="{688F730C-04BF-4CBA-A812-747D8899AF3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41412575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441" name="Flowchart: Connector 14440">
                        <a:extLst>
                          <a:ext uri="{FF2B5EF4-FFF2-40B4-BE49-F238E27FC236}">
                            <a16:creationId xmlns:a16="http://schemas.microsoft.com/office/drawing/2014/main" id="{1197518F-8C16-4E46-B9AC-C0B6E479698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442" name="3D Model 14441" descr="Sphere">
                            <a:extLst>
                              <a:ext uri="{FF2B5EF4-FFF2-40B4-BE49-F238E27FC236}">
                                <a16:creationId xmlns:a16="http://schemas.microsoft.com/office/drawing/2014/main" id="{61ADC491-65EE-4A32-9277-F3283EBCEB0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62335057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4411" name="Flowchart: Connector 14410">
                      <a:extLst>
                        <a:ext uri="{FF2B5EF4-FFF2-40B4-BE49-F238E27FC236}">
                          <a16:creationId xmlns:a16="http://schemas.microsoft.com/office/drawing/2014/main" id="{89F8ED92-30B4-47E1-8B75-056D3F4E52A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412" name="Flowchart: Connector 14411">
                      <a:extLst>
                        <a:ext uri="{FF2B5EF4-FFF2-40B4-BE49-F238E27FC236}">
                          <a16:creationId xmlns:a16="http://schemas.microsoft.com/office/drawing/2014/main" id="{1D886B7A-7C95-4842-AF18-A0A0EDD0FCB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413" name="Flowchart: Connector 14412">
                      <a:extLst>
                        <a:ext uri="{FF2B5EF4-FFF2-40B4-BE49-F238E27FC236}">
                          <a16:creationId xmlns:a16="http://schemas.microsoft.com/office/drawing/2014/main" id="{CD9D8149-0EA4-4CF0-BDDD-CB6C08675E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414" name="Flowchart: Connector 14413">
                      <a:extLst>
                        <a:ext uri="{FF2B5EF4-FFF2-40B4-BE49-F238E27FC236}">
                          <a16:creationId xmlns:a16="http://schemas.microsoft.com/office/drawing/2014/main" id="{7A0273FB-5EE2-4A16-8DEF-7F329604CC7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415" name="Flowchart: Connector 14414">
                      <a:extLst>
                        <a:ext uri="{FF2B5EF4-FFF2-40B4-BE49-F238E27FC236}">
                          <a16:creationId xmlns:a16="http://schemas.microsoft.com/office/drawing/2014/main" id="{59842B9D-E122-462F-A38F-B0CFC762646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416" name="Flowchart: Connector 14415">
                      <a:extLst>
                        <a:ext uri="{FF2B5EF4-FFF2-40B4-BE49-F238E27FC236}">
                          <a16:creationId xmlns:a16="http://schemas.microsoft.com/office/drawing/2014/main" id="{80F765D0-2F3E-4062-9455-B7B6144D63B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417" name="Flowchart: Connector 14416">
                      <a:extLst>
                        <a:ext uri="{FF2B5EF4-FFF2-40B4-BE49-F238E27FC236}">
                          <a16:creationId xmlns:a16="http://schemas.microsoft.com/office/drawing/2014/main" id="{0AA9FCA5-9393-4180-8924-CEC87E65DA8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418" name="Flowchart: Connector 14417">
                      <a:extLst>
                        <a:ext uri="{FF2B5EF4-FFF2-40B4-BE49-F238E27FC236}">
                          <a16:creationId xmlns:a16="http://schemas.microsoft.com/office/drawing/2014/main" id="{C955720B-74B2-4535-9CA7-DE557370AD0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419" name="Flowchart: Connector 14418">
                      <a:extLst>
                        <a:ext uri="{FF2B5EF4-FFF2-40B4-BE49-F238E27FC236}">
                          <a16:creationId xmlns:a16="http://schemas.microsoft.com/office/drawing/2014/main" id="{62EC4467-34F1-4671-A7B1-916D8A1359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420" name="3D Model 14419" descr="Sphere">
                          <a:extLst>
                            <a:ext uri="{FF2B5EF4-FFF2-40B4-BE49-F238E27FC236}">
                              <a16:creationId xmlns:a16="http://schemas.microsoft.com/office/drawing/2014/main" id="{DF401399-E49B-421E-B902-1542C29550F3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854419929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421" name="Flowchart: Connector 14420">
                      <a:extLst>
                        <a:ext uri="{FF2B5EF4-FFF2-40B4-BE49-F238E27FC236}">
                          <a16:creationId xmlns:a16="http://schemas.microsoft.com/office/drawing/2014/main" id="{FAC3633E-D6C3-47CD-B898-E1541AFC3F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422" name="3D Model 14421" descr="Sphere">
                          <a:extLst>
                            <a:ext uri="{FF2B5EF4-FFF2-40B4-BE49-F238E27FC236}">
                              <a16:creationId xmlns:a16="http://schemas.microsoft.com/office/drawing/2014/main" id="{CBDDC34D-929C-4D95-91FC-A84978F4388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754398268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423" name="Flowchart: Connector 14422">
                      <a:extLst>
                        <a:ext uri="{FF2B5EF4-FFF2-40B4-BE49-F238E27FC236}">
                          <a16:creationId xmlns:a16="http://schemas.microsoft.com/office/drawing/2014/main" id="{A50185B3-D0CE-4364-9387-A4BCDEADAD3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424" name="3D Model 14423" descr="Sphere">
                          <a:extLst>
                            <a:ext uri="{FF2B5EF4-FFF2-40B4-BE49-F238E27FC236}">
                              <a16:creationId xmlns:a16="http://schemas.microsoft.com/office/drawing/2014/main" id="{C530238A-BFD9-439A-8DD5-7C19FFFC309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579690989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425" name="Flowchart: Connector 14424">
                      <a:extLst>
                        <a:ext uri="{FF2B5EF4-FFF2-40B4-BE49-F238E27FC236}">
                          <a16:creationId xmlns:a16="http://schemas.microsoft.com/office/drawing/2014/main" id="{F2E42345-23AB-4613-8C4A-DFDC2EC304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426" name="3D Model 14425" descr="Sphere">
                          <a:extLst>
                            <a:ext uri="{FF2B5EF4-FFF2-40B4-BE49-F238E27FC236}">
                              <a16:creationId xmlns:a16="http://schemas.microsoft.com/office/drawing/2014/main" id="{6B684361-7D03-4452-9BD8-7580956D0E92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635753801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14376" name="Freeform: Shape 14375">
                  <a:extLst>
                    <a:ext uri="{FF2B5EF4-FFF2-40B4-BE49-F238E27FC236}">
                      <a16:creationId xmlns:a16="http://schemas.microsoft.com/office/drawing/2014/main" id="{8DFC9E1D-DA24-46DD-8D23-E6DBBDF89F55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377" name="Freeform: Shape 14376">
                  <a:extLst>
                    <a:ext uri="{FF2B5EF4-FFF2-40B4-BE49-F238E27FC236}">
                      <a16:creationId xmlns:a16="http://schemas.microsoft.com/office/drawing/2014/main" id="{C5A58A67-88A6-457F-9D7A-7CD5EB46A9A3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378" name="Freeform: Shape 14377">
                  <a:extLst>
                    <a:ext uri="{FF2B5EF4-FFF2-40B4-BE49-F238E27FC236}">
                      <a16:creationId xmlns:a16="http://schemas.microsoft.com/office/drawing/2014/main" id="{BD6AEDCE-70F1-46A4-B45D-64F58D036632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379" name="Freeform: Shape 14378">
                  <a:extLst>
                    <a:ext uri="{FF2B5EF4-FFF2-40B4-BE49-F238E27FC236}">
                      <a16:creationId xmlns:a16="http://schemas.microsoft.com/office/drawing/2014/main" id="{3063D23A-240D-44FF-B8BE-5BD83B55AEE8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380" name="Freeform: Shape 14379">
                  <a:extLst>
                    <a:ext uri="{FF2B5EF4-FFF2-40B4-BE49-F238E27FC236}">
                      <a16:creationId xmlns:a16="http://schemas.microsoft.com/office/drawing/2014/main" id="{1F9EF4FC-B2AE-49AB-9ABF-A1E439570B33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381" name="Freeform: Shape 14380">
                  <a:extLst>
                    <a:ext uri="{FF2B5EF4-FFF2-40B4-BE49-F238E27FC236}">
                      <a16:creationId xmlns:a16="http://schemas.microsoft.com/office/drawing/2014/main" id="{94A510AC-E2C9-42D8-96A9-8B119594D019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382" name="Freeform: Shape 14381">
                  <a:extLst>
                    <a:ext uri="{FF2B5EF4-FFF2-40B4-BE49-F238E27FC236}">
                      <a16:creationId xmlns:a16="http://schemas.microsoft.com/office/drawing/2014/main" id="{CE4E1EC0-B36E-461F-91E1-066D738238F7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383" name="Freeform: Shape 14382">
                  <a:extLst>
                    <a:ext uri="{FF2B5EF4-FFF2-40B4-BE49-F238E27FC236}">
                      <a16:creationId xmlns:a16="http://schemas.microsoft.com/office/drawing/2014/main" id="{0CE5D5CE-8092-43E0-B0DE-6E05F5430669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384" name="Freeform: Shape 14383">
                  <a:extLst>
                    <a:ext uri="{FF2B5EF4-FFF2-40B4-BE49-F238E27FC236}">
                      <a16:creationId xmlns:a16="http://schemas.microsoft.com/office/drawing/2014/main" id="{65C40135-8BD9-4B98-A713-0A48B1519963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385" name="Freeform: Shape 14384">
                  <a:extLst>
                    <a:ext uri="{FF2B5EF4-FFF2-40B4-BE49-F238E27FC236}">
                      <a16:creationId xmlns:a16="http://schemas.microsoft.com/office/drawing/2014/main" id="{025406AE-D485-4186-B49C-9DFB41153529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386" name="Freeform: Shape 14385">
                  <a:extLst>
                    <a:ext uri="{FF2B5EF4-FFF2-40B4-BE49-F238E27FC236}">
                      <a16:creationId xmlns:a16="http://schemas.microsoft.com/office/drawing/2014/main" id="{09A6018D-2D36-4E4E-A99F-E6BB7DC010AE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387" name="Freeform: Shape 14386">
                  <a:extLst>
                    <a:ext uri="{FF2B5EF4-FFF2-40B4-BE49-F238E27FC236}">
                      <a16:creationId xmlns:a16="http://schemas.microsoft.com/office/drawing/2014/main" id="{889FA679-A404-45D5-AAE0-C6B457BD4E19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14372" name="Freeform: Shape 14371">
                <a:extLst>
                  <a:ext uri="{FF2B5EF4-FFF2-40B4-BE49-F238E27FC236}">
                    <a16:creationId xmlns:a16="http://schemas.microsoft.com/office/drawing/2014/main" id="{A834FC6D-C966-4C62-A48D-DB51247A210B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4373" name="Freeform: Shape 14372">
                <a:extLst>
                  <a:ext uri="{FF2B5EF4-FFF2-40B4-BE49-F238E27FC236}">
                    <a16:creationId xmlns:a16="http://schemas.microsoft.com/office/drawing/2014/main" id="{FCF5E998-1C5C-4419-89A3-9D5AC546269E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4374" name="Freeform: Shape 14373">
                <a:extLst>
                  <a:ext uri="{FF2B5EF4-FFF2-40B4-BE49-F238E27FC236}">
                    <a16:creationId xmlns:a16="http://schemas.microsoft.com/office/drawing/2014/main" id="{C624B0D1-DA92-434D-B40F-98BCC8E26034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12270" name="Group 12269">
              <a:extLst>
                <a:ext uri="{FF2B5EF4-FFF2-40B4-BE49-F238E27FC236}">
                  <a16:creationId xmlns:a16="http://schemas.microsoft.com/office/drawing/2014/main" id="{89FB5FB4-492D-4F02-B85A-54846284857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226321" y="6030757"/>
              <a:ext cx="521735" cy="419131"/>
              <a:chOff x="558227" y="4289344"/>
              <a:chExt cx="2384501" cy="2135404"/>
            </a:xfrm>
          </p:grpSpPr>
          <p:grpSp>
            <p:nvGrpSpPr>
              <p:cNvPr id="14072" name="Group 14071">
                <a:extLst>
                  <a:ext uri="{FF2B5EF4-FFF2-40B4-BE49-F238E27FC236}">
                    <a16:creationId xmlns:a16="http://schemas.microsoft.com/office/drawing/2014/main" id="{6637CE0B-FF48-4D5F-A43A-EC3D3FC16F78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14076" name="Group 14075">
                  <a:extLst>
                    <a:ext uri="{FF2B5EF4-FFF2-40B4-BE49-F238E27FC236}">
                      <a16:creationId xmlns:a16="http://schemas.microsoft.com/office/drawing/2014/main" id="{A5163AF3-DB72-4BBB-B97A-96DB4BFFC0E4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14089" name="Group 14088">
                    <a:extLst>
                      <a:ext uri="{FF2B5EF4-FFF2-40B4-BE49-F238E27FC236}">
                        <a16:creationId xmlns:a16="http://schemas.microsoft.com/office/drawing/2014/main" id="{F0E903EF-A755-4BE4-967D-0D9BADADA382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14310" name="Group 14309">
                      <a:extLst>
                        <a:ext uri="{FF2B5EF4-FFF2-40B4-BE49-F238E27FC236}">
                          <a16:creationId xmlns:a16="http://schemas.microsoft.com/office/drawing/2014/main" id="{A7E22A6E-51AB-4D13-8B48-38B4C4E5FD5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14367" name="Flowchart: Connector 14366">
                        <a:extLst>
                          <a:ext uri="{FF2B5EF4-FFF2-40B4-BE49-F238E27FC236}">
                            <a16:creationId xmlns:a16="http://schemas.microsoft.com/office/drawing/2014/main" id="{FEF5D60A-1E55-41AD-B350-26E12A2AD7E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368" name="Flowchart: Connector 14367">
                        <a:extLst>
                          <a:ext uri="{FF2B5EF4-FFF2-40B4-BE49-F238E27FC236}">
                            <a16:creationId xmlns:a16="http://schemas.microsoft.com/office/drawing/2014/main" id="{79B1B01B-8ED0-4C89-A16F-5DF628B262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369" name="Flowchart: Connector 14368">
                        <a:extLst>
                          <a:ext uri="{FF2B5EF4-FFF2-40B4-BE49-F238E27FC236}">
                            <a16:creationId xmlns:a16="http://schemas.microsoft.com/office/drawing/2014/main" id="{55CCD8F1-2D82-4669-984B-F1348BD4F6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370" name="Flowchart: Connector 14369">
                        <a:extLst>
                          <a:ext uri="{FF2B5EF4-FFF2-40B4-BE49-F238E27FC236}">
                            <a16:creationId xmlns:a16="http://schemas.microsoft.com/office/drawing/2014/main" id="{1DDCAB21-FF4F-4430-87B0-B0287434D43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4311" name="Group 14310">
                      <a:extLst>
                        <a:ext uri="{FF2B5EF4-FFF2-40B4-BE49-F238E27FC236}">
                          <a16:creationId xmlns:a16="http://schemas.microsoft.com/office/drawing/2014/main" id="{B608FED7-47A0-4C04-9257-239E87430E0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14312" name="Group 14311">
                        <a:extLst>
                          <a:ext uri="{FF2B5EF4-FFF2-40B4-BE49-F238E27FC236}">
                            <a16:creationId xmlns:a16="http://schemas.microsoft.com/office/drawing/2014/main" id="{52641428-1A02-4E0F-A776-E9DB310655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360" name="3D Model 14359" descr="Sphere">
                              <a:extLst>
                                <a:ext uri="{FF2B5EF4-FFF2-40B4-BE49-F238E27FC236}">
                                  <a16:creationId xmlns:a16="http://schemas.microsoft.com/office/drawing/2014/main" id="{BAA4955A-0529-4AF7-8264-9BFF5D0B1BF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1644032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361" name="Flowchart: Connector 14360">
                          <a:extLst>
                            <a:ext uri="{FF2B5EF4-FFF2-40B4-BE49-F238E27FC236}">
                              <a16:creationId xmlns:a16="http://schemas.microsoft.com/office/drawing/2014/main" id="{7AF8A6B8-CABA-4314-9A92-CC5D81D2CC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362" name="3D Model 14361" descr="Sphere">
                              <a:extLst>
                                <a:ext uri="{FF2B5EF4-FFF2-40B4-BE49-F238E27FC236}">
                                  <a16:creationId xmlns:a16="http://schemas.microsoft.com/office/drawing/2014/main" id="{5C040EE0-BA15-4FB0-ABB5-6361E1B0BAD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3847301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363" name="Flowchart: Connector 14362">
                          <a:extLst>
                            <a:ext uri="{FF2B5EF4-FFF2-40B4-BE49-F238E27FC236}">
                              <a16:creationId xmlns:a16="http://schemas.microsoft.com/office/drawing/2014/main" id="{909B4CDE-7A74-4B31-A981-BEB526A09BF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364" name="3D Model 14363" descr="Sphere">
                              <a:extLst>
                                <a:ext uri="{FF2B5EF4-FFF2-40B4-BE49-F238E27FC236}">
                                  <a16:creationId xmlns:a16="http://schemas.microsoft.com/office/drawing/2014/main" id="{8E662A10-B690-4BDB-92B8-E315B568DFE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8948913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365" name="Flowchart: Connector 14364">
                          <a:extLst>
                            <a:ext uri="{FF2B5EF4-FFF2-40B4-BE49-F238E27FC236}">
                              <a16:creationId xmlns:a16="http://schemas.microsoft.com/office/drawing/2014/main" id="{83A4D96F-177D-4386-AEFD-672E72ECCAC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366" name="3D Model 14365" descr="Sphere">
                              <a:extLst>
                                <a:ext uri="{FF2B5EF4-FFF2-40B4-BE49-F238E27FC236}">
                                  <a16:creationId xmlns:a16="http://schemas.microsoft.com/office/drawing/2014/main" id="{D582B1CE-7731-412A-B15C-826B307D84B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5005782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313" name="Group 14312">
                        <a:extLst>
                          <a:ext uri="{FF2B5EF4-FFF2-40B4-BE49-F238E27FC236}">
                            <a16:creationId xmlns:a16="http://schemas.microsoft.com/office/drawing/2014/main" id="{151A6DE8-591D-4713-8976-D783F816C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4345" name="Flowchart: Connector 14344">
                          <a:extLst>
                            <a:ext uri="{FF2B5EF4-FFF2-40B4-BE49-F238E27FC236}">
                              <a16:creationId xmlns:a16="http://schemas.microsoft.com/office/drawing/2014/main" id="{4CCD6115-FEE0-4CA9-ADCB-8E6E8972B89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46" name="Flowchart: Connector 14345">
                          <a:extLst>
                            <a:ext uri="{FF2B5EF4-FFF2-40B4-BE49-F238E27FC236}">
                              <a16:creationId xmlns:a16="http://schemas.microsoft.com/office/drawing/2014/main" id="{4F0A09FF-5454-40C7-AD7F-5445D38778E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47" name="Flowchart: Connector 14346">
                          <a:extLst>
                            <a:ext uri="{FF2B5EF4-FFF2-40B4-BE49-F238E27FC236}">
                              <a16:creationId xmlns:a16="http://schemas.microsoft.com/office/drawing/2014/main" id="{9969C003-8B50-433C-8DC7-EBADD2CB1E7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48" name="Flowchart: Connector 14347">
                          <a:extLst>
                            <a:ext uri="{FF2B5EF4-FFF2-40B4-BE49-F238E27FC236}">
                              <a16:creationId xmlns:a16="http://schemas.microsoft.com/office/drawing/2014/main" id="{3CD29B4A-7AD4-4923-BD41-C93FF68EC2C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49" name="Flowchart: Connector 14348">
                          <a:extLst>
                            <a:ext uri="{FF2B5EF4-FFF2-40B4-BE49-F238E27FC236}">
                              <a16:creationId xmlns:a16="http://schemas.microsoft.com/office/drawing/2014/main" id="{6019BDD4-722A-4037-885D-C672236BE86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50" name="Flowchart: Connector 14349">
                          <a:extLst>
                            <a:ext uri="{FF2B5EF4-FFF2-40B4-BE49-F238E27FC236}">
                              <a16:creationId xmlns:a16="http://schemas.microsoft.com/office/drawing/2014/main" id="{E3A9AD2B-D329-43EC-BC7A-B835997F90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51" name="Flowchart: Connector 14350">
                          <a:extLst>
                            <a:ext uri="{FF2B5EF4-FFF2-40B4-BE49-F238E27FC236}">
                              <a16:creationId xmlns:a16="http://schemas.microsoft.com/office/drawing/2014/main" id="{B1E3E916-84B5-4468-B107-DE99835F283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52" name="Flowchart: Connector 14351">
                          <a:extLst>
                            <a:ext uri="{FF2B5EF4-FFF2-40B4-BE49-F238E27FC236}">
                              <a16:creationId xmlns:a16="http://schemas.microsoft.com/office/drawing/2014/main" id="{941384CD-8EB7-41BF-86D1-A2596621EE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353" name="3D Model 14352" descr="Sphere">
                              <a:extLst>
                                <a:ext uri="{FF2B5EF4-FFF2-40B4-BE49-F238E27FC236}">
                                  <a16:creationId xmlns:a16="http://schemas.microsoft.com/office/drawing/2014/main" id="{0FAA8ED0-92DE-42CE-BE66-1B6960B31FD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1469787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354" name="Flowchart: Connector 14353">
                          <a:extLst>
                            <a:ext uri="{FF2B5EF4-FFF2-40B4-BE49-F238E27FC236}">
                              <a16:creationId xmlns:a16="http://schemas.microsoft.com/office/drawing/2014/main" id="{E1583FC3-6D79-46D6-9D11-8F349BA69FD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355" name="3D Model 14354" descr="Sphere">
                              <a:extLst>
                                <a:ext uri="{FF2B5EF4-FFF2-40B4-BE49-F238E27FC236}">
                                  <a16:creationId xmlns:a16="http://schemas.microsoft.com/office/drawing/2014/main" id="{D854549E-40DE-4342-96CC-F7D685D541E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8046357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356" name="Flowchart: Connector 14355">
                          <a:extLst>
                            <a:ext uri="{FF2B5EF4-FFF2-40B4-BE49-F238E27FC236}">
                              <a16:creationId xmlns:a16="http://schemas.microsoft.com/office/drawing/2014/main" id="{C8D66142-1EAE-49A6-85BC-4BFC835DE0B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357" name="3D Model 14356" descr="Sphere">
                              <a:extLst>
                                <a:ext uri="{FF2B5EF4-FFF2-40B4-BE49-F238E27FC236}">
                                  <a16:creationId xmlns:a16="http://schemas.microsoft.com/office/drawing/2014/main" id="{F8DDC654-54B1-4475-A326-F727697B915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0266115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358" name="Flowchart: Connector 14357">
                          <a:extLst>
                            <a:ext uri="{FF2B5EF4-FFF2-40B4-BE49-F238E27FC236}">
                              <a16:creationId xmlns:a16="http://schemas.microsoft.com/office/drawing/2014/main" id="{B5C6DF9A-E3D0-41E7-B580-0B7A944B11B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359" name="3D Model 14358" descr="Sphere">
                              <a:extLst>
                                <a:ext uri="{FF2B5EF4-FFF2-40B4-BE49-F238E27FC236}">
                                  <a16:creationId xmlns:a16="http://schemas.microsoft.com/office/drawing/2014/main" id="{3F6676FB-FA43-4CC8-A341-3B502009085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7149427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314" name="Group 14313">
                        <a:extLst>
                          <a:ext uri="{FF2B5EF4-FFF2-40B4-BE49-F238E27FC236}">
                            <a16:creationId xmlns:a16="http://schemas.microsoft.com/office/drawing/2014/main" id="{7C898E81-F963-4DC7-95D2-20EEA90320B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4330" name="Flowchart: Connector 14329">
                          <a:extLst>
                            <a:ext uri="{FF2B5EF4-FFF2-40B4-BE49-F238E27FC236}">
                              <a16:creationId xmlns:a16="http://schemas.microsoft.com/office/drawing/2014/main" id="{D9922320-B539-4992-91A3-BA9FB03958D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31" name="Flowchart: Connector 14330">
                          <a:extLst>
                            <a:ext uri="{FF2B5EF4-FFF2-40B4-BE49-F238E27FC236}">
                              <a16:creationId xmlns:a16="http://schemas.microsoft.com/office/drawing/2014/main" id="{4F96C7CD-C27A-4337-879C-7B84895214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32" name="Flowchart: Connector 14331">
                          <a:extLst>
                            <a:ext uri="{FF2B5EF4-FFF2-40B4-BE49-F238E27FC236}">
                              <a16:creationId xmlns:a16="http://schemas.microsoft.com/office/drawing/2014/main" id="{04CC2A8E-0759-4C89-BC55-548D631B2A0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33" name="Flowchart: Connector 14332">
                          <a:extLst>
                            <a:ext uri="{FF2B5EF4-FFF2-40B4-BE49-F238E27FC236}">
                              <a16:creationId xmlns:a16="http://schemas.microsoft.com/office/drawing/2014/main" id="{E21F2F76-4306-47C5-BAF4-76FE7C9826D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34" name="Flowchart: Connector 14333">
                          <a:extLst>
                            <a:ext uri="{FF2B5EF4-FFF2-40B4-BE49-F238E27FC236}">
                              <a16:creationId xmlns:a16="http://schemas.microsoft.com/office/drawing/2014/main" id="{FADB4BCA-8844-44C5-867C-7C96C240FDB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35" name="Flowchart: Connector 14334">
                          <a:extLst>
                            <a:ext uri="{FF2B5EF4-FFF2-40B4-BE49-F238E27FC236}">
                              <a16:creationId xmlns:a16="http://schemas.microsoft.com/office/drawing/2014/main" id="{28557760-0415-4E8D-97F3-64872FA107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36" name="Flowchart: Connector 14335">
                          <a:extLst>
                            <a:ext uri="{FF2B5EF4-FFF2-40B4-BE49-F238E27FC236}">
                              <a16:creationId xmlns:a16="http://schemas.microsoft.com/office/drawing/2014/main" id="{C7E975B9-5C0D-42AB-B8C9-2A239308050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337" name="Flowchart: Connector 14336">
                          <a:extLst>
                            <a:ext uri="{FF2B5EF4-FFF2-40B4-BE49-F238E27FC236}">
                              <a16:creationId xmlns:a16="http://schemas.microsoft.com/office/drawing/2014/main" id="{2AE15982-4A5F-4A79-BC7A-84B788897E4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338" name="3D Model 14337" descr="Sphere">
                              <a:extLst>
                                <a:ext uri="{FF2B5EF4-FFF2-40B4-BE49-F238E27FC236}">
                                  <a16:creationId xmlns:a16="http://schemas.microsoft.com/office/drawing/2014/main" id="{524E70DA-BCDE-4784-A2D6-58E1B892B5D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81695256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339" name="Flowchart: Connector 14338">
                          <a:extLst>
                            <a:ext uri="{FF2B5EF4-FFF2-40B4-BE49-F238E27FC236}">
                              <a16:creationId xmlns:a16="http://schemas.microsoft.com/office/drawing/2014/main" id="{3133B9B4-E1EA-4F61-B875-4031393DE1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340" name="3D Model 14339" descr="Sphere">
                              <a:extLst>
                                <a:ext uri="{FF2B5EF4-FFF2-40B4-BE49-F238E27FC236}">
                                  <a16:creationId xmlns:a16="http://schemas.microsoft.com/office/drawing/2014/main" id="{602A5B6E-6842-4EBD-AA7C-68C2000D26D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65849620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341" name="Flowchart: Connector 14340">
                          <a:extLst>
                            <a:ext uri="{FF2B5EF4-FFF2-40B4-BE49-F238E27FC236}">
                              <a16:creationId xmlns:a16="http://schemas.microsoft.com/office/drawing/2014/main" id="{B4559391-FC04-446C-A47D-18A8FA6456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342" name="3D Model 14341" descr="Sphere">
                              <a:extLst>
                                <a:ext uri="{FF2B5EF4-FFF2-40B4-BE49-F238E27FC236}">
                                  <a16:creationId xmlns:a16="http://schemas.microsoft.com/office/drawing/2014/main" id="{60C4FF5E-CEB0-4293-9DCA-8AC829D704A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5656371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343" name="Flowchart: Connector 14342">
                          <a:extLst>
                            <a:ext uri="{FF2B5EF4-FFF2-40B4-BE49-F238E27FC236}">
                              <a16:creationId xmlns:a16="http://schemas.microsoft.com/office/drawing/2014/main" id="{ADC9817E-62DB-4038-8181-3E4DB0B7A51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344" name="3D Model 14343" descr="Sphere">
                              <a:extLst>
                                <a:ext uri="{FF2B5EF4-FFF2-40B4-BE49-F238E27FC236}">
                                  <a16:creationId xmlns:a16="http://schemas.microsoft.com/office/drawing/2014/main" id="{3CBBDF71-CA48-49E1-9A79-B1CA5A6A555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935312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4315" name="Flowchart: Connector 14314">
                        <a:extLst>
                          <a:ext uri="{FF2B5EF4-FFF2-40B4-BE49-F238E27FC236}">
                            <a16:creationId xmlns:a16="http://schemas.microsoft.com/office/drawing/2014/main" id="{DEE4A244-DC9F-4871-8B1E-975EF31D57E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316" name="Flowchart: Connector 14315">
                        <a:extLst>
                          <a:ext uri="{FF2B5EF4-FFF2-40B4-BE49-F238E27FC236}">
                            <a16:creationId xmlns:a16="http://schemas.microsoft.com/office/drawing/2014/main" id="{84021E84-A9B2-43BA-96B0-5A25CF9983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317" name="Flowchart: Connector 14316">
                        <a:extLst>
                          <a:ext uri="{FF2B5EF4-FFF2-40B4-BE49-F238E27FC236}">
                            <a16:creationId xmlns:a16="http://schemas.microsoft.com/office/drawing/2014/main" id="{67674774-1B3F-480A-89E5-3584BB3C46B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318" name="Flowchart: Connector 14317">
                        <a:extLst>
                          <a:ext uri="{FF2B5EF4-FFF2-40B4-BE49-F238E27FC236}">
                            <a16:creationId xmlns:a16="http://schemas.microsoft.com/office/drawing/2014/main" id="{CF2CB05F-205C-449E-B403-73E5260D451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319" name="Flowchart: Connector 14318">
                        <a:extLst>
                          <a:ext uri="{FF2B5EF4-FFF2-40B4-BE49-F238E27FC236}">
                            <a16:creationId xmlns:a16="http://schemas.microsoft.com/office/drawing/2014/main" id="{7B6C0ADF-BE8F-45DA-BC5A-7518289A6F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320" name="Flowchart: Connector 14319">
                        <a:extLst>
                          <a:ext uri="{FF2B5EF4-FFF2-40B4-BE49-F238E27FC236}">
                            <a16:creationId xmlns:a16="http://schemas.microsoft.com/office/drawing/2014/main" id="{47EB9ECD-ECD4-4CAF-93E6-2196EBB8ABD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321" name="Flowchart: Connector 14320">
                        <a:extLst>
                          <a:ext uri="{FF2B5EF4-FFF2-40B4-BE49-F238E27FC236}">
                            <a16:creationId xmlns:a16="http://schemas.microsoft.com/office/drawing/2014/main" id="{194A6B76-C742-4083-A928-ADC9FB883C9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322" name="Flowchart: Connector 14321">
                        <a:extLst>
                          <a:ext uri="{FF2B5EF4-FFF2-40B4-BE49-F238E27FC236}">
                            <a16:creationId xmlns:a16="http://schemas.microsoft.com/office/drawing/2014/main" id="{9FB158AC-05E8-45EC-9363-424F238BF8E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323" name="3D Model 14322" descr="Sphere">
                            <a:extLst>
                              <a:ext uri="{FF2B5EF4-FFF2-40B4-BE49-F238E27FC236}">
                                <a16:creationId xmlns:a16="http://schemas.microsoft.com/office/drawing/2014/main" id="{CCEABE1D-E11D-4E82-B060-C39DF1242A5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12788033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324" name="Flowchart: Connector 14323">
                        <a:extLst>
                          <a:ext uri="{FF2B5EF4-FFF2-40B4-BE49-F238E27FC236}">
                            <a16:creationId xmlns:a16="http://schemas.microsoft.com/office/drawing/2014/main" id="{C9A82329-0BD5-42B7-8368-46854E48F91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325" name="3D Model 14324" descr="Sphere">
                            <a:extLst>
                              <a:ext uri="{FF2B5EF4-FFF2-40B4-BE49-F238E27FC236}">
                                <a16:creationId xmlns:a16="http://schemas.microsoft.com/office/drawing/2014/main" id="{21FFC9E2-41D7-4557-AE92-313632D73DE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6294327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326" name="Flowchart: Connector 14325">
                        <a:extLst>
                          <a:ext uri="{FF2B5EF4-FFF2-40B4-BE49-F238E27FC236}">
                            <a16:creationId xmlns:a16="http://schemas.microsoft.com/office/drawing/2014/main" id="{5F7D85DC-954F-4F87-B3AD-9F576B32AE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327" name="3D Model 14326" descr="Sphere">
                            <a:extLst>
                              <a:ext uri="{FF2B5EF4-FFF2-40B4-BE49-F238E27FC236}">
                                <a16:creationId xmlns:a16="http://schemas.microsoft.com/office/drawing/2014/main" id="{72CB8636-0B3B-4E74-8CF7-EA7F5521CCB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52695630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328" name="Flowchart: Connector 14327">
                        <a:extLst>
                          <a:ext uri="{FF2B5EF4-FFF2-40B4-BE49-F238E27FC236}">
                            <a16:creationId xmlns:a16="http://schemas.microsoft.com/office/drawing/2014/main" id="{7B3F91A4-30FC-4F7A-A7CB-428DABBC1C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329" name="3D Model 14328" descr="Sphere">
                            <a:extLst>
                              <a:ext uri="{FF2B5EF4-FFF2-40B4-BE49-F238E27FC236}">
                                <a16:creationId xmlns:a16="http://schemas.microsoft.com/office/drawing/2014/main" id="{3CB94CC2-7095-443C-87D2-D273E5BE5CF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33444198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4090" name="Group 14089">
                    <a:extLst>
                      <a:ext uri="{FF2B5EF4-FFF2-40B4-BE49-F238E27FC236}">
                        <a16:creationId xmlns:a16="http://schemas.microsoft.com/office/drawing/2014/main" id="{9706E555-254F-4F07-B971-6BBF4862D407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4307" name="Flowchart: Connector 14306">
                      <a:extLst>
                        <a:ext uri="{FF2B5EF4-FFF2-40B4-BE49-F238E27FC236}">
                          <a16:creationId xmlns:a16="http://schemas.microsoft.com/office/drawing/2014/main" id="{8A477CB0-C476-48FE-9066-DE506D4F2E7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308" name="Flowchart: Connector 14307">
                      <a:extLst>
                        <a:ext uri="{FF2B5EF4-FFF2-40B4-BE49-F238E27FC236}">
                          <a16:creationId xmlns:a16="http://schemas.microsoft.com/office/drawing/2014/main" id="{CE20BA99-B00B-4A5C-BE65-29F5A5A5B97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309" name="Flowchart: Connector 14308">
                      <a:extLst>
                        <a:ext uri="{FF2B5EF4-FFF2-40B4-BE49-F238E27FC236}">
                          <a16:creationId xmlns:a16="http://schemas.microsoft.com/office/drawing/2014/main" id="{798BA489-71C7-41C8-82AC-4E8F2811F10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4091" name="Flowchart: Connector 14090">
                    <a:extLst>
                      <a:ext uri="{FF2B5EF4-FFF2-40B4-BE49-F238E27FC236}">
                        <a16:creationId xmlns:a16="http://schemas.microsoft.com/office/drawing/2014/main" id="{6F1094F1-33A8-42FE-9521-8C633C60A16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4092" name="Flowchart: Connector 14091">
                    <a:extLst>
                      <a:ext uri="{FF2B5EF4-FFF2-40B4-BE49-F238E27FC236}">
                        <a16:creationId xmlns:a16="http://schemas.microsoft.com/office/drawing/2014/main" id="{C0CFA69D-762C-4B8E-954B-F39A0E72222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4093" name="Group 14092">
                    <a:extLst>
                      <a:ext uri="{FF2B5EF4-FFF2-40B4-BE49-F238E27FC236}">
                        <a16:creationId xmlns:a16="http://schemas.microsoft.com/office/drawing/2014/main" id="{6E353D8C-4DB3-4FB6-98C5-4056C1CFF47B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14304" name="Flowchart: Connector 14303">
                      <a:extLst>
                        <a:ext uri="{FF2B5EF4-FFF2-40B4-BE49-F238E27FC236}">
                          <a16:creationId xmlns:a16="http://schemas.microsoft.com/office/drawing/2014/main" id="{501244F4-06E7-431F-9B61-315B4A50871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305" name="Flowchart: Connector 14304">
                      <a:extLst>
                        <a:ext uri="{FF2B5EF4-FFF2-40B4-BE49-F238E27FC236}">
                          <a16:creationId xmlns:a16="http://schemas.microsoft.com/office/drawing/2014/main" id="{A5397A4B-6CE9-4C4B-BEC1-411EE67CCC9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306" name="Flowchart: Connector 14305">
                      <a:extLst>
                        <a:ext uri="{FF2B5EF4-FFF2-40B4-BE49-F238E27FC236}">
                          <a16:creationId xmlns:a16="http://schemas.microsoft.com/office/drawing/2014/main" id="{52D99BEA-FAA6-41B8-AC92-392AA5BBDF1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4094" name="Group 14093">
                    <a:extLst>
                      <a:ext uri="{FF2B5EF4-FFF2-40B4-BE49-F238E27FC236}">
                        <a16:creationId xmlns:a16="http://schemas.microsoft.com/office/drawing/2014/main" id="{17B4FD94-7F3B-4BAC-BE5C-E8A870C8924E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14239" name="Group 14238">
                      <a:extLst>
                        <a:ext uri="{FF2B5EF4-FFF2-40B4-BE49-F238E27FC236}">
                          <a16:creationId xmlns:a16="http://schemas.microsoft.com/office/drawing/2014/main" id="{56673C50-2185-4B53-A152-CD159F6F0E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14300" name="Flowchart: Connector 14299">
                        <a:extLst>
                          <a:ext uri="{FF2B5EF4-FFF2-40B4-BE49-F238E27FC236}">
                            <a16:creationId xmlns:a16="http://schemas.microsoft.com/office/drawing/2014/main" id="{EAB926BF-1EE9-4D62-9EE1-B559474AD48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301" name="Flowchart: Connector 14300">
                        <a:extLst>
                          <a:ext uri="{FF2B5EF4-FFF2-40B4-BE49-F238E27FC236}">
                            <a16:creationId xmlns:a16="http://schemas.microsoft.com/office/drawing/2014/main" id="{EF93F430-ECF5-4A91-885D-A07A8D88F78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302" name="Flowchart: Connector 14301">
                        <a:extLst>
                          <a:ext uri="{FF2B5EF4-FFF2-40B4-BE49-F238E27FC236}">
                            <a16:creationId xmlns:a16="http://schemas.microsoft.com/office/drawing/2014/main" id="{CE021A7C-6D68-47FA-AC95-3C071C27CFF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303" name="Flowchart: Connector 14302">
                        <a:extLst>
                          <a:ext uri="{FF2B5EF4-FFF2-40B4-BE49-F238E27FC236}">
                            <a16:creationId xmlns:a16="http://schemas.microsoft.com/office/drawing/2014/main" id="{FE863A02-E7E6-46A2-8E4D-4780A4C0FFB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4240" name="Group 14239">
                      <a:extLst>
                        <a:ext uri="{FF2B5EF4-FFF2-40B4-BE49-F238E27FC236}">
                          <a16:creationId xmlns:a16="http://schemas.microsoft.com/office/drawing/2014/main" id="{4ED1A434-F2B5-439F-B352-ABB8A82DC9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14241" name="Group 14240">
                        <a:extLst>
                          <a:ext uri="{FF2B5EF4-FFF2-40B4-BE49-F238E27FC236}">
                            <a16:creationId xmlns:a16="http://schemas.microsoft.com/office/drawing/2014/main" id="{7D7E0891-E23C-451E-8E3B-33925FF4B1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4292" name="Flowchart: Connector 14291">
                          <a:extLst>
                            <a:ext uri="{FF2B5EF4-FFF2-40B4-BE49-F238E27FC236}">
                              <a16:creationId xmlns:a16="http://schemas.microsoft.com/office/drawing/2014/main" id="{1E2E7642-6AFC-4D14-A533-1E4AA2541B7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93" name="3D Model 14292" descr="Sphere">
                              <a:extLst>
                                <a:ext uri="{FF2B5EF4-FFF2-40B4-BE49-F238E27FC236}">
                                  <a16:creationId xmlns:a16="http://schemas.microsoft.com/office/drawing/2014/main" id="{67DCCAC5-1AE1-492D-8912-D088FEF04B1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6704194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94" name="Flowchart: Connector 14293">
                          <a:extLst>
                            <a:ext uri="{FF2B5EF4-FFF2-40B4-BE49-F238E27FC236}">
                              <a16:creationId xmlns:a16="http://schemas.microsoft.com/office/drawing/2014/main" id="{D1344AE6-8579-48F1-9674-B21473A3AD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95" name="3D Model 14294" descr="Sphere">
                              <a:extLst>
                                <a:ext uri="{FF2B5EF4-FFF2-40B4-BE49-F238E27FC236}">
                                  <a16:creationId xmlns:a16="http://schemas.microsoft.com/office/drawing/2014/main" id="{DA1DD6B3-4398-4D4C-8F61-FD63EF2C502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3580237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96" name="Flowchart: Connector 14295">
                          <a:extLst>
                            <a:ext uri="{FF2B5EF4-FFF2-40B4-BE49-F238E27FC236}">
                              <a16:creationId xmlns:a16="http://schemas.microsoft.com/office/drawing/2014/main" id="{5FFD502F-37BA-44F9-BFF2-EC6912ACE7C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97" name="3D Model 14296" descr="Sphere">
                              <a:extLst>
                                <a:ext uri="{FF2B5EF4-FFF2-40B4-BE49-F238E27FC236}">
                                  <a16:creationId xmlns:a16="http://schemas.microsoft.com/office/drawing/2014/main" id="{54C20D12-66AD-4C09-B32A-60F957614C2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436036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98" name="Flowchart: Connector 14297">
                          <a:extLst>
                            <a:ext uri="{FF2B5EF4-FFF2-40B4-BE49-F238E27FC236}">
                              <a16:creationId xmlns:a16="http://schemas.microsoft.com/office/drawing/2014/main" id="{8C99BE23-1210-43D8-A882-2F996310106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99" name="3D Model 14298" descr="Sphere">
                              <a:extLst>
                                <a:ext uri="{FF2B5EF4-FFF2-40B4-BE49-F238E27FC236}">
                                  <a16:creationId xmlns:a16="http://schemas.microsoft.com/office/drawing/2014/main" id="{B489D6A3-D063-4E84-9010-F827DDC0482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7315898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242" name="Group 14241">
                        <a:extLst>
                          <a:ext uri="{FF2B5EF4-FFF2-40B4-BE49-F238E27FC236}">
                            <a16:creationId xmlns:a16="http://schemas.microsoft.com/office/drawing/2014/main" id="{1EF8D012-258B-4E8D-9A60-4288DC5ECD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4276" name="Flowchart: Connector 14275">
                          <a:extLst>
                            <a:ext uri="{FF2B5EF4-FFF2-40B4-BE49-F238E27FC236}">
                              <a16:creationId xmlns:a16="http://schemas.microsoft.com/office/drawing/2014/main" id="{06BC69F7-42E2-4FD3-AE59-2BDDBF21523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77" name="Flowchart: Connector 14276">
                          <a:extLst>
                            <a:ext uri="{FF2B5EF4-FFF2-40B4-BE49-F238E27FC236}">
                              <a16:creationId xmlns:a16="http://schemas.microsoft.com/office/drawing/2014/main" id="{B15D38F9-E166-4AE5-849B-B33E0C92DFD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78" name="Flowchart: Connector 14277">
                          <a:extLst>
                            <a:ext uri="{FF2B5EF4-FFF2-40B4-BE49-F238E27FC236}">
                              <a16:creationId xmlns:a16="http://schemas.microsoft.com/office/drawing/2014/main" id="{319BD18A-B29A-4A42-B452-C93B3FED642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79" name="Flowchart: Connector 14278">
                          <a:extLst>
                            <a:ext uri="{FF2B5EF4-FFF2-40B4-BE49-F238E27FC236}">
                              <a16:creationId xmlns:a16="http://schemas.microsoft.com/office/drawing/2014/main" id="{F67F3FFA-546E-4A4A-93C8-B7CF7D6B41C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80" name="Flowchart: Connector 14279">
                          <a:extLst>
                            <a:ext uri="{FF2B5EF4-FFF2-40B4-BE49-F238E27FC236}">
                              <a16:creationId xmlns:a16="http://schemas.microsoft.com/office/drawing/2014/main" id="{BC58E22A-C325-43FB-B7CC-0DBE21FFB06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81" name="Flowchart: Connector 14280">
                          <a:extLst>
                            <a:ext uri="{FF2B5EF4-FFF2-40B4-BE49-F238E27FC236}">
                              <a16:creationId xmlns:a16="http://schemas.microsoft.com/office/drawing/2014/main" id="{24F80418-D0CA-4E20-A527-4CFB68CCF6B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82" name="Flowchart: Connector 14281">
                          <a:extLst>
                            <a:ext uri="{FF2B5EF4-FFF2-40B4-BE49-F238E27FC236}">
                              <a16:creationId xmlns:a16="http://schemas.microsoft.com/office/drawing/2014/main" id="{5255937C-D653-42AE-9633-CB53E8112FE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83" name="Flowchart: Connector 14282">
                          <a:extLst>
                            <a:ext uri="{FF2B5EF4-FFF2-40B4-BE49-F238E27FC236}">
                              <a16:creationId xmlns:a16="http://schemas.microsoft.com/office/drawing/2014/main" id="{BDE7A81D-F016-45E3-A2D6-EC88C567DF9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84" name="Flowchart: Connector 14283">
                          <a:extLst>
                            <a:ext uri="{FF2B5EF4-FFF2-40B4-BE49-F238E27FC236}">
                              <a16:creationId xmlns:a16="http://schemas.microsoft.com/office/drawing/2014/main" id="{3B4D55C9-53B8-449A-AD4C-BE0786AB881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85" name="3D Model 14284" descr="Sphere">
                              <a:extLst>
                                <a:ext uri="{FF2B5EF4-FFF2-40B4-BE49-F238E27FC236}">
                                  <a16:creationId xmlns:a16="http://schemas.microsoft.com/office/drawing/2014/main" id="{4F22C9F4-B608-4F1B-BF63-071169044FB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5586433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86" name="Flowchart: Connector 14285">
                          <a:extLst>
                            <a:ext uri="{FF2B5EF4-FFF2-40B4-BE49-F238E27FC236}">
                              <a16:creationId xmlns:a16="http://schemas.microsoft.com/office/drawing/2014/main" id="{1F23700A-3F6F-4E58-A57E-A93D22207F0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87" name="3D Model 14286" descr="Sphere">
                              <a:extLst>
                                <a:ext uri="{FF2B5EF4-FFF2-40B4-BE49-F238E27FC236}">
                                  <a16:creationId xmlns:a16="http://schemas.microsoft.com/office/drawing/2014/main" id="{6FF8B14F-A050-43C7-9D38-C49BBB554D5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1540763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88" name="Flowchart: Connector 14287">
                          <a:extLst>
                            <a:ext uri="{FF2B5EF4-FFF2-40B4-BE49-F238E27FC236}">
                              <a16:creationId xmlns:a16="http://schemas.microsoft.com/office/drawing/2014/main" id="{C916FE35-046B-4D4A-B1D5-15F3E64EF38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89" name="3D Model 14288" descr="Sphere">
                              <a:extLst>
                                <a:ext uri="{FF2B5EF4-FFF2-40B4-BE49-F238E27FC236}">
                                  <a16:creationId xmlns:a16="http://schemas.microsoft.com/office/drawing/2014/main" id="{CF5540AC-C1C4-47EC-9918-CDFB3103A75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4999653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90" name="Flowchart: Connector 14289">
                          <a:extLst>
                            <a:ext uri="{FF2B5EF4-FFF2-40B4-BE49-F238E27FC236}">
                              <a16:creationId xmlns:a16="http://schemas.microsoft.com/office/drawing/2014/main" id="{A9D4230E-0568-4ED2-8122-753D726B74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91" name="3D Model 14290" descr="Sphere">
                              <a:extLst>
                                <a:ext uri="{FF2B5EF4-FFF2-40B4-BE49-F238E27FC236}">
                                  <a16:creationId xmlns:a16="http://schemas.microsoft.com/office/drawing/2014/main" id="{8CA73651-A352-47CA-8A45-50336669B23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5420387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243" name="Group 14242">
                        <a:extLst>
                          <a:ext uri="{FF2B5EF4-FFF2-40B4-BE49-F238E27FC236}">
                            <a16:creationId xmlns:a16="http://schemas.microsoft.com/office/drawing/2014/main" id="{BB417ECA-C168-426E-94CA-B63F1BD1F5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4260" name="Flowchart: Connector 14259">
                          <a:extLst>
                            <a:ext uri="{FF2B5EF4-FFF2-40B4-BE49-F238E27FC236}">
                              <a16:creationId xmlns:a16="http://schemas.microsoft.com/office/drawing/2014/main" id="{EAE7D2D9-53DB-43EB-9116-917CE2E7427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61" name="Flowchart: Connector 14260">
                          <a:extLst>
                            <a:ext uri="{FF2B5EF4-FFF2-40B4-BE49-F238E27FC236}">
                              <a16:creationId xmlns:a16="http://schemas.microsoft.com/office/drawing/2014/main" id="{A33360C3-6159-4310-9AA5-07500E2D8F7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62" name="Flowchart: Connector 14261">
                          <a:extLst>
                            <a:ext uri="{FF2B5EF4-FFF2-40B4-BE49-F238E27FC236}">
                              <a16:creationId xmlns:a16="http://schemas.microsoft.com/office/drawing/2014/main" id="{7FBA97B5-502A-43E8-9D7E-4D24A09A09B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63" name="Flowchart: Connector 14262">
                          <a:extLst>
                            <a:ext uri="{FF2B5EF4-FFF2-40B4-BE49-F238E27FC236}">
                              <a16:creationId xmlns:a16="http://schemas.microsoft.com/office/drawing/2014/main" id="{AE403069-2C30-401F-83F0-973C46FC7A3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64" name="Flowchart: Connector 14263">
                          <a:extLst>
                            <a:ext uri="{FF2B5EF4-FFF2-40B4-BE49-F238E27FC236}">
                              <a16:creationId xmlns:a16="http://schemas.microsoft.com/office/drawing/2014/main" id="{4E114DF9-EF95-49F5-AD4D-9880AC9B6E0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65" name="Flowchart: Connector 14264">
                          <a:extLst>
                            <a:ext uri="{FF2B5EF4-FFF2-40B4-BE49-F238E27FC236}">
                              <a16:creationId xmlns:a16="http://schemas.microsoft.com/office/drawing/2014/main" id="{C63F5A3B-52A8-4583-B092-47B4A4AF5CA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66" name="Flowchart: Connector 14265">
                          <a:extLst>
                            <a:ext uri="{FF2B5EF4-FFF2-40B4-BE49-F238E27FC236}">
                              <a16:creationId xmlns:a16="http://schemas.microsoft.com/office/drawing/2014/main" id="{A2EA295F-9806-44FD-AEA2-CFB823E3675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67" name="Flowchart: Connector 14266">
                          <a:extLst>
                            <a:ext uri="{FF2B5EF4-FFF2-40B4-BE49-F238E27FC236}">
                              <a16:creationId xmlns:a16="http://schemas.microsoft.com/office/drawing/2014/main" id="{69B136B9-9AAC-4683-9588-ACE649638C5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68" name="Flowchart: Connector 14267">
                          <a:extLst>
                            <a:ext uri="{FF2B5EF4-FFF2-40B4-BE49-F238E27FC236}">
                              <a16:creationId xmlns:a16="http://schemas.microsoft.com/office/drawing/2014/main" id="{2EDD72D0-8AB1-4B3A-BF15-48C7CC7A68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69" name="3D Model 14268" descr="Sphere">
                              <a:extLst>
                                <a:ext uri="{FF2B5EF4-FFF2-40B4-BE49-F238E27FC236}">
                                  <a16:creationId xmlns:a16="http://schemas.microsoft.com/office/drawing/2014/main" id="{8825DFD7-E3CC-4DC5-B056-1A426D22127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8750225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70" name="Flowchart: Connector 14269">
                          <a:extLst>
                            <a:ext uri="{FF2B5EF4-FFF2-40B4-BE49-F238E27FC236}">
                              <a16:creationId xmlns:a16="http://schemas.microsoft.com/office/drawing/2014/main" id="{6BA554FA-9204-480C-BB37-931ED011FDB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71" name="3D Model 14270" descr="Sphere">
                              <a:extLst>
                                <a:ext uri="{FF2B5EF4-FFF2-40B4-BE49-F238E27FC236}">
                                  <a16:creationId xmlns:a16="http://schemas.microsoft.com/office/drawing/2014/main" id="{C02140CD-1C62-4DC1-8A92-851C573F2C8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8259923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72" name="Flowchart: Connector 14271">
                          <a:extLst>
                            <a:ext uri="{FF2B5EF4-FFF2-40B4-BE49-F238E27FC236}">
                              <a16:creationId xmlns:a16="http://schemas.microsoft.com/office/drawing/2014/main" id="{B6D70B61-9F99-46E8-84D2-FDFF33CD832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73" name="3D Model 14272" descr="Sphere">
                              <a:extLst>
                                <a:ext uri="{FF2B5EF4-FFF2-40B4-BE49-F238E27FC236}">
                                  <a16:creationId xmlns:a16="http://schemas.microsoft.com/office/drawing/2014/main" id="{01AB1156-D7D7-4CB1-A9E7-12E2B94C6AA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0942523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74" name="Flowchart: Connector 14273">
                          <a:extLst>
                            <a:ext uri="{FF2B5EF4-FFF2-40B4-BE49-F238E27FC236}">
                              <a16:creationId xmlns:a16="http://schemas.microsoft.com/office/drawing/2014/main" id="{71AC9C9F-7DCD-4EE6-8659-BFC06E1FD61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75" name="3D Model 14274" descr="Sphere">
                              <a:extLst>
                                <a:ext uri="{FF2B5EF4-FFF2-40B4-BE49-F238E27FC236}">
                                  <a16:creationId xmlns:a16="http://schemas.microsoft.com/office/drawing/2014/main" id="{44A28515-4FC8-4723-A121-4E25CE5101A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9060259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4244" name="Flowchart: Connector 14243">
                        <a:extLst>
                          <a:ext uri="{FF2B5EF4-FFF2-40B4-BE49-F238E27FC236}">
                            <a16:creationId xmlns:a16="http://schemas.microsoft.com/office/drawing/2014/main" id="{86522DC1-9737-468D-B661-2F93D0EB736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245" name="Flowchart: Connector 14244">
                        <a:extLst>
                          <a:ext uri="{FF2B5EF4-FFF2-40B4-BE49-F238E27FC236}">
                            <a16:creationId xmlns:a16="http://schemas.microsoft.com/office/drawing/2014/main" id="{E423B654-D372-47C6-8990-4C6756DE2E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246" name="Flowchart: Connector 14245">
                        <a:extLst>
                          <a:ext uri="{FF2B5EF4-FFF2-40B4-BE49-F238E27FC236}">
                            <a16:creationId xmlns:a16="http://schemas.microsoft.com/office/drawing/2014/main" id="{AE83FFAF-D88F-4D62-9F89-F08F5727A20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247" name="Flowchart: Connector 14246">
                        <a:extLst>
                          <a:ext uri="{FF2B5EF4-FFF2-40B4-BE49-F238E27FC236}">
                            <a16:creationId xmlns:a16="http://schemas.microsoft.com/office/drawing/2014/main" id="{1B96D584-D626-442E-A09A-632F84CDCD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248" name="Flowchart: Connector 14247">
                        <a:extLst>
                          <a:ext uri="{FF2B5EF4-FFF2-40B4-BE49-F238E27FC236}">
                            <a16:creationId xmlns:a16="http://schemas.microsoft.com/office/drawing/2014/main" id="{AE8DBFC5-2992-4F89-9EC5-44C279B465D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249" name="Flowchart: Connector 14248">
                        <a:extLst>
                          <a:ext uri="{FF2B5EF4-FFF2-40B4-BE49-F238E27FC236}">
                            <a16:creationId xmlns:a16="http://schemas.microsoft.com/office/drawing/2014/main" id="{FE5058A3-19D1-4746-AB82-2916397924C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250" name="Flowchart: Connector 14249">
                        <a:extLst>
                          <a:ext uri="{FF2B5EF4-FFF2-40B4-BE49-F238E27FC236}">
                            <a16:creationId xmlns:a16="http://schemas.microsoft.com/office/drawing/2014/main" id="{8C699601-697A-4E28-941C-C0FCBC0D959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251" name="Flowchart: Connector 14250">
                        <a:extLst>
                          <a:ext uri="{FF2B5EF4-FFF2-40B4-BE49-F238E27FC236}">
                            <a16:creationId xmlns:a16="http://schemas.microsoft.com/office/drawing/2014/main" id="{084B0D93-DF92-49A0-BE23-485BC473351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252" name="Flowchart: Connector 14251">
                        <a:extLst>
                          <a:ext uri="{FF2B5EF4-FFF2-40B4-BE49-F238E27FC236}">
                            <a16:creationId xmlns:a16="http://schemas.microsoft.com/office/drawing/2014/main" id="{5FF9A3F6-6EEB-4FF0-B4DB-F9AF41C909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253" name="3D Model 14252" descr="Sphere">
                            <a:extLst>
                              <a:ext uri="{FF2B5EF4-FFF2-40B4-BE49-F238E27FC236}">
                                <a16:creationId xmlns:a16="http://schemas.microsoft.com/office/drawing/2014/main" id="{FE9DFB81-A1AD-44B7-9FD2-A3FE7BB1803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29911207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254" name="Flowchart: Connector 14253">
                        <a:extLst>
                          <a:ext uri="{FF2B5EF4-FFF2-40B4-BE49-F238E27FC236}">
                            <a16:creationId xmlns:a16="http://schemas.microsoft.com/office/drawing/2014/main" id="{CFEFD2CD-25DC-4F6C-A4A8-EC96363773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255" name="3D Model 14254" descr="Sphere">
                            <a:extLst>
                              <a:ext uri="{FF2B5EF4-FFF2-40B4-BE49-F238E27FC236}">
                                <a16:creationId xmlns:a16="http://schemas.microsoft.com/office/drawing/2014/main" id="{4099CFC2-B758-46C9-9316-82DBB9CC6CA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82280050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256" name="Flowchart: Connector 14255">
                        <a:extLst>
                          <a:ext uri="{FF2B5EF4-FFF2-40B4-BE49-F238E27FC236}">
                            <a16:creationId xmlns:a16="http://schemas.microsoft.com/office/drawing/2014/main" id="{2E0B0CFF-644A-4455-AAAD-D89446775B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257" name="3D Model 14256" descr="Sphere">
                            <a:extLst>
                              <a:ext uri="{FF2B5EF4-FFF2-40B4-BE49-F238E27FC236}">
                                <a16:creationId xmlns:a16="http://schemas.microsoft.com/office/drawing/2014/main" id="{6E6DB20F-C991-4A68-AE05-08270EDD96D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88548332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258" name="Flowchart: Connector 14257">
                        <a:extLst>
                          <a:ext uri="{FF2B5EF4-FFF2-40B4-BE49-F238E27FC236}">
                            <a16:creationId xmlns:a16="http://schemas.microsoft.com/office/drawing/2014/main" id="{E36C3BE4-3574-4B8A-BF73-E2E343CD6E6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259" name="3D Model 14258" descr="Sphere">
                            <a:extLst>
                              <a:ext uri="{FF2B5EF4-FFF2-40B4-BE49-F238E27FC236}">
                                <a16:creationId xmlns:a16="http://schemas.microsoft.com/office/drawing/2014/main" id="{E6E82B47-9380-45A7-9CA7-CEBC7C4EAEC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04775341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4095" name="Group 14094">
                    <a:extLst>
                      <a:ext uri="{FF2B5EF4-FFF2-40B4-BE49-F238E27FC236}">
                        <a16:creationId xmlns:a16="http://schemas.microsoft.com/office/drawing/2014/main" id="{017C0F19-E3B9-46C8-9F81-4BCACC0A15DC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4236" name="Flowchart: Connector 14235">
                      <a:extLst>
                        <a:ext uri="{FF2B5EF4-FFF2-40B4-BE49-F238E27FC236}">
                          <a16:creationId xmlns:a16="http://schemas.microsoft.com/office/drawing/2014/main" id="{62579AD8-48B5-4F6C-B7E2-1ABACDFAFB3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237" name="Flowchart: Connector 14236">
                      <a:extLst>
                        <a:ext uri="{FF2B5EF4-FFF2-40B4-BE49-F238E27FC236}">
                          <a16:creationId xmlns:a16="http://schemas.microsoft.com/office/drawing/2014/main" id="{5A66A8D1-1204-4491-89E0-53D9D6FF19B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238" name="Flowchart: Connector 14237">
                      <a:extLst>
                        <a:ext uri="{FF2B5EF4-FFF2-40B4-BE49-F238E27FC236}">
                          <a16:creationId xmlns:a16="http://schemas.microsoft.com/office/drawing/2014/main" id="{122BE6A4-FC21-49FD-8C65-B945439C7C7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4096" name="Flowchart: Connector 14095">
                    <a:extLst>
                      <a:ext uri="{FF2B5EF4-FFF2-40B4-BE49-F238E27FC236}">
                        <a16:creationId xmlns:a16="http://schemas.microsoft.com/office/drawing/2014/main" id="{DFF9A74A-7F1A-4E77-8229-EA09096553B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4097" name="Flowchart: Connector 14096">
                    <a:extLst>
                      <a:ext uri="{FF2B5EF4-FFF2-40B4-BE49-F238E27FC236}">
                        <a16:creationId xmlns:a16="http://schemas.microsoft.com/office/drawing/2014/main" id="{FBA0C67E-169A-4097-A72E-5A46BD38620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4098" name="Group 14097">
                    <a:extLst>
                      <a:ext uri="{FF2B5EF4-FFF2-40B4-BE49-F238E27FC236}">
                        <a16:creationId xmlns:a16="http://schemas.microsoft.com/office/drawing/2014/main" id="{B83F8D87-64A7-4ECF-A8B0-8D433D8A1024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14233" name="Flowchart: Connector 14232">
                      <a:extLst>
                        <a:ext uri="{FF2B5EF4-FFF2-40B4-BE49-F238E27FC236}">
                          <a16:creationId xmlns:a16="http://schemas.microsoft.com/office/drawing/2014/main" id="{B08DE765-1ACA-4A72-A3C5-6AD18B07842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234" name="Flowchart: Connector 14233">
                      <a:extLst>
                        <a:ext uri="{FF2B5EF4-FFF2-40B4-BE49-F238E27FC236}">
                          <a16:creationId xmlns:a16="http://schemas.microsoft.com/office/drawing/2014/main" id="{EA9215F0-1E7C-4527-941B-B7191D3AEB2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235" name="Flowchart: Connector 14234">
                      <a:extLst>
                        <a:ext uri="{FF2B5EF4-FFF2-40B4-BE49-F238E27FC236}">
                          <a16:creationId xmlns:a16="http://schemas.microsoft.com/office/drawing/2014/main" id="{7E808C7E-5B99-40B1-9E4C-E9B3F4E98B1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4099" name="Group 14098">
                    <a:extLst>
                      <a:ext uri="{FF2B5EF4-FFF2-40B4-BE49-F238E27FC236}">
                        <a16:creationId xmlns:a16="http://schemas.microsoft.com/office/drawing/2014/main" id="{75016570-5C8E-40E0-BD92-B3097F2FC398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14168" name="Group 14167">
                      <a:extLst>
                        <a:ext uri="{FF2B5EF4-FFF2-40B4-BE49-F238E27FC236}">
                          <a16:creationId xmlns:a16="http://schemas.microsoft.com/office/drawing/2014/main" id="{ACF790F4-9BD8-4E09-AF44-8BDEC93869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14229" name="Flowchart: Connector 14228">
                        <a:extLst>
                          <a:ext uri="{FF2B5EF4-FFF2-40B4-BE49-F238E27FC236}">
                            <a16:creationId xmlns:a16="http://schemas.microsoft.com/office/drawing/2014/main" id="{DD2F61F0-BEDE-43D3-AB5B-7C55A3BA4A9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230" name="Flowchart: Connector 14229">
                        <a:extLst>
                          <a:ext uri="{FF2B5EF4-FFF2-40B4-BE49-F238E27FC236}">
                            <a16:creationId xmlns:a16="http://schemas.microsoft.com/office/drawing/2014/main" id="{C35EB910-109E-4E43-A5D4-CBA314B937D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231" name="Flowchart: Connector 14230">
                        <a:extLst>
                          <a:ext uri="{FF2B5EF4-FFF2-40B4-BE49-F238E27FC236}">
                            <a16:creationId xmlns:a16="http://schemas.microsoft.com/office/drawing/2014/main" id="{A58C1F76-8C24-4139-8BDF-2C66D82769F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232" name="Flowchart: Connector 14231">
                        <a:extLst>
                          <a:ext uri="{FF2B5EF4-FFF2-40B4-BE49-F238E27FC236}">
                            <a16:creationId xmlns:a16="http://schemas.microsoft.com/office/drawing/2014/main" id="{0366948E-7BFC-4298-AF01-DAF9FDC35BB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4169" name="Group 14168">
                      <a:extLst>
                        <a:ext uri="{FF2B5EF4-FFF2-40B4-BE49-F238E27FC236}">
                          <a16:creationId xmlns:a16="http://schemas.microsoft.com/office/drawing/2014/main" id="{36410770-DBF0-45E2-8C11-675B828CE29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14170" name="Group 14169">
                        <a:extLst>
                          <a:ext uri="{FF2B5EF4-FFF2-40B4-BE49-F238E27FC236}">
                            <a16:creationId xmlns:a16="http://schemas.microsoft.com/office/drawing/2014/main" id="{77B72AD0-12BB-4A4A-9AA5-E0D76ADC69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4221" name="Flowchart: Connector 14220">
                          <a:extLst>
                            <a:ext uri="{FF2B5EF4-FFF2-40B4-BE49-F238E27FC236}">
                              <a16:creationId xmlns:a16="http://schemas.microsoft.com/office/drawing/2014/main" id="{84AB0491-2E9C-4C5B-B3CE-A6BDB3FAAE7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22" name="3D Model 14221" descr="Sphere">
                              <a:extLst>
                                <a:ext uri="{FF2B5EF4-FFF2-40B4-BE49-F238E27FC236}">
                                  <a16:creationId xmlns:a16="http://schemas.microsoft.com/office/drawing/2014/main" id="{62AFB6F5-9233-4739-BE72-8BDC6D1F5BB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50511004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23" name="Flowchart: Connector 14222">
                          <a:extLst>
                            <a:ext uri="{FF2B5EF4-FFF2-40B4-BE49-F238E27FC236}">
                              <a16:creationId xmlns:a16="http://schemas.microsoft.com/office/drawing/2014/main" id="{5A70B439-F591-4A2A-973A-4896BCF4C4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24" name="3D Model 14223" descr="Sphere">
                              <a:extLst>
                                <a:ext uri="{FF2B5EF4-FFF2-40B4-BE49-F238E27FC236}">
                                  <a16:creationId xmlns:a16="http://schemas.microsoft.com/office/drawing/2014/main" id="{C8DD983C-1326-475F-8CC3-927F9551F07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0922023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25" name="Flowchart: Connector 14224">
                          <a:extLst>
                            <a:ext uri="{FF2B5EF4-FFF2-40B4-BE49-F238E27FC236}">
                              <a16:creationId xmlns:a16="http://schemas.microsoft.com/office/drawing/2014/main" id="{DBFFE166-6803-4539-931C-BDAF24D314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26" name="3D Model 14225" descr="Sphere">
                              <a:extLst>
                                <a:ext uri="{FF2B5EF4-FFF2-40B4-BE49-F238E27FC236}">
                                  <a16:creationId xmlns:a16="http://schemas.microsoft.com/office/drawing/2014/main" id="{9D95A643-7E41-4E71-AAC6-80D22C93D70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0868545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27" name="Flowchart: Connector 14226">
                          <a:extLst>
                            <a:ext uri="{FF2B5EF4-FFF2-40B4-BE49-F238E27FC236}">
                              <a16:creationId xmlns:a16="http://schemas.microsoft.com/office/drawing/2014/main" id="{53F06127-59B7-4F09-887D-5ED7E3A7403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28" name="3D Model 14227" descr="Sphere">
                              <a:extLst>
                                <a:ext uri="{FF2B5EF4-FFF2-40B4-BE49-F238E27FC236}">
                                  <a16:creationId xmlns:a16="http://schemas.microsoft.com/office/drawing/2014/main" id="{CB769AC3-89A3-4451-8D00-E6942394B4E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7326026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171" name="Group 14170">
                        <a:extLst>
                          <a:ext uri="{FF2B5EF4-FFF2-40B4-BE49-F238E27FC236}">
                            <a16:creationId xmlns:a16="http://schemas.microsoft.com/office/drawing/2014/main" id="{8AD54B93-578A-4451-8D18-6D4DE8B13A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4205" name="Flowchart: Connector 14204">
                          <a:extLst>
                            <a:ext uri="{FF2B5EF4-FFF2-40B4-BE49-F238E27FC236}">
                              <a16:creationId xmlns:a16="http://schemas.microsoft.com/office/drawing/2014/main" id="{F9E8CA04-6114-40D5-8934-B2CB27D5F60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06" name="Flowchart: Connector 14205">
                          <a:extLst>
                            <a:ext uri="{FF2B5EF4-FFF2-40B4-BE49-F238E27FC236}">
                              <a16:creationId xmlns:a16="http://schemas.microsoft.com/office/drawing/2014/main" id="{56C08BC6-E2E9-4B0A-92D0-5250AA55F5A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07" name="Flowchart: Connector 14206">
                          <a:extLst>
                            <a:ext uri="{FF2B5EF4-FFF2-40B4-BE49-F238E27FC236}">
                              <a16:creationId xmlns:a16="http://schemas.microsoft.com/office/drawing/2014/main" id="{4F820E57-5516-447D-9676-99DDEF2D37F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08" name="Flowchart: Connector 14207">
                          <a:extLst>
                            <a:ext uri="{FF2B5EF4-FFF2-40B4-BE49-F238E27FC236}">
                              <a16:creationId xmlns:a16="http://schemas.microsoft.com/office/drawing/2014/main" id="{6F2A5513-913A-4201-B94D-BA4C59B8211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09" name="Flowchart: Connector 14208">
                          <a:extLst>
                            <a:ext uri="{FF2B5EF4-FFF2-40B4-BE49-F238E27FC236}">
                              <a16:creationId xmlns:a16="http://schemas.microsoft.com/office/drawing/2014/main" id="{1FA1F35D-F965-4A97-8098-4B9A6604238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10" name="Flowchart: Connector 14209">
                          <a:extLst>
                            <a:ext uri="{FF2B5EF4-FFF2-40B4-BE49-F238E27FC236}">
                              <a16:creationId xmlns:a16="http://schemas.microsoft.com/office/drawing/2014/main" id="{FCE3B4B9-C791-4C3A-AAB0-CE1423E7740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11" name="Flowchart: Connector 14210">
                          <a:extLst>
                            <a:ext uri="{FF2B5EF4-FFF2-40B4-BE49-F238E27FC236}">
                              <a16:creationId xmlns:a16="http://schemas.microsoft.com/office/drawing/2014/main" id="{132D9D3E-1076-479B-8C0F-6E6363CC44D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12" name="Flowchart: Connector 14211">
                          <a:extLst>
                            <a:ext uri="{FF2B5EF4-FFF2-40B4-BE49-F238E27FC236}">
                              <a16:creationId xmlns:a16="http://schemas.microsoft.com/office/drawing/2014/main" id="{A51AB2E5-07C7-449A-A9E6-55EC48CC47B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213" name="Flowchart: Connector 14212">
                          <a:extLst>
                            <a:ext uri="{FF2B5EF4-FFF2-40B4-BE49-F238E27FC236}">
                              <a16:creationId xmlns:a16="http://schemas.microsoft.com/office/drawing/2014/main" id="{23D9EF42-DF6E-4399-9F0A-2158223320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14" name="3D Model 14213" descr="Sphere">
                              <a:extLst>
                                <a:ext uri="{FF2B5EF4-FFF2-40B4-BE49-F238E27FC236}">
                                  <a16:creationId xmlns:a16="http://schemas.microsoft.com/office/drawing/2014/main" id="{EF76483E-9459-4389-A926-128958C437F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88038222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15" name="Flowchart: Connector 14214">
                          <a:extLst>
                            <a:ext uri="{FF2B5EF4-FFF2-40B4-BE49-F238E27FC236}">
                              <a16:creationId xmlns:a16="http://schemas.microsoft.com/office/drawing/2014/main" id="{63EA96E6-E9AB-40BB-9045-427E9E33FD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16" name="3D Model 14215" descr="Sphere">
                              <a:extLst>
                                <a:ext uri="{FF2B5EF4-FFF2-40B4-BE49-F238E27FC236}">
                                  <a16:creationId xmlns:a16="http://schemas.microsoft.com/office/drawing/2014/main" id="{F1E9744D-D009-4130-AEC6-EE246107975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0098964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17" name="Flowchart: Connector 14216">
                          <a:extLst>
                            <a:ext uri="{FF2B5EF4-FFF2-40B4-BE49-F238E27FC236}">
                              <a16:creationId xmlns:a16="http://schemas.microsoft.com/office/drawing/2014/main" id="{4F64424B-9F0D-4BA4-B983-33AAEDC732D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18" name="3D Model 14217" descr="Sphere">
                              <a:extLst>
                                <a:ext uri="{FF2B5EF4-FFF2-40B4-BE49-F238E27FC236}">
                                  <a16:creationId xmlns:a16="http://schemas.microsoft.com/office/drawing/2014/main" id="{DD2A8E0E-13F8-47D7-8877-55B7F191258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6968866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19" name="Flowchart: Connector 14218">
                          <a:extLst>
                            <a:ext uri="{FF2B5EF4-FFF2-40B4-BE49-F238E27FC236}">
                              <a16:creationId xmlns:a16="http://schemas.microsoft.com/office/drawing/2014/main" id="{2B5DE3DA-29D1-4D42-A240-B69BA107C66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20" name="3D Model 14219" descr="Sphere">
                              <a:extLst>
                                <a:ext uri="{FF2B5EF4-FFF2-40B4-BE49-F238E27FC236}">
                                  <a16:creationId xmlns:a16="http://schemas.microsoft.com/office/drawing/2014/main" id="{B58D9D25-9762-444E-A8D6-C35EF656DEA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9046894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172" name="Group 14171">
                        <a:extLst>
                          <a:ext uri="{FF2B5EF4-FFF2-40B4-BE49-F238E27FC236}">
                            <a16:creationId xmlns:a16="http://schemas.microsoft.com/office/drawing/2014/main" id="{828C3FBD-0F10-4D56-9383-035AFBA6A6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4189" name="Flowchart: Connector 14188">
                          <a:extLst>
                            <a:ext uri="{FF2B5EF4-FFF2-40B4-BE49-F238E27FC236}">
                              <a16:creationId xmlns:a16="http://schemas.microsoft.com/office/drawing/2014/main" id="{E372B12C-1E50-480B-9D43-A4B4A094476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190" name="Flowchart: Connector 14189">
                          <a:extLst>
                            <a:ext uri="{FF2B5EF4-FFF2-40B4-BE49-F238E27FC236}">
                              <a16:creationId xmlns:a16="http://schemas.microsoft.com/office/drawing/2014/main" id="{CA58DC77-CADC-4C4B-9F5D-95BB8143009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191" name="Flowchart: Connector 14190">
                          <a:extLst>
                            <a:ext uri="{FF2B5EF4-FFF2-40B4-BE49-F238E27FC236}">
                              <a16:creationId xmlns:a16="http://schemas.microsoft.com/office/drawing/2014/main" id="{B6FC3961-3E85-4829-9356-F740B3C9C74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192" name="Flowchart: Connector 14191">
                          <a:extLst>
                            <a:ext uri="{FF2B5EF4-FFF2-40B4-BE49-F238E27FC236}">
                              <a16:creationId xmlns:a16="http://schemas.microsoft.com/office/drawing/2014/main" id="{84426265-5B1E-4739-B333-49F140B9939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193" name="Flowchart: Connector 14192">
                          <a:extLst>
                            <a:ext uri="{FF2B5EF4-FFF2-40B4-BE49-F238E27FC236}">
                              <a16:creationId xmlns:a16="http://schemas.microsoft.com/office/drawing/2014/main" id="{4DBBEFF9-0F07-4C7E-AAD2-50A3780C15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194" name="Flowchart: Connector 14193">
                          <a:extLst>
                            <a:ext uri="{FF2B5EF4-FFF2-40B4-BE49-F238E27FC236}">
                              <a16:creationId xmlns:a16="http://schemas.microsoft.com/office/drawing/2014/main" id="{68589FC9-076F-4C09-B05E-6E83C28E339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195" name="Flowchart: Connector 14194">
                          <a:extLst>
                            <a:ext uri="{FF2B5EF4-FFF2-40B4-BE49-F238E27FC236}">
                              <a16:creationId xmlns:a16="http://schemas.microsoft.com/office/drawing/2014/main" id="{5616ABBB-7461-43F0-A771-2CEBDD2BCD6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196" name="Flowchart: Connector 14195">
                          <a:extLst>
                            <a:ext uri="{FF2B5EF4-FFF2-40B4-BE49-F238E27FC236}">
                              <a16:creationId xmlns:a16="http://schemas.microsoft.com/office/drawing/2014/main" id="{7A09CAB4-27B1-4513-A9A4-07CAFDCFEA0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197" name="Flowchart: Connector 14196">
                          <a:extLst>
                            <a:ext uri="{FF2B5EF4-FFF2-40B4-BE49-F238E27FC236}">
                              <a16:creationId xmlns:a16="http://schemas.microsoft.com/office/drawing/2014/main" id="{B455C25E-5298-467F-9FD7-2576DA9FE55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198" name="3D Model 14197" descr="Sphere">
                              <a:extLst>
                                <a:ext uri="{FF2B5EF4-FFF2-40B4-BE49-F238E27FC236}">
                                  <a16:creationId xmlns:a16="http://schemas.microsoft.com/office/drawing/2014/main" id="{5A7F4B98-2413-480D-8DD4-B9E2F90A0CD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01647281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199" name="Flowchart: Connector 14198">
                          <a:extLst>
                            <a:ext uri="{FF2B5EF4-FFF2-40B4-BE49-F238E27FC236}">
                              <a16:creationId xmlns:a16="http://schemas.microsoft.com/office/drawing/2014/main" id="{ADD4D65F-8116-4743-BFBB-848EC12EA9B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00" name="3D Model 14199" descr="Sphere">
                              <a:extLst>
                                <a:ext uri="{FF2B5EF4-FFF2-40B4-BE49-F238E27FC236}">
                                  <a16:creationId xmlns:a16="http://schemas.microsoft.com/office/drawing/2014/main" id="{6F3005C7-4D6A-4815-8E4A-4EF0F38B006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5005028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01" name="Flowchart: Connector 14200">
                          <a:extLst>
                            <a:ext uri="{FF2B5EF4-FFF2-40B4-BE49-F238E27FC236}">
                              <a16:creationId xmlns:a16="http://schemas.microsoft.com/office/drawing/2014/main" id="{2A703EBE-FD95-4844-9E6C-C4245019A66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02" name="3D Model 14201" descr="Sphere">
                              <a:extLst>
                                <a:ext uri="{FF2B5EF4-FFF2-40B4-BE49-F238E27FC236}">
                                  <a16:creationId xmlns:a16="http://schemas.microsoft.com/office/drawing/2014/main" id="{CDD58434-137E-4CDF-BD87-B5F78036A41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8568187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203" name="Flowchart: Connector 14202">
                          <a:extLst>
                            <a:ext uri="{FF2B5EF4-FFF2-40B4-BE49-F238E27FC236}">
                              <a16:creationId xmlns:a16="http://schemas.microsoft.com/office/drawing/2014/main" id="{80B834DD-A1A1-49DB-9EF2-6E01A2F4635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204" name="3D Model 14203" descr="Sphere">
                              <a:extLst>
                                <a:ext uri="{FF2B5EF4-FFF2-40B4-BE49-F238E27FC236}">
                                  <a16:creationId xmlns:a16="http://schemas.microsoft.com/office/drawing/2014/main" id="{75B3A3EB-0280-4BD6-AF62-4E4A74BD0ED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1405514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4173" name="Flowchart: Connector 14172">
                        <a:extLst>
                          <a:ext uri="{FF2B5EF4-FFF2-40B4-BE49-F238E27FC236}">
                            <a16:creationId xmlns:a16="http://schemas.microsoft.com/office/drawing/2014/main" id="{D4C73BAA-5837-4540-AF7F-0914BA2BF19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74" name="Flowchart: Connector 14173">
                        <a:extLst>
                          <a:ext uri="{FF2B5EF4-FFF2-40B4-BE49-F238E27FC236}">
                            <a16:creationId xmlns:a16="http://schemas.microsoft.com/office/drawing/2014/main" id="{9FE4DB34-613B-415F-AEF9-C29CAA000C1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75" name="Flowchart: Connector 14174">
                        <a:extLst>
                          <a:ext uri="{FF2B5EF4-FFF2-40B4-BE49-F238E27FC236}">
                            <a16:creationId xmlns:a16="http://schemas.microsoft.com/office/drawing/2014/main" id="{991224B6-6A87-49E1-A1A1-DF11E91BCE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76" name="Flowchart: Connector 14175">
                        <a:extLst>
                          <a:ext uri="{FF2B5EF4-FFF2-40B4-BE49-F238E27FC236}">
                            <a16:creationId xmlns:a16="http://schemas.microsoft.com/office/drawing/2014/main" id="{9AB658F5-5DA4-488B-96A8-63FA7ECAAD4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77" name="Flowchart: Connector 14176">
                        <a:extLst>
                          <a:ext uri="{FF2B5EF4-FFF2-40B4-BE49-F238E27FC236}">
                            <a16:creationId xmlns:a16="http://schemas.microsoft.com/office/drawing/2014/main" id="{490EA9AF-3674-4685-BC7C-F89113F9106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78" name="Flowchart: Connector 14177">
                        <a:extLst>
                          <a:ext uri="{FF2B5EF4-FFF2-40B4-BE49-F238E27FC236}">
                            <a16:creationId xmlns:a16="http://schemas.microsoft.com/office/drawing/2014/main" id="{8242A80C-398E-4E11-B799-8E185C8DD84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79" name="Flowchart: Connector 14178">
                        <a:extLst>
                          <a:ext uri="{FF2B5EF4-FFF2-40B4-BE49-F238E27FC236}">
                            <a16:creationId xmlns:a16="http://schemas.microsoft.com/office/drawing/2014/main" id="{A0A535E6-7F11-4307-89AC-ED7C555A08C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80" name="Flowchart: Connector 14179">
                        <a:extLst>
                          <a:ext uri="{FF2B5EF4-FFF2-40B4-BE49-F238E27FC236}">
                            <a16:creationId xmlns:a16="http://schemas.microsoft.com/office/drawing/2014/main" id="{F8A51CC3-8925-4A9B-B30F-D242ADCE69C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81" name="Flowchart: Connector 14180">
                        <a:extLst>
                          <a:ext uri="{FF2B5EF4-FFF2-40B4-BE49-F238E27FC236}">
                            <a16:creationId xmlns:a16="http://schemas.microsoft.com/office/drawing/2014/main" id="{A5CF1BDF-E219-45BB-AC84-A488BC69E12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82" name="3D Model 14181" descr="Sphere">
                            <a:extLst>
                              <a:ext uri="{FF2B5EF4-FFF2-40B4-BE49-F238E27FC236}">
                                <a16:creationId xmlns:a16="http://schemas.microsoft.com/office/drawing/2014/main" id="{8CAFB72F-8F34-40FD-A11C-87A4090AD42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9740946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183" name="Flowchart: Connector 14182">
                        <a:extLst>
                          <a:ext uri="{FF2B5EF4-FFF2-40B4-BE49-F238E27FC236}">
                            <a16:creationId xmlns:a16="http://schemas.microsoft.com/office/drawing/2014/main" id="{247A04DF-1A3C-48B6-9FC1-EC0D44540A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84" name="3D Model 14183" descr="Sphere">
                            <a:extLst>
                              <a:ext uri="{FF2B5EF4-FFF2-40B4-BE49-F238E27FC236}">
                                <a16:creationId xmlns:a16="http://schemas.microsoft.com/office/drawing/2014/main" id="{366DEAE2-4F1B-4494-BE1F-F784FEA1AFE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48783434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185" name="Flowchart: Connector 14184">
                        <a:extLst>
                          <a:ext uri="{FF2B5EF4-FFF2-40B4-BE49-F238E27FC236}">
                            <a16:creationId xmlns:a16="http://schemas.microsoft.com/office/drawing/2014/main" id="{CC3A6D26-0A14-4E8A-92EA-4950811B26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86" name="3D Model 14185" descr="Sphere">
                            <a:extLst>
                              <a:ext uri="{FF2B5EF4-FFF2-40B4-BE49-F238E27FC236}">
                                <a16:creationId xmlns:a16="http://schemas.microsoft.com/office/drawing/2014/main" id="{13DE811A-91D6-49C9-B158-31E01A62724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40329794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187" name="Flowchart: Connector 14186">
                        <a:extLst>
                          <a:ext uri="{FF2B5EF4-FFF2-40B4-BE49-F238E27FC236}">
                            <a16:creationId xmlns:a16="http://schemas.microsoft.com/office/drawing/2014/main" id="{5A8247CC-5479-4B8A-AB26-0CB84F93707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88" name="3D Model 14187" descr="Sphere">
                            <a:extLst>
                              <a:ext uri="{FF2B5EF4-FFF2-40B4-BE49-F238E27FC236}">
                                <a16:creationId xmlns:a16="http://schemas.microsoft.com/office/drawing/2014/main" id="{3531DD6A-F9C5-44DA-9B5B-1E26733E96B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52350749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4100" name="Flowchart: Connector 14099">
                    <a:extLst>
                      <a:ext uri="{FF2B5EF4-FFF2-40B4-BE49-F238E27FC236}">
                        <a16:creationId xmlns:a16="http://schemas.microsoft.com/office/drawing/2014/main" id="{1ECB3F72-757F-4A50-8798-F99F838F0A5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101" name="Flowchart: Connector 14100">
                    <a:extLst>
                      <a:ext uri="{FF2B5EF4-FFF2-40B4-BE49-F238E27FC236}">
                        <a16:creationId xmlns:a16="http://schemas.microsoft.com/office/drawing/2014/main" id="{8E28E6C1-5911-44B8-962D-63B9E8CA6EC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102" name="Flowchart: Connector 14101">
                    <a:extLst>
                      <a:ext uri="{FF2B5EF4-FFF2-40B4-BE49-F238E27FC236}">
                        <a16:creationId xmlns:a16="http://schemas.microsoft.com/office/drawing/2014/main" id="{DDF9AD84-80E2-4769-A9E7-FAC84C3C5A3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103" name="Flowchart: Connector 14102">
                    <a:extLst>
                      <a:ext uri="{FF2B5EF4-FFF2-40B4-BE49-F238E27FC236}">
                        <a16:creationId xmlns:a16="http://schemas.microsoft.com/office/drawing/2014/main" id="{7EB2211F-51F0-442B-BC91-946B187314E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104" name="Flowchart: Connector 14103">
                    <a:extLst>
                      <a:ext uri="{FF2B5EF4-FFF2-40B4-BE49-F238E27FC236}">
                        <a16:creationId xmlns:a16="http://schemas.microsoft.com/office/drawing/2014/main" id="{B50F4D4C-C8F2-4C56-91B6-F403723B21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105" name="Flowchart: Connector 14104">
                    <a:extLst>
                      <a:ext uri="{FF2B5EF4-FFF2-40B4-BE49-F238E27FC236}">
                        <a16:creationId xmlns:a16="http://schemas.microsoft.com/office/drawing/2014/main" id="{27E1AE8E-F58A-47ED-A65B-10D8D9056A8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4106" name="Flowchart: Connector 14105">
                    <a:extLst>
                      <a:ext uri="{FF2B5EF4-FFF2-40B4-BE49-F238E27FC236}">
                        <a16:creationId xmlns:a16="http://schemas.microsoft.com/office/drawing/2014/main" id="{5764C557-C4ED-44D0-ADEC-5244B6834CF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4107" name="Flowchart: Connector 14106">
                    <a:extLst>
                      <a:ext uri="{FF2B5EF4-FFF2-40B4-BE49-F238E27FC236}">
                        <a16:creationId xmlns:a16="http://schemas.microsoft.com/office/drawing/2014/main" id="{BE84592E-375C-42C4-B2F7-40261E233F0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14108" name="Group 14107">
                    <a:extLst>
                      <a:ext uri="{FF2B5EF4-FFF2-40B4-BE49-F238E27FC236}">
                        <a16:creationId xmlns:a16="http://schemas.microsoft.com/office/drawing/2014/main" id="{B2338AEB-71A1-49AF-8B2B-0B9561897294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14109" name="Group 14108">
                      <a:extLst>
                        <a:ext uri="{FF2B5EF4-FFF2-40B4-BE49-F238E27FC236}">
                          <a16:creationId xmlns:a16="http://schemas.microsoft.com/office/drawing/2014/main" id="{EF3230D9-7CF5-46D1-9397-004C2697A3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14160" name="Flowchart: Connector 14159">
                        <a:extLst>
                          <a:ext uri="{FF2B5EF4-FFF2-40B4-BE49-F238E27FC236}">
                            <a16:creationId xmlns:a16="http://schemas.microsoft.com/office/drawing/2014/main" id="{387FB4FB-2CB3-4A47-86F0-4BC2E0CA38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61" name="3D Model 14160" descr="Sphere">
                            <a:extLst>
                              <a:ext uri="{FF2B5EF4-FFF2-40B4-BE49-F238E27FC236}">
                                <a16:creationId xmlns:a16="http://schemas.microsoft.com/office/drawing/2014/main" id="{7DEDC590-FA7D-4711-B0A3-0872B424684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28190465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162" name="Flowchart: Connector 14161">
                        <a:extLst>
                          <a:ext uri="{FF2B5EF4-FFF2-40B4-BE49-F238E27FC236}">
                            <a16:creationId xmlns:a16="http://schemas.microsoft.com/office/drawing/2014/main" id="{0EE065CA-9913-4FEB-A7DF-475445728D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63" name="3D Model 14162" descr="Sphere">
                            <a:extLst>
                              <a:ext uri="{FF2B5EF4-FFF2-40B4-BE49-F238E27FC236}">
                                <a16:creationId xmlns:a16="http://schemas.microsoft.com/office/drawing/2014/main" id="{5AB65961-A669-4F79-8406-85E98B3833A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19376553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164" name="Flowchart: Connector 14163">
                        <a:extLst>
                          <a:ext uri="{FF2B5EF4-FFF2-40B4-BE49-F238E27FC236}">
                            <a16:creationId xmlns:a16="http://schemas.microsoft.com/office/drawing/2014/main" id="{88322228-084B-487A-9074-368EB33314B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65" name="3D Model 14164" descr="Sphere">
                            <a:extLst>
                              <a:ext uri="{FF2B5EF4-FFF2-40B4-BE49-F238E27FC236}">
                                <a16:creationId xmlns:a16="http://schemas.microsoft.com/office/drawing/2014/main" id="{D8145C6D-B0D8-4B7D-80DA-5BEA3389772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4505334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166" name="Flowchart: Connector 14165">
                        <a:extLst>
                          <a:ext uri="{FF2B5EF4-FFF2-40B4-BE49-F238E27FC236}">
                            <a16:creationId xmlns:a16="http://schemas.microsoft.com/office/drawing/2014/main" id="{394B351C-E4F3-4035-B845-BAB929082C6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67" name="3D Model 14166" descr="Sphere">
                            <a:extLst>
                              <a:ext uri="{FF2B5EF4-FFF2-40B4-BE49-F238E27FC236}">
                                <a16:creationId xmlns:a16="http://schemas.microsoft.com/office/drawing/2014/main" id="{E706D7EC-AF2F-44E9-92EB-423754EB64C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0736596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4110" name="Group 14109">
                      <a:extLst>
                        <a:ext uri="{FF2B5EF4-FFF2-40B4-BE49-F238E27FC236}">
                          <a16:creationId xmlns:a16="http://schemas.microsoft.com/office/drawing/2014/main" id="{1B5CF703-F785-4F33-8954-F6380EF068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14144" name="Flowchart: Connector 14143">
                        <a:extLst>
                          <a:ext uri="{FF2B5EF4-FFF2-40B4-BE49-F238E27FC236}">
                            <a16:creationId xmlns:a16="http://schemas.microsoft.com/office/drawing/2014/main" id="{36B523EF-4CF0-4302-8E38-E5B57BE867C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45" name="Flowchart: Connector 14144">
                        <a:extLst>
                          <a:ext uri="{FF2B5EF4-FFF2-40B4-BE49-F238E27FC236}">
                            <a16:creationId xmlns:a16="http://schemas.microsoft.com/office/drawing/2014/main" id="{B2C62934-2ABF-4EBC-8ED7-8C36365073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46" name="Flowchart: Connector 14145">
                        <a:extLst>
                          <a:ext uri="{FF2B5EF4-FFF2-40B4-BE49-F238E27FC236}">
                            <a16:creationId xmlns:a16="http://schemas.microsoft.com/office/drawing/2014/main" id="{C0D30D35-819F-4206-9B5E-0ACFA4E9126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47" name="Flowchart: Connector 14146">
                        <a:extLst>
                          <a:ext uri="{FF2B5EF4-FFF2-40B4-BE49-F238E27FC236}">
                            <a16:creationId xmlns:a16="http://schemas.microsoft.com/office/drawing/2014/main" id="{3E9A96FF-6C1C-4EC1-9E66-94C71C9CBDA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48" name="Flowchart: Connector 14147">
                        <a:extLst>
                          <a:ext uri="{FF2B5EF4-FFF2-40B4-BE49-F238E27FC236}">
                            <a16:creationId xmlns:a16="http://schemas.microsoft.com/office/drawing/2014/main" id="{38837B9B-705A-4D23-8F86-0E6745B3E66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49" name="Flowchart: Connector 14148">
                        <a:extLst>
                          <a:ext uri="{FF2B5EF4-FFF2-40B4-BE49-F238E27FC236}">
                            <a16:creationId xmlns:a16="http://schemas.microsoft.com/office/drawing/2014/main" id="{50FACE68-7670-406A-AB09-13E66325D3C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50" name="Flowchart: Connector 14149">
                        <a:extLst>
                          <a:ext uri="{FF2B5EF4-FFF2-40B4-BE49-F238E27FC236}">
                            <a16:creationId xmlns:a16="http://schemas.microsoft.com/office/drawing/2014/main" id="{12946738-E86F-47D8-BE7C-8B81235D82C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51" name="Flowchart: Connector 14150">
                        <a:extLst>
                          <a:ext uri="{FF2B5EF4-FFF2-40B4-BE49-F238E27FC236}">
                            <a16:creationId xmlns:a16="http://schemas.microsoft.com/office/drawing/2014/main" id="{412594B7-76AC-4B8B-9FE6-807B7394776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52" name="Flowchart: Connector 14151">
                        <a:extLst>
                          <a:ext uri="{FF2B5EF4-FFF2-40B4-BE49-F238E27FC236}">
                            <a16:creationId xmlns:a16="http://schemas.microsoft.com/office/drawing/2014/main" id="{94E1460D-7770-4E25-936C-12F85DEAD0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53" name="3D Model 14152" descr="Sphere">
                            <a:extLst>
                              <a:ext uri="{FF2B5EF4-FFF2-40B4-BE49-F238E27FC236}">
                                <a16:creationId xmlns:a16="http://schemas.microsoft.com/office/drawing/2014/main" id="{7FB56EB6-D8D9-48B8-AB67-09FCBF1729A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19813380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154" name="Flowchart: Connector 14153">
                        <a:extLst>
                          <a:ext uri="{FF2B5EF4-FFF2-40B4-BE49-F238E27FC236}">
                            <a16:creationId xmlns:a16="http://schemas.microsoft.com/office/drawing/2014/main" id="{B07FDDC5-BAA2-46FE-BC6E-6FD2D645F94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55" name="3D Model 14154" descr="Sphere">
                            <a:extLst>
                              <a:ext uri="{FF2B5EF4-FFF2-40B4-BE49-F238E27FC236}">
                                <a16:creationId xmlns:a16="http://schemas.microsoft.com/office/drawing/2014/main" id="{C34B775C-1E9B-47EF-9E6B-B7463D6C91D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097743388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156" name="Flowchart: Connector 14155">
                        <a:extLst>
                          <a:ext uri="{FF2B5EF4-FFF2-40B4-BE49-F238E27FC236}">
                            <a16:creationId xmlns:a16="http://schemas.microsoft.com/office/drawing/2014/main" id="{27F47F9B-EF93-474E-8D99-FE17B350E3C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57" name="3D Model 14156" descr="Sphere">
                            <a:extLst>
                              <a:ext uri="{FF2B5EF4-FFF2-40B4-BE49-F238E27FC236}">
                                <a16:creationId xmlns:a16="http://schemas.microsoft.com/office/drawing/2014/main" id="{E99AB82C-C904-486F-B9CD-24C9B41526C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98121269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158" name="Flowchart: Connector 14157">
                        <a:extLst>
                          <a:ext uri="{FF2B5EF4-FFF2-40B4-BE49-F238E27FC236}">
                            <a16:creationId xmlns:a16="http://schemas.microsoft.com/office/drawing/2014/main" id="{4EEC2002-6356-4B5D-A990-5A5C30B938A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59" name="3D Model 14158" descr="Sphere">
                            <a:extLst>
                              <a:ext uri="{FF2B5EF4-FFF2-40B4-BE49-F238E27FC236}">
                                <a16:creationId xmlns:a16="http://schemas.microsoft.com/office/drawing/2014/main" id="{8835D2C7-11CF-440C-B86F-EF1C6B8D736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835168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4111" name="Group 14110">
                      <a:extLst>
                        <a:ext uri="{FF2B5EF4-FFF2-40B4-BE49-F238E27FC236}">
                          <a16:creationId xmlns:a16="http://schemas.microsoft.com/office/drawing/2014/main" id="{0EC1C21A-C103-4713-A430-364E3FD916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14128" name="Flowchart: Connector 14127">
                        <a:extLst>
                          <a:ext uri="{FF2B5EF4-FFF2-40B4-BE49-F238E27FC236}">
                            <a16:creationId xmlns:a16="http://schemas.microsoft.com/office/drawing/2014/main" id="{24BE5DD1-96E8-4148-833C-C2EBB467E07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29" name="Flowchart: Connector 14128">
                        <a:extLst>
                          <a:ext uri="{FF2B5EF4-FFF2-40B4-BE49-F238E27FC236}">
                            <a16:creationId xmlns:a16="http://schemas.microsoft.com/office/drawing/2014/main" id="{A581C470-566B-4D5D-8789-DDC3A555D1C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30" name="Flowchart: Connector 14129">
                        <a:extLst>
                          <a:ext uri="{FF2B5EF4-FFF2-40B4-BE49-F238E27FC236}">
                            <a16:creationId xmlns:a16="http://schemas.microsoft.com/office/drawing/2014/main" id="{4FAD1051-82F5-46C4-82E1-5F47F4862AC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31" name="Flowchart: Connector 14130">
                        <a:extLst>
                          <a:ext uri="{FF2B5EF4-FFF2-40B4-BE49-F238E27FC236}">
                            <a16:creationId xmlns:a16="http://schemas.microsoft.com/office/drawing/2014/main" id="{DADAA232-E358-4A73-B748-AE2BFB501FD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32" name="Flowchart: Connector 14131">
                        <a:extLst>
                          <a:ext uri="{FF2B5EF4-FFF2-40B4-BE49-F238E27FC236}">
                            <a16:creationId xmlns:a16="http://schemas.microsoft.com/office/drawing/2014/main" id="{40B2C019-7B10-49F1-9466-A781C554C10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33" name="Flowchart: Connector 14132">
                        <a:extLst>
                          <a:ext uri="{FF2B5EF4-FFF2-40B4-BE49-F238E27FC236}">
                            <a16:creationId xmlns:a16="http://schemas.microsoft.com/office/drawing/2014/main" id="{C66F5915-412D-4BEA-B9DA-FC43A98108C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34" name="Flowchart: Connector 14133">
                        <a:extLst>
                          <a:ext uri="{FF2B5EF4-FFF2-40B4-BE49-F238E27FC236}">
                            <a16:creationId xmlns:a16="http://schemas.microsoft.com/office/drawing/2014/main" id="{108040D0-88BA-4EFF-829C-33C015477D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35" name="Flowchart: Connector 14134">
                        <a:extLst>
                          <a:ext uri="{FF2B5EF4-FFF2-40B4-BE49-F238E27FC236}">
                            <a16:creationId xmlns:a16="http://schemas.microsoft.com/office/drawing/2014/main" id="{C561B785-0011-43B6-A718-2BE6D53D63F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136" name="Flowchart: Connector 14135">
                        <a:extLst>
                          <a:ext uri="{FF2B5EF4-FFF2-40B4-BE49-F238E27FC236}">
                            <a16:creationId xmlns:a16="http://schemas.microsoft.com/office/drawing/2014/main" id="{3A7EC6D0-4967-42C1-8DB2-24312CF1A4C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37" name="3D Model 14136" descr="Sphere">
                            <a:extLst>
                              <a:ext uri="{FF2B5EF4-FFF2-40B4-BE49-F238E27FC236}">
                                <a16:creationId xmlns:a16="http://schemas.microsoft.com/office/drawing/2014/main" id="{96660A18-06B6-4FB1-A329-CEC519F0ACA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58806868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138" name="Flowchart: Connector 14137">
                        <a:extLst>
                          <a:ext uri="{FF2B5EF4-FFF2-40B4-BE49-F238E27FC236}">
                            <a16:creationId xmlns:a16="http://schemas.microsoft.com/office/drawing/2014/main" id="{CB0F572B-EDE0-4A39-AB2D-A41F4A153EE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39" name="3D Model 14138" descr="Sphere">
                            <a:extLst>
                              <a:ext uri="{FF2B5EF4-FFF2-40B4-BE49-F238E27FC236}">
                                <a16:creationId xmlns:a16="http://schemas.microsoft.com/office/drawing/2014/main" id="{74632493-0CF9-448B-A4BC-B5F9B5CE243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52845468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140" name="Flowchart: Connector 14139">
                        <a:extLst>
                          <a:ext uri="{FF2B5EF4-FFF2-40B4-BE49-F238E27FC236}">
                            <a16:creationId xmlns:a16="http://schemas.microsoft.com/office/drawing/2014/main" id="{258ABD85-DAA7-4E94-A3B2-4B982582128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41" name="3D Model 14140" descr="Sphere">
                            <a:extLst>
                              <a:ext uri="{FF2B5EF4-FFF2-40B4-BE49-F238E27FC236}">
                                <a16:creationId xmlns:a16="http://schemas.microsoft.com/office/drawing/2014/main" id="{0CA35D72-EBF2-455D-A85A-51182BF99BB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29984843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142" name="Flowchart: Connector 14141">
                        <a:extLst>
                          <a:ext uri="{FF2B5EF4-FFF2-40B4-BE49-F238E27FC236}">
                            <a16:creationId xmlns:a16="http://schemas.microsoft.com/office/drawing/2014/main" id="{CAD7BCD1-1920-4B68-93F5-C057255297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143" name="3D Model 14142" descr="Sphere">
                            <a:extLst>
                              <a:ext uri="{FF2B5EF4-FFF2-40B4-BE49-F238E27FC236}">
                                <a16:creationId xmlns:a16="http://schemas.microsoft.com/office/drawing/2014/main" id="{5F67EA61-143D-4640-BED7-3D02997F58D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161458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4112" name="Flowchart: Connector 14111">
                      <a:extLst>
                        <a:ext uri="{FF2B5EF4-FFF2-40B4-BE49-F238E27FC236}">
                          <a16:creationId xmlns:a16="http://schemas.microsoft.com/office/drawing/2014/main" id="{D6B52E94-E7A3-4A79-8C0B-CC4227D4399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113" name="Flowchart: Connector 14112">
                      <a:extLst>
                        <a:ext uri="{FF2B5EF4-FFF2-40B4-BE49-F238E27FC236}">
                          <a16:creationId xmlns:a16="http://schemas.microsoft.com/office/drawing/2014/main" id="{4D52E78C-1F5C-4D79-A4B0-1E9A422E54E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114" name="Flowchart: Connector 14113">
                      <a:extLst>
                        <a:ext uri="{FF2B5EF4-FFF2-40B4-BE49-F238E27FC236}">
                          <a16:creationId xmlns:a16="http://schemas.microsoft.com/office/drawing/2014/main" id="{0D0B678D-0891-492D-8B9B-F5A7A35CA8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115" name="Flowchart: Connector 14114">
                      <a:extLst>
                        <a:ext uri="{FF2B5EF4-FFF2-40B4-BE49-F238E27FC236}">
                          <a16:creationId xmlns:a16="http://schemas.microsoft.com/office/drawing/2014/main" id="{61DEBA19-BCA0-45D2-A7DB-70EB0C8188F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116" name="Flowchart: Connector 14115">
                      <a:extLst>
                        <a:ext uri="{FF2B5EF4-FFF2-40B4-BE49-F238E27FC236}">
                          <a16:creationId xmlns:a16="http://schemas.microsoft.com/office/drawing/2014/main" id="{8B1F1D1A-A755-4F9E-9667-94584BAC45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117" name="Flowchart: Connector 14116">
                      <a:extLst>
                        <a:ext uri="{FF2B5EF4-FFF2-40B4-BE49-F238E27FC236}">
                          <a16:creationId xmlns:a16="http://schemas.microsoft.com/office/drawing/2014/main" id="{A34A514B-B1E6-4D47-A784-50254C4C3E2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118" name="Flowchart: Connector 14117">
                      <a:extLst>
                        <a:ext uri="{FF2B5EF4-FFF2-40B4-BE49-F238E27FC236}">
                          <a16:creationId xmlns:a16="http://schemas.microsoft.com/office/drawing/2014/main" id="{2BF232AA-5621-46CB-A25F-F760F8E1403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119" name="Flowchart: Connector 14118">
                      <a:extLst>
                        <a:ext uri="{FF2B5EF4-FFF2-40B4-BE49-F238E27FC236}">
                          <a16:creationId xmlns:a16="http://schemas.microsoft.com/office/drawing/2014/main" id="{D3BEB721-3B60-437F-A0F1-786DB947F3E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120" name="Flowchart: Connector 14119">
                      <a:extLst>
                        <a:ext uri="{FF2B5EF4-FFF2-40B4-BE49-F238E27FC236}">
                          <a16:creationId xmlns:a16="http://schemas.microsoft.com/office/drawing/2014/main" id="{D7E751FA-C231-48A1-AAC9-0F6248E80DB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121" name="3D Model 14120" descr="Sphere">
                          <a:extLst>
                            <a:ext uri="{FF2B5EF4-FFF2-40B4-BE49-F238E27FC236}">
                              <a16:creationId xmlns:a16="http://schemas.microsoft.com/office/drawing/2014/main" id="{817FA6F7-3D0E-4DFA-B54B-8C10CB5E5153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842425909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122" name="Flowchart: Connector 14121">
                      <a:extLst>
                        <a:ext uri="{FF2B5EF4-FFF2-40B4-BE49-F238E27FC236}">
                          <a16:creationId xmlns:a16="http://schemas.microsoft.com/office/drawing/2014/main" id="{C2333137-AE0C-415A-98FE-FE8305E023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123" name="3D Model 14122" descr="Sphere">
                          <a:extLst>
                            <a:ext uri="{FF2B5EF4-FFF2-40B4-BE49-F238E27FC236}">
                              <a16:creationId xmlns:a16="http://schemas.microsoft.com/office/drawing/2014/main" id="{637FFB08-2ED7-4BDD-81D9-E35D7E2EAAD6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35579917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124" name="Flowchart: Connector 14123">
                      <a:extLst>
                        <a:ext uri="{FF2B5EF4-FFF2-40B4-BE49-F238E27FC236}">
                          <a16:creationId xmlns:a16="http://schemas.microsoft.com/office/drawing/2014/main" id="{81716113-BC37-44BA-A98D-F2483EACEC0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125" name="3D Model 14124" descr="Sphere">
                          <a:extLst>
                            <a:ext uri="{FF2B5EF4-FFF2-40B4-BE49-F238E27FC236}">
                              <a16:creationId xmlns:a16="http://schemas.microsoft.com/office/drawing/2014/main" id="{33C5CADB-001D-48B4-90BD-BB774A3C8ED4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740640451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126" name="Flowchart: Connector 14125">
                      <a:extLst>
                        <a:ext uri="{FF2B5EF4-FFF2-40B4-BE49-F238E27FC236}">
                          <a16:creationId xmlns:a16="http://schemas.microsoft.com/office/drawing/2014/main" id="{FA2EAB1A-4D94-4B08-AEC6-9C5CA04DAE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127" name="3D Model 14126" descr="Sphere">
                          <a:extLst>
                            <a:ext uri="{FF2B5EF4-FFF2-40B4-BE49-F238E27FC236}">
                              <a16:creationId xmlns:a16="http://schemas.microsoft.com/office/drawing/2014/main" id="{07C1A8EE-AAD4-4EF5-9E04-07A36D9E6F4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476942779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14077" name="Freeform: Shape 14076">
                  <a:extLst>
                    <a:ext uri="{FF2B5EF4-FFF2-40B4-BE49-F238E27FC236}">
                      <a16:creationId xmlns:a16="http://schemas.microsoft.com/office/drawing/2014/main" id="{25D10D7A-AB53-4D87-A0F3-267D4E1E635B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078" name="Freeform: Shape 14077">
                  <a:extLst>
                    <a:ext uri="{FF2B5EF4-FFF2-40B4-BE49-F238E27FC236}">
                      <a16:creationId xmlns:a16="http://schemas.microsoft.com/office/drawing/2014/main" id="{514B190A-4237-484D-AEA7-FF8F31D29B63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079" name="Freeform: Shape 14078">
                  <a:extLst>
                    <a:ext uri="{FF2B5EF4-FFF2-40B4-BE49-F238E27FC236}">
                      <a16:creationId xmlns:a16="http://schemas.microsoft.com/office/drawing/2014/main" id="{F2FA550A-BB61-4922-B2FE-D7D691CBDD5F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080" name="Freeform: Shape 14079">
                  <a:extLst>
                    <a:ext uri="{FF2B5EF4-FFF2-40B4-BE49-F238E27FC236}">
                      <a16:creationId xmlns:a16="http://schemas.microsoft.com/office/drawing/2014/main" id="{A863D08F-7D94-43A8-9370-7EB0C691912D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081" name="Freeform: Shape 14080">
                  <a:extLst>
                    <a:ext uri="{FF2B5EF4-FFF2-40B4-BE49-F238E27FC236}">
                      <a16:creationId xmlns:a16="http://schemas.microsoft.com/office/drawing/2014/main" id="{4EAF664C-44C0-423B-9302-903D4C7600A8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082" name="Freeform: Shape 14081">
                  <a:extLst>
                    <a:ext uri="{FF2B5EF4-FFF2-40B4-BE49-F238E27FC236}">
                      <a16:creationId xmlns:a16="http://schemas.microsoft.com/office/drawing/2014/main" id="{AF65C975-E9D4-4888-9002-BED356BB0658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083" name="Freeform: Shape 14082">
                  <a:extLst>
                    <a:ext uri="{FF2B5EF4-FFF2-40B4-BE49-F238E27FC236}">
                      <a16:creationId xmlns:a16="http://schemas.microsoft.com/office/drawing/2014/main" id="{60377210-6A7D-4801-AF47-BE69F77A1829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084" name="Freeform: Shape 14083">
                  <a:extLst>
                    <a:ext uri="{FF2B5EF4-FFF2-40B4-BE49-F238E27FC236}">
                      <a16:creationId xmlns:a16="http://schemas.microsoft.com/office/drawing/2014/main" id="{5FDAB71D-D059-47A1-9794-C45BAFE4ED10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085" name="Freeform: Shape 14084">
                  <a:extLst>
                    <a:ext uri="{FF2B5EF4-FFF2-40B4-BE49-F238E27FC236}">
                      <a16:creationId xmlns:a16="http://schemas.microsoft.com/office/drawing/2014/main" id="{55ECBE0F-187A-4F4D-AD8E-9839D24E2F37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086" name="Freeform: Shape 14085">
                  <a:extLst>
                    <a:ext uri="{FF2B5EF4-FFF2-40B4-BE49-F238E27FC236}">
                      <a16:creationId xmlns:a16="http://schemas.microsoft.com/office/drawing/2014/main" id="{123CA122-6800-4863-8A7E-B0344977BB59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087" name="Freeform: Shape 14086">
                  <a:extLst>
                    <a:ext uri="{FF2B5EF4-FFF2-40B4-BE49-F238E27FC236}">
                      <a16:creationId xmlns:a16="http://schemas.microsoft.com/office/drawing/2014/main" id="{08C1D61A-CB03-491F-8AE0-72A482FF175A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4088" name="Freeform: Shape 14087">
                  <a:extLst>
                    <a:ext uri="{FF2B5EF4-FFF2-40B4-BE49-F238E27FC236}">
                      <a16:creationId xmlns:a16="http://schemas.microsoft.com/office/drawing/2014/main" id="{5B358DDA-C0F7-4BF6-AEC0-0415733F1428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14073" name="Freeform: Shape 14072">
                <a:extLst>
                  <a:ext uri="{FF2B5EF4-FFF2-40B4-BE49-F238E27FC236}">
                    <a16:creationId xmlns:a16="http://schemas.microsoft.com/office/drawing/2014/main" id="{DA046ABE-85AF-42A9-AA0B-1D936C662CA2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4074" name="Freeform: Shape 14073">
                <a:extLst>
                  <a:ext uri="{FF2B5EF4-FFF2-40B4-BE49-F238E27FC236}">
                    <a16:creationId xmlns:a16="http://schemas.microsoft.com/office/drawing/2014/main" id="{6EBC608A-3039-48A4-B53A-9602B0331694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4075" name="Freeform: Shape 14074">
                <a:extLst>
                  <a:ext uri="{FF2B5EF4-FFF2-40B4-BE49-F238E27FC236}">
                    <a16:creationId xmlns:a16="http://schemas.microsoft.com/office/drawing/2014/main" id="{586FB015-222B-4E1B-BD69-68A0CE77D6E9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12271" name="Group 12270">
              <a:extLst>
                <a:ext uri="{FF2B5EF4-FFF2-40B4-BE49-F238E27FC236}">
                  <a16:creationId xmlns:a16="http://schemas.microsoft.com/office/drawing/2014/main" id="{AF520BBC-833B-4717-8660-0CF777884C9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840653" y="6038624"/>
              <a:ext cx="521735" cy="419131"/>
              <a:chOff x="558227" y="4289344"/>
              <a:chExt cx="2384501" cy="2135404"/>
            </a:xfrm>
          </p:grpSpPr>
          <p:grpSp>
            <p:nvGrpSpPr>
              <p:cNvPr id="13773" name="Group 13772">
                <a:extLst>
                  <a:ext uri="{FF2B5EF4-FFF2-40B4-BE49-F238E27FC236}">
                    <a16:creationId xmlns:a16="http://schemas.microsoft.com/office/drawing/2014/main" id="{E255BF2A-4DDC-40EF-821A-C0F5C2A02DBC}"/>
                  </a:ext>
                </a:extLst>
              </p:cNvPr>
              <p:cNvGrpSpPr/>
              <p:nvPr/>
            </p:nvGrpSpPr>
            <p:grpSpPr>
              <a:xfrm>
                <a:off x="558227" y="4289344"/>
                <a:ext cx="2384501" cy="2135404"/>
                <a:chOff x="558227" y="4289344"/>
                <a:chExt cx="2384501" cy="2135404"/>
              </a:xfrm>
            </p:grpSpPr>
            <p:grpSp>
              <p:nvGrpSpPr>
                <p:cNvPr id="13777" name="Group 13776">
                  <a:extLst>
                    <a:ext uri="{FF2B5EF4-FFF2-40B4-BE49-F238E27FC236}">
                      <a16:creationId xmlns:a16="http://schemas.microsoft.com/office/drawing/2014/main" id="{8EC743AA-5C28-471C-8115-F2BFAAAC5205}"/>
                    </a:ext>
                  </a:extLst>
                </p:cNvPr>
                <p:cNvGrpSpPr/>
                <p:nvPr/>
              </p:nvGrpSpPr>
              <p:grpSpPr>
                <a:xfrm>
                  <a:off x="935060" y="4585256"/>
                  <a:ext cx="1730523" cy="1839492"/>
                  <a:chOff x="420511" y="1784768"/>
                  <a:chExt cx="1730523" cy="1839492"/>
                </a:xfrm>
              </p:grpSpPr>
              <p:grpSp>
                <p:nvGrpSpPr>
                  <p:cNvPr id="13790" name="Group 13789">
                    <a:extLst>
                      <a:ext uri="{FF2B5EF4-FFF2-40B4-BE49-F238E27FC236}">
                        <a16:creationId xmlns:a16="http://schemas.microsoft.com/office/drawing/2014/main" id="{C2A68D14-C764-470D-9A1F-12FE97FF12EA}"/>
                      </a:ext>
                    </a:extLst>
                  </p:cNvPr>
                  <p:cNvGrpSpPr/>
                  <p:nvPr/>
                </p:nvGrpSpPr>
                <p:grpSpPr>
                  <a:xfrm>
                    <a:off x="1069572" y="1784768"/>
                    <a:ext cx="1081462" cy="1476716"/>
                    <a:chOff x="2089993" y="1523034"/>
                    <a:chExt cx="1081462" cy="1476716"/>
                  </a:xfrm>
                </p:grpSpPr>
                <p:grpSp>
                  <p:nvGrpSpPr>
                    <p:cNvPr id="14011" name="Group 14010">
                      <a:extLst>
                        <a:ext uri="{FF2B5EF4-FFF2-40B4-BE49-F238E27FC236}">
                          <a16:creationId xmlns:a16="http://schemas.microsoft.com/office/drawing/2014/main" id="{F7FFA03B-2803-4B83-8FB4-6AE4A924E78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70705"/>
                      <a:ext cx="101484" cy="1016226"/>
                      <a:chOff x="1800622" y="2364951"/>
                      <a:chExt cx="101484" cy="1016226"/>
                    </a:xfrm>
                  </p:grpSpPr>
                  <p:sp>
                    <p:nvSpPr>
                      <p:cNvPr id="14068" name="Flowchart: Connector 14067">
                        <a:extLst>
                          <a:ext uri="{FF2B5EF4-FFF2-40B4-BE49-F238E27FC236}">
                            <a16:creationId xmlns:a16="http://schemas.microsoft.com/office/drawing/2014/main" id="{7F424DCF-C0CD-472A-960B-CA6C68390AB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069" name="Flowchart: Connector 14068">
                        <a:extLst>
                          <a:ext uri="{FF2B5EF4-FFF2-40B4-BE49-F238E27FC236}">
                            <a16:creationId xmlns:a16="http://schemas.microsoft.com/office/drawing/2014/main" id="{3A9A4757-8F26-4CC4-8D4C-014BF30C085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070" name="Flowchart: Connector 14069">
                        <a:extLst>
                          <a:ext uri="{FF2B5EF4-FFF2-40B4-BE49-F238E27FC236}">
                            <a16:creationId xmlns:a16="http://schemas.microsoft.com/office/drawing/2014/main" id="{A140E81B-8128-4FCB-A594-58A73BB303F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071" name="Flowchart: Connector 14070">
                        <a:extLst>
                          <a:ext uri="{FF2B5EF4-FFF2-40B4-BE49-F238E27FC236}">
                            <a16:creationId xmlns:a16="http://schemas.microsoft.com/office/drawing/2014/main" id="{BEA8D440-15B3-4864-9709-2B7376F1E86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649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4012" name="Group 14011">
                      <a:extLst>
                        <a:ext uri="{FF2B5EF4-FFF2-40B4-BE49-F238E27FC236}">
                          <a16:creationId xmlns:a16="http://schemas.microsoft.com/office/drawing/2014/main" id="{56E3C02E-6B75-4C48-99F6-E883F7B393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23034"/>
                      <a:ext cx="1057223" cy="1476716"/>
                      <a:chOff x="2114232" y="1523034"/>
                      <a:chExt cx="1057223" cy="1476716"/>
                    </a:xfrm>
                  </p:grpSpPr>
                  <p:grpSp>
                    <p:nvGrpSpPr>
                      <p:cNvPr id="14013" name="Group 14012">
                        <a:extLst>
                          <a:ext uri="{FF2B5EF4-FFF2-40B4-BE49-F238E27FC236}">
                            <a16:creationId xmlns:a16="http://schemas.microsoft.com/office/drawing/2014/main" id="{9E9EDDE9-A4F5-4E18-926E-ECA884B3E6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47544" cy="539639"/>
                        <a:chOff x="3717189" y="1719497"/>
                        <a:chExt cx="1047544" cy="539639"/>
                      </a:xfrm>
                    </p:grpSpPr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061" name="3D Model 14060" descr="Sphere">
                              <a:extLst>
                                <a:ext uri="{FF2B5EF4-FFF2-40B4-BE49-F238E27FC236}">
                                  <a16:creationId xmlns:a16="http://schemas.microsoft.com/office/drawing/2014/main" id="{CBB073AC-76AC-4D66-8F44-22DE83DA122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20255840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062" name="Flowchart: Connector 14061">
                          <a:extLst>
                            <a:ext uri="{FF2B5EF4-FFF2-40B4-BE49-F238E27FC236}">
                              <a16:creationId xmlns:a16="http://schemas.microsoft.com/office/drawing/2014/main" id="{620E6A48-D8B6-403D-AA9E-02C8B5766F0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063" name="3D Model 14062" descr="Sphere">
                              <a:extLst>
                                <a:ext uri="{FF2B5EF4-FFF2-40B4-BE49-F238E27FC236}">
                                  <a16:creationId xmlns:a16="http://schemas.microsoft.com/office/drawing/2014/main" id="{A49CFFC1-6257-42F6-866F-E991851B1D1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7347627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064" name="Flowchart: Connector 14063">
                          <a:extLst>
                            <a:ext uri="{FF2B5EF4-FFF2-40B4-BE49-F238E27FC236}">
                              <a16:creationId xmlns:a16="http://schemas.microsoft.com/office/drawing/2014/main" id="{384F33DD-C9E3-46EA-AB27-E45BC9CC5ED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065" name="3D Model 14064" descr="Sphere">
                              <a:extLst>
                                <a:ext uri="{FF2B5EF4-FFF2-40B4-BE49-F238E27FC236}">
                                  <a16:creationId xmlns:a16="http://schemas.microsoft.com/office/drawing/2014/main" id="{CF044F0E-713D-4FB7-891B-247C244A809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8565462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066" name="Flowchart: Connector 14065">
                          <a:extLst>
                            <a:ext uri="{FF2B5EF4-FFF2-40B4-BE49-F238E27FC236}">
                              <a16:creationId xmlns:a16="http://schemas.microsoft.com/office/drawing/2014/main" id="{D7DD0762-1FA1-4160-9A85-EC77CF2187E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067" name="3D Model 14066" descr="Sphere">
                              <a:extLst>
                                <a:ext uri="{FF2B5EF4-FFF2-40B4-BE49-F238E27FC236}">
                                  <a16:creationId xmlns:a16="http://schemas.microsoft.com/office/drawing/2014/main" id="{1E9859BC-E497-48FE-ADDF-752EB2C1EE2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3519831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014" name="Group 14013">
                        <a:extLst>
                          <a:ext uri="{FF2B5EF4-FFF2-40B4-BE49-F238E27FC236}">
                            <a16:creationId xmlns:a16="http://schemas.microsoft.com/office/drawing/2014/main" id="{80AF42D2-7C5B-4613-B240-E48BA51468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4046" name="Flowchart: Connector 14045">
                          <a:extLst>
                            <a:ext uri="{FF2B5EF4-FFF2-40B4-BE49-F238E27FC236}">
                              <a16:creationId xmlns:a16="http://schemas.microsoft.com/office/drawing/2014/main" id="{1B3EC8C8-CA68-4C30-9D6F-9B2CC5EA70C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47" name="Flowchart: Connector 14046">
                          <a:extLst>
                            <a:ext uri="{FF2B5EF4-FFF2-40B4-BE49-F238E27FC236}">
                              <a16:creationId xmlns:a16="http://schemas.microsoft.com/office/drawing/2014/main" id="{A0564ABD-DAB4-41A5-8E08-4777C21581B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48" name="Flowchart: Connector 14047">
                          <a:extLst>
                            <a:ext uri="{FF2B5EF4-FFF2-40B4-BE49-F238E27FC236}">
                              <a16:creationId xmlns:a16="http://schemas.microsoft.com/office/drawing/2014/main" id="{396CCC9D-A1F8-4234-8681-8F08C86338F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49" name="Flowchart: Connector 14048">
                          <a:extLst>
                            <a:ext uri="{FF2B5EF4-FFF2-40B4-BE49-F238E27FC236}">
                              <a16:creationId xmlns:a16="http://schemas.microsoft.com/office/drawing/2014/main" id="{E0F44F00-5D83-447F-AE88-111755424D7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50" name="Flowchart: Connector 14049">
                          <a:extLst>
                            <a:ext uri="{FF2B5EF4-FFF2-40B4-BE49-F238E27FC236}">
                              <a16:creationId xmlns:a16="http://schemas.microsoft.com/office/drawing/2014/main" id="{24EE341F-9927-4A59-9C19-521B87843DE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51" name="Flowchart: Connector 14050">
                          <a:extLst>
                            <a:ext uri="{FF2B5EF4-FFF2-40B4-BE49-F238E27FC236}">
                              <a16:creationId xmlns:a16="http://schemas.microsoft.com/office/drawing/2014/main" id="{E79FCA1E-973D-4586-ADE9-E9B5160C093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52" name="Flowchart: Connector 14051">
                          <a:extLst>
                            <a:ext uri="{FF2B5EF4-FFF2-40B4-BE49-F238E27FC236}">
                              <a16:creationId xmlns:a16="http://schemas.microsoft.com/office/drawing/2014/main" id="{0CB3E05D-176A-4A4E-AA1F-EE012EC3866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53" name="Flowchart: Connector 14052">
                          <a:extLst>
                            <a:ext uri="{FF2B5EF4-FFF2-40B4-BE49-F238E27FC236}">
                              <a16:creationId xmlns:a16="http://schemas.microsoft.com/office/drawing/2014/main" id="{961C35AE-CF89-4364-8192-4CC86D3B346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054" name="3D Model 14053" descr="Sphere">
                              <a:extLst>
                                <a:ext uri="{FF2B5EF4-FFF2-40B4-BE49-F238E27FC236}">
                                  <a16:creationId xmlns:a16="http://schemas.microsoft.com/office/drawing/2014/main" id="{503A3B93-7AD6-4472-B715-BCB4C937E6F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7221240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055" name="Flowchart: Connector 14054">
                          <a:extLst>
                            <a:ext uri="{FF2B5EF4-FFF2-40B4-BE49-F238E27FC236}">
                              <a16:creationId xmlns:a16="http://schemas.microsoft.com/office/drawing/2014/main" id="{B32023CC-247A-430D-AEAE-C44EFDBCABD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056" name="3D Model 14055" descr="Sphere">
                              <a:extLst>
                                <a:ext uri="{FF2B5EF4-FFF2-40B4-BE49-F238E27FC236}">
                                  <a16:creationId xmlns:a16="http://schemas.microsoft.com/office/drawing/2014/main" id="{231418E7-065F-4E29-A34E-852EB1F6330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2899399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057" name="Flowchart: Connector 14056">
                          <a:extLst>
                            <a:ext uri="{FF2B5EF4-FFF2-40B4-BE49-F238E27FC236}">
                              <a16:creationId xmlns:a16="http://schemas.microsoft.com/office/drawing/2014/main" id="{B0761A93-9FEF-4A8A-991C-2EAD8CD91DD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058" name="3D Model 14057" descr="Sphere">
                              <a:extLst>
                                <a:ext uri="{FF2B5EF4-FFF2-40B4-BE49-F238E27FC236}">
                                  <a16:creationId xmlns:a16="http://schemas.microsoft.com/office/drawing/2014/main" id="{E2D470AD-C216-4784-B300-FDFE99FA641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87218561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059" name="Flowchart: Connector 14058">
                          <a:extLst>
                            <a:ext uri="{FF2B5EF4-FFF2-40B4-BE49-F238E27FC236}">
                              <a16:creationId xmlns:a16="http://schemas.microsoft.com/office/drawing/2014/main" id="{F639EB3A-B155-4468-891B-39CBF9B4B3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060" name="3D Model 14059" descr="Sphere">
                              <a:extLst>
                                <a:ext uri="{FF2B5EF4-FFF2-40B4-BE49-F238E27FC236}">
                                  <a16:creationId xmlns:a16="http://schemas.microsoft.com/office/drawing/2014/main" id="{F6A0EF27-19CC-4110-9941-759445B7BD8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1551182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4015" name="Group 14014">
                        <a:extLst>
                          <a:ext uri="{FF2B5EF4-FFF2-40B4-BE49-F238E27FC236}">
                            <a16:creationId xmlns:a16="http://schemas.microsoft.com/office/drawing/2014/main" id="{62A166DE-173B-44D7-A99D-9DE85A181A2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47544" cy="637179"/>
                        <a:chOff x="3717189" y="1719497"/>
                        <a:chExt cx="1047544" cy="637179"/>
                      </a:xfrm>
                    </p:grpSpPr>
                    <p:sp>
                      <p:nvSpPr>
                        <p:cNvPr id="14031" name="Flowchart: Connector 14030">
                          <a:extLst>
                            <a:ext uri="{FF2B5EF4-FFF2-40B4-BE49-F238E27FC236}">
                              <a16:creationId xmlns:a16="http://schemas.microsoft.com/office/drawing/2014/main" id="{8AD9CC41-30B0-4549-88C9-4E543F14D45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32" name="Flowchart: Connector 14031">
                          <a:extLst>
                            <a:ext uri="{FF2B5EF4-FFF2-40B4-BE49-F238E27FC236}">
                              <a16:creationId xmlns:a16="http://schemas.microsoft.com/office/drawing/2014/main" id="{FB7860FC-C297-4D17-91B2-1F3525B959D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33" name="Flowchart: Connector 14032">
                          <a:extLst>
                            <a:ext uri="{FF2B5EF4-FFF2-40B4-BE49-F238E27FC236}">
                              <a16:creationId xmlns:a16="http://schemas.microsoft.com/office/drawing/2014/main" id="{F63159A4-16AB-44C9-9FA9-EEEDD9878B9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34" name="Flowchart: Connector 14033">
                          <a:extLst>
                            <a:ext uri="{FF2B5EF4-FFF2-40B4-BE49-F238E27FC236}">
                              <a16:creationId xmlns:a16="http://schemas.microsoft.com/office/drawing/2014/main" id="{FFA146FD-13D5-4ACB-9E7D-50C2C2FD07B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35" name="Flowchart: Connector 14034">
                          <a:extLst>
                            <a:ext uri="{FF2B5EF4-FFF2-40B4-BE49-F238E27FC236}">
                              <a16:creationId xmlns:a16="http://schemas.microsoft.com/office/drawing/2014/main" id="{922F81A7-277F-44D1-869F-5759CF71671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36" name="Flowchart: Connector 14035">
                          <a:extLst>
                            <a:ext uri="{FF2B5EF4-FFF2-40B4-BE49-F238E27FC236}">
                              <a16:creationId xmlns:a16="http://schemas.microsoft.com/office/drawing/2014/main" id="{301C937C-F79E-4852-8B1C-47AF93D98CD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37" name="Flowchart: Connector 14036">
                          <a:extLst>
                            <a:ext uri="{FF2B5EF4-FFF2-40B4-BE49-F238E27FC236}">
                              <a16:creationId xmlns:a16="http://schemas.microsoft.com/office/drawing/2014/main" id="{FF504315-BA52-4C6A-9E7F-E90BC570D77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4038" name="Flowchart: Connector 14037">
                          <a:extLst>
                            <a:ext uri="{FF2B5EF4-FFF2-40B4-BE49-F238E27FC236}">
                              <a16:creationId xmlns:a16="http://schemas.microsoft.com/office/drawing/2014/main" id="{B0160BFA-0E9A-4F57-916A-9AA549F7B60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039" name="3D Model 14038" descr="Sphere">
                              <a:extLst>
                                <a:ext uri="{FF2B5EF4-FFF2-40B4-BE49-F238E27FC236}">
                                  <a16:creationId xmlns:a16="http://schemas.microsoft.com/office/drawing/2014/main" id="{928EF251-6796-4D2A-99CE-82EF3BA7F2A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7239037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040" name="Flowchart: Connector 14039">
                          <a:extLst>
                            <a:ext uri="{FF2B5EF4-FFF2-40B4-BE49-F238E27FC236}">
                              <a16:creationId xmlns:a16="http://schemas.microsoft.com/office/drawing/2014/main" id="{5E4BCB80-CF40-42E9-AF28-916D9387793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041" name="3D Model 14040" descr="Sphere">
                              <a:extLst>
                                <a:ext uri="{FF2B5EF4-FFF2-40B4-BE49-F238E27FC236}">
                                  <a16:creationId xmlns:a16="http://schemas.microsoft.com/office/drawing/2014/main" id="{C784A96A-B09F-48D8-AB4F-32B00111C2E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2604783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042" name="Flowchart: Connector 14041">
                          <a:extLst>
                            <a:ext uri="{FF2B5EF4-FFF2-40B4-BE49-F238E27FC236}">
                              <a16:creationId xmlns:a16="http://schemas.microsoft.com/office/drawing/2014/main" id="{E3C815EB-1024-446F-93DB-1F1CF94B7B0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043" name="3D Model 14042" descr="Sphere">
                              <a:extLst>
                                <a:ext uri="{FF2B5EF4-FFF2-40B4-BE49-F238E27FC236}">
                                  <a16:creationId xmlns:a16="http://schemas.microsoft.com/office/drawing/2014/main" id="{3EEE33AF-7AC1-4456-9E32-1A58B557B07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6349916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4044" name="Flowchart: Connector 14043">
                          <a:extLst>
                            <a:ext uri="{FF2B5EF4-FFF2-40B4-BE49-F238E27FC236}">
                              <a16:creationId xmlns:a16="http://schemas.microsoft.com/office/drawing/2014/main" id="{2F5D7DE9-6C69-4D68-BCEF-BC39B0B2523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045" name="3D Model 14044" descr="Sphere">
                              <a:extLst>
                                <a:ext uri="{FF2B5EF4-FFF2-40B4-BE49-F238E27FC236}">
                                  <a16:creationId xmlns:a16="http://schemas.microsoft.com/office/drawing/2014/main" id="{B94A4FC5-0CAF-4B1A-A77C-2C97588D6FC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133077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4016" name="Flowchart: Connector 14015">
                        <a:extLst>
                          <a:ext uri="{FF2B5EF4-FFF2-40B4-BE49-F238E27FC236}">
                            <a16:creationId xmlns:a16="http://schemas.microsoft.com/office/drawing/2014/main" id="{D86B394E-2732-4A1F-A525-407F138865C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017" name="Flowchart: Connector 14016">
                        <a:extLst>
                          <a:ext uri="{FF2B5EF4-FFF2-40B4-BE49-F238E27FC236}">
                            <a16:creationId xmlns:a16="http://schemas.microsoft.com/office/drawing/2014/main" id="{3C9FFE5A-995B-4561-B874-1643F955428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018" name="Flowchart: Connector 14017">
                        <a:extLst>
                          <a:ext uri="{FF2B5EF4-FFF2-40B4-BE49-F238E27FC236}">
                            <a16:creationId xmlns:a16="http://schemas.microsoft.com/office/drawing/2014/main" id="{4BCB3F82-F0CC-441D-A4C3-775362DF44E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019" name="Flowchart: Connector 14018">
                        <a:extLst>
                          <a:ext uri="{FF2B5EF4-FFF2-40B4-BE49-F238E27FC236}">
                            <a16:creationId xmlns:a16="http://schemas.microsoft.com/office/drawing/2014/main" id="{4FC16BCC-1CB7-4104-B8D6-1720E369A3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020" name="Flowchart: Connector 14019">
                        <a:extLst>
                          <a:ext uri="{FF2B5EF4-FFF2-40B4-BE49-F238E27FC236}">
                            <a16:creationId xmlns:a16="http://schemas.microsoft.com/office/drawing/2014/main" id="{1D223345-AB6B-4205-8F25-B45901B3FCE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021" name="Flowchart: Connector 14020">
                        <a:extLst>
                          <a:ext uri="{FF2B5EF4-FFF2-40B4-BE49-F238E27FC236}">
                            <a16:creationId xmlns:a16="http://schemas.microsoft.com/office/drawing/2014/main" id="{3410DB35-A5B8-42C0-B004-1302B5EABA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022" name="Flowchart: Connector 14021">
                        <a:extLst>
                          <a:ext uri="{FF2B5EF4-FFF2-40B4-BE49-F238E27FC236}">
                            <a16:creationId xmlns:a16="http://schemas.microsoft.com/office/drawing/2014/main" id="{0E54AFF4-4BC0-463A-89DD-0E8A494DF3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023" name="Flowchart: Connector 14022">
                        <a:extLst>
                          <a:ext uri="{FF2B5EF4-FFF2-40B4-BE49-F238E27FC236}">
                            <a16:creationId xmlns:a16="http://schemas.microsoft.com/office/drawing/2014/main" id="{D7B600DD-72AE-4254-A37B-38C04B093C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024" name="3D Model 14023" descr="Sphere">
                            <a:extLst>
                              <a:ext uri="{FF2B5EF4-FFF2-40B4-BE49-F238E27FC236}">
                                <a16:creationId xmlns:a16="http://schemas.microsoft.com/office/drawing/2014/main" id="{6064449D-4D4D-417E-A6A1-827B27FEF1F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66860150"/>
                              </p:ext>
                            </p:extLst>
                          </p:nvPr>
                        </p:nvGraphicFramePr>
                        <p:xfrm>
                          <a:off x="2134543" y="1523034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7" name="3D Model 236" descr="Sphere">
                            <a:extLst>
                              <a:ext uri="{FF2B5EF4-FFF2-40B4-BE49-F238E27FC236}">
                                <a16:creationId xmlns:a16="http://schemas.microsoft.com/office/drawing/2014/main" id="{2F0D892F-59C1-4508-BD59-D01758D7DEBD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84492" y="158950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025" name="Flowchart: Connector 14024">
                        <a:extLst>
                          <a:ext uri="{FF2B5EF4-FFF2-40B4-BE49-F238E27FC236}">
                            <a16:creationId xmlns:a16="http://schemas.microsoft.com/office/drawing/2014/main" id="{497DCFB6-E2C6-43D4-846E-8FBAC8A61D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026" name="3D Model 14025" descr="Sphere">
                            <a:extLst>
                              <a:ext uri="{FF2B5EF4-FFF2-40B4-BE49-F238E27FC236}">
                                <a16:creationId xmlns:a16="http://schemas.microsoft.com/office/drawing/2014/main" id="{8E4C784D-1612-4B6F-B999-079E369B7FD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64189417"/>
                              </p:ext>
                            </p:extLst>
                          </p:nvPr>
                        </p:nvGraphicFramePr>
                        <p:xfrm>
                          <a:off x="2371307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39" name="3D Model 238" descr="Sphere">
                            <a:extLst>
                              <a:ext uri="{FF2B5EF4-FFF2-40B4-BE49-F238E27FC236}">
                                <a16:creationId xmlns:a16="http://schemas.microsoft.com/office/drawing/2014/main" id="{0D1E6E50-302F-4BCA-816F-110EE28C52CE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21256" y="1646226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027" name="Flowchart: Connector 14026">
                        <a:extLst>
                          <a:ext uri="{FF2B5EF4-FFF2-40B4-BE49-F238E27FC236}">
                            <a16:creationId xmlns:a16="http://schemas.microsoft.com/office/drawing/2014/main" id="{5B2F7348-8447-4DD6-AFDE-6DBE42C631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028" name="3D Model 14027" descr="Sphere">
                            <a:extLst>
                              <a:ext uri="{FF2B5EF4-FFF2-40B4-BE49-F238E27FC236}">
                                <a16:creationId xmlns:a16="http://schemas.microsoft.com/office/drawing/2014/main" id="{E03E2D7C-090D-4BE7-B402-FE2CB0CE253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84574322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1" name="3D Model 240" descr="Sphere">
                            <a:extLst>
                              <a:ext uri="{FF2B5EF4-FFF2-40B4-BE49-F238E27FC236}">
                                <a16:creationId xmlns:a16="http://schemas.microsoft.com/office/drawing/2014/main" id="{85593F80-CB26-4E68-9C68-9BF03B294983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659126" y="170802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4029" name="Flowchart: Connector 14028">
                        <a:extLst>
                          <a:ext uri="{FF2B5EF4-FFF2-40B4-BE49-F238E27FC236}">
                            <a16:creationId xmlns:a16="http://schemas.microsoft.com/office/drawing/2014/main" id="{67D87E26-3C66-418C-BCD6-7FE17C48DFE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4030" name="3D Model 14029" descr="Sphere">
                            <a:extLst>
                              <a:ext uri="{FF2B5EF4-FFF2-40B4-BE49-F238E27FC236}">
                                <a16:creationId xmlns:a16="http://schemas.microsoft.com/office/drawing/2014/main" id="{366520A9-34F9-49D8-A034-D0ADE7849CC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83836757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243" name="3D Model 242" descr="Sphere">
                            <a:extLst>
                              <a:ext uri="{FF2B5EF4-FFF2-40B4-BE49-F238E27FC236}">
                                <a16:creationId xmlns:a16="http://schemas.microsoft.com/office/drawing/2014/main" id="{B2AEC8C4-AAAA-42C6-A233-BE886B83815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927544" y="1795064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3791" name="Group 13790">
                    <a:extLst>
                      <a:ext uri="{FF2B5EF4-FFF2-40B4-BE49-F238E27FC236}">
                        <a16:creationId xmlns:a16="http://schemas.microsoft.com/office/drawing/2014/main" id="{C26C149F-CE72-4DF6-A969-55396004A74A}"/>
                      </a:ext>
                    </a:extLst>
                  </p:cNvPr>
                  <p:cNvGrpSpPr/>
                  <p:nvPr/>
                </p:nvGrpSpPr>
                <p:grpSpPr>
                  <a:xfrm>
                    <a:off x="1773325" y="2268938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4008" name="Flowchart: Connector 14007">
                      <a:extLst>
                        <a:ext uri="{FF2B5EF4-FFF2-40B4-BE49-F238E27FC236}">
                          <a16:creationId xmlns:a16="http://schemas.microsoft.com/office/drawing/2014/main" id="{09EEFDB1-F2F0-4F58-BAD3-F1D24C44483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009" name="Flowchart: Connector 14008">
                      <a:extLst>
                        <a:ext uri="{FF2B5EF4-FFF2-40B4-BE49-F238E27FC236}">
                          <a16:creationId xmlns:a16="http://schemas.microsoft.com/office/drawing/2014/main" id="{E8E75DD2-A00C-4955-8685-E30E9DFAD65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010" name="Flowchart: Connector 14009">
                      <a:extLst>
                        <a:ext uri="{FF2B5EF4-FFF2-40B4-BE49-F238E27FC236}">
                          <a16:creationId xmlns:a16="http://schemas.microsoft.com/office/drawing/2014/main" id="{951DA13E-8C3A-46F3-BFE2-CDE76D4BF7B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3792" name="Flowchart: Connector 13791">
                    <a:extLst>
                      <a:ext uri="{FF2B5EF4-FFF2-40B4-BE49-F238E27FC236}">
                        <a16:creationId xmlns:a16="http://schemas.microsoft.com/office/drawing/2014/main" id="{D4133596-CEE4-4173-BD25-0B4CF2AB91E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37026" y="201261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3793" name="Flowchart: Connector 13792">
                    <a:extLst>
                      <a:ext uri="{FF2B5EF4-FFF2-40B4-BE49-F238E27FC236}">
                        <a16:creationId xmlns:a16="http://schemas.microsoft.com/office/drawing/2014/main" id="{E0402F1A-FAD9-483B-AB75-B4423A923F1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588002" y="208727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3794" name="Group 13793">
                    <a:extLst>
                      <a:ext uri="{FF2B5EF4-FFF2-40B4-BE49-F238E27FC236}">
                        <a16:creationId xmlns:a16="http://schemas.microsoft.com/office/drawing/2014/main" id="{6F5C44EC-F74C-4A9A-8217-D673311BC61B}"/>
                      </a:ext>
                    </a:extLst>
                  </p:cNvPr>
                  <p:cNvGrpSpPr/>
                  <p:nvPr/>
                </p:nvGrpSpPr>
                <p:grpSpPr>
                  <a:xfrm rot="21228750">
                    <a:off x="1171220" y="1918660"/>
                    <a:ext cx="698062" cy="387533"/>
                    <a:chOff x="854933" y="2290871"/>
                    <a:chExt cx="698062" cy="387533"/>
                  </a:xfrm>
                </p:grpSpPr>
                <p:sp>
                  <p:nvSpPr>
                    <p:cNvPr id="14005" name="Flowchart: Connector 14004">
                      <a:extLst>
                        <a:ext uri="{FF2B5EF4-FFF2-40B4-BE49-F238E27FC236}">
                          <a16:creationId xmlns:a16="http://schemas.microsoft.com/office/drawing/2014/main" id="{65BEFED3-F55C-4659-90F7-CCB01727C23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3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006" name="Flowchart: Connector 14005">
                      <a:extLst>
                        <a:ext uri="{FF2B5EF4-FFF2-40B4-BE49-F238E27FC236}">
                          <a16:creationId xmlns:a16="http://schemas.microsoft.com/office/drawing/2014/main" id="{70EC70C5-F40C-4B24-BBF9-95C77C7101E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5206" y="23778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007" name="Flowchart: Connector 14006">
                      <a:extLst>
                        <a:ext uri="{FF2B5EF4-FFF2-40B4-BE49-F238E27FC236}">
                          <a16:creationId xmlns:a16="http://schemas.microsoft.com/office/drawing/2014/main" id="{4545C23A-4A42-44D4-B7CC-8B55166E01C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41136" y="2462404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3795" name="Group 13794">
                    <a:extLst>
                      <a:ext uri="{FF2B5EF4-FFF2-40B4-BE49-F238E27FC236}">
                        <a16:creationId xmlns:a16="http://schemas.microsoft.com/office/drawing/2014/main" id="{558F47A7-1524-4DF7-A58E-F588D741D50F}"/>
                      </a:ext>
                    </a:extLst>
                  </p:cNvPr>
                  <p:cNvGrpSpPr/>
                  <p:nvPr/>
                </p:nvGrpSpPr>
                <p:grpSpPr>
                  <a:xfrm>
                    <a:off x="849741" y="1890320"/>
                    <a:ext cx="1098636" cy="1497980"/>
                    <a:chOff x="2089993" y="1501770"/>
                    <a:chExt cx="1098636" cy="1497980"/>
                  </a:xfrm>
                </p:grpSpPr>
                <p:grpSp>
                  <p:nvGrpSpPr>
                    <p:cNvPr id="13940" name="Group 13939">
                      <a:extLst>
                        <a:ext uri="{FF2B5EF4-FFF2-40B4-BE49-F238E27FC236}">
                          <a16:creationId xmlns:a16="http://schemas.microsoft.com/office/drawing/2014/main" id="{847DB855-D646-4B2B-9CC4-60EEDCACF9F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9993" y="1634990"/>
                      <a:ext cx="101484" cy="1051941"/>
                      <a:chOff x="1800622" y="2329236"/>
                      <a:chExt cx="101484" cy="1051941"/>
                    </a:xfrm>
                  </p:grpSpPr>
                  <p:sp>
                    <p:nvSpPr>
                      <p:cNvPr id="14001" name="Flowchart: Connector 14000">
                        <a:extLst>
                          <a:ext uri="{FF2B5EF4-FFF2-40B4-BE49-F238E27FC236}">
                            <a16:creationId xmlns:a16="http://schemas.microsoft.com/office/drawing/2014/main" id="{7323E100-1FB9-4A6B-8131-8059BF2B797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002" name="Flowchart: Connector 14001">
                        <a:extLst>
                          <a:ext uri="{FF2B5EF4-FFF2-40B4-BE49-F238E27FC236}">
                            <a16:creationId xmlns:a16="http://schemas.microsoft.com/office/drawing/2014/main" id="{A2B123BB-AD3D-4DC0-8F17-3B8193B660D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003" name="Flowchart: Connector 14002">
                        <a:extLst>
                          <a:ext uri="{FF2B5EF4-FFF2-40B4-BE49-F238E27FC236}">
                            <a16:creationId xmlns:a16="http://schemas.microsoft.com/office/drawing/2014/main" id="{45D2A0B2-DEE3-43D7-A653-838D4B30F80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4004" name="Flowchart: Connector 14003">
                        <a:extLst>
                          <a:ext uri="{FF2B5EF4-FFF2-40B4-BE49-F238E27FC236}">
                            <a16:creationId xmlns:a16="http://schemas.microsoft.com/office/drawing/2014/main" id="{ABF69AD4-8972-4AB9-8148-110B4E22786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32923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3941" name="Group 13940">
                      <a:extLst>
                        <a:ext uri="{FF2B5EF4-FFF2-40B4-BE49-F238E27FC236}">
                          <a16:creationId xmlns:a16="http://schemas.microsoft.com/office/drawing/2014/main" id="{CE82133E-4792-4FA4-9E49-7EE81B54F5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01770"/>
                      <a:ext cx="1074397" cy="1497980"/>
                      <a:chOff x="2114232" y="1501770"/>
                      <a:chExt cx="1074397" cy="1497980"/>
                    </a:xfrm>
                  </p:grpSpPr>
                  <p:grpSp>
                    <p:nvGrpSpPr>
                      <p:cNvPr id="13942" name="Group 13941">
                        <a:extLst>
                          <a:ext uri="{FF2B5EF4-FFF2-40B4-BE49-F238E27FC236}">
                            <a16:creationId xmlns:a16="http://schemas.microsoft.com/office/drawing/2014/main" id="{4D3D5CDA-7955-4243-A7B4-64E153035BF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3993" name="Flowchart: Connector 13992">
                          <a:extLst>
                            <a:ext uri="{FF2B5EF4-FFF2-40B4-BE49-F238E27FC236}">
                              <a16:creationId xmlns:a16="http://schemas.microsoft.com/office/drawing/2014/main" id="{B21356F8-852F-4BD8-9549-3012E4F707D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94" name="3D Model 13993" descr="Sphere">
                              <a:extLst>
                                <a:ext uri="{FF2B5EF4-FFF2-40B4-BE49-F238E27FC236}">
                                  <a16:creationId xmlns:a16="http://schemas.microsoft.com/office/drawing/2014/main" id="{9B7BB34F-0FBD-4610-8E6D-B1B168DCD99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13380825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95" name="Flowchart: Connector 13994">
                          <a:extLst>
                            <a:ext uri="{FF2B5EF4-FFF2-40B4-BE49-F238E27FC236}">
                              <a16:creationId xmlns:a16="http://schemas.microsoft.com/office/drawing/2014/main" id="{8F29DCF8-3664-4628-A36E-2FD21825820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96" name="3D Model 13995" descr="Sphere">
                              <a:extLst>
                                <a:ext uri="{FF2B5EF4-FFF2-40B4-BE49-F238E27FC236}">
                                  <a16:creationId xmlns:a16="http://schemas.microsoft.com/office/drawing/2014/main" id="{FFFB2A7A-077B-4F5A-BA16-C6A59406581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9117310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97" name="Flowchart: Connector 13996">
                          <a:extLst>
                            <a:ext uri="{FF2B5EF4-FFF2-40B4-BE49-F238E27FC236}">
                              <a16:creationId xmlns:a16="http://schemas.microsoft.com/office/drawing/2014/main" id="{04154278-58F3-4DE6-BF87-FD619BAA723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98" name="3D Model 13997" descr="Sphere">
                              <a:extLst>
                                <a:ext uri="{FF2B5EF4-FFF2-40B4-BE49-F238E27FC236}">
                                  <a16:creationId xmlns:a16="http://schemas.microsoft.com/office/drawing/2014/main" id="{C2418E90-4150-4381-8353-114E32DADB0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1389401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99" name="Flowchart: Connector 13998">
                          <a:extLst>
                            <a:ext uri="{FF2B5EF4-FFF2-40B4-BE49-F238E27FC236}">
                              <a16:creationId xmlns:a16="http://schemas.microsoft.com/office/drawing/2014/main" id="{3F87BEA5-19F4-47ED-A59B-59F113CF35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4000" name="3D Model 13999" descr="Sphere">
                              <a:extLst>
                                <a:ext uri="{FF2B5EF4-FFF2-40B4-BE49-F238E27FC236}">
                                  <a16:creationId xmlns:a16="http://schemas.microsoft.com/office/drawing/2014/main" id="{C2B013A0-718E-4D62-9634-D3C8438D2EF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4412446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3943" name="Group 13942">
                        <a:extLst>
                          <a:ext uri="{FF2B5EF4-FFF2-40B4-BE49-F238E27FC236}">
                            <a16:creationId xmlns:a16="http://schemas.microsoft.com/office/drawing/2014/main" id="{8CCC5D3F-0BBD-46CA-AEE5-E38F5ABD91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3977" name="Flowchart: Connector 13976">
                          <a:extLst>
                            <a:ext uri="{FF2B5EF4-FFF2-40B4-BE49-F238E27FC236}">
                              <a16:creationId xmlns:a16="http://schemas.microsoft.com/office/drawing/2014/main" id="{A547A886-E5AD-4077-A68E-6B078A1FD15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78" name="Flowchart: Connector 13977">
                          <a:extLst>
                            <a:ext uri="{FF2B5EF4-FFF2-40B4-BE49-F238E27FC236}">
                              <a16:creationId xmlns:a16="http://schemas.microsoft.com/office/drawing/2014/main" id="{0873BD56-43CA-4A21-9074-39F8516C8DB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79" name="Flowchart: Connector 13978">
                          <a:extLst>
                            <a:ext uri="{FF2B5EF4-FFF2-40B4-BE49-F238E27FC236}">
                              <a16:creationId xmlns:a16="http://schemas.microsoft.com/office/drawing/2014/main" id="{58D63BD8-969E-4394-B9B1-DF3D76F7E05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80" name="Flowchart: Connector 13979">
                          <a:extLst>
                            <a:ext uri="{FF2B5EF4-FFF2-40B4-BE49-F238E27FC236}">
                              <a16:creationId xmlns:a16="http://schemas.microsoft.com/office/drawing/2014/main" id="{01EBCE62-8AE4-4549-B325-DD726335313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81" name="Flowchart: Connector 13980">
                          <a:extLst>
                            <a:ext uri="{FF2B5EF4-FFF2-40B4-BE49-F238E27FC236}">
                              <a16:creationId xmlns:a16="http://schemas.microsoft.com/office/drawing/2014/main" id="{82532B18-9C1A-4D6C-9438-96370805FA1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82" name="Flowchart: Connector 13981">
                          <a:extLst>
                            <a:ext uri="{FF2B5EF4-FFF2-40B4-BE49-F238E27FC236}">
                              <a16:creationId xmlns:a16="http://schemas.microsoft.com/office/drawing/2014/main" id="{D9FC0CF6-7E0B-473D-A0C9-896D14FC240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83" name="Flowchart: Connector 13982">
                          <a:extLst>
                            <a:ext uri="{FF2B5EF4-FFF2-40B4-BE49-F238E27FC236}">
                              <a16:creationId xmlns:a16="http://schemas.microsoft.com/office/drawing/2014/main" id="{69A5F00E-76AE-41EA-AA0A-5224DBE86C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84" name="Flowchart: Connector 13983">
                          <a:extLst>
                            <a:ext uri="{FF2B5EF4-FFF2-40B4-BE49-F238E27FC236}">
                              <a16:creationId xmlns:a16="http://schemas.microsoft.com/office/drawing/2014/main" id="{393A8B86-5B16-4A33-A29E-F00453C6FD7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85" name="Flowchart: Connector 13984">
                          <a:extLst>
                            <a:ext uri="{FF2B5EF4-FFF2-40B4-BE49-F238E27FC236}">
                              <a16:creationId xmlns:a16="http://schemas.microsoft.com/office/drawing/2014/main" id="{8BA88241-19E4-471A-98AB-A3AD3BBF961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86" name="3D Model 13985" descr="Sphere">
                              <a:extLst>
                                <a:ext uri="{FF2B5EF4-FFF2-40B4-BE49-F238E27FC236}">
                                  <a16:creationId xmlns:a16="http://schemas.microsoft.com/office/drawing/2014/main" id="{2D42F248-F8E0-4431-B0AC-AA90BBF7E4A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8015798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87" name="Flowchart: Connector 13986">
                          <a:extLst>
                            <a:ext uri="{FF2B5EF4-FFF2-40B4-BE49-F238E27FC236}">
                              <a16:creationId xmlns:a16="http://schemas.microsoft.com/office/drawing/2014/main" id="{5CFB169F-54FD-4942-A102-B591817CCCB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88" name="3D Model 13987" descr="Sphere">
                              <a:extLst>
                                <a:ext uri="{FF2B5EF4-FFF2-40B4-BE49-F238E27FC236}">
                                  <a16:creationId xmlns:a16="http://schemas.microsoft.com/office/drawing/2014/main" id="{B31EB058-D66B-4FEF-ABAF-012A2E33F19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54186027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89" name="Flowchart: Connector 13988">
                          <a:extLst>
                            <a:ext uri="{FF2B5EF4-FFF2-40B4-BE49-F238E27FC236}">
                              <a16:creationId xmlns:a16="http://schemas.microsoft.com/office/drawing/2014/main" id="{E362F9CA-A5D7-4B73-809F-7A0844E8DFE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90" name="3D Model 13989" descr="Sphere">
                              <a:extLst>
                                <a:ext uri="{FF2B5EF4-FFF2-40B4-BE49-F238E27FC236}">
                                  <a16:creationId xmlns:a16="http://schemas.microsoft.com/office/drawing/2014/main" id="{0EF36FAF-DFFB-447D-A5D4-678818A5075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7271310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91" name="Flowchart: Connector 13990">
                          <a:extLst>
                            <a:ext uri="{FF2B5EF4-FFF2-40B4-BE49-F238E27FC236}">
                              <a16:creationId xmlns:a16="http://schemas.microsoft.com/office/drawing/2014/main" id="{01BFA036-9854-458D-9F52-3B2F320B34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92" name="3D Model 13991" descr="Sphere">
                              <a:extLst>
                                <a:ext uri="{FF2B5EF4-FFF2-40B4-BE49-F238E27FC236}">
                                  <a16:creationId xmlns:a16="http://schemas.microsoft.com/office/drawing/2014/main" id="{939B328C-E563-4906-A2EB-F69E3E90BAC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43876191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3944" name="Group 13943">
                        <a:extLst>
                          <a:ext uri="{FF2B5EF4-FFF2-40B4-BE49-F238E27FC236}">
                            <a16:creationId xmlns:a16="http://schemas.microsoft.com/office/drawing/2014/main" id="{430300CF-DA20-484B-A896-ED041231D0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3961" name="Flowchart: Connector 13960">
                          <a:extLst>
                            <a:ext uri="{FF2B5EF4-FFF2-40B4-BE49-F238E27FC236}">
                              <a16:creationId xmlns:a16="http://schemas.microsoft.com/office/drawing/2014/main" id="{77DDAD5C-A799-4EA0-9FF1-B15FABE47E2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62" name="Flowchart: Connector 13961">
                          <a:extLst>
                            <a:ext uri="{FF2B5EF4-FFF2-40B4-BE49-F238E27FC236}">
                              <a16:creationId xmlns:a16="http://schemas.microsoft.com/office/drawing/2014/main" id="{6014B85C-663F-45C8-99F5-9A85FE2FD9F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63" name="Flowchart: Connector 13962">
                          <a:extLst>
                            <a:ext uri="{FF2B5EF4-FFF2-40B4-BE49-F238E27FC236}">
                              <a16:creationId xmlns:a16="http://schemas.microsoft.com/office/drawing/2014/main" id="{443099F6-24AA-4C1E-9768-A5F9D83E6C5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64" name="Flowchart: Connector 13963">
                          <a:extLst>
                            <a:ext uri="{FF2B5EF4-FFF2-40B4-BE49-F238E27FC236}">
                              <a16:creationId xmlns:a16="http://schemas.microsoft.com/office/drawing/2014/main" id="{D2F86158-820E-4F60-BDB5-E670F85F15B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65" name="Flowchart: Connector 13964">
                          <a:extLst>
                            <a:ext uri="{FF2B5EF4-FFF2-40B4-BE49-F238E27FC236}">
                              <a16:creationId xmlns:a16="http://schemas.microsoft.com/office/drawing/2014/main" id="{226DE95F-9762-44AB-961E-54F6F4E943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66" name="Flowchart: Connector 13965">
                          <a:extLst>
                            <a:ext uri="{FF2B5EF4-FFF2-40B4-BE49-F238E27FC236}">
                              <a16:creationId xmlns:a16="http://schemas.microsoft.com/office/drawing/2014/main" id="{8E0096C5-D518-4766-9857-30D1556D2AE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67" name="Flowchart: Connector 13966">
                          <a:extLst>
                            <a:ext uri="{FF2B5EF4-FFF2-40B4-BE49-F238E27FC236}">
                              <a16:creationId xmlns:a16="http://schemas.microsoft.com/office/drawing/2014/main" id="{3E0BF701-A68F-4842-B0D8-DF66D19C4E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68" name="Flowchart: Connector 13967">
                          <a:extLst>
                            <a:ext uri="{FF2B5EF4-FFF2-40B4-BE49-F238E27FC236}">
                              <a16:creationId xmlns:a16="http://schemas.microsoft.com/office/drawing/2014/main" id="{5B62A5B4-9E3C-4EF3-9DC9-9D3D727AF80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69" name="Flowchart: Connector 13968">
                          <a:extLst>
                            <a:ext uri="{FF2B5EF4-FFF2-40B4-BE49-F238E27FC236}">
                              <a16:creationId xmlns:a16="http://schemas.microsoft.com/office/drawing/2014/main" id="{0FBA7229-44D1-44CB-B04D-5F03F8C4CE6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70" name="3D Model 13969" descr="Sphere">
                              <a:extLst>
                                <a:ext uri="{FF2B5EF4-FFF2-40B4-BE49-F238E27FC236}">
                                  <a16:creationId xmlns:a16="http://schemas.microsoft.com/office/drawing/2014/main" id="{2AA5EFC9-B4EF-48CB-B753-D831EFB3320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1759307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71" name="Flowchart: Connector 13970">
                          <a:extLst>
                            <a:ext uri="{FF2B5EF4-FFF2-40B4-BE49-F238E27FC236}">
                              <a16:creationId xmlns:a16="http://schemas.microsoft.com/office/drawing/2014/main" id="{02C6B41A-1E2F-4E13-955D-97840FE537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72" name="3D Model 13971" descr="Sphere">
                              <a:extLst>
                                <a:ext uri="{FF2B5EF4-FFF2-40B4-BE49-F238E27FC236}">
                                  <a16:creationId xmlns:a16="http://schemas.microsoft.com/office/drawing/2014/main" id="{437CE1B8-9CC9-4282-A007-1EF3C378F85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2871427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73" name="Flowchart: Connector 13972">
                          <a:extLst>
                            <a:ext uri="{FF2B5EF4-FFF2-40B4-BE49-F238E27FC236}">
                              <a16:creationId xmlns:a16="http://schemas.microsoft.com/office/drawing/2014/main" id="{11EFACEF-9D82-4FC7-AB30-707164C7818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74" name="3D Model 13973" descr="Sphere">
                              <a:extLst>
                                <a:ext uri="{FF2B5EF4-FFF2-40B4-BE49-F238E27FC236}">
                                  <a16:creationId xmlns:a16="http://schemas.microsoft.com/office/drawing/2014/main" id="{65101D9E-7819-4A98-893E-C92A8CBDE54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18533646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75" name="Flowchart: Connector 13974">
                          <a:extLst>
                            <a:ext uri="{FF2B5EF4-FFF2-40B4-BE49-F238E27FC236}">
                              <a16:creationId xmlns:a16="http://schemas.microsoft.com/office/drawing/2014/main" id="{09BCBEFF-F3CC-47E4-B58D-F1C24802706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76" name="3D Model 13975" descr="Sphere">
                              <a:extLst>
                                <a:ext uri="{FF2B5EF4-FFF2-40B4-BE49-F238E27FC236}">
                                  <a16:creationId xmlns:a16="http://schemas.microsoft.com/office/drawing/2014/main" id="{F5DEEAD8-6F2F-4E11-ADD8-A266E3962B7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4481340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3945" name="Flowchart: Connector 13944">
                        <a:extLst>
                          <a:ext uri="{FF2B5EF4-FFF2-40B4-BE49-F238E27FC236}">
                            <a16:creationId xmlns:a16="http://schemas.microsoft.com/office/drawing/2014/main" id="{9297BEE2-2063-486E-8F0F-55CCF5B9730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946" name="Flowchart: Connector 13945">
                        <a:extLst>
                          <a:ext uri="{FF2B5EF4-FFF2-40B4-BE49-F238E27FC236}">
                            <a16:creationId xmlns:a16="http://schemas.microsoft.com/office/drawing/2014/main" id="{39C156AE-B950-47AF-9717-A0464308492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947" name="Flowchart: Connector 13946">
                        <a:extLst>
                          <a:ext uri="{FF2B5EF4-FFF2-40B4-BE49-F238E27FC236}">
                            <a16:creationId xmlns:a16="http://schemas.microsoft.com/office/drawing/2014/main" id="{B4F9CADE-FAB0-416B-9CB8-4024EBB193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948" name="Flowchart: Connector 13947">
                        <a:extLst>
                          <a:ext uri="{FF2B5EF4-FFF2-40B4-BE49-F238E27FC236}">
                            <a16:creationId xmlns:a16="http://schemas.microsoft.com/office/drawing/2014/main" id="{5A5D9E2B-360E-4D0A-96B4-621F5EE07EF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949" name="Flowchart: Connector 13948">
                        <a:extLst>
                          <a:ext uri="{FF2B5EF4-FFF2-40B4-BE49-F238E27FC236}">
                            <a16:creationId xmlns:a16="http://schemas.microsoft.com/office/drawing/2014/main" id="{26C4F4C7-DC97-4BAC-92F3-B7FB2D6EC59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950" name="Flowchart: Connector 13949">
                        <a:extLst>
                          <a:ext uri="{FF2B5EF4-FFF2-40B4-BE49-F238E27FC236}">
                            <a16:creationId xmlns:a16="http://schemas.microsoft.com/office/drawing/2014/main" id="{888CCF38-2316-4439-B2C2-2B24644DD4D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951" name="Flowchart: Connector 13950">
                        <a:extLst>
                          <a:ext uri="{FF2B5EF4-FFF2-40B4-BE49-F238E27FC236}">
                            <a16:creationId xmlns:a16="http://schemas.microsoft.com/office/drawing/2014/main" id="{A220AEE9-CACD-41A2-BEC9-DCAD7A7FB6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952" name="Flowchart: Connector 13951">
                        <a:extLst>
                          <a:ext uri="{FF2B5EF4-FFF2-40B4-BE49-F238E27FC236}">
                            <a16:creationId xmlns:a16="http://schemas.microsoft.com/office/drawing/2014/main" id="{EABE6692-2573-4FDB-9C55-61B6940234A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953" name="Flowchart: Connector 13952">
                        <a:extLst>
                          <a:ext uri="{FF2B5EF4-FFF2-40B4-BE49-F238E27FC236}">
                            <a16:creationId xmlns:a16="http://schemas.microsoft.com/office/drawing/2014/main" id="{C7D53F6D-33DE-4AB9-898A-CEB0950CE0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954" name="3D Model 13953" descr="Sphere">
                            <a:extLst>
                              <a:ext uri="{FF2B5EF4-FFF2-40B4-BE49-F238E27FC236}">
                                <a16:creationId xmlns:a16="http://schemas.microsoft.com/office/drawing/2014/main" id="{65ED9D55-6DB7-4ABD-8D4B-1729DB36D9A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72108352"/>
                              </p:ext>
                            </p:extLst>
                          </p:nvPr>
                        </p:nvGraphicFramePr>
                        <p:xfrm>
                          <a:off x="2123911" y="1501770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7" name="3D Model 166" descr="Sphere">
                            <a:extLst>
                              <a:ext uri="{FF2B5EF4-FFF2-40B4-BE49-F238E27FC236}">
                                <a16:creationId xmlns:a16="http://schemas.microsoft.com/office/drawing/2014/main" id="{C661BCB8-DDD8-42C4-854C-2E772B9536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54029" y="169506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955" name="Flowchart: Connector 13954">
                        <a:extLst>
                          <a:ext uri="{FF2B5EF4-FFF2-40B4-BE49-F238E27FC236}">
                            <a16:creationId xmlns:a16="http://schemas.microsoft.com/office/drawing/2014/main" id="{AD654296-0C76-4D11-A29D-5DF8FF05E3C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956" name="3D Model 13955" descr="Sphere">
                            <a:extLst>
                              <a:ext uri="{FF2B5EF4-FFF2-40B4-BE49-F238E27FC236}">
                                <a16:creationId xmlns:a16="http://schemas.microsoft.com/office/drawing/2014/main" id="{60B8B34F-5EA5-4422-84CD-3D3C17D0E45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46935435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69" name="3D Model 168" descr="Sphere">
                            <a:extLst>
                              <a:ext uri="{FF2B5EF4-FFF2-40B4-BE49-F238E27FC236}">
                                <a16:creationId xmlns:a16="http://schemas.microsoft.com/office/drawing/2014/main" id="{BE427722-2C48-467F-80AF-4F7E028B191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194799" y="177304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957" name="Flowchart: Connector 13956">
                        <a:extLst>
                          <a:ext uri="{FF2B5EF4-FFF2-40B4-BE49-F238E27FC236}">
                            <a16:creationId xmlns:a16="http://schemas.microsoft.com/office/drawing/2014/main" id="{EE730E6D-26D4-442A-8A84-5639E49EF33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93292" y="171776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958" name="3D Model 13957" descr="Sphere">
                            <a:extLst>
                              <a:ext uri="{FF2B5EF4-FFF2-40B4-BE49-F238E27FC236}">
                                <a16:creationId xmlns:a16="http://schemas.microsoft.com/office/drawing/2014/main" id="{0421A984-FA27-4C43-A130-F1BC35E0960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20325013"/>
                              </p:ext>
                            </p:extLst>
                          </p:nvPr>
                        </p:nvGraphicFramePr>
                        <p:xfrm>
                          <a:off x="2622429" y="163823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1" name="3D Model 170" descr="Sphere">
                            <a:extLst>
                              <a:ext uri="{FF2B5EF4-FFF2-40B4-BE49-F238E27FC236}">
                                <a16:creationId xmlns:a16="http://schemas.microsoft.com/office/drawing/2014/main" id="{91449AE4-7E59-4D2C-9395-FF6F7268EA7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452547" y="183152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959" name="Flowchart: Connector 13958">
                        <a:extLst>
                          <a:ext uri="{FF2B5EF4-FFF2-40B4-BE49-F238E27FC236}">
                            <a16:creationId xmlns:a16="http://schemas.microsoft.com/office/drawing/2014/main" id="{79F0FFD4-D6A1-4A46-BB56-BE916387BE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960" name="3D Model 13959" descr="Sphere">
                            <a:extLst>
                              <a:ext uri="{FF2B5EF4-FFF2-40B4-BE49-F238E27FC236}">
                                <a16:creationId xmlns:a16="http://schemas.microsoft.com/office/drawing/2014/main" id="{F007FE5D-9962-4821-AB22-0136A8E1C7D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76063756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73" name="3D Model 172" descr="Sphere">
                            <a:extLst>
                              <a:ext uri="{FF2B5EF4-FFF2-40B4-BE49-F238E27FC236}">
                                <a16:creationId xmlns:a16="http://schemas.microsoft.com/office/drawing/2014/main" id="{57D57B2E-EC1F-42ED-B3E0-B74E3B77E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707713" y="192188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grpSp>
                <p:nvGrpSpPr>
                  <p:cNvPr id="13796" name="Group 13795">
                    <a:extLst>
                      <a:ext uri="{FF2B5EF4-FFF2-40B4-BE49-F238E27FC236}">
                        <a16:creationId xmlns:a16="http://schemas.microsoft.com/office/drawing/2014/main" id="{56553F08-BF3F-468C-9AA1-022DCCBEC07D}"/>
                      </a:ext>
                    </a:extLst>
                  </p:cNvPr>
                  <p:cNvGrpSpPr/>
                  <p:nvPr/>
                </p:nvGrpSpPr>
                <p:grpSpPr>
                  <a:xfrm>
                    <a:off x="1547436" y="2361226"/>
                    <a:ext cx="222323" cy="860409"/>
                    <a:chOff x="1473033" y="2656490"/>
                    <a:chExt cx="222323" cy="860409"/>
                  </a:xfrm>
                </p:grpSpPr>
                <p:sp>
                  <p:nvSpPr>
                    <p:cNvPr id="13937" name="Flowchart: Connector 13936">
                      <a:extLst>
                        <a:ext uri="{FF2B5EF4-FFF2-40B4-BE49-F238E27FC236}">
                          <a16:creationId xmlns:a16="http://schemas.microsoft.com/office/drawing/2014/main" id="{D979734E-32D4-4D3F-A185-98701CFBE59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2672" y="26564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938" name="Flowchart: Connector 13937">
                      <a:extLst>
                        <a:ext uri="{FF2B5EF4-FFF2-40B4-BE49-F238E27FC236}">
                          <a16:creationId xmlns:a16="http://schemas.microsoft.com/office/drawing/2014/main" id="{9B8A4429-935F-4F00-A397-AB07C338C04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73033" y="29825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939" name="Flowchart: Connector 13938">
                      <a:extLst>
                        <a:ext uri="{FF2B5EF4-FFF2-40B4-BE49-F238E27FC236}">
                          <a16:creationId xmlns:a16="http://schemas.microsoft.com/office/drawing/2014/main" id="{9FD02FB3-A6EC-4018-B624-360F77596B9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483497" y="33008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sp>
                <p:nvSpPr>
                  <p:cNvPr id="13797" name="Flowchart: Connector 13796">
                    <a:extLst>
                      <a:ext uri="{FF2B5EF4-FFF2-40B4-BE49-F238E27FC236}">
                        <a16:creationId xmlns:a16="http://schemas.microsoft.com/office/drawing/2014/main" id="{5F79782A-D69F-49CC-B0F5-A10D7426958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19794" y="212254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3798" name="Flowchart: Connector 13797">
                    <a:extLst>
                      <a:ext uri="{FF2B5EF4-FFF2-40B4-BE49-F238E27FC236}">
                        <a16:creationId xmlns:a16="http://schemas.microsoft.com/office/drawing/2014/main" id="{856C72A0-F350-4530-8D1F-AA4A08F623C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374020" y="218539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grpSp>
                <p:nvGrpSpPr>
                  <p:cNvPr id="13799" name="Group 13798">
                    <a:extLst>
                      <a:ext uri="{FF2B5EF4-FFF2-40B4-BE49-F238E27FC236}">
                        <a16:creationId xmlns:a16="http://schemas.microsoft.com/office/drawing/2014/main" id="{D8AEE796-C4CA-4614-908E-B65FCCB738E4}"/>
                      </a:ext>
                    </a:extLst>
                  </p:cNvPr>
                  <p:cNvGrpSpPr/>
                  <p:nvPr/>
                </p:nvGrpSpPr>
                <p:grpSpPr>
                  <a:xfrm rot="21418957">
                    <a:off x="941432" y="2025443"/>
                    <a:ext cx="710250" cy="369080"/>
                    <a:chOff x="854932" y="2290871"/>
                    <a:chExt cx="710250" cy="369080"/>
                  </a:xfrm>
                </p:grpSpPr>
                <p:sp>
                  <p:nvSpPr>
                    <p:cNvPr id="13934" name="Flowchart: Connector 13933">
                      <a:extLst>
                        <a:ext uri="{FF2B5EF4-FFF2-40B4-BE49-F238E27FC236}">
                          <a16:creationId xmlns:a16="http://schemas.microsoft.com/office/drawing/2014/main" id="{52629DFD-D589-4BBC-8535-149A6ED90B4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54932" y="22908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935" name="Flowchart: Connector 13934">
                      <a:extLst>
                        <a:ext uri="{FF2B5EF4-FFF2-40B4-BE49-F238E27FC236}">
                          <a16:creationId xmlns:a16="http://schemas.microsoft.com/office/drawing/2014/main" id="{C887001E-37F5-4979-B54A-3AC38E04443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101897" y="2377722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936" name="Flowchart: Connector 13935">
                      <a:extLst>
                        <a:ext uri="{FF2B5EF4-FFF2-40B4-BE49-F238E27FC236}">
                          <a16:creationId xmlns:a16="http://schemas.microsoft.com/office/drawing/2014/main" id="{9FC1A118-D0FF-4963-AEFE-6B0DCC2ADB0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53323" y="244395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3800" name="Group 13799">
                    <a:extLst>
                      <a:ext uri="{FF2B5EF4-FFF2-40B4-BE49-F238E27FC236}">
                        <a16:creationId xmlns:a16="http://schemas.microsoft.com/office/drawing/2014/main" id="{70CC4A90-1F2A-4F83-A7AF-E101A7078A95}"/>
                      </a:ext>
                    </a:extLst>
                  </p:cNvPr>
                  <p:cNvGrpSpPr/>
                  <p:nvPr/>
                </p:nvGrpSpPr>
                <p:grpSpPr>
                  <a:xfrm>
                    <a:off x="621287" y="1995259"/>
                    <a:ext cx="1102917" cy="1484052"/>
                    <a:chOff x="2085712" y="1515698"/>
                    <a:chExt cx="1102917" cy="1484052"/>
                  </a:xfrm>
                </p:grpSpPr>
                <p:grpSp>
                  <p:nvGrpSpPr>
                    <p:cNvPr id="13869" name="Group 13868">
                      <a:extLst>
                        <a:ext uri="{FF2B5EF4-FFF2-40B4-BE49-F238E27FC236}">
                          <a16:creationId xmlns:a16="http://schemas.microsoft.com/office/drawing/2014/main" id="{A3F31659-2B27-4E07-9FC7-79E79E833D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5712" y="1648950"/>
                      <a:ext cx="105765" cy="1037981"/>
                      <a:chOff x="1796341" y="2343196"/>
                      <a:chExt cx="105765" cy="1037981"/>
                    </a:xfrm>
                  </p:grpSpPr>
                  <p:sp>
                    <p:nvSpPr>
                      <p:cNvPr id="13930" name="Flowchart: Connector 13929">
                        <a:extLst>
                          <a:ext uri="{FF2B5EF4-FFF2-40B4-BE49-F238E27FC236}">
                            <a16:creationId xmlns:a16="http://schemas.microsoft.com/office/drawing/2014/main" id="{B12C0331-7440-486E-A1D7-BCF8604DC0D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328757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931" name="Flowchart: Connector 13930">
                        <a:extLst>
                          <a:ext uri="{FF2B5EF4-FFF2-40B4-BE49-F238E27FC236}">
                            <a16:creationId xmlns:a16="http://schemas.microsoft.com/office/drawing/2014/main" id="{F07D5DED-EE98-4C5E-AE8A-94F6F982BA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10301" y="296789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932" name="Flowchart: Connector 13931">
                        <a:extLst>
                          <a:ext uri="{FF2B5EF4-FFF2-40B4-BE49-F238E27FC236}">
                            <a16:creationId xmlns:a16="http://schemas.microsoft.com/office/drawing/2014/main" id="{54A31920-1E9C-4723-B8CB-5462D79BB2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800622" y="265099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933" name="Flowchart: Connector 13932">
                        <a:extLst>
                          <a:ext uri="{FF2B5EF4-FFF2-40B4-BE49-F238E27FC236}">
                            <a16:creationId xmlns:a16="http://schemas.microsoft.com/office/drawing/2014/main" id="{ABBDA44F-CC88-4E1F-965D-86612171D1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1796341" y="2343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3870" name="Group 13869">
                      <a:extLst>
                        <a:ext uri="{FF2B5EF4-FFF2-40B4-BE49-F238E27FC236}">
                          <a16:creationId xmlns:a16="http://schemas.microsoft.com/office/drawing/2014/main" id="{F32EB761-B93A-4460-BC6A-5500829A38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515698"/>
                      <a:ext cx="1074397" cy="1484052"/>
                      <a:chOff x="2114232" y="1515698"/>
                      <a:chExt cx="1074397" cy="1484052"/>
                    </a:xfrm>
                  </p:grpSpPr>
                  <p:grpSp>
                    <p:nvGrpSpPr>
                      <p:cNvPr id="13871" name="Group 13870">
                        <a:extLst>
                          <a:ext uri="{FF2B5EF4-FFF2-40B4-BE49-F238E27FC236}">
                            <a16:creationId xmlns:a16="http://schemas.microsoft.com/office/drawing/2014/main" id="{113E9FEC-AB10-415A-9429-0B74F9EB360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460111"/>
                        <a:ext cx="1064718" cy="539639"/>
                        <a:chOff x="3717189" y="1719497"/>
                        <a:chExt cx="1064718" cy="539639"/>
                      </a:xfrm>
                    </p:grpSpPr>
                    <p:sp>
                      <p:nvSpPr>
                        <p:cNvPr id="13922" name="Flowchart: Connector 13921">
                          <a:extLst>
                            <a:ext uri="{FF2B5EF4-FFF2-40B4-BE49-F238E27FC236}">
                              <a16:creationId xmlns:a16="http://schemas.microsoft.com/office/drawing/2014/main" id="{6A0E5EF6-3B7C-4042-8775-A7D6D6B8BC9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23" name="3D Model 13922" descr="Sphere">
                              <a:extLst>
                                <a:ext uri="{FF2B5EF4-FFF2-40B4-BE49-F238E27FC236}">
                                  <a16:creationId xmlns:a16="http://schemas.microsoft.com/office/drawing/2014/main" id="{339E63EC-8EED-460F-9777-652F9371FA0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5916607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39" name="3D Model 538" descr="Sphere">
                              <a:extLst>
                                <a:ext uri="{FF2B5EF4-FFF2-40B4-BE49-F238E27FC236}">
                                  <a16:creationId xmlns:a16="http://schemas.microsoft.com/office/drawing/2014/main" id="{989EAF3D-01F6-44C6-8257-DE398685513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5882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24" name="Flowchart: Connector 13923">
                          <a:extLst>
                            <a:ext uri="{FF2B5EF4-FFF2-40B4-BE49-F238E27FC236}">
                              <a16:creationId xmlns:a16="http://schemas.microsoft.com/office/drawing/2014/main" id="{FEDB1EF5-7262-44DE-8F9E-7D9A00AF118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25" name="3D Model 13924" descr="Sphere">
                              <a:extLst>
                                <a:ext uri="{FF2B5EF4-FFF2-40B4-BE49-F238E27FC236}">
                                  <a16:creationId xmlns:a16="http://schemas.microsoft.com/office/drawing/2014/main" id="{60EE21B5-E659-4BAE-9380-3EB1E5E452E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04243939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26" name="Flowchart: Connector 13925">
                          <a:extLst>
                            <a:ext uri="{FF2B5EF4-FFF2-40B4-BE49-F238E27FC236}">
                              <a16:creationId xmlns:a16="http://schemas.microsoft.com/office/drawing/2014/main" id="{7422B625-AF5D-4AB1-8189-C24FBA7DAA1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27" name="3D Model 13926" descr="Sphere">
                              <a:extLst>
                                <a:ext uri="{FF2B5EF4-FFF2-40B4-BE49-F238E27FC236}">
                                  <a16:creationId xmlns:a16="http://schemas.microsoft.com/office/drawing/2014/main" id="{DBA7321D-10C7-46A5-B938-0017132015E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0713970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28" name="Flowchart: Connector 13927">
                          <a:extLst>
                            <a:ext uri="{FF2B5EF4-FFF2-40B4-BE49-F238E27FC236}">
                              <a16:creationId xmlns:a16="http://schemas.microsoft.com/office/drawing/2014/main" id="{CDE68FAB-ECA6-4BCE-90F7-519037BC16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29" name="3D Model 13928" descr="Sphere">
                              <a:extLst>
                                <a:ext uri="{FF2B5EF4-FFF2-40B4-BE49-F238E27FC236}">
                                  <a16:creationId xmlns:a16="http://schemas.microsoft.com/office/drawing/2014/main" id="{8CB633DA-DF12-46AE-A3FC-15665E65C28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3436819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3872" name="Group 13871">
                        <a:extLst>
                          <a:ext uri="{FF2B5EF4-FFF2-40B4-BE49-F238E27FC236}">
                            <a16:creationId xmlns:a16="http://schemas.microsoft.com/office/drawing/2014/main" id="{1E9700DD-2E07-4358-BF93-4CA7E927C0E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3911" y="2140429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3906" name="Flowchart: Connector 13905">
                          <a:extLst>
                            <a:ext uri="{FF2B5EF4-FFF2-40B4-BE49-F238E27FC236}">
                              <a16:creationId xmlns:a16="http://schemas.microsoft.com/office/drawing/2014/main" id="{EEC59052-FA6E-4764-95C4-EA5C4B3C1B7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07" name="Flowchart: Connector 13906">
                          <a:extLst>
                            <a:ext uri="{FF2B5EF4-FFF2-40B4-BE49-F238E27FC236}">
                              <a16:creationId xmlns:a16="http://schemas.microsoft.com/office/drawing/2014/main" id="{FE5BF56B-6C1D-406E-A48B-12B1DF5EEE5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08" name="Flowchart: Connector 13907">
                          <a:extLst>
                            <a:ext uri="{FF2B5EF4-FFF2-40B4-BE49-F238E27FC236}">
                              <a16:creationId xmlns:a16="http://schemas.microsoft.com/office/drawing/2014/main" id="{8CC66FD3-8AD4-4F3D-9BB4-B2E7E07A638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09" name="Flowchart: Connector 13908">
                          <a:extLst>
                            <a:ext uri="{FF2B5EF4-FFF2-40B4-BE49-F238E27FC236}">
                              <a16:creationId xmlns:a16="http://schemas.microsoft.com/office/drawing/2014/main" id="{F8AFEF0A-7D23-47BB-9A0B-6F7E4EB963B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10" name="Flowchart: Connector 13909">
                          <a:extLst>
                            <a:ext uri="{FF2B5EF4-FFF2-40B4-BE49-F238E27FC236}">
                              <a16:creationId xmlns:a16="http://schemas.microsoft.com/office/drawing/2014/main" id="{F11D6D22-19FA-4452-B96E-A9AEF4E0F19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11" name="Flowchart: Connector 13910">
                          <a:extLst>
                            <a:ext uri="{FF2B5EF4-FFF2-40B4-BE49-F238E27FC236}">
                              <a16:creationId xmlns:a16="http://schemas.microsoft.com/office/drawing/2014/main" id="{E0F6184E-55C7-4D24-85F8-643433C537F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12" name="Flowchart: Connector 13911">
                          <a:extLst>
                            <a:ext uri="{FF2B5EF4-FFF2-40B4-BE49-F238E27FC236}">
                              <a16:creationId xmlns:a16="http://schemas.microsoft.com/office/drawing/2014/main" id="{DB13DE7A-95FE-40C7-B5BB-130697AD1AE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13" name="Flowchart: Connector 13912">
                          <a:extLst>
                            <a:ext uri="{FF2B5EF4-FFF2-40B4-BE49-F238E27FC236}">
                              <a16:creationId xmlns:a16="http://schemas.microsoft.com/office/drawing/2014/main" id="{8F3614F7-3B72-4248-A496-399F9E209A6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914" name="Flowchart: Connector 13913">
                          <a:extLst>
                            <a:ext uri="{FF2B5EF4-FFF2-40B4-BE49-F238E27FC236}">
                              <a16:creationId xmlns:a16="http://schemas.microsoft.com/office/drawing/2014/main" id="{40163950-E509-493A-B217-41BC0B69F44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15" name="3D Model 13914" descr="Sphere">
                              <a:extLst>
                                <a:ext uri="{FF2B5EF4-FFF2-40B4-BE49-F238E27FC236}">
                                  <a16:creationId xmlns:a16="http://schemas.microsoft.com/office/drawing/2014/main" id="{AAF15269-992D-46B4-9091-05BB7381322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81941353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5" name="3D Model 554" descr="Sphere">
                              <a:extLst>
                                <a:ext uri="{FF2B5EF4-FFF2-40B4-BE49-F238E27FC236}">
                                  <a16:creationId xmlns:a16="http://schemas.microsoft.com/office/drawing/2014/main" id="{B10B1F59-68DB-45EF-85AF-5C8351B14029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27973" y="3268571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16" name="Flowchart: Connector 13915">
                          <a:extLst>
                            <a:ext uri="{FF2B5EF4-FFF2-40B4-BE49-F238E27FC236}">
                              <a16:creationId xmlns:a16="http://schemas.microsoft.com/office/drawing/2014/main" id="{F08BBB06-1436-4A4E-B3E3-49358E3F411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17" name="3D Model 13916" descr="Sphere">
                              <a:extLst>
                                <a:ext uri="{FF2B5EF4-FFF2-40B4-BE49-F238E27FC236}">
                                  <a16:creationId xmlns:a16="http://schemas.microsoft.com/office/drawing/2014/main" id="{216332F1-0AE8-44C9-8DE8-613A0913883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6386970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18" name="Flowchart: Connector 13917">
                          <a:extLst>
                            <a:ext uri="{FF2B5EF4-FFF2-40B4-BE49-F238E27FC236}">
                              <a16:creationId xmlns:a16="http://schemas.microsoft.com/office/drawing/2014/main" id="{F3436974-9F33-43F6-9105-439A7E49902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19" name="3D Model 13918" descr="Sphere">
                              <a:extLst>
                                <a:ext uri="{FF2B5EF4-FFF2-40B4-BE49-F238E27FC236}">
                                  <a16:creationId xmlns:a16="http://schemas.microsoft.com/office/drawing/2014/main" id="{81AF0777-EE4D-416B-875A-88F95A5858F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94185825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20" name="Flowchart: Connector 13919">
                          <a:extLst>
                            <a:ext uri="{FF2B5EF4-FFF2-40B4-BE49-F238E27FC236}">
                              <a16:creationId xmlns:a16="http://schemas.microsoft.com/office/drawing/2014/main" id="{6A1176FC-D2CD-4718-ADC1-1CECDDC7F6E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21" name="3D Model 13920" descr="Sphere">
                              <a:extLst>
                                <a:ext uri="{FF2B5EF4-FFF2-40B4-BE49-F238E27FC236}">
                                  <a16:creationId xmlns:a16="http://schemas.microsoft.com/office/drawing/2014/main" id="{30EC87C3-031F-4F66-86D3-0D0A64C59AC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0938757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3873" name="Group 13872">
                        <a:extLst>
                          <a:ext uri="{FF2B5EF4-FFF2-40B4-BE49-F238E27FC236}">
                            <a16:creationId xmlns:a16="http://schemas.microsoft.com/office/drawing/2014/main" id="{4CFFB891-EC1A-4D45-857E-0C1B560D68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823526"/>
                        <a:ext cx="1064718" cy="637179"/>
                        <a:chOff x="3717189" y="1719497"/>
                        <a:chExt cx="1064718" cy="637179"/>
                      </a:xfrm>
                    </p:grpSpPr>
                    <p:sp>
                      <p:nvSpPr>
                        <p:cNvPr id="13890" name="Flowchart: Connector 13889">
                          <a:extLst>
                            <a:ext uri="{FF2B5EF4-FFF2-40B4-BE49-F238E27FC236}">
                              <a16:creationId xmlns:a16="http://schemas.microsoft.com/office/drawing/2014/main" id="{2D8CA828-EE0E-4BAD-834E-7CDC32840AA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891" name="Flowchart: Connector 13890">
                          <a:extLst>
                            <a:ext uri="{FF2B5EF4-FFF2-40B4-BE49-F238E27FC236}">
                              <a16:creationId xmlns:a16="http://schemas.microsoft.com/office/drawing/2014/main" id="{9E89EF3D-4E7F-4602-B6B2-E9EB8063B92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892" name="Flowchart: Connector 13891">
                          <a:extLst>
                            <a:ext uri="{FF2B5EF4-FFF2-40B4-BE49-F238E27FC236}">
                              <a16:creationId xmlns:a16="http://schemas.microsoft.com/office/drawing/2014/main" id="{53CAAEBD-9944-4807-AADD-AA02042668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893" name="Flowchart: Connector 13892">
                          <a:extLst>
                            <a:ext uri="{FF2B5EF4-FFF2-40B4-BE49-F238E27FC236}">
                              <a16:creationId xmlns:a16="http://schemas.microsoft.com/office/drawing/2014/main" id="{DB494350-8180-4F83-ABCB-B371A2FF025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894" name="Flowchart: Connector 13893">
                          <a:extLst>
                            <a:ext uri="{FF2B5EF4-FFF2-40B4-BE49-F238E27FC236}">
                              <a16:creationId xmlns:a16="http://schemas.microsoft.com/office/drawing/2014/main" id="{9E379926-4314-49CE-8F05-A093CA92AE0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895" name="Flowchart: Connector 13894">
                          <a:extLst>
                            <a:ext uri="{FF2B5EF4-FFF2-40B4-BE49-F238E27FC236}">
                              <a16:creationId xmlns:a16="http://schemas.microsoft.com/office/drawing/2014/main" id="{A51D8FBB-BBD1-42CB-9EE4-7D68F5984B2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896" name="Flowchart: Connector 13895">
                          <a:extLst>
                            <a:ext uri="{FF2B5EF4-FFF2-40B4-BE49-F238E27FC236}">
                              <a16:creationId xmlns:a16="http://schemas.microsoft.com/office/drawing/2014/main" id="{99BA7C3D-1B7E-42C1-A36B-A1CC0B4CC26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897" name="Flowchart: Connector 13896">
                          <a:extLst>
                            <a:ext uri="{FF2B5EF4-FFF2-40B4-BE49-F238E27FC236}">
                              <a16:creationId xmlns:a16="http://schemas.microsoft.com/office/drawing/2014/main" id="{BAC77610-85F5-410B-80A8-78E927892E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898" name="Flowchart: Connector 13897">
                          <a:extLst>
                            <a:ext uri="{FF2B5EF4-FFF2-40B4-BE49-F238E27FC236}">
                              <a16:creationId xmlns:a16="http://schemas.microsoft.com/office/drawing/2014/main" id="{2B887077-57EC-4B47-B278-75C778357B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899" name="3D Model 13898" descr="Sphere">
                              <a:extLst>
                                <a:ext uri="{FF2B5EF4-FFF2-40B4-BE49-F238E27FC236}">
                                  <a16:creationId xmlns:a16="http://schemas.microsoft.com/office/drawing/2014/main" id="{904F392A-3C3A-4364-8CC9-18BE6070514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56777869"/>
                                </p:ext>
                              </p:extLst>
                            </p:nvPr>
                          </p:nvGraphicFramePr>
                          <p:xfrm>
                            <a:off x="3717189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1" name="3D Model 570" descr="Sphere">
                              <a:extLst>
                                <a:ext uri="{FF2B5EF4-FFF2-40B4-BE49-F238E27FC236}">
                                  <a16:creationId xmlns:a16="http://schemas.microsoft.com/office/drawing/2014/main" id="{431CAFD4-B5D8-40F0-860A-3D38F1F2E4D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318294" y="295166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00" name="Flowchart: Connector 13899">
                          <a:extLst>
                            <a:ext uri="{FF2B5EF4-FFF2-40B4-BE49-F238E27FC236}">
                              <a16:creationId xmlns:a16="http://schemas.microsoft.com/office/drawing/2014/main" id="{4CF0D92C-DD20-410C-9E6A-7A412F555C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01" name="3D Model 13900" descr="Sphere">
                              <a:extLst>
                                <a:ext uri="{FF2B5EF4-FFF2-40B4-BE49-F238E27FC236}">
                                  <a16:creationId xmlns:a16="http://schemas.microsoft.com/office/drawing/2014/main" id="{045A146D-CA18-44B1-9A16-336D1A6D60B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4259185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02" name="Flowchart: Connector 13901">
                          <a:extLst>
                            <a:ext uri="{FF2B5EF4-FFF2-40B4-BE49-F238E27FC236}">
                              <a16:creationId xmlns:a16="http://schemas.microsoft.com/office/drawing/2014/main" id="{333F5FBA-0094-4A25-99B0-28CA4676D5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03" name="3D Model 13902" descr="Sphere">
                              <a:extLst>
                                <a:ext uri="{FF2B5EF4-FFF2-40B4-BE49-F238E27FC236}">
                                  <a16:creationId xmlns:a16="http://schemas.microsoft.com/office/drawing/2014/main" id="{B1CAEC2F-9112-4C98-BF5F-89E8F41B0B0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3179680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904" name="Flowchart: Connector 13903">
                          <a:extLst>
                            <a:ext uri="{FF2B5EF4-FFF2-40B4-BE49-F238E27FC236}">
                              <a16:creationId xmlns:a16="http://schemas.microsoft.com/office/drawing/2014/main" id="{9863CC87-E90D-4423-B9C6-65B693598B8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905" name="3D Model 13904" descr="Sphere">
                              <a:extLst>
                                <a:ext uri="{FF2B5EF4-FFF2-40B4-BE49-F238E27FC236}">
                                  <a16:creationId xmlns:a16="http://schemas.microsoft.com/office/drawing/2014/main" id="{CD5D5A0E-86FC-4DA1-A70E-6CB9B61853E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34202049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3874" name="Flowchart: Connector 13873">
                        <a:extLst>
                          <a:ext uri="{FF2B5EF4-FFF2-40B4-BE49-F238E27FC236}">
                            <a16:creationId xmlns:a16="http://schemas.microsoft.com/office/drawing/2014/main" id="{04EE0EED-2111-494E-8E11-1FEFEA8FF79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75" name="Flowchart: Connector 13874">
                        <a:extLst>
                          <a:ext uri="{FF2B5EF4-FFF2-40B4-BE49-F238E27FC236}">
                            <a16:creationId xmlns:a16="http://schemas.microsoft.com/office/drawing/2014/main" id="{2C566C56-AFD5-428F-9CA5-F95D432330F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76" name="Flowchart: Connector 13875">
                        <a:extLst>
                          <a:ext uri="{FF2B5EF4-FFF2-40B4-BE49-F238E27FC236}">
                            <a16:creationId xmlns:a16="http://schemas.microsoft.com/office/drawing/2014/main" id="{C3425CE7-F1B9-409F-886B-027CF0C00D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40307" y="178032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77" name="Flowchart: Connector 13876">
                        <a:extLst>
                          <a:ext uri="{FF2B5EF4-FFF2-40B4-BE49-F238E27FC236}">
                            <a16:creationId xmlns:a16="http://schemas.microsoft.com/office/drawing/2014/main" id="{BEBE9F03-A666-46F1-9E03-F748C832AE1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78" name="Flowchart: Connector 13877">
                        <a:extLst>
                          <a:ext uri="{FF2B5EF4-FFF2-40B4-BE49-F238E27FC236}">
                            <a16:creationId xmlns:a16="http://schemas.microsoft.com/office/drawing/2014/main" id="{9A660F2A-F0B2-4B1B-BA44-A10F2491131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79" name="Flowchart: Connector 13878">
                        <a:extLst>
                          <a:ext uri="{FF2B5EF4-FFF2-40B4-BE49-F238E27FC236}">
                            <a16:creationId xmlns:a16="http://schemas.microsoft.com/office/drawing/2014/main" id="{7DC38992-42EF-4AA3-957B-51A31A5410B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80" name="Flowchart: Connector 13879">
                        <a:extLst>
                          <a:ext uri="{FF2B5EF4-FFF2-40B4-BE49-F238E27FC236}">
                            <a16:creationId xmlns:a16="http://schemas.microsoft.com/office/drawing/2014/main" id="{0BD88065-334B-4A3D-B57E-3ACA233D62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81" name="Flowchart: Connector 13880">
                        <a:extLst>
                          <a:ext uri="{FF2B5EF4-FFF2-40B4-BE49-F238E27FC236}">
                            <a16:creationId xmlns:a16="http://schemas.microsoft.com/office/drawing/2014/main" id="{2CC2747E-0808-461F-81AB-50EA93699CC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82" name="Flowchart: Connector 13881">
                        <a:extLst>
                          <a:ext uri="{FF2B5EF4-FFF2-40B4-BE49-F238E27FC236}">
                            <a16:creationId xmlns:a16="http://schemas.microsoft.com/office/drawing/2014/main" id="{B99F73E5-D9D6-422A-B0D6-98701C1691C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83" name="3D Model 13882" descr="Sphere">
                            <a:extLst>
                              <a:ext uri="{FF2B5EF4-FFF2-40B4-BE49-F238E27FC236}">
                                <a16:creationId xmlns:a16="http://schemas.microsoft.com/office/drawing/2014/main" id="{16B565BF-0AAB-492E-98A1-C548E464823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81303410"/>
                              </p:ext>
                            </p:extLst>
                          </p:nvPr>
                        </p:nvGraphicFramePr>
                        <p:xfrm>
                          <a:off x="2127272" y="1515698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3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6" name="3D Model 95" descr="Sphere">
                            <a:extLst>
                              <a:ext uri="{FF2B5EF4-FFF2-40B4-BE49-F238E27FC236}">
                                <a16:creationId xmlns:a16="http://schemas.microsoft.com/office/drawing/2014/main" id="{1B8D53DB-0EDE-4E92-901B-0D632DE7C42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33217" y="179999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884" name="Flowchart: Connector 13883">
                        <a:extLst>
                          <a:ext uri="{FF2B5EF4-FFF2-40B4-BE49-F238E27FC236}">
                            <a16:creationId xmlns:a16="http://schemas.microsoft.com/office/drawing/2014/main" id="{51C17925-801D-4FFF-A86D-146A8D76B39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85" name="3D Model 13884" descr="Sphere">
                            <a:extLst>
                              <a:ext uri="{FF2B5EF4-FFF2-40B4-BE49-F238E27FC236}">
                                <a16:creationId xmlns:a16="http://schemas.microsoft.com/office/drawing/2014/main" id="{D0D3BC92-6E11-4C59-BFF0-7EB922F1EBC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88781075"/>
                              </p:ext>
                            </p:extLst>
                          </p:nvPr>
                        </p:nvGraphicFramePr>
                        <p:xfrm>
                          <a:off x="2364681" y="1579752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98" name="3D Model 97" descr="Sphere">
                            <a:extLst>
                              <a:ext uri="{FF2B5EF4-FFF2-40B4-BE49-F238E27FC236}">
                                <a16:creationId xmlns:a16="http://schemas.microsoft.com/office/drawing/2014/main" id="{887C411F-00D1-4C4A-B424-801E40D4045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970626" y="18640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886" name="Flowchart: Connector 13885">
                        <a:extLst>
                          <a:ext uri="{FF2B5EF4-FFF2-40B4-BE49-F238E27FC236}">
                            <a16:creationId xmlns:a16="http://schemas.microsoft.com/office/drawing/2014/main" id="{907DB3F6-D023-4EE8-8720-9F6A51789E2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6940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87" name="3D Model 13886" descr="Sphere">
                            <a:extLst>
                              <a:ext uri="{FF2B5EF4-FFF2-40B4-BE49-F238E27FC236}">
                                <a16:creationId xmlns:a16="http://schemas.microsoft.com/office/drawing/2014/main" id="{2E95562D-0175-4352-A313-69C6C612CE8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243041889"/>
                              </p:ext>
                            </p:extLst>
                          </p:nvPr>
                        </p:nvGraphicFramePr>
                        <p:xfrm>
                          <a:off x="2609177" y="164853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0" name="3D Model 99" descr="Sphere">
                            <a:extLst>
                              <a:ext uri="{FF2B5EF4-FFF2-40B4-BE49-F238E27FC236}">
                                <a16:creationId xmlns:a16="http://schemas.microsoft.com/office/drawing/2014/main" id="{E74ABACD-B6F6-4A10-BA6B-DC3797D731B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215122" y="193283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888" name="Flowchart: Connector 13887">
                        <a:extLst>
                          <a:ext uri="{FF2B5EF4-FFF2-40B4-BE49-F238E27FC236}">
                            <a16:creationId xmlns:a16="http://schemas.microsoft.com/office/drawing/2014/main" id="{80E0189B-5CA3-4974-BE83-B470EBCDFA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89" name="3D Model 13888" descr="Sphere">
                            <a:extLst>
                              <a:ext uri="{FF2B5EF4-FFF2-40B4-BE49-F238E27FC236}">
                                <a16:creationId xmlns:a16="http://schemas.microsoft.com/office/drawing/2014/main" id="{4F003320-06D1-451B-BEE4-57EB574AA39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95215441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102" name="3D Model 101" descr="Sphere">
                            <a:extLst>
                              <a:ext uri="{FF2B5EF4-FFF2-40B4-BE49-F238E27FC236}">
                                <a16:creationId xmlns:a16="http://schemas.microsoft.com/office/drawing/2014/main" id="{07D24548-0104-418F-ABB7-E46E7BA8A92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2483540" y="20128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3801" name="Flowchart: Connector 13800">
                    <a:extLst>
                      <a:ext uri="{FF2B5EF4-FFF2-40B4-BE49-F238E27FC236}">
                        <a16:creationId xmlns:a16="http://schemas.microsoft.com/office/drawing/2014/main" id="{47C05C93-338C-46B7-BED7-C03A9C2F40B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06374" y="21384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3802" name="Flowchart: Connector 13801">
                    <a:extLst>
                      <a:ext uri="{FF2B5EF4-FFF2-40B4-BE49-F238E27FC236}">
                        <a16:creationId xmlns:a16="http://schemas.microsoft.com/office/drawing/2014/main" id="{89BC883A-E45A-4151-BE45-E7BFB2CD739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886236" y="223226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3803" name="Flowchart: Connector 13802">
                    <a:extLst>
                      <a:ext uri="{FF2B5EF4-FFF2-40B4-BE49-F238E27FC236}">
                        <a16:creationId xmlns:a16="http://schemas.microsoft.com/office/drawing/2014/main" id="{AC7EDF9C-219C-48FB-B22F-67B50C3FA66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2806" y="22254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3804" name="Flowchart: Connector 13803">
                    <a:extLst>
                      <a:ext uri="{FF2B5EF4-FFF2-40B4-BE49-F238E27FC236}">
                        <a16:creationId xmlns:a16="http://schemas.microsoft.com/office/drawing/2014/main" id="{CADC6AA6-A72F-426F-BD40-ED452E73FF8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0272" y="25040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3805" name="Flowchart: Connector 13804">
                    <a:extLst>
                      <a:ext uri="{FF2B5EF4-FFF2-40B4-BE49-F238E27FC236}">
                        <a16:creationId xmlns:a16="http://schemas.microsoft.com/office/drawing/2014/main" id="{DAF329C4-AAAB-4F1F-9B53-C04F492733F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20633" y="28301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3806" name="Flowchart: Connector 13805">
                    <a:extLst>
                      <a:ext uri="{FF2B5EF4-FFF2-40B4-BE49-F238E27FC236}">
                        <a16:creationId xmlns:a16="http://schemas.microsoft.com/office/drawing/2014/main" id="{A2223431-322E-4CB6-9EA6-C04BC4E1796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1129128" y="231321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p:sp>
                <p:nvSpPr>
                  <p:cNvPr id="13807" name="Flowchart: Connector 13806">
                    <a:extLst>
                      <a:ext uri="{FF2B5EF4-FFF2-40B4-BE49-F238E27FC236}">
                        <a16:creationId xmlns:a16="http://schemas.microsoft.com/office/drawing/2014/main" id="{4D7305C7-0DF5-4A81-A2DF-0E7D03770DE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11385" y="230237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3808" name="Flowchart: Connector 13807">
                    <a:extLst>
                      <a:ext uri="{FF2B5EF4-FFF2-40B4-BE49-F238E27FC236}">
                        <a16:creationId xmlns:a16="http://schemas.microsoft.com/office/drawing/2014/main" id="{C671DCC6-2BB0-4738-9397-C4C0D7FE0F1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31097" y="31484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grpSp>
                <p:nvGrpSpPr>
                  <p:cNvPr id="13809" name="Group 13808">
                    <a:extLst>
                      <a:ext uri="{FF2B5EF4-FFF2-40B4-BE49-F238E27FC236}">
                        <a16:creationId xmlns:a16="http://schemas.microsoft.com/office/drawing/2014/main" id="{E245F1E0-FD2F-4F40-B03E-CF81C89F0942}"/>
                      </a:ext>
                    </a:extLst>
                  </p:cNvPr>
                  <p:cNvGrpSpPr/>
                  <p:nvPr/>
                </p:nvGrpSpPr>
                <p:grpSpPr>
                  <a:xfrm>
                    <a:off x="420511" y="2127869"/>
                    <a:ext cx="1073693" cy="1496391"/>
                    <a:chOff x="2114936" y="1503359"/>
                    <a:chExt cx="1073693" cy="1496391"/>
                  </a:xfrm>
                </p:grpSpPr>
                <p:grpSp>
                  <p:nvGrpSpPr>
                    <p:cNvPr id="13810" name="Group 13809">
                      <a:extLst>
                        <a:ext uri="{FF2B5EF4-FFF2-40B4-BE49-F238E27FC236}">
                          <a16:creationId xmlns:a16="http://schemas.microsoft.com/office/drawing/2014/main" id="{84D684E0-86EE-4EB7-BC2C-187C287EAAC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7974" y="2474038"/>
                      <a:ext cx="1060655" cy="525712"/>
                      <a:chOff x="3721252" y="1733424"/>
                      <a:chExt cx="1060655" cy="525712"/>
                    </a:xfrm>
                  </p:grpSpPr>
                  <p:sp>
                    <p:nvSpPr>
                      <p:cNvPr id="13861" name="Flowchart: Connector 13860">
                        <a:extLst>
                          <a:ext uri="{FF2B5EF4-FFF2-40B4-BE49-F238E27FC236}">
                            <a16:creationId xmlns:a16="http://schemas.microsoft.com/office/drawing/2014/main" id="{D8C41877-59C8-4B35-AFA9-6943563C31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62" name="3D Model 13861" descr="Sphere">
                            <a:extLst>
                              <a:ext uri="{FF2B5EF4-FFF2-40B4-BE49-F238E27FC236}">
                                <a16:creationId xmlns:a16="http://schemas.microsoft.com/office/drawing/2014/main" id="{ADE9D9F9-6A75-43F5-9CE6-242B73DB123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548519801"/>
                              </p:ext>
                            </p:extLst>
                          </p:nvPr>
                        </p:nvGraphicFramePr>
                        <p:xfrm>
                          <a:off x="3721252" y="1733424"/>
                          <a:ext cx="299739" cy="299738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75" name="3D Model 74" descr="Sphere">
                            <a:extLst>
                              <a:ext uri="{FF2B5EF4-FFF2-40B4-BE49-F238E27FC236}">
                                <a16:creationId xmlns:a16="http://schemas.microsoft.com/office/drawing/2014/main" id="{EDD495A5-3E84-4559-BA09-7154A73066E2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503919" y="2903288"/>
                            <a:ext cx="299739" cy="299738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863" name="Flowchart: Connector 13862">
                        <a:extLst>
                          <a:ext uri="{FF2B5EF4-FFF2-40B4-BE49-F238E27FC236}">
                            <a16:creationId xmlns:a16="http://schemas.microsoft.com/office/drawing/2014/main" id="{43414488-89F2-4D8F-948E-340D929B335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64" name="3D Model 13863" descr="Sphere">
                            <a:extLst>
                              <a:ext uri="{FF2B5EF4-FFF2-40B4-BE49-F238E27FC236}">
                                <a16:creationId xmlns:a16="http://schemas.microsoft.com/office/drawing/2014/main" id="{5E286551-DEC4-4747-81BF-653B8F35E89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47899583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865" name="Flowchart: Connector 13864">
                        <a:extLst>
                          <a:ext uri="{FF2B5EF4-FFF2-40B4-BE49-F238E27FC236}">
                            <a16:creationId xmlns:a16="http://schemas.microsoft.com/office/drawing/2014/main" id="{6C7F5E81-B793-4B46-AC1D-3F8E37354AA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66" name="3D Model 13865" descr="Sphere">
                            <a:extLst>
                              <a:ext uri="{FF2B5EF4-FFF2-40B4-BE49-F238E27FC236}">
                                <a16:creationId xmlns:a16="http://schemas.microsoft.com/office/drawing/2014/main" id="{EDB3616D-8DE4-4002-A213-D9DFE1EC2D0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02835324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867" name="Flowchart: Connector 13866">
                        <a:extLst>
                          <a:ext uri="{FF2B5EF4-FFF2-40B4-BE49-F238E27FC236}">
                            <a16:creationId xmlns:a16="http://schemas.microsoft.com/office/drawing/2014/main" id="{4785EEB8-E8D6-44FD-9931-AA209F2770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68" name="3D Model 13867" descr="Sphere">
                            <a:extLst>
                              <a:ext uri="{FF2B5EF4-FFF2-40B4-BE49-F238E27FC236}">
                                <a16:creationId xmlns:a16="http://schemas.microsoft.com/office/drawing/2014/main" id="{0C64947E-8C10-4304-BBBF-5197CB94AB3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9953612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3811" name="Group 13810">
                      <a:extLst>
                        <a:ext uri="{FF2B5EF4-FFF2-40B4-BE49-F238E27FC236}">
                          <a16:creationId xmlns:a16="http://schemas.microsoft.com/office/drawing/2014/main" id="{A2609DA9-1CB9-4942-A243-C92856C24F4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4615" y="2140429"/>
                      <a:ext cx="1064014" cy="637179"/>
                      <a:chOff x="3717893" y="1719497"/>
                      <a:chExt cx="1064014" cy="637179"/>
                    </a:xfrm>
                  </p:grpSpPr>
                  <p:sp>
                    <p:nvSpPr>
                      <p:cNvPr id="13845" name="Flowchart: Connector 13844">
                        <a:extLst>
                          <a:ext uri="{FF2B5EF4-FFF2-40B4-BE49-F238E27FC236}">
                            <a16:creationId xmlns:a16="http://schemas.microsoft.com/office/drawing/2014/main" id="{4185788F-665F-46D5-8F91-9D62A12ACB0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46" name="Flowchart: Connector 13845">
                        <a:extLst>
                          <a:ext uri="{FF2B5EF4-FFF2-40B4-BE49-F238E27FC236}">
                            <a16:creationId xmlns:a16="http://schemas.microsoft.com/office/drawing/2014/main" id="{1F4666C4-5C62-4945-824D-F8BDD571FA0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47" name="Flowchart: Connector 13846">
                        <a:extLst>
                          <a:ext uri="{FF2B5EF4-FFF2-40B4-BE49-F238E27FC236}">
                            <a16:creationId xmlns:a16="http://schemas.microsoft.com/office/drawing/2014/main" id="{A79659B8-4186-4B7E-BC3B-44B81C46E2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48" name="Flowchart: Connector 13847">
                        <a:extLst>
                          <a:ext uri="{FF2B5EF4-FFF2-40B4-BE49-F238E27FC236}">
                            <a16:creationId xmlns:a16="http://schemas.microsoft.com/office/drawing/2014/main" id="{4FEA57C5-BA19-4765-B4A4-79475BE449C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49" name="Flowchart: Connector 13848">
                        <a:extLst>
                          <a:ext uri="{FF2B5EF4-FFF2-40B4-BE49-F238E27FC236}">
                            <a16:creationId xmlns:a16="http://schemas.microsoft.com/office/drawing/2014/main" id="{8CB043AA-A7DB-41E7-9986-A20156CA45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50" name="Flowchart: Connector 13849">
                        <a:extLst>
                          <a:ext uri="{FF2B5EF4-FFF2-40B4-BE49-F238E27FC236}">
                            <a16:creationId xmlns:a16="http://schemas.microsoft.com/office/drawing/2014/main" id="{8DA920F2-FD02-494D-AED3-F74C1AEE738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51" name="Flowchart: Connector 13850">
                        <a:extLst>
                          <a:ext uri="{FF2B5EF4-FFF2-40B4-BE49-F238E27FC236}">
                            <a16:creationId xmlns:a16="http://schemas.microsoft.com/office/drawing/2014/main" id="{520F5443-779C-4C40-AF1B-9CEBCA560D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52" name="Flowchart: Connector 13851">
                        <a:extLst>
                          <a:ext uri="{FF2B5EF4-FFF2-40B4-BE49-F238E27FC236}">
                            <a16:creationId xmlns:a16="http://schemas.microsoft.com/office/drawing/2014/main" id="{C2F57367-4558-41BD-931E-CF20FE236D6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53" name="Flowchart: Connector 13852">
                        <a:extLst>
                          <a:ext uri="{FF2B5EF4-FFF2-40B4-BE49-F238E27FC236}">
                            <a16:creationId xmlns:a16="http://schemas.microsoft.com/office/drawing/2014/main" id="{46D6178F-C66C-4202-A392-9BD266A199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54" name="3D Model 13853" descr="Sphere">
                            <a:extLst>
                              <a:ext uri="{FF2B5EF4-FFF2-40B4-BE49-F238E27FC236}">
                                <a16:creationId xmlns:a16="http://schemas.microsoft.com/office/drawing/2014/main" id="{F4EFEF92-3C39-44DF-A0DB-04534C77D06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28119288"/>
                              </p:ext>
                            </p:extLst>
                          </p:nvPr>
                        </p:nvGraphicFramePr>
                        <p:xfrm>
                          <a:off x="3717893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67" name="3D Model 66" descr="Sphere">
                            <a:extLst>
                              <a:ext uri="{FF2B5EF4-FFF2-40B4-BE49-F238E27FC236}">
                                <a16:creationId xmlns:a16="http://schemas.microsoft.com/office/drawing/2014/main" id="{676ED806-8CEC-4BCB-9183-36C19FC27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500560" y="256967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855" name="Flowchart: Connector 13854">
                        <a:extLst>
                          <a:ext uri="{FF2B5EF4-FFF2-40B4-BE49-F238E27FC236}">
                            <a16:creationId xmlns:a16="http://schemas.microsoft.com/office/drawing/2014/main" id="{D27B6A51-1302-4328-BB3E-90C04A9AB91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56" name="3D Model 13855" descr="Sphere">
                            <a:extLst>
                              <a:ext uri="{FF2B5EF4-FFF2-40B4-BE49-F238E27FC236}">
                                <a16:creationId xmlns:a16="http://schemas.microsoft.com/office/drawing/2014/main" id="{4ED57A74-5BC6-4812-8122-7F8CB35CD2D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3603972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857" name="Flowchart: Connector 13856">
                        <a:extLst>
                          <a:ext uri="{FF2B5EF4-FFF2-40B4-BE49-F238E27FC236}">
                            <a16:creationId xmlns:a16="http://schemas.microsoft.com/office/drawing/2014/main" id="{5F219BEF-95B5-4F69-90DB-F606178D1CC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58" name="3D Model 13857" descr="Sphere">
                            <a:extLst>
                              <a:ext uri="{FF2B5EF4-FFF2-40B4-BE49-F238E27FC236}">
                                <a16:creationId xmlns:a16="http://schemas.microsoft.com/office/drawing/2014/main" id="{3069CA42-26D5-489A-B6CE-F3F6F2D1A89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54471403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859" name="Flowchart: Connector 13858">
                        <a:extLst>
                          <a:ext uri="{FF2B5EF4-FFF2-40B4-BE49-F238E27FC236}">
                            <a16:creationId xmlns:a16="http://schemas.microsoft.com/office/drawing/2014/main" id="{6C9F7249-B99F-4C22-8BBA-BE4F20EB7BD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60" name="3D Model 13859" descr="Sphere">
                            <a:extLst>
                              <a:ext uri="{FF2B5EF4-FFF2-40B4-BE49-F238E27FC236}">
                                <a16:creationId xmlns:a16="http://schemas.microsoft.com/office/drawing/2014/main" id="{3C4F5B9A-CD6E-4A64-BB79-6BCDA3CBF9A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87513957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3812" name="Group 13811">
                      <a:extLst>
                        <a:ext uri="{FF2B5EF4-FFF2-40B4-BE49-F238E27FC236}">
                          <a16:creationId xmlns:a16="http://schemas.microsoft.com/office/drawing/2014/main" id="{6F7C6713-BB53-4528-8DC4-DA4062F955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936" y="1817250"/>
                      <a:ext cx="1064014" cy="643455"/>
                      <a:chOff x="3717893" y="1713221"/>
                      <a:chExt cx="1064014" cy="643455"/>
                    </a:xfrm>
                  </p:grpSpPr>
                  <p:sp>
                    <p:nvSpPr>
                      <p:cNvPr id="13829" name="Flowchart: Connector 13828">
                        <a:extLst>
                          <a:ext uri="{FF2B5EF4-FFF2-40B4-BE49-F238E27FC236}">
                            <a16:creationId xmlns:a16="http://schemas.microsoft.com/office/drawing/2014/main" id="{B59B0F60-82AD-42A0-B0EA-C3DD2C664CF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30" name="Flowchart: Connector 13829">
                        <a:extLst>
                          <a:ext uri="{FF2B5EF4-FFF2-40B4-BE49-F238E27FC236}">
                            <a16:creationId xmlns:a16="http://schemas.microsoft.com/office/drawing/2014/main" id="{12488F6A-D5FA-49FA-A70C-0496D4C0AF9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31" name="Flowchart: Connector 13830">
                        <a:extLst>
                          <a:ext uri="{FF2B5EF4-FFF2-40B4-BE49-F238E27FC236}">
                            <a16:creationId xmlns:a16="http://schemas.microsoft.com/office/drawing/2014/main" id="{D330BA2D-B7BA-44D5-AC88-D06E53507C5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32" name="Flowchart: Connector 13831">
                        <a:extLst>
                          <a:ext uri="{FF2B5EF4-FFF2-40B4-BE49-F238E27FC236}">
                            <a16:creationId xmlns:a16="http://schemas.microsoft.com/office/drawing/2014/main" id="{9C7FB4AC-33EB-4DEF-A88B-C0D4BE54685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33" name="Flowchart: Connector 13832">
                        <a:extLst>
                          <a:ext uri="{FF2B5EF4-FFF2-40B4-BE49-F238E27FC236}">
                            <a16:creationId xmlns:a16="http://schemas.microsoft.com/office/drawing/2014/main" id="{B2C50381-D219-4E1E-8C58-760D705C16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34" name="Flowchart: Connector 13833">
                        <a:extLst>
                          <a:ext uri="{FF2B5EF4-FFF2-40B4-BE49-F238E27FC236}">
                            <a16:creationId xmlns:a16="http://schemas.microsoft.com/office/drawing/2014/main" id="{63C302D6-E135-467A-A23A-60F8AE376B5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35" name="Flowchart: Connector 13834">
                        <a:extLst>
                          <a:ext uri="{FF2B5EF4-FFF2-40B4-BE49-F238E27FC236}">
                            <a16:creationId xmlns:a16="http://schemas.microsoft.com/office/drawing/2014/main" id="{0ECFDD22-26BC-4C23-8B15-36888ADB9F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36" name="Flowchart: Connector 13835">
                        <a:extLst>
                          <a:ext uri="{FF2B5EF4-FFF2-40B4-BE49-F238E27FC236}">
                            <a16:creationId xmlns:a16="http://schemas.microsoft.com/office/drawing/2014/main" id="{3151E1AA-E20D-4B8D-BA81-A33F024FD00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837" name="Flowchart: Connector 13836">
                        <a:extLst>
                          <a:ext uri="{FF2B5EF4-FFF2-40B4-BE49-F238E27FC236}">
                            <a16:creationId xmlns:a16="http://schemas.microsoft.com/office/drawing/2014/main" id="{5717F7EB-D752-4DA2-8FE1-CDFCB42A10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38" name="3D Model 13837" descr="Sphere">
                            <a:extLst>
                              <a:ext uri="{FF2B5EF4-FFF2-40B4-BE49-F238E27FC236}">
                                <a16:creationId xmlns:a16="http://schemas.microsoft.com/office/drawing/2014/main" id="{66277D7D-C4CC-4F63-B0F2-88B35584AA9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71621726"/>
                              </p:ext>
                            </p:extLst>
                          </p:nvPr>
                        </p:nvGraphicFramePr>
                        <p:xfrm>
                          <a:off x="3717893" y="171322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1" name="3D Model 50" descr="Sphere">
                            <a:extLst>
                              <a:ext uri="{FF2B5EF4-FFF2-40B4-BE49-F238E27FC236}">
                                <a16:creationId xmlns:a16="http://schemas.microsoft.com/office/drawing/2014/main" id="{230F4963-8B47-4886-A572-B33D8E5ED01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1490881" y="224650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839" name="Flowchart: Connector 13838">
                        <a:extLst>
                          <a:ext uri="{FF2B5EF4-FFF2-40B4-BE49-F238E27FC236}">
                            <a16:creationId xmlns:a16="http://schemas.microsoft.com/office/drawing/2014/main" id="{CB13391E-B254-438A-B0A2-26477894E7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40" name="3D Model 13839" descr="Sphere">
                            <a:extLst>
                              <a:ext uri="{FF2B5EF4-FFF2-40B4-BE49-F238E27FC236}">
                                <a16:creationId xmlns:a16="http://schemas.microsoft.com/office/drawing/2014/main" id="{729C4C89-D050-4275-A59C-099394DA72A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260745653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841" name="Flowchart: Connector 13840">
                        <a:extLst>
                          <a:ext uri="{FF2B5EF4-FFF2-40B4-BE49-F238E27FC236}">
                            <a16:creationId xmlns:a16="http://schemas.microsoft.com/office/drawing/2014/main" id="{C1061B79-0D57-47C5-9504-CCEFD12C12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42" name="3D Model 13841" descr="Sphere">
                            <a:extLst>
                              <a:ext uri="{FF2B5EF4-FFF2-40B4-BE49-F238E27FC236}">
                                <a16:creationId xmlns:a16="http://schemas.microsoft.com/office/drawing/2014/main" id="{5629E169-E38A-4421-B0CE-B5037609D4E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00311147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2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843" name="Flowchart: Connector 13842">
                        <a:extLst>
                          <a:ext uri="{FF2B5EF4-FFF2-40B4-BE49-F238E27FC236}">
                            <a16:creationId xmlns:a16="http://schemas.microsoft.com/office/drawing/2014/main" id="{D2A3F996-7305-4722-913C-F747D695619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844" name="3D Model 13843" descr="Sphere">
                            <a:extLst>
                              <a:ext uri="{FF2B5EF4-FFF2-40B4-BE49-F238E27FC236}">
                                <a16:creationId xmlns:a16="http://schemas.microsoft.com/office/drawing/2014/main" id="{10C44270-16FA-4240-BBCC-FD293F727E8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61451552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4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3813" name="Flowchart: Connector 13812">
                      <a:extLst>
                        <a:ext uri="{FF2B5EF4-FFF2-40B4-BE49-F238E27FC236}">
                          <a16:creationId xmlns:a16="http://schemas.microsoft.com/office/drawing/2014/main" id="{D2187EBC-09CC-41C2-A457-1A25A660028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814" name="Flowchart: Connector 13813">
                      <a:extLst>
                        <a:ext uri="{FF2B5EF4-FFF2-40B4-BE49-F238E27FC236}">
                          <a16:creationId xmlns:a16="http://schemas.microsoft.com/office/drawing/2014/main" id="{3569A64C-03EB-48E3-87EC-3865D5A8D91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815" name="Flowchart: Connector 13814">
                      <a:extLst>
                        <a:ext uri="{FF2B5EF4-FFF2-40B4-BE49-F238E27FC236}">
                          <a16:creationId xmlns:a16="http://schemas.microsoft.com/office/drawing/2014/main" id="{C858F1D9-3606-4EA3-A96C-B20214274C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26347" y="177334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816" name="Flowchart: Connector 13815">
                      <a:extLst>
                        <a:ext uri="{FF2B5EF4-FFF2-40B4-BE49-F238E27FC236}">
                          <a16:creationId xmlns:a16="http://schemas.microsoft.com/office/drawing/2014/main" id="{6EA7A8AE-7B4C-45CE-B9A6-4CEB95AD336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817" name="Flowchart: Connector 13816">
                      <a:extLst>
                        <a:ext uri="{FF2B5EF4-FFF2-40B4-BE49-F238E27FC236}">
                          <a16:creationId xmlns:a16="http://schemas.microsoft.com/office/drawing/2014/main" id="{5CFEEDBD-8F5E-478E-BD90-25C79209D0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818" name="Flowchart: Connector 13817">
                      <a:extLst>
                        <a:ext uri="{FF2B5EF4-FFF2-40B4-BE49-F238E27FC236}">
                          <a16:creationId xmlns:a16="http://schemas.microsoft.com/office/drawing/2014/main" id="{836968CF-F4FB-4478-B7BE-7D8BB374242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819" name="Flowchart: Connector 13818">
                      <a:extLst>
                        <a:ext uri="{FF2B5EF4-FFF2-40B4-BE49-F238E27FC236}">
                          <a16:creationId xmlns:a16="http://schemas.microsoft.com/office/drawing/2014/main" id="{A1B3F733-4487-4DEB-A344-29CD7C6C04B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820" name="Flowchart: Connector 13819">
                      <a:extLst>
                        <a:ext uri="{FF2B5EF4-FFF2-40B4-BE49-F238E27FC236}">
                          <a16:creationId xmlns:a16="http://schemas.microsoft.com/office/drawing/2014/main" id="{CF2D184D-3B6B-456D-B258-3D7AC9DB801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821" name="Flowchart: Connector 13820">
                      <a:extLst>
                        <a:ext uri="{FF2B5EF4-FFF2-40B4-BE49-F238E27FC236}">
                          <a16:creationId xmlns:a16="http://schemas.microsoft.com/office/drawing/2014/main" id="{59F3CE5C-5927-4807-A3D7-D8D354A2318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822" name="3D Model 13821" descr="Sphere">
                          <a:extLst>
                            <a:ext uri="{FF2B5EF4-FFF2-40B4-BE49-F238E27FC236}">
                              <a16:creationId xmlns:a16="http://schemas.microsoft.com/office/drawing/2014/main" id="{DD1D83C7-3BBB-4EE2-BF3E-723723F0B3B5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53412850"/>
                            </p:ext>
                          </p:extLst>
                        </p:nvPr>
                      </p:nvGraphicFramePr>
                      <p:xfrm>
                        <a:off x="2122087" y="1503359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433448" ay="1433014" az="-1105299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5"/>
                            </am3d:raster>
                            <am3d:objViewport viewportSz="60601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5" name="3D Model 34" descr="Sphere">
                          <a:extLst>
                            <a:ext uri="{FF2B5EF4-FFF2-40B4-BE49-F238E27FC236}">
                              <a16:creationId xmlns:a16="http://schemas.microsoft.com/office/drawing/2014/main" id="{E543A355-5472-4511-BF4A-5370E6B4408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1498032" y="1932609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3823" name="Flowchart: Connector 13822">
                      <a:extLst>
                        <a:ext uri="{FF2B5EF4-FFF2-40B4-BE49-F238E27FC236}">
                          <a16:creationId xmlns:a16="http://schemas.microsoft.com/office/drawing/2014/main" id="{29FB64CA-2108-4388-9086-5E6C78B834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824" name="3D Model 13823" descr="Sphere">
                          <a:extLst>
                            <a:ext uri="{FF2B5EF4-FFF2-40B4-BE49-F238E27FC236}">
                              <a16:creationId xmlns:a16="http://schemas.microsoft.com/office/drawing/2014/main" id="{F7FB4A61-E2C3-4BF8-807B-8C9DAF6CD62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94494039"/>
                            </p:ext>
                          </p:extLst>
                        </p:nvPr>
                      </p:nvGraphicFramePr>
                      <p:xfrm>
                        <a:off x="2368043" y="1593681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5584" cy="58832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4"/>
                            </am3d:raster>
                            <am3d:objViewport viewportSz="66145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7" name="3D Model 36" descr="Sphere">
                          <a:extLst>
                            <a:ext uri="{FF2B5EF4-FFF2-40B4-BE49-F238E27FC236}">
                              <a16:creationId xmlns:a16="http://schemas.microsoft.com/office/drawing/2014/main" id="{B171DEB2-2C1E-4E1B-861C-5003E06D790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7"/>
                        <a:stretch>
                          <a:fillRect/>
                        </a:stretch>
                      </p:blipFill>
                      <p:spPr>
                        <a:xfrm>
                          <a:off x="1743988" y="2022931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3825" name="Flowchart: Connector 13824">
                      <a:extLst>
                        <a:ext uri="{FF2B5EF4-FFF2-40B4-BE49-F238E27FC236}">
                          <a16:creationId xmlns:a16="http://schemas.microsoft.com/office/drawing/2014/main" id="{C1313EB4-19FC-4928-8AFE-9D25E8D2E2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826" name="3D Model 13825" descr="Sphere">
                          <a:extLst>
                            <a:ext uri="{FF2B5EF4-FFF2-40B4-BE49-F238E27FC236}">
                              <a16:creationId xmlns:a16="http://schemas.microsoft.com/office/drawing/2014/main" id="{ECEEE6BA-1317-49C2-BA95-3311682A1F5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771106743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7055" cy="64300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2"/>
                            </am3d:raster>
                            <am3d:objViewport viewportSz="72293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9" name="3D Model 38" descr="Sphere">
                          <a:extLst>
                            <a:ext uri="{FF2B5EF4-FFF2-40B4-BE49-F238E27FC236}">
                              <a16:creationId xmlns:a16="http://schemas.microsoft.com/office/drawing/2014/main" id="{8739D819-B136-4B98-99C9-E94CF78ECC3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31"/>
                        <a:stretch>
                          <a:fillRect/>
                        </a:stretch>
                      </p:blipFill>
                      <p:spPr>
                        <a:xfrm>
                          <a:off x="1985122" y="207080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3827" name="Flowchart: Connector 13826">
                      <a:extLst>
                        <a:ext uri="{FF2B5EF4-FFF2-40B4-BE49-F238E27FC236}">
                          <a16:creationId xmlns:a16="http://schemas.microsoft.com/office/drawing/2014/main" id="{902AD296-0D29-4BED-8140-67EE19C5EB8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828" name="3D Model 13827" descr="Sphere">
                          <a:extLst>
                            <a:ext uri="{FF2B5EF4-FFF2-40B4-BE49-F238E27FC236}">
                              <a16:creationId xmlns:a16="http://schemas.microsoft.com/office/drawing/2014/main" id="{7173827E-B596-4ADA-9A4E-FC57C0455662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352737641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64297" cy="6139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33"/>
                            </am3d:raster>
                            <am3d:objViewport viewportSz="66659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41" name="3D Model 40" descr="Sphere">
                          <a:extLst>
                            <a:ext uri="{FF2B5EF4-FFF2-40B4-BE49-F238E27FC236}">
                              <a16:creationId xmlns:a16="http://schemas.microsoft.com/office/drawing/2014/main" id="{FE12BA90-C2D3-4138-93B5-8A9C4922F570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25"/>
                        <a:stretch>
                          <a:fillRect/>
                        </a:stretch>
                      </p:blipFill>
                      <p:spPr>
                        <a:xfrm>
                          <a:off x="2253540" y="2157840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13778" name="Freeform: Shape 13777">
                  <a:extLst>
                    <a:ext uri="{FF2B5EF4-FFF2-40B4-BE49-F238E27FC236}">
                      <a16:creationId xmlns:a16="http://schemas.microsoft.com/office/drawing/2014/main" id="{CA7F5A62-C72D-40A3-9463-684B4FAD3194}"/>
                    </a:ext>
                  </a:extLst>
                </p:cNvPr>
                <p:cNvSpPr/>
                <p:nvPr/>
              </p:nvSpPr>
              <p:spPr>
                <a:xfrm rot="20125192">
                  <a:off x="558227" y="5833606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779" name="Freeform: Shape 13778">
                  <a:extLst>
                    <a:ext uri="{FF2B5EF4-FFF2-40B4-BE49-F238E27FC236}">
                      <a16:creationId xmlns:a16="http://schemas.microsoft.com/office/drawing/2014/main" id="{93C5C12E-D7A4-4FE8-83AC-C0ADDB6E3733}"/>
                    </a:ext>
                  </a:extLst>
                </p:cNvPr>
                <p:cNvSpPr/>
                <p:nvPr/>
              </p:nvSpPr>
              <p:spPr>
                <a:xfrm rot="17087410">
                  <a:off x="2417361" y="4658644"/>
                  <a:ext cx="407347" cy="12791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780" name="Freeform: Shape 13779">
                  <a:extLst>
                    <a:ext uri="{FF2B5EF4-FFF2-40B4-BE49-F238E27FC236}">
                      <a16:creationId xmlns:a16="http://schemas.microsoft.com/office/drawing/2014/main" id="{2FC5AA00-4470-4B96-8CA5-EB7F2B7FC85D}"/>
                    </a:ext>
                  </a:extLst>
                </p:cNvPr>
                <p:cNvSpPr/>
                <p:nvPr/>
              </p:nvSpPr>
              <p:spPr>
                <a:xfrm rot="20218489">
                  <a:off x="2578012" y="5463904"/>
                  <a:ext cx="336647" cy="2098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781" name="Freeform: Shape 13780">
                  <a:extLst>
                    <a:ext uri="{FF2B5EF4-FFF2-40B4-BE49-F238E27FC236}">
                      <a16:creationId xmlns:a16="http://schemas.microsoft.com/office/drawing/2014/main" id="{B4D55559-22E4-4D54-BD94-0F2050FCB389}"/>
                    </a:ext>
                  </a:extLst>
                </p:cNvPr>
                <p:cNvSpPr/>
                <p:nvPr/>
              </p:nvSpPr>
              <p:spPr>
                <a:xfrm rot="14787804">
                  <a:off x="864596" y="4769039"/>
                  <a:ext cx="405204" cy="12279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782" name="Freeform: Shape 13781">
                  <a:extLst>
                    <a:ext uri="{FF2B5EF4-FFF2-40B4-BE49-F238E27FC236}">
                      <a16:creationId xmlns:a16="http://schemas.microsoft.com/office/drawing/2014/main" id="{1DD5D819-BB09-4F68-B991-8BE71F677878}"/>
                    </a:ext>
                  </a:extLst>
                </p:cNvPr>
                <p:cNvSpPr/>
                <p:nvPr/>
              </p:nvSpPr>
              <p:spPr>
                <a:xfrm rot="17087410" flipV="1">
                  <a:off x="1516512" y="4493672"/>
                  <a:ext cx="476023" cy="6736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783" name="Freeform: Shape 13782">
                  <a:extLst>
                    <a:ext uri="{FF2B5EF4-FFF2-40B4-BE49-F238E27FC236}">
                      <a16:creationId xmlns:a16="http://schemas.microsoft.com/office/drawing/2014/main" id="{CA3F4A06-2EC7-44D0-BCCF-067702DC4408}"/>
                    </a:ext>
                  </a:extLst>
                </p:cNvPr>
                <p:cNvSpPr/>
                <p:nvPr/>
              </p:nvSpPr>
              <p:spPr>
                <a:xfrm rot="20414584">
                  <a:off x="2339790" y="5272202"/>
                  <a:ext cx="602938" cy="102365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784" name="Freeform: Shape 13783">
                  <a:extLst>
                    <a:ext uri="{FF2B5EF4-FFF2-40B4-BE49-F238E27FC236}">
                      <a16:creationId xmlns:a16="http://schemas.microsoft.com/office/drawing/2014/main" id="{1733E9FC-0053-41C2-9D10-B66BC5F1B356}"/>
                    </a:ext>
                  </a:extLst>
                </p:cNvPr>
                <p:cNvSpPr/>
                <p:nvPr/>
              </p:nvSpPr>
              <p:spPr>
                <a:xfrm rot="17087410">
                  <a:off x="766078" y="6154946"/>
                  <a:ext cx="338665" cy="14172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785" name="Freeform: Shape 13784">
                  <a:extLst>
                    <a:ext uri="{FF2B5EF4-FFF2-40B4-BE49-F238E27FC236}">
                      <a16:creationId xmlns:a16="http://schemas.microsoft.com/office/drawing/2014/main" id="{2885FBD0-58C8-4A3B-AB81-7905D9433551}"/>
                    </a:ext>
                  </a:extLst>
                </p:cNvPr>
                <p:cNvSpPr/>
                <p:nvPr/>
              </p:nvSpPr>
              <p:spPr>
                <a:xfrm rot="1258066">
                  <a:off x="1849191" y="6336045"/>
                  <a:ext cx="322820" cy="45719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786" name="Freeform: Shape 13785">
                  <a:extLst>
                    <a:ext uri="{FF2B5EF4-FFF2-40B4-BE49-F238E27FC236}">
                      <a16:creationId xmlns:a16="http://schemas.microsoft.com/office/drawing/2014/main" id="{6A7B3EF2-3BB4-46E1-9BB3-73EC65CD56C8}"/>
                    </a:ext>
                  </a:extLst>
                </p:cNvPr>
                <p:cNvSpPr/>
                <p:nvPr/>
              </p:nvSpPr>
              <p:spPr>
                <a:xfrm rot="11086754">
                  <a:off x="2308049" y="5740446"/>
                  <a:ext cx="435309" cy="185622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787" name="Freeform: Shape 13786">
                  <a:extLst>
                    <a:ext uri="{FF2B5EF4-FFF2-40B4-BE49-F238E27FC236}">
                      <a16:creationId xmlns:a16="http://schemas.microsoft.com/office/drawing/2014/main" id="{E72E0422-24C9-4DE8-9ABE-A26F1E8B3E84}"/>
                    </a:ext>
                  </a:extLst>
                </p:cNvPr>
                <p:cNvSpPr/>
                <p:nvPr/>
              </p:nvSpPr>
              <p:spPr>
                <a:xfrm rot="2604464">
                  <a:off x="814759" y="5231879"/>
                  <a:ext cx="550636" cy="102037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788" name="Freeform: Shape 13787">
                  <a:extLst>
                    <a:ext uri="{FF2B5EF4-FFF2-40B4-BE49-F238E27FC236}">
                      <a16:creationId xmlns:a16="http://schemas.microsoft.com/office/drawing/2014/main" id="{65DF9B1C-056C-4776-A273-F616F674306D}"/>
                    </a:ext>
                  </a:extLst>
                </p:cNvPr>
                <p:cNvSpPr/>
                <p:nvPr/>
              </p:nvSpPr>
              <p:spPr>
                <a:xfrm rot="17087410">
                  <a:off x="1738254" y="5125073"/>
                  <a:ext cx="315171" cy="7186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789" name="Freeform: Shape 13788">
                  <a:extLst>
                    <a:ext uri="{FF2B5EF4-FFF2-40B4-BE49-F238E27FC236}">
                      <a16:creationId xmlns:a16="http://schemas.microsoft.com/office/drawing/2014/main" id="{8D52B538-2C25-4E44-B0C9-F417A0D8FF5C}"/>
                    </a:ext>
                  </a:extLst>
                </p:cNvPr>
                <p:cNvSpPr/>
                <p:nvPr/>
              </p:nvSpPr>
              <p:spPr>
                <a:xfrm rot="17087410">
                  <a:off x="1242641" y="6027039"/>
                  <a:ext cx="406336" cy="101298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sp>
            <p:nvSpPr>
              <p:cNvPr id="13774" name="Freeform: Shape 13773">
                <a:extLst>
                  <a:ext uri="{FF2B5EF4-FFF2-40B4-BE49-F238E27FC236}">
                    <a16:creationId xmlns:a16="http://schemas.microsoft.com/office/drawing/2014/main" id="{3464A130-2D84-40A9-9EEB-58A09F4E3352}"/>
                  </a:ext>
                </a:extLst>
              </p:cNvPr>
              <p:cNvSpPr/>
              <p:nvPr/>
            </p:nvSpPr>
            <p:spPr>
              <a:xfrm rot="15448713">
                <a:off x="1400127" y="4688299"/>
                <a:ext cx="476023" cy="115271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3775" name="Freeform: Shape 13774">
                <a:extLst>
                  <a:ext uri="{FF2B5EF4-FFF2-40B4-BE49-F238E27FC236}">
                    <a16:creationId xmlns:a16="http://schemas.microsoft.com/office/drawing/2014/main" id="{E8C7851F-2143-4B48-93FE-F5C43465EE56}"/>
                  </a:ext>
                </a:extLst>
              </p:cNvPr>
              <p:cNvSpPr/>
              <p:nvPr/>
            </p:nvSpPr>
            <p:spPr>
              <a:xfrm rot="19529819">
                <a:off x="1082624" y="628768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  <p:sp>
            <p:nvSpPr>
              <p:cNvPr id="13776" name="Freeform: Shape 13775">
                <a:extLst>
                  <a:ext uri="{FF2B5EF4-FFF2-40B4-BE49-F238E27FC236}">
                    <a16:creationId xmlns:a16="http://schemas.microsoft.com/office/drawing/2014/main" id="{D60E0C79-3198-4522-AA7B-2DE340C37DE0}"/>
                  </a:ext>
                </a:extLst>
              </p:cNvPr>
              <p:cNvSpPr/>
              <p:nvPr/>
            </p:nvSpPr>
            <p:spPr>
              <a:xfrm rot="17730574">
                <a:off x="1939899" y="4714420"/>
                <a:ext cx="499240" cy="89904"/>
              </a:xfrm>
              <a:custGeom>
                <a:avLst/>
                <a:gdLst>
                  <a:gd name="connsiteX0" fmla="*/ 0 w 8101013"/>
                  <a:gd name="connsiteY0" fmla="*/ 0 h 700094"/>
                  <a:gd name="connsiteX1" fmla="*/ 2714625 w 8101013"/>
                  <a:gd name="connsiteY1" fmla="*/ 700088 h 700094"/>
                  <a:gd name="connsiteX2" fmla="*/ 5414963 w 8101013"/>
                  <a:gd name="connsiteY2" fmla="*/ 14288 h 700094"/>
                  <a:gd name="connsiteX3" fmla="*/ 8101013 w 8101013"/>
                  <a:gd name="connsiteY3" fmla="*/ 700088 h 70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1013" h="700094">
                    <a:moveTo>
                      <a:pt x="0" y="0"/>
                    </a:moveTo>
                    <a:cubicBezTo>
                      <a:pt x="906065" y="348853"/>
                      <a:pt x="1812131" y="697707"/>
                      <a:pt x="2714625" y="700088"/>
                    </a:cubicBezTo>
                    <a:cubicBezTo>
                      <a:pt x="3617119" y="702469"/>
                      <a:pt x="4517232" y="14288"/>
                      <a:pt x="5414963" y="14288"/>
                    </a:cubicBezTo>
                    <a:cubicBezTo>
                      <a:pt x="6312694" y="14288"/>
                      <a:pt x="7577138" y="578644"/>
                      <a:pt x="8101013" y="700088"/>
                    </a:cubicBezTo>
                  </a:path>
                </a:pathLst>
              </a:custGeom>
              <a:ln w="19050"/>
            </p:spPr>
            <p:style>
              <a:lnRef idx="1">
                <a:schemeClr val="accent2"/>
              </a:lnRef>
              <a:fillRef idx="0">
                <a:schemeClr val="accent2"/>
              </a:fillRef>
              <a:effectRef idx="0">
                <a:schemeClr val="accent2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  <p:grpSp>
          <p:nvGrpSpPr>
            <p:cNvPr id="12272" name="Group 12271">
              <a:extLst>
                <a:ext uri="{FF2B5EF4-FFF2-40B4-BE49-F238E27FC236}">
                  <a16:creationId xmlns:a16="http://schemas.microsoft.com/office/drawing/2014/main" id="{1C833A87-9F58-4A5C-80A0-D27E8982C3BE}"/>
                </a:ext>
              </a:extLst>
            </p:cNvPr>
            <p:cNvGrpSpPr/>
            <p:nvPr/>
          </p:nvGrpSpPr>
          <p:grpSpPr>
            <a:xfrm>
              <a:off x="5342114" y="5686689"/>
              <a:ext cx="2244034" cy="443917"/>
              <a:chOff x="5118354" y="6015386"/>
              <a:chExt cx="2244034" cy="443917"/>
            </a:xfrm>
          </p:grpSpPr>
          <p:grpSp>
            <p:nvGrpSpPr>
              <p:cNvPr id="12273" name="Group 12272">
                <a:extLst>
                  <a:ext uri="{FF2B5EF4-FFF2-40B4-BE49-F238E27FC236}">
                    <a16:creationId xmlns:a16="http://schemas.microsoft.com/office/drawing/2014/main" id="{1A77974C-CE3D-4F8B-9226-F48A831F3F0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118354" y="6015386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13474" name="Group 13473">
                  <a:extLst>
                    <a:ext uri="{FF2B5EF4-FFF2-40B4-BE49-F238E27FC236}">
                      <a16:creationId xmlns:a16="http://schemas.microsoft.com/office/drawing/2014/main" id="{420C0047-85A5-4A6A-9EA1-0FE24E0BF55B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13478" name="Group 13477">
                    <a:extLst>
                      <a:ext uri="{FF2B5EF4-FFF2-40B4-BE49-F238E27FC236}">
                        <a16:creationId xmlns:a16="http://schemas.microsoft.com/office/drawing/2014/main" id="{15633C61-99EE-408E-9FFF-3498583CF917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13491" name="Group 13490">
                      <a:extLst>
                        <a:ext uri="{FF2B5EF4-FFF2-40B4-BE49-F238E27FC236}">
                          <a16:creationId xmlns:a16="http://schemas.microsoft.com/office/drawing/2014/main" id="{479755EB-112C-4C83-9DB1-E546D373EE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13712" name="Group 13711">
                        <a:extLst>
                          <a:ext uri="{FF2B5EF4-FFF2-40B4-BE49-F238E27FC236}">
                            <a16:creationId xmlns:a16="http://schemas.microsoft.com/office/drawing/2014/main" id="{1C84F431-E62C-43EA-A5F8-7F405FC869F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13769" name="Flowchart: Connector 13768">
                          <a:extLst>
                            <a:ext uri="{FF2B5EF4-FFF2-40B4-BE49-F238E27FC236}">
                              <a16:creationId xmlns:a16="http://schemas.microsoft.com/office/drawing/2014/main" id="{66A951A4-B281-4E69-A5F5-61962C391EA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770" name="Flowchart: Connector 13769">
                          <a:extLst>
                            <a:ext uri="{FF2B5EF4-FFF2-40B4-BE49-F238E27FC236}">
                              <a16:creationId xmlns:a16="http://schemas.microsoft.com/office/drawing/2014/main" id="{ED63B199-1EF0-4722-B6E3-F8FA9DCA82B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771" name="Flowchart: Connector 13770">
                          <a:extLst>
                            <a:ext uri="{FF2B5EF4-FFF2-40B4-BE49-F238E27FC236}">
                              <a16:creationId xmlns:a16="http://schemas.microsoft.com/office/drawing/2014/main" id="{75200983-76D4-4E17-8151-648B403EC7D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772" name="Flowchart: Connector 13771">
                          <a:extLst>
                            <a:ext uri="{FF2B5EF4-FFF2-40B4-BE49-F238E27FC236}">
                              <a16:creationId xmlns:a16="http://schemas.microsoft.com/office/drawing/2014/main" id="{17E714B2-11C0-406C-92D9-5ADD178412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3713" name="Group 13712">
                        <a:extLst>
                          <a:ext uri="{FF2B5EF4-FFF2-40B4-BE49-F238E27FC236}">
                            <a16:creationId xmlns:a16="http://schemas.microsoft.com/office/drawing/2014/main" id="{D579FFEB-58B5-4A2B-B5A1-570EF63F674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13714" name="Group 13713">
                          <a:extLst>
                            <a:ext uri="{FF2B5EF4-FFF2-40B4-BE49-F238E27FC236}">
                              <a16:creationId xmlns:a16="http://schemas.microsoft.com/office/drawing/2014/main" id="{7DD7B6A4-15E3-4EBC-ACC2-703C7A74B7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762" name="3D Model 13761" descr="Sphere">
                                <a:extLst>
                                  <a:ext uri="{FF2B5EF4-FFF2-40B4-BE49-F238E27FC236}">
                                    <a16:creationId xmlns:a16="http://schemas.microsoft.com/office/drawing/2014/main" id="{EBF81F07-A663-46F3-8D40-B52ED0BA1DC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051091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763" name="Flowchart: Connector 13762">
                            <a:extLst>
                              <a:ext uri="{FF2B5EF4-FFF2-40B4-BE49-F238E27FC236}">
                                <a16:creationId xmlns:a16="http://schemas.microsoft.com/office/drawing/2014/main" id="{87226DC7-ED1B-402A-9105-184AAC19560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764" name="3D Model 13763" descr="Sphere">
                                <a:extLst>
                                  <a:ext uri="{FF2B5EF4-FFF2-40B4-BE49-F238E27FC236}">
                                    <a16:creationId xmlns:a16="http://schemas.microsoft.com/office/drawing/2014/main" id="{909F4033-A753-4D53-91A2-D0F6D459716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6983944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765" name="Flowchart: Connector 13764">
                            <a:extLst>
                              <a:ext uri="{FF2B5EF4-FFF2-40B4-BE49-F238E27FC236}">
                                <a16:creationId xmlns:a16="http://schemas.microsoft.com/office/drawing/2014/main" id="{577384A8-9CA5-4ECF-8F85-465634527C4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766" name="3D Model 13765" descr="Sphere">
                                <a:extLst>
                                  <a:ext uri="{FF2B5EF4-FFF2-40B4-BE49-F238E27FC236}">
                                    <a16:creationId xmlns:a16="http://schemas.microsoft.com/office/drawing/2014/main" id="{FE00FF90-4565-42E8-AFE3-77642A1AC23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1820539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767" name="Flowchart: Connector 13766">
                            <a:extLst>
                              <a:ext uri="{FF2B5EF4-FFF2-40B4-BE49-F238E27FC236}">
                                <a16:creationId xmlns:a16="http://schemas.microsoft.com/office/drawing/2014/main" id="{F8098986-6D73-45E0-A43F-05A7DF028AB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768" name="3D Model 13767" descr="Sphere">
                                <a:extLst>
                                  <a:ext uri="{FF2B5EF4-FFF2-40B4-BE49-F238E27FC236}">
                                    <a16:creationId xmlns:a16="http://schemas.microsoft.com/office/drawing/2014/main" id="{7D3BDF50-29A7-4BDE-B5F0-376AA034369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5584536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715" name="Group 13714">
                          <a:extLst>
                            <a:ext uri="{FF2B5EF4-FFF2-40B4-BE49-F238E27FC236}">
                              <a16:creationId xmlns:a16="http://schemas.microsoft.com/office/drawing/2014/main" id="{F597EB83-2540-4C21-A8E7-857AE19FF86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3747" name="Flowchart: Connector 13746">
                            <a:extLst>
                              <a:ext uri="{FF2B5EF4-FFF2-40B4-BE49-F238E27FC236}">
                                <a16:creationId xmlns:a16="http://schemas.microsoft.com/office/drawing/2014/main" id="{DE11F582-6BBB-44DD-85E2-6918CD6F308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48" name="Flowchart: Connector 13747">
                            <a:extLst>
                              <a:ext uri="{FF2B5EF4-FFF2-40B4-BE49-F238E27FC236}">
                                <a16:creationId xmlns:a16="http://schemas.microsoft.com/office/drawing/2014/main" id="{28185C1F-7F04-416B-9D3B-8BB984781C9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49" name="Flowchart: Connector 13748">
                            <a:extLst>
                              <a:ext uri="{FF2B5EF4-FFF2-40B4-BE49-F238E27FC236}">
                                <a16:creationId xmlns:a16="http://schemas.microsoft.com/office/drawing/2014/main" id="{4E521455-FCCA-4413-9D1D-ACA2FB888CB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50" name="Flowchart: Connector 13749">
                            <a:extLst>
                              <a:ext uri="{FF2B5EF4-FFF2-40B4-BE49-F238E27FC236}">
                                <a16:creationId xmlns:a16="http://schemas.microsoft.com/office/drawing/2014/main" id="{6A6DFD95-2697-4CA7-AFAD-A511A55601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51" name="Flowchart: Connector 13750">
                            <a:extLst>
                              <a:ext uri="{FF2B5EF4-FFF2-40B4-BE49-F238E27FC236}">
                                <a16:creationId xmlns:a16="http://schemas.microsoft.com/office/drawing/2014/main" id="{E371C5C6-9F3A-4756-83AA-AC6E6944EB5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52" name="Flowchart: Connector 13751">
                            <a:extLst>
                              <a:ext uri="{FF2B5EF4-FFF2-40B4-BE49-F238E27FC236}">
                                <a16:creationId xmlns:a16="http://schemas.microsoft.com/office/drawing/2014/main" id="{7D8D9231-E29B-4082-AADF-161F17A3E51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53" name="Flowchart: Connector 13752">
                            <a:extLst>
                              <a:ext uri="{FF2B5EF4-FFF2-40B4-BE49-F238E27FC236}">
                                <a16:creationId xmlns:a16="http://schemas.microsoft.com/office/drawing/2014/main" id="{EF44FA1C-3BBF-4DED-BDF4-48985136228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54" name="Flowchart: Connector 13753">
                            <a:extLst>
                              <a:ext uri="{FF2B5EF4-FFF2-40B4-BE49-F238E27FC236}">
                                <a16:creationId xmlns:a16="http://schemas.microsoft.com/office/drawing/2014/main" id="{04F5B0EF-3D4B-401B-9AC8-431F8C3CE78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755" name="3D Model 13754" descr="Sphere">
                                <a:extLst>
                                  <a:ext uri="{FF2B5EF4-FFF2-40B4-BE49-F238E27FC236}">
                                    <a16:creationId xmlns:a16="http://schemas.microsoft.com/office/drawing/2014/main" id="{3E8FBE3C-B07D-4E3A-AAED-E4E0333B9BA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875535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756" name="Flowchart: Connector 13755">
                            <a:extLst>
                              <a:ext uri="{FF2B5EF4-FFF2-40B4-BE49-F238E27FC236}">
                                <a16:creationId xmlns:a16="http://schemas.microsoft.com/office/drawing/2014/main" id="{EA681F4F-51AD-429A-8128-5C336FD373B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757" name="3D Model 13756" descr="Sphere">
                                <a:extLst>
                                  <a:ext uri="{FF2B5EF4-FFF2-40B4-BE49-F238E27FC236}">
                                    <a16:creationId xmlns:a16="http://schemas.microsoft.com/office/drawing/2014/main" id="{5B6FBA01-6469-43D3-BF0A-79B0424B146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6975825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758" name="Flowchart: Connector 13757">
                            <a:extLst>
                              <a:ext uri="{FF2B5EF4-FFF2-40B4-BE49-F238E27FC236}">
                                <a16:creationId xmlns:a16="http://schemas.microsoft.com/office/drawing/2014/main" id="{8F17947F-D6F0-4255-ABD9-B54A79EC76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759" name="3D Model 13758" descr="Sphere">
                                <a:extLst>
                                  <a:ext uri="{FF2B5EF4-FFF2-40B4-BE49-F238E27FC236}">
                                    <a16:creationId xmlns:a16="http://schemas.microsoft.com/office/drawing/2014/main" id="{7C1283AE-CCF8-419F-A10E-D79250BDC39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3359285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760" name="Flowchart: Connector 13759">
                            <a:extLst>
                              <a:ext uri="{FF2B5EF4-FFF2-40B4-BE49-F238E27FC236}">
                                <a16:creationId xmlns:a16="http://schemas.microsoft.com/office/drawing/2014/main" id="{86FA2636-624D-452C-8C67-A3395735D62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761" name="3D Model 13760" descr="Sphere">
                                <a:extLst>
                                  <a:ext uri="{FF2B5EF4-FFF2-40B4-BE49-F238E27FC236}">
                                    <a16:creationId xmlns:a16="http://schemas.microsoft.com/office/drawing/2014/main" id="{89C6D20B-0B8C-4FA1-B658-25B191199ED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1711514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716" name="Group 13715">
                          <a:extLst>
                            <a:ext uri="{FF2B5EF4-FFF2-40B4-BE49-F238E27FC236}">
                              <a16:creationId xmlns:a16="http://schemas.microsoft.com/office/drawing/2014/main" id="{8468F571-DCA0-47AE-84D4-B1E1ED16073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3732" name="Flowchart: Connector 13731">
                            <a:extLst>
                              <a:ext uri="{FF2B5EF4-FFF2-40B4-BE49-F238E27FC236}">
                                <a16:creationId xmlns:a16="http://schemas.microsoft.com/office/drawing/2014/main" id="{7050309C-876C-4881-A060-1E47C5C4AE2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33" name="Flowchart: Connector 13732">
                            <a:extLst>
                              <a:ext uri="{FF2B5EF4-FFF2-40B4-BE49-F238E27FC236}">
                                <a16:creationId xmlns:a16="http://schemas.microsoft.com/office/drawing/2014/main" id="{1631D1CD-4C49-42F7-8CB0-92EB3A5343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34" name="Flowchart: Connector 13733">
                            <a:extLst>
                              <a:ext uri="{FF2B5EF4-FFF2-40B4-BE49-F238E27FC236}">
                                <a16:creationId xmlns:a16="http://schemas.microsoft.com/office/drawing/2014/main" id="{27284E99-5811-4AD4-8C6A-02AFDA4B437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35" name="Flowchart: Connector 13734">
                            <a:extLst>
                              <a:ext uri="{FF2B5EF4-FFF2-40B4-BE49-F238E27FC236}">
                                <a16:creationId xmlns:a16="http://schemas.microsoft.com/office/drawing/2014/main" id="{1AB11315-672F-4908-B4CD-3E2F71A32D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36" name="Flowchart: Connector 13735">
                            <a:extLst>
                              <a:ext uri="{FF2B5EF4-FFF2-40B4-BE49-F238E27FC236}">
                                <a16:creationId xmlns:a16="http://schemas.microsoft.com/office/drawing/2014/main" id="{8BDFFE0D-E351-4057-82FD-3892E0144EA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37" name="Flowchart: Connector 13736">
                            <a:extLst>
                              <a:ext uri="{FF2B5EF4-FFF2-40B4-BE49-F238E27FC236}">
                                <a16:creationId xmlns:a16="http://schemas.microsoft.com/office/drawing/2014/main" id="{EF99F297-8DAE-4625-89FF-E7BC5762B9C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38" name="Flowchart: Connector 13737">
                            <a:extLst>
                              <a:ext uri="{FF2B5EF4-FFF2-40B4-BE49-F238E27FC236}">
                                <a16:creationId xmlns:a16="http://schemas.microsoft.com/office/drawing/2014/main" id="{F94F37F8-1C49-42E7-919C-05D9D5EC475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739" name="Flowchart: Connector 13738">
                            <a:extLst>
                              <a:ext uri="{FF2B5EF4-FFF2-40B4-BE49-F238E27FC236}">
                                <a16:creationId xmlns:a16="http://schemas.microsoft.com/office/drawing/2014/main" id="{6F5CB2D1-C914-4C8A-A483-7DD64EC1F89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740" name="3D Model 13739" descr="Sphere">
                                <a:extLst>
                                  <a:ext uri="{FF2B5EF4-FFF2-40B4-BE49-F238E27FC236}">
                                    <a16:creationId xmlns:a16="http://schemas.microsoft.com/office/drawing/2014/main" id="{E9488459-A149-41C5-8F5F-055A228F3B8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4731639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741" name="Flowchart: Connector 13740">
                            <a:extLst>
                              <a:ext uri="{FF2B5EF4-FFF2-40B4-BE49-F238E27FC236}">
                                <a16:creationId xmlns:a16="http://schemas.microsoft.com/office/drawing/2014/main" id="{F3E0D7CD-94DE-4BB4-8934-0DD23335CF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742" name="3D Model 13741" descr="Sphere">
                                <a:extLst>
                                  <a:ext uri="{FF2B5EF4-FFF2-40B4-BE49-F238E27FC236}">
                                    <a16:creationId xmlns:a16="http://schemas.microsoft.com/office/drawing/2014/main" id="{5293CDE3-5C65-4A30-84A3-7E28CF81564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0519449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743" name="Flowchart: Connector 13742">
                            <a:extLst>
                              <a:ext uri="{FF2B5EF4-FFF2-40B4-BE49-F238E27FC236}">
                                <a16:creationId xmlns:a16="http://schemas.microsoft.com/office/drawing/2014/main" id="{D01CA5BD-77BD-40A7-A3B5-5047B347625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744" name="3D Model 13743" descr="Sphere">
                                <a:extLst>
                                  <a:ext uri="{FF2B5EF4-FFF2-40B4-BE49-F238E27FC236}">
                                    <a16:creationId xmlns:a16="http://schemas.microsoft.com/office/drawing/2014/main" id="{3DD25BE9-3344-40CD-A007-C342F0C3571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8441752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745" name="Flowchart: Connector 13744">
                            <a:extLst>
                              <a:ext uri="{FF2B5EF4-FFF2-40B4-BE49-F238E27FC236}">
                                <a16:creationId xmlns:a16="http://schemas.microsoft.com/office/drawing/2014/main" id="{B7A44862-D19D-44E3-94A9-25E0079C44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746" name="3D Model 13745" descr="Sphere">
                                <a:extLst>
                                  <a:ext uri="{FF2B5EF4-FFF2-40B4-BE49-F238E27FC236}">
                                    <a16:creationId xmlns:a16="http://schemas.microsoft.com/office/drawing/2014/main" id="{A1948B7F-B911-4568-9669-E6A457BD4C1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7616027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3717" name="Flowchart: Connector 13716">
                          <a:extLst>
                            <a:ext uri="{FF2B5EF4-FFF2-40B4-BE49-F238E27FC236}">
                              <a16:creationId xmlns:a16="http://schemas.microsoft.com/office/drawing/2014/main" id="{A0281D1A-A7EC-483B-B2A1-4103C9950A2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718" name="Flowchart: Connector 13717">
                          <a:extLst>
                            <a:ext uri="{FF2B5EF4-FFF2-40B4-BE49-F238E27FC236}">
                              <a16:creationId xmlns:a16="http://schemas.microsoft.com/office/drawing/2014/main" id="{0069E1F9-C970-4F6C-AD52-8CE6752207A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719" name="Flowchart: Connector 13718">
                          <a:extLst>
                            <a:ext uri="{FF2B5EF4-FFF2-40B4-BE49-F238E27FC236}">
                              <a16:creationId xmlns:a16="http://schemas.microsoft.com/office/drawing/2014/main" id="{722F4162-550E-486A-A0E4-C789F3E98C5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720" name="Flowchart: Connector 13719">
                          <a:extLst>
                            <a:ext uri="{FF2B5EF4-FFF2-40B4-BE49-F238E27FC236}">
                              <a16:creationId xmlns:a16="http://schemas.microsoft.com/office/drawing/2014/main" id="{17AA0032-0F3D-469F-B2E3-D6B3452BB7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721" name="Flowchart: Connector 13720">
                          <a:extLst>
                            <a:ext uri="{FF2B5EF4-FFF2-40B4-BE49-F238E27FC236}">
                              <a16:creationId xmlns:a16="http://schemas.microsoft.com/office/drawing/2014/main" id="{1F4B0334-80CD-4AB1-9E5E-FA1D0B66F5C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722" name="Flowchart: Connector 13721">
                          <a:extLst>
                            <a:ext uri="{FF2B5EF4-FFF2-40B4-BE49-F238E27FC236}">
                              <a16:creationId xmlns:a16="http://schemas.microsoft.com/office/drawing/2014/main" id="{C918A6A6-27D9-4814-BBF7-A510B37815E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723" name="Flowchart: Connector 13722">
                          <a:extLst>
                            <a:ext uri="{FF2B5EF4-FFF2-40B4-BE49-F238E27FC236}">
                              <a16:creationId xmlns:a16="http://schemas.microsoft.com/office/drawing/2014/main" id="{2311AB2B-E464-449A-82A2-613849CC59C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724" name="Flowchart: Connector 13723">
                          <a:extLst>
                            <a:ext uri="{FF2B5EF4-FFF2-40B4-BE49-F238E27FC236}">
                              <a16:creationId xmlns:a16="http://schemas.microsoft.com/office/drawing/2014/main" id="{C0BEB5CE-CA94-4A95-8993-3CDFD77912B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725" name="3D Model 13724" descr="Sphere">
                              <a:extLst>
                                <a:ext uri="{FF2B5EF4-FFF2-40B4-BE49-F238E27FC236}">
                                  <a16:creationId xmlns:a16="http://schemas.microsoft.com/office/drawing/2014/main" id="{0148E276-849A-4D2F-957B-6C76B6C2AA2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10511132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726" name="Flowchart: Connector 13725">
                          <a:extLst>
                            <a:ext uri="{FF2B5EF4-FFF2-40B4-BE49-F238E27FC236}">
                              <a16:creationId xmlns:a16="http://schemas.microsoft.com/office/drawing/2014/main" id="{845BD8CA-808C-4125-AE95-C2A61F16BAA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727" name="3D Model 13726" descr="Sphere">
                              <a:extLst>
                                <a:ext uri="{FF2B5EF4-FFF2-40B4-BE49-F238E27FC236}">
                                  <a16:creationId xmlns:a16="http://schemas.microsoft.com/office/drawing/2014/main" id="{66B25D2A-CCD7-445A-BF76-C5AC6A64076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56413686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728" name="Flowchart: Connector 13727">
                          <a:extLst>
                            <a:ext uri="{FF2B5EF4-FFF2-40B4-BE49-F238E27FC236}">
                              <a16:creationId xmlns:a16="http://schemas.microsoft.com/office/drawing/2014/main" id="{4A71B588-493B-412E-AA2B-CA4E3DC78FA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729" name="3D Model 13728" descr="Sphere">
                              <a:extLst>
                                <a:ext uri="{FF2B5EF4-FFF2-40B4-BE49-F238E27FC236}">
                                  <a16:creationId xmlns:a16="http://schemas.microsoft.com/office/drawing/2014/main" id="{32E21570-0E4A-4E88-BD0A-DE6567BC47C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62507371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730" name="Flowchart: Connector 13729">
                          <a:extLst>
                            <a:ext uri="{FF2B5EF4-FFF2-40B4-BE49-F238E27FC236}">
                              <a16:creationId xmlns:a16="http://schemas.microsoft.com/office/drawing/2014/main" id="{59102CA4-213A-4AAC-8C0D-2CDC223439F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731" name="3D Model 13730" descr="Sphere">
                              <a:extLst>
                                <a:ext uri="{FF2B5EF4-FFF2-40B4-BE49-F238E27FC236}">
                                  <a16:creationId xmlns:a16="http://schemas.microsoft.com/office/drawing/2014/main" id="{136A8DDB-8744-4958-9B29-266C414B0D5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08387514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3492" name="Group 13491">
                      <a:extLst>
                        <a:ext uri="{FF2B5EF4-FFF2-40B4-BE49-F238E27FC236}">
                          <a16:creationId xmlns:a16="http://schemas.microsoft.com/office/drawing/2014/main" id="{320CD7A4-8740-417A-B394-CA680B08319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3709" name="Flowchart: Connector 13708">
                        <a:extLst>
                          <a:ext uri="{FF2B5EF4-FFF2-40B4-BE49-F238E27FC236}">
                            <a16:creationId xmlns:a16="http://schemas.microsoft.com/office/drawing/2014/main" id="{6E5458C3-81A7-4AAF-9E1D-E626B5BE3CE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710" name="Flowchart: Connector 13709">
                        <a:extLst>
                          <a:ext uri="{FF2B5EF4-FFF2-40B4-BE49-F238E27FC236}">
                            <a16:creationId xmlns:a16="http://schemas.microsoft.com/office/drawing/2014/main" id="{DCA6C9E5-732D-4BEB-B3AB-F67BE4D956D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711" name="Flowchart: Connector 13710">
                        <a:extLst>
                          <a:ext uri="{FF2B5EF4-FFF2-40B4-BE49-F238E27FC236}">
                            <a16:creationId xmlns:a16="http://schemas.microsoft.com/office/drawing/2014/main" id="{C60EAC66-0EDD-4DFD-B0D6-DA05BB7D33E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3493" name="Flowchart: Connector 13492">
                      <a:extLst>
                        <a:ext uri="{FF2B5EF4-FFF2-40B4-BE49-F238E27FC236}">
                          <a16:creationId xmlns:a16="http://schemas.microsoft.com/office/drawing/2014/main" id="{1C91E923-AE6B-467D-9B9D-C7301D93882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3494" name="Flowchart: Connector 13493">
                      <a:extLst>
                        <a:ext uri="{FF2B5EF4-FFF2-40B4-BE49-F238E27FC236}">
                          <a16:creationId xmlns:a16="http://schemas.microsoft.com/office/drawing/2014/main" id="{ED1BE885-AE0E-4C3C-B303-D55504DFE33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3495" name="Group 13494">
                      <a:extLst>
                        <a:ext uri="{FF2B5EF4-FFF2-40B4-BE49-F238E27FC236}">
                          <a16:creationId xmlns:a16="http://schemas.microsoft.com/office/drawing/2014/main" id="{26337DB0-83DE-46C2-B86E-5EFAE0962AA0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13706" name="Flowchart: Connector 13705">
                        <a:extLst>
                          <a:ext uri="{FF2B5EF4-FFF2-40B4-BE49-F238E27FC236}">
                            <a16:creationId xmlns:a16="http://schemas.microsoft.com/office/drawing/2014/main" id="{6CDBD684-B60F-4E60-9E1C-84B6A9DBB9D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707" name="Flowchart: Connector 13706">
                        <a:extLst>
                          <a:ext uri="{FF2B5EF4-FFF2-40B4-BE49-F238E27FC236}">
                            <a16:creationId xmlns:a16="http://schemas.microsoft.com/office/drawing/2014/main" id="{B4A87E7B-48E4-4A9A-83FB-E1ECDD5480E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708" name="Flowchart: Connector 13707">
                        <a:extLst>
                          <a:ext uri="{FF2B5EF4-FFF2-40B4-BE49-F238E27FC236}">
                            <a16:creationId xmlns:a16="http://schemas.microsoft.com/office/drawing/2014/main" id="{4BAE75C3-45D1-4DDD-9B2D-E501EA2F2A7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3496" name="Group 13495">
                      <a:extLst>
                        <a:ext uri="{FF2B5EF4-FFF2-40B4-BE49-F238E27FC236}">
                          <a16:creationId xmlns:a16="http://schemas.microsoft.com/office/drawing/2014/main" id="{0F5CF3D1-3912-490A-B534-0E351B70CF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13641" name="Group 13640">
                        <a:extLst>
                          <a:ext uri="{FF2B5EF4-FFF2-40B4-BE49-F238E27FC236}">
                            <a16:creationId xmlns:a16="http://schemas.microsoft.com/office/drawing/2014/main" id="{323CC3A1-032E-4C3F-9926-0AF3C01A53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13702" name="Flowchart: Connector 13701">
                          <a:extLst>
                            <a:ext uri="{FF2B5EF4-FFF2-40B4-BE49-F238E27FC236}">
                              <a16:creationId xmlns:a16="http://schemas.microsoft.com/office/drawing/2014/main" id="{3C37D8E7-A7C9-4477-A61D-151D5BB0BC2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703" name="Flowchart: Connector 13702">
                          <a:extLst>
                            <a:ext uri="{FF2B5EF4-FFF2-40B4-BE49-F238E27FC236}">
                              <a16:creationId xmlns:a16="http://schemas.microsoft.com/office/drawing/2014/main" id="{B0E79537-AA33-4BEB-B5F9-925DB2375E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704" name="Flowchart: Connector 13703">
                          <a:extLst>
                            <a:ext uri="{FF2B5EF4-FFF2-40B4-BE49-F238E27FC236}">
                              <a16:creationId xmlns:a16="http://schemas.microsoft.com/office/drawing/2014/main" id="{3F7FF2C8-597F-4167-8575-D3A35309567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705" name="Flowchart: Connector 13704">
                          <a:extLst>
                            <a:ext uri="{FF2B5EF4-FFF2-40B4-BE49-F238E27FC236}">
                              <a16:creationId xmlns:a16="http://schemas.microsoft.com/office/drawing/2014/main" id="{FBE882FA-280E-41A0-9CD7-00B972B295A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3642" name="Group 13641">
                        <a:extLst>
                          <a:ext uri="{FF2B5EF4-FFF2-40B4-BE49-F238E27FC236}">
                            <a16:creationId xmlns:a16="http://schemas.microsoft.com/office/drawing/2014/main" id="{9912ECB8-A319-46F3-8C01-546FCE46134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13643" name="Group 13642">
                          <a:extLst>
                            <a:ext uri="{FF2B5EF4-FFF2-40B4-BE49-F238E27FC236}">
                              <a16:creationId xmlns:a16="http://schemas.microsoft.com/office/drawing/2014/main" id="{5A7E4A87-F2B5-4B01-973E-10EDB3DB759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3694" name="Flowchart: Connector 13693">
                            <a:extLst>
                              <a:ext uri="{FF2B5EF4-FFF2-40B4-BE49-F238E27FC236}">
                                <a16:creationId xmlns:a16="http://schemas.microsoft.com/office/drawing/2014/main" id="{02B9E0B5-5941-4CAB-A842-F70E41058F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95" name="3D Model 13694" descr="Sphere">
                                <a:extLst>
                                  <a:ext uri="{FF2B5EF4-FFF2-40B4-BE49-F238E27FC236}">
                                    <a16:creationId xmlns:a16="http://schemas.microsoft.com/office/drawing/2014/main" id="{A6489BCE-558C-473D-80B0-6504AFB5DEC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99927812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96" name="Flowchart: Connector 13695">
                            <a:extLst>
                              <a:ext uri="{FF2B5EF4-FFF2-40B4-BE49-F238E27FC236}">
                                <a16:creationId xmlns:a16="http://schemas.microsoft.com/office/drawing/2014/main" id="{5F063131-41D3-4674-A56C-5B5260AD6A0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97" name="3D Model 13696" descr="Sphere">
                                <a:extLst>
                                  <a:ext uri="{FF2B5EF4-FFF2-40B4-BE49-F238E27FC236}">
                                    <a16:creationId xmlns:a16="http://schemas.microsoft.com/office/drawing/2014/main" id="{2444356C-4BBA-4ACA-93AF-768BA36DD08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5777901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98" name="Flowchart: Connector 13697">
                            <a:extLst>
                              <a:ext uri="{FF2B5EF4-FFF2-40B4-BE49-F238E27FC236}">
                                <a16:creationId xmlns:a16="http://schemas.microsoft.com/office/drawing/2014/main" id="{17BBDFF6-3AA1-41F5-89ED-B1C488B565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99" name="3D Model 13698" descr="Sphere">
                                <a:extLst>
                                  <a:ext uri="{FF2B5EF4-FFF2-40B4-BE49-F238E27FC236}">
                                    <a16:creationId xmlns:a16="http://schemas.microsoft.com/office/drawing/2014/main" id="{39FD091C-232C-4D36-8A68-DA08E96F489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2663897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700" name="Flowchart: Connector 13699">
                            <a:extLst>
                              <a:ext uri="{FF2B5EF4-FFF2-40B4-BE49-F238E27FC236}">
                                <a16:creationId xmlns:a16="http://schemas.microsoft.com/office/drawing/2014/main" id="{46586A78-0CA8-4BCC-ACB7-0F2FEBCD8CE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701" name="3D Model 13700" descr="Sphere">
                                <a:extLst>
                                  <a:ext uri="{FF2B5EF4-FFF2-40B4-BE49-F238E27FC236}">
                                    <a16:creationId xmlns:a16="http://schemas.microsoft.com/office/drawing/2014/main" id="{DC71D64E-28C0-492F-ADF8-CBA6D95FEE3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5094423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644" name="Group 13643">
                          <a:extLst>
                            <a:ext uri="{FF2B5EF4-FFF2-40B4-BE49-F238E27FC236}">
                              <a16:creationId xmlns:a16="http://schemas.microsoft.com/office/drawing/2014/main" id="{F0393847-4112-4C59-AA94-00C5C5962C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3678" name="Flowchart: Connector 13677">
                            <a:extLst>
                              <a:ext uri="{FF2B5EF4-FFF2-40B4-BE49-F238E27FC236}">
                                <a16:creationId xmlns:a16="http://schemas.microsoft.com/office/drawing/2014/main" id="{AE3FBAE7-1F68-4ABF-B94D-9F6BB505740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79" name="Flowchart: Connector 13678">
                            <a:extLst>
                              <a:ext uri="{FF2B5EF4-FFF2-40B4-BE49-F238E27FC236}">
                                <a16:creationId xmlns:a16="http://schemas.microsoft.com/office/drawing/2014/main" id="{5590D2A4-15EF-49E7-938D-A42140B7FF7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80" name="Flowchart: Connector 13679">
                            <a:extLst>
                              <a:ext uri="{FF2B5EF4-FFF2-40B4-BE49-F238E27FC236}">
                                <a16:creationId xmlns:a16="http://schemas.microsoft.com/office/drawing/2014/main" id="{33BE1F1E-62A8-4A79-AC33-77F613ABC11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81" name="Flowchart: Connector 13680">
                            <a:extLst>
                              <a:ext uri="{FF2B5EF4-FFF2-40B4-BE49-F238E27FC236}">
                                <a16:creationId xmlns:a16="http://schemas.microsoft.com/office/drawing/2014/main" id="{E2216641-C100-4D87-B158-27D7A2CE7F5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82" name="Flowchart: Connector 13681">
                            <a:extLst>
                              <a:ext uri="{FF2B5EF4-FFF2-40B4-BE49-F238E27FC236}">
                                <a16:creationId xmlns:a16="http://schemas.microsoft.com/office/drawing/2014/main" id="{93CAB139-6E8D-42FE-99D7-E3FCA4B0918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83" name="Flowchart: Connector 13682">
                            <a:extLst>
                              <a:ext uri="{FF2B5EF4-FFF2-40B4-BE49-F238E27FC236}">
                                <a16:creationId xmlns:a16="http://schemas.microsoft.com/office/drawing/2014/main" id="{CC5F5C5E-F708-48FB-A249-AB05ACFFBF9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84" name="Flowchart: Connector 13683">
                            <a:extLst>
                              <a:ext uri="{FF2B5EF4-FFF2-40B4-BE49-F238E27FC236}">
                                <a16:creationId xmlns:a16="http://schemas.microsoft.com/office/drawing/2014/main" id="{DE983472-F029-4A4A-8711-655D3BDA1A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85" name="Flowchart: Connector 13684">
                            <a:extLst>
                              <a:ext uri="{FF2B5EF4-FFF2-40B4-BE49-F238E27FC236}">
                                <a16:creationId xmlns:a16="http://schemas.microsoft.com/office/drawing/2014/main" id="{BE665C29-C678-4EC5-BF68-2DC8929E40F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86" name="Flowchart: Connector 13685">
                            <a:extLst>
                              <a:ext uri="{FF2B5EF4-FFF2-40B4-BE49-F238E27FC236}">
                                <a16:creationId xmlns:a16="http://schemas.microsoft.com/office/drawing/2014/main" id="{ED156E32-3B22-4DFD-AE61-D4D1A25430D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87" name="3D Model 13686" descr="Sphere">
                                <a:extLst>
                                  <a:ext uri="{FF2B5EF4-FFF2-40B4-BE49-F238E27FC236}">
                                    <a16:creationId xmlns:a16="http://schemas.microsoft.com/office/drawing/2014/main" id="{0C40DE36-26F7-456E-A7C8-77508B6070B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492861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88" name="Flowchart: Connector 13687">
                            <a:extLst>
                              <a:ext uri="{FF2B5EF4-FFF2-40B4-BE49-F238E27FC236}">
                                <a16:creationId xmlns:a16="http://schemas.microsoft.com/office/drawing/2014/main" id="{E84EBC28-872E-45F8-BFA5-F6AF2C6BF84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89" name="3D Model 13688" descr="Sphere">
                                <a:extLst>
                                  <a:ext uri="{FF2B5EF4-FFF2-40B4-BE49-F238E27FC236}">
                                    <a16:creationId xmlns:a16="http://schemas.microsoft.com/office/drawing/2014/main" id="{77272125-28F8-4B98-8D17-4A6835866FE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6183030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90" name="Flowchart: Connector 13689">
                            <a:extLst>
                              <a:ext uri="{FF2B5EF4-FFF2-40B4-BE49-F238E27FC236}">
                                <a16:creationId xmlns:a16="http://schemas.microsoft.com/office/drawing/2014/main" id="{2562767E-FCEE-4459-8A74-66EBE51A8A6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91" name="3D Model 13690" descr="Sphere">
                                <a:extLst>
                                  <a:ext uri="{FF2B5EF4-FFF2-40B4-BE49-F238E27FC236}">
                                    <a16:creationId xmlns:a16="http://schemas.microsoft.com/office/drawing/2014/main" id="{A8AEDD29-E9D7-4AE3-9EFD-0C1E5AABAFB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3898953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92" name="Flowchart: Connector 13691">
                            <a:extLst>
                              <a:ext uri="{FF2B5EF4-FFF2-40B4-BE49-F238E27FC236}">
                                <a16:creationId xmlns:a16="http://schemas.microsoft.com/office/drawing/2014/main" id="{1F8F8E0D-0A4E-4472-B915-933F30D3C9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93" name="3D Model 13692" descr="Sphere">
                                <a:extLst>
                                  <a:ext uri="{FF2B5EF4-FFF2-40B4-BE49-F238E27FC236}">
                                    <a16:creationId xmlns:a16="http://schemas.microsoft.com/office/drawing/2014/main" id="{5D6C8CC7-F4A1-4139-BD62-9B6CD45BF3F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4326432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645" name="Group 13644">
                          <a:extLst>
                            <a:ext uri="{FF2B5EF4-FFF2-40B4-BE49-F238E27FC236}">
                              <a16:creationId xmlns:a16="http://schemas.microsoft.com/office/drawing/2014/main" id="{F0AAEECE-DE92-4DCC-BA67-C60C0D54936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3662" name="Flowchart: Connector 13661">
                            <a:extLst>
                              <a:ext uri="{FF2B5EF4-FFF2-40B4-BE49-F238E27FC236}">
                                <a16:creationId xmlns:a16="http://schemas.microsoft.com/office/drawing/2014/main" id="{CE2C9989-4D61-4251-91F4-1532ABC3C3F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63" name="Flowchart: Connector 13662">
                            <a:extLst>
                              <a:ext uri="{FF2B5EF4-FFF2-40B4-BE49-F238E27FC236}">
                                <a16:creationId xmlns:a16="http://schemas.microsoft.com/office/drawing/2014/main" id="{2D9DDCB2-D925-4F77-8160-7E549DA124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64" name="Flowchart: Connector 13663">
                            <a:extLst>
                              <a:ext uri="{FF2B5EF4-FFF2-40B4-BE49-F238E27FC236}">
                                <a16:creationId xmlns:a16="http://schemas.microsoft.com/office/drawing/2014/main" id="{634920AB-072A-48E5-B707-1FD973CA165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65" name="Flowchart: Connector 13664">
                            <a:extLst>
                              <a:ext uri="{FF2B5EF4-FFF2-40B4-BE49-F238E27FC236}">
                                <a16:creationId xmlns:a16="http://schemas.microsoft.com/office/drawing/2014/main" id="{7136B363-CB69-4F2E-857A-23F8E466F50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66" name="Flowchart: Connector 13665">
                            <a:extLst>
                              <a:ext uri="{FF2B5EF4-FFF2-40B4-BE49-F238E27FC236}">
                                <a16:creationId xmlns:a16="http://schemas.microsoft.com/office/drawing/2014/main" id="{0E5F909E-310D-4CBF-B647-572FDB9CEF7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67" name="Flowchart: Connector 13666">
                            <a:extLst>
                              <a:ext uri="{FF2B5EF4-FFF2-40B4-BE49-F238E27FC236}">
                                <a16:creationId xmlns:a16="http://schemas.microsoft.com/office/drawing/2014/main" id="{E44F0A97-50E8-4118-929F-DA9DF0EDAC9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68" name="Flowchart: Connector 13667">
                            <a:extLst>
                              <a:ext uri="{FF2B5EF4-FFF2-40B4-BE49-F238E27FC236}">
                                <a16:creationId xmlns:a16="http://schemas.microsoft.com/office/drawing/2014/main" id="{7C81F06E-84FF-44F9-8719-47FE660DB83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69" name="Flowchart: Connector 13668">
                            <a:extLst>
                              <a:ext uri="{FF2B5EF4-FFF2-40B4-BE49-F238E27FC236}">
                                <a16:creationId xmlns:a16="http://schemas.microsoft.com/office/drawing/2014/main" id="{C93856B2-51BB-40A9-BD1F-77FFDCB525E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70" name="Flowchart: Connector 13669">
                            <a:extLst>
                              <a:ext uri="{FF2B5EF4-FFF2-40B4-BE49-F238E27FC236}">
                                <a16:creationId xmlns:a16="http://schemas.microsoft.com/office/drawing/2014/main" id="{0C9D2059-8D9F-47FE-BDE7-BD1DF5BC754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71" name="3D Model 13670" descr="Sphere">
                                <a:extLst>
                                  <a:ext uri="{FF2B5EF4-FFF2-40B4-BE49-F238E27FC236}">
                                    <a16:creationId xmlns:a16="http://schemas.microsoft.com/office/drawing/2014/main" id="{765369E0-C836-4C8E-AF5C-DD104673F4C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4175883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72" name="Flowchart: Connector 13671">
                            <a:extLst>
                              <a:ext uri="{FF2B5EF4-FFF2-40B4-BE49-F238E27FC236}">
                                <a16:creationId xmlns:a16="http://schemas.microsoft.com/office/drawing/2014/main" id="{610C754D-831A-4FA9-9BD0-4F9F787D7CC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73" name="3D Model 13672" descr="Sphere">
                                <a:extLst>
                                  <a:ext uri="{FF2B5EF4-FFF2-40B4-BE49-F238E27FC236}">
                                    <a16:creationId xmlns:a16="http://schemas.microsoft.com/office/drawing/2014/main" id="{242E8705-EFA7-4D01-9846-22714BA37E9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2019683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74" name="Flowchart: Connector 13673">
                            <a:extLst>
                              <a:ext uri="{FF2B5EF4-FFF2-40B4-BE49-F238E27FC236}">
                                <a16:creationId xmlns:a16="http://schemas.microsoft.com/office/drawing/2014/main" id="{41EE0909-3934-4B70-AD04-08749049B38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75" name="3D Model 13674" descr="Sphere">
                                <a:extLst>
                                  <a:ext uri="{FF2B5EF4-FFF2-40B4-BE49-F238E27FC236}">
                                    <a16:creationId xmlns:a16="http://schemas.microsoft.com/office/drawing/2014/main" id="{F4AB97AB-4586-4C56-A464-7C78ADDE308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2552599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76" name="Flowchart: Connector 13675">
                            <a:extLst>
                              <a:ext uri="{FF2B5EF4-FFF2-40B4-BE49-F238E27FC236}">
                                <a16:creationId xmlns:a16="http://schemas.microsoft.com/office/drawing/2014/main" id="{9BD075C3-6362-4178-94AE-378085AB431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77" name="3D Model 13676" descr="Sphere">
                                <a:extLst>
                                  <a:ext uri="{FF2B5EF4-FFF2-40B4-BE49-F238E27FC236}">
                                    <a16:creationId xmlns:a16="http://schemas.microsoft.com/office/drawing/2014/main" id="{AFAFA226-36DD-4A9F-B90F-CE8AED66191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5304727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3646" name="Flowchart: Connector 13645">
                          <a:extLst>
                            <a:ext uri="{FF2B5EF4-FFF2-40B4-BE49-F238E27FC236}">
                              <a16:creationId xmlns:a16="http://schemas.microsoft.com/office/drawing/2014/main" id="{51AB0636-E94B-422C-986F-F9974CBB87B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647" name="Flowchart: Connector 13646">
                          <a:extLst>
                            <a:ext uri="{FF2B5EF4-FFF2-40B4-BE49-F238E27FC236}">
                              <a16:creationId xmlns:a16="http://schemas.microsoft.com/office/drawing/2014/main" id="{2CE8A2BA-4F9F-4D78-803B-BB612A88F5D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648" name="Flowchart: Connector 13647">
                          <a:extLst>
                            <a:ext uri="{FF2B5EF4-FFF2-40B4-BE49-F238E27FC236}">
                              <a16:creationId xmlns:a16="http://schemas.microsoft.com/office/drawing/2014/main" id="{8159CD6B-A934-419C-9474-C6C301F543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649" name="Flowchart: Connector 13648">
                          <a:extLst>
                            <a:ext uri="{FF2B5EF4-FFF2-40B4-BE49-F238E27FC236}">
                              <a16:creationId xmlns:a16="http://schemas.microsoft.com/office/drawing/2014/main" id="{6E0DA902-89F7-47C3-94AE-5C999E0105D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650" name="Flowchart: Connector 13649">
                          <a:extLst>
                            <a:ext uri="{FF2B5EF4-FFF2-40B4-BE49-F238E27FC236}">
                              <a16:creationId xmlns:a16="http://schemas.microsoft.com/office/drawing/2014/main" id="{D24BAC97-A502-4205-B799-0C1F1BF867A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651" name="Flowchart: Connector 13650">
                          <a:extLst>
                            <a:ext uri="{FF2B5EF4-FFF2-40B4-BE49-F238E27FC236}">
                              <a16:creationId xmlns:a16="http://schemas.microsoft.com/office/drawing/2014/main" id="{35D4F7D7-5EC2-4127-A263-F82DAB5BFC5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652" name="Flowchart: Connector 13651">
                          <a:extLst>
                            <a:ext uri="{FF2B5EF4-FFF2-40B4-BE49-F238E27FC236}">
                              <a16:creationId xmlns:a16="http://schemas.microsoft.com/office/drawing/2014/main" id="{749631CD-7C8F-4DF3-A4E2-FB334DBA8CE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653" name="Flowchart: Connector 13652">
                          <a:extLst>
                            <a:ext uri="{FF2B5EF4-FFF2-40B4-BE49-F238E27FC236}">
                              <a16:creationId xmlns:a16="http://schemas.microsoft.com/office/drawing/2014/main" id="{C0A90D13-2A1D-4A88-8A04-B1E95F4CF01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654" name="Flowchart: Connector 13653">
                          <a:extLst>
                            <a:ext uri="{FF2B5EF4-FFF2-40B4-BE49-F238E27FC236}">
                              <a16:creationId xmlns:a16="http://schemas.microsoft.com/office/drawing/2014/main" id="{E0D96058-C7E0-44A1-AF8B-EE310D2BCE7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655" name="3D Model 13654" descr="Sphere">
                              <a:extLst>
                                <a:ext uri="{FF2B5EF4-FFF2-40B4-BE49-F238E27FC236}">
                                  <a16:creationId xmlns:a16="http://schemas.microsoft.com/office/drawing/2014/main" id="{7AA508FE-04B9-42A6-9453-3E79EB2828E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05974750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656" name="Flowchart: Connector 13655">
                          <a:extLst>
                            <a:ext uri="{FF2B5EF4-FFF2-40B4-BE49-F238E27FC236}">
                              <a16:creationId xmlns:a16="http://schemas.microsoft.com/office/drawing/2014/main" id="{F39E8551-C4A6-4D0B-8751-C539E0E9413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657" name="3D Model 13656" descr="Sphere">
                              <a:extLst>
                                <a:ext uri="{FF2B5EF4-FFF2-40B4-BE49-F238E27FC236}">
                                  <a16:creationId xmlns:a16="http://schemas.microsoft.com/office/drawing/2014/main" id="{033D0F2B-D95C-4101-A9C0-CA963321335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1471366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658" name="Flowchart: Connector 13657">
                          <a:extLst>
                            <a:ext uri="{FF2B5EF4-FFF2-40B4-BE49-F238E27FC236}">
                              <a16:creationId xmlns:a16="http://schemas.microsoft.com/office/drawing/2014/main" id="{095F9F2D-BEB5-48DD-BB7C-3AE1548F741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659" name="3D Model 13658" descr="Sphere">
                              <a:extLst>
                                <a:ext uri="{FF2B5EF4-FFF2-40B4-BE49-F238E27FC236}">
                                  <a16:creationId xmlns:a16="http://schemas.microsoft.com/office/drawing/2014/main" id="{0A73FFA4-8D61-400A-A919-3B1880D0A5E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75414962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660" name="Flowchart: Connector 13659">
                          <a:extLst>
                            <a:ext uri="{FF2B5EF4-FFF2-40B4-BE49-F238E27FC236}">
                              <a16:creationId xmlns:a16="http://schemas.microsoft.com/office/drawing/2014/main" id="{50F4BFE5-118D-40EF-8409-FEB4BAC1490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661" name="3D Model 13660" descr="Sphere">
                              <a:extLst>
                                <a:ext uri="{FF2B5EF4-FFF2-40B4-BE49-F238E27FC236}">
                                  <a16:creationId xmlns:a16="http://schemas.microsoft.com/office/drawing/2014/main" id="{F0CEA81B-930A-4DDF-A5E8-D7C2B6D8706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34891792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3497" name="Group 13496">
                      <a:extLst>
                        <a:ext uri="{FF2B5EF4-FFF2-40B4-BE49-F238E27FC236}">
                          <a16:creationId xmlns:a16="http://schemas.microsoft.com/office/drawing/2014/main" id="{4D2914D1-C612-41CC-965D-07B1586F993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3638" name="Flowchart: Connector 13637">
                        <a:extLst>
                          <a:ext uri="{FF2B5EF4-FFF2-40B4-BE49-F238E27FC236}">
                            <a16:creationId xmlns:a16="http://schemas.microsoft.com/office/drawing/2014/main" id="{2569AD55-04E1-4DCE-A935-91C917C4330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639" name="Flowchart: Connector 13638">
                        <a:extLst>
                          <a:ext uri="{FF2B5EF4-FFF2-40B4-BE49-F238E27FC236}">
                            <a16:creationId xmlns:a16="http://schemas.microsoft.com/office/drawing/2014/main" id="{76BE1D51-C8A3-4894-BFBD-5CBE9F6D12C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640" name="Flowchart: Connector 13639">
                        <a:extLst>
                          <a:ext uri="{FF2B5EF4-FFF2-40B4-BE49-F238E27FC236}">
                            <a16:creationId xmlns:a16="http://schemas.microsoft.com/office/drawing/2014/main" id="{778E19D9-9B46-474F-9512-B1AE79A2C8B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3498" name="Flowchart: Connector 13497">
                      <a:extLst>
                        <a:ext uri="{FF2B5EF4-FFF2-40B4-BE49-F238E27FC236}">
                          <a16:creationId xmlns:a16="http://schemas.microsoft.com/office/drawing/2014/main" id="{FC2B9224-E282-42F8-97D6-721D9201257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3499" name="Flowchart: Connector 13498">
                      <a:extLst>
                        <a:ext uri="{FF2B5EF4-FFF2-40B4-BE49-F238E27FC236}">
                          <a16:creationId xmlns:a16="http://schemas.microsoft.com/office/drawing/2014/main" id="{27F1A1BA-9A2D-406D-B904-A2B8F60EEF1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3500" name="Group 13499">
                      <a:extLst>
                        <a:ext uri="{FF2B5EF4-FFF2-40B4-BE49-F238E27FC236}">
                          <a16:creationId xmlns:a16="http://schemas.microsoft.com/office/drawing/2014/main" id="{EFE3467F-6F9F-499E-9F59-633D5022A7DB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13635" name="Flowchart: Connector 13634">
                        <a:extLst>
                          <a:ext uri="{FF2B5EF4-FFF2-40B4-BE49-F238E27FC236}">
                            <a16:creationId xmlns:a16="http://schemas.microsoft.com/office/drawing/2014/main" id="{6DE10BCD-6FBA-4EF6-BE79-3A0603A8337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636" name="Flowchart: Connector 13635">
                        <a:extLst>
                          <a:ext uri="{FF2B5EF4-FFF2-40B4-BE49-F238E27FC236}">
                            <a16:creationId xmlns:a16="http://schemas.microsoft.com/office/drawing/2014/main" id="{E42E407F-5611-4747-85ED-43B432C1174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637" name="Flowchart: Connector 13636">
                        <a:extLst>
                          <a:ext uri="{FF2B5EF4-FFF2-40B4-BE49-F238E27FC236}">
                            <a16:creationId xmlns:a16="http://schemas.microsoft.com/office/drawing/2014/main" id="{044D2625-3DE2-43A0-B46E-7102E155627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3501" name="Group 13500">
                      <a:extLst>
                        <a:ext uri="{FF2B5EF4-FFF2-40B4-BE49-F238E27FC236}">
                          <a16:creationId xmlns:a16="http://schemas.microsoft.com/office/drawing/2014/main" id="{62573521-C691-49A3-95B7-AC63D3C9CB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13570" name="Group 13569">
                        <a:extLst>
                          <a:ext uri="{FF2B5EF4-FFF2-40B4-BE49-F238E27FC236}">
                            <a16:creationId xmlns:a16="http://schemas.microsoft.com/office/drawing/2014/main" id="{E35F78F2-A42B-401E-BDE3-03B22004E5F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13631" name="Flowchart: Connector 13630">
                          <a:extLst>
                            <a:ext uri="{FF2B5EF4-FFF2-40B4-BE49-F238E27FC236}">
                              <a16:creationId xmlns:a16="http://schemas.microsoft.com/office/drawing/2014/main" id="{661FEE89-7330-4D83-80A1-C106FAE09FA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632" name="Flowchart: Connector 13631">
                          <a:extLst>
                            <a:ext uri="{FF2B5EF4-FFF2-40B4-BE49-F238E27FC236}">
                              <a16:creationId xmlns:a16="http://schemas.microsoft.com/office/drawing/2014/main" id="{4ECDF13E-F39E-4DE1-81AC-1309713353F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633" name="Flowchart: Connector 13632">
                          <a:extLst>
                            <a:ext uri="{FF2B5EF4-FFF2-40B4-BE49-F238E27FC236}">
                              <a16:creationId xmlns:a16="http://schemas.microsoft.com/office/drawing/2014/main" id="{8777CEDF-EF04-4075-B9D5-E0B67771BCB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634" name="Flowchart: Connector 13633">
                          <a:extLst>
                            <a:ext uri="{FF2B5EF4-FFF2-40B4-BE49-F238E27FC236}">
                              <a16:creationId xmlns:a16="http://schemas.microsoft.com/office/drawing/2014/main" id="{BC50E2FD-5749-48CA-9BB6-D91B455FF5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3571" name="Group 13570">
                        <a:extLst>
                          <a:ext uri="{FF2B5EF4-FFF2-40B4-BE49-F238E27FC236}">
                            <a16:creationId xmlns:a16="http://schemas.microsoft.com/office/drawing/2014/main" id="{A93F8E47-203B-45C5-BB28-60512B913E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13572" name="Group 13571">
                          <a:extLst>
                            <a:ext uri="{FF2B5EF4-FFF2-40B4-BE49-F238E27FC236}">
                              <a16:creationId xmlns:a16="http://schemas.microsoft.com/office/drawing/2014/main" id="{E0B6FDD7-11A5-459B-AB18-67DA0A6765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3623" name="Flowchart: Connector 13622">
                            <a:extLst>
                              <a:ext uri="{FF2B5EF4-FFF2-40B4-BE49-F238E27FC236}">
                                <a16:creationId xmlns:a16="http://schemas.microsoft.com/office/drawing/2014/main" id="{5F998C10-1DE0-4B9B-B0D9-252CBD11FE0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24" name="3D Model 13623" descr="Sphere">
                                <a:extLst>
                                  <a:ext uri="{FF2B5EF4-FFF2-40B4-BE49-F238E27FC236}">
                                    <a16:creationId xmlns:a16="http://schemas.microsoft.com/office/drawing/2014/main" id="{47D737DA-E371-48E5-A9B2-0AA4015C844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4348848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25" name="Flowchart: Connector 13624">
                            <a:extLst>
                              <a:ext uri="{FF2B5EF4-FFF2-40B4-BE49-F238E27FC236}">
                                <a16:creationId xmlns:a16="http://schemas.microsoft.com/office/drawing/2014/main" id="{8C23607F-E28E-4513-9ABB-EEB0C537AA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26" name="3D Model 13625" descr="Sphere">
                                <a:extLst>
                                  <a:ext uri="{FF2B5EF4-FFF2-40B4-BE49-F238E27FC236}">
                                    <a16:creationId xmlns:a16="http://schemas.microsoft.com/office/drawing/2014/main" id="{A755A14E-B39A-4846-9A98-D5F3797E2D9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2720925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27" name="Flowchart: Connector 13626">
                            <a:extLst>
                              <a:ext uri="{FF2B5EF4-FFF2-40B4-BE49-F238E27FC236}">
                                <a16:creationId xmlns:a16="http://schemas.microsoft.com/office/drawing/2014/main" id="{DCB7D4D2-CC33-41C4-A8A0-7ADB1228128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28" name="3D Model 13627" descr="Sphere">
                                <a:extLst>
                                  <a:ext uri="{FF2B5EF4-FFF2-40B4-BE49-F238E27FC236}">
                                    <a16:creationId xmlns:a16="http://schemas.microsoft.com/office/drawing/2014/main" id="{F6F4AF05-702C-4EC6-9D3D-74EED1FDDEE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7370006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29" name="Flowchart: Connector 13628">
                            <a:extLst>
                              <a:ext uri="{FF2B5EF4-FFF2-40B4-BE49-F238E27FC236}">
                                <a16:creationId xmlns:a16="http://schemas.microsoft.com/office/drawing/2014/main" id="{ECBFB9BC-E65B-4AA6-9283-5B61F639253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30" name="3D Model 13629" descr="Sphere">
                                <a:extLst>
                                  <a:ext uri="{FF2B5EF4-FFF2-40B4-BE49-F238E27FC236}">
                                    <a16:creationId xmlns:a16="http://schemas.microsoft.com/office/drawing/2014/main" id="{DFCF6978-E2B6-4E30-A4F4-D2B3F75FFFD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2422999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573" name="Group 13572">
                          <a:extLst>
                            <a:ext uri="{FF2B5EF4-FFF2-40B4-BE49-F238E27FC236}">
                              <a16:creationId xmlns:a16="http://schemas.microsoft.com/office/drawing/2014/main" id="{5F044942-6832-4146-A68F-E3BA44BD38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3607" name="Flowchart: Connector 13606">
                            <a:extLst>
                              <a:ext uri="{FF2B5EF4-FFF2-40B4-BE49-F238E27FC236}">
                                <a16:creationId xmlns:a16="http://schemas.microsoft.com/office/drawing/2014/main" id="{B61ED7DB-8895-4978-AA20-7DE095378CB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08" name="Flowchart: Connector 13607">
                            <a:extLst>
                              <a:ext uri="{FF2B5EF4-FFF2-40B4-BE49-F238E27FC236}">
                                <a16:creationId xmlns:a16="http://schemas.microsoft.com/office/drawing/2014/main" id="{C6FC47F2-9B3A-4939-BD50-8C047CABDCD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09" name="Flowchart: Connector 13608">
                            <a:extLst>
                              <a:ext uri="{FF2B5EF4-FFF2-40B4-BE49-F238E27FC236}">
                                <a16:creationId xmlns:a16="http://schemas.microsoft.com/office/drawing/2014/main" id="{416A5527-BF92-483B-8E2F-3D7F3B21AA4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10" name="Flowchart: Connector 13609">
                            <a:extLst>
                              <a:ext uri="{FF2B5EF4-FFF2-40B4-BE49-F238E27FC236}">
                                <a16:creationId xmlns:a16="http://schemas.microsoft.com/office/drawing/2014/main" id="{33DA3ACD-2B02-4CFF-9DFC-886FFA57443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11" name="Flowchart: Connector 13610">
                            <a:extLst>
                              <a:ext uri="{FF2B5EF4-FFF2-40B4-BE49-F238E27FC236}">
                                <a16:creationId xmlns:a16="http://schemas.microsoft.com/office/drawing/2014/main" id="{DCCAC5BC-EB45-4876-A7CE-6C43322D638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12" name="Flowchart: Connector 13611">
                            <a:extLst>
                              <a:ext uri="{FF2B5EF4-FFF2-40B4-BE49-F238E27FC236}">
                                <a16:creationId xmlns:a16="http://schemas.microsoft.com/office/drawing/2014/main" id="{CA0A773D-2F72-47A0-9CA4-89456B35ECD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13" name="Flowchart: Connector 13612">
                            <a:extLst>
                              <a:ext uri="{FF2B5EF4-FFF2-40B4-BE49-F238E27FC236}">
                                <a16:creationId xmlns:a16="http://schemas.microsoft.com/office/drawing/2014/main" id="{EA21CA0E-4DF6-4780-875B-8FBE1A5F9D2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14" name="Flowchart: Connector 13613">
                            <a:extLst>
                              <a:ext uri="{FF2B5EF4-FFF2-40B4-BE49-F238E27FC236}">
                                <a16:creationId xmlns:a16="http://schemas.microsoft.com/office/drawing/2014/main" id="{63AB5A9B-EFA7-449B-AB4E-246BE64CFE5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615" name="Flowchart: Connector 13614">
                            <a:extLst>
                              <a:ext uri="{FF2B5EF4-FFF2-40B4-BE49-F238E27FC236}">
                                <a16:creationId xmlns:a16="http://schemas.microsoft.com/office/drawing/2014/main" id="{37771653-71D7-46B8-8B82-3C193AF73C3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16" name="3D Model 13615" descr="Sphere">
                                <a:extLst>
                                  <a:ext uri="{FF2B5EF4-FFF2-40B4-BE49-F238E27FC236}">
                                    <a16:creationId xmlns:a16="http://schemas.microsoft.com/office/drawing/2014/main" id="{5208B6AF-FB1E-4AE7-B5BB-D17E31F0AD2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34967171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17" name="Flowchart: Connector 13616">
                            <a:extLst>
                              <a:ext uri="{FF2B5EF4-FFF2-40B4-BE49-F238E27FC236}">
                                <a16:creationId xmlns:a16="http://schemas.microsoft.com/office/drawing/2014/main" id="{D3F187C5-0BBA-4936-9C08-8A6FAC0B09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18" name="3D Model 13617" descr="Sphere">
                                <a:extLst>
                                  <a:ext uri="{FF2B5EF4-FFF2-40B4-BE49-F238E27FC236}">
                                    <a16:creationId xmlns:a16="http://schemas.microsoft.com/office/drawing/2014/main" id="{0CD95B90-7217-48CF-A9C6-2AF6FCA7BCC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5575507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19" name="Flowchart: Connector 13618">
                            <a:extLst>
                              <a:ext uri="{FF2B5EF4-FFF2-40B4-BE49-F238E27FC236}">
                                <a16:creationId xmlns:a16="http://schemas.microsoft.com/office/drawing/2014/main" id="{CE3C1338-D5D7-4FE4-A0CF-86B6C72ADB4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20" name="3D Model 13619" descr="Sphere">
                                <a:extLst>
                                  <a:ext uri="{FF2B5EF4-FFF2-40B4-BE49-F238E27FC236}">
                                    <a16:creationId xmlns:a16="http://schemas.microsoft.com/office/drawing/2014/main" id="{703BCBAE-2630-4ED3-9E33-FFDBF115CE7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2771789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21" name="Flowchart: Connector 13620">
                            <a:extLst>
                              <a:ext uri="{FF2B5EF4-FFF2-40B4-BE49-F238E27FC236}">
                                <a16:creationId xmlns:a16="http://schemas.microsoft.com/office/drawing/2014/main" id="{247D148D-131F-4A83-8BAB-E35B59E105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22" name="3D Model 13621" descr="Sphere">
                                <a:extLst>
                                  <a:ext uri="{FF2B5EF4-FFF2-40B4-BE49-F238E27FC236}">
                                    <a16:creationId xmlns:a16="http://schemas.microsoft.com/office/drawing/2014/main" id="{9640418A-96FE-4DCE-AA44-ABB74411772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96865472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574" name="Group 13573">
                          <a:extLst>
                            <a:ext uri="{FF2B5EF4-FFF2-40B4-BE49-F238E27FC236}">
                              <a16:creationId xmlns:a16="http://schemas.microsoft.com/office/drawing/2014/main" id="{2C59B751-A7AE-4BD3-89B7-63D069ED73A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3591" name="Flowchart: Connector 13590">
                            <a:extLst>
                              <a:ext uri="{FF2B5EF4-FFF2-40B4-BE49-F238E27FC236}">
                                <a16:creationId xmlns:a16="http://schemas.microsoft.com/office/drawing/2014/main" id="{35F59B5A-D3FD-4DF0-AEB7-88D618CBF94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592" name="Flowchart: Connector 13591">
                            <a:extLst>
                              <a:ext uri="{FF2B5EF4-FFF2-40B4-BE49-F238E27FC236}">
                                <a16:creationId xmlns:a16="http://schemas.microsoft.com/office/drawing/2014/main" id="{8F278FC2-B7F6-49FD-806F-226521AFA6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593" name="Flowchart: Connector 13592">
                            <a:extLst>
                              <a:ext uri="{FF2B5EF4-FFF2-40B4-BE49-F238E27FC236}">
                                <a16:creationId xmlns:a16="http://schemas.microsoft.com/office/drawing/2014/main" id="{2FA0472F-7FC6-41B8-9F22-26851B9D5D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594" name="Flowchart: Connector 13593">
                            <a:extLst>
                              <a:ext uri="{FF2B5EF4-FFF2-40B4-BE49-F238E27FC236}">
                                <a16:creationId xmlns:a16="http://schemas.microsoft.com/office/drawing/2014/main" id="{B44CF643-DB5B-41A1-B0CA-8DCCE5E5E1F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595" name="Flowchart: Connector 13594">
                            <a:extLst>
                              <a:ext uri="{FF2B5EF4-FFF2-40B4-BE49-F238E27FC236}">
                                <a16:creationId xmlns:a16="http://schemas.microsoft.com/office/drawing/2014/main" id="{30012D60-D59D-4076-8173-2EDAD1288ED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596" name="Flowchart: Connector 13595">
                            <a:extLst>
                              <a:ext uri="{FF2B5EF4-FFF2-40B4-BE49-F238E27FC236}">
                                <a16:creationId xmlns:a16="http://schemas.microsoft.com/office/drawing/2014/main" id="{93E2BD00-DE92-4C63-BD1C-C9B35D6B9CF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597" name="Flowchart: Connector 13596">
                            <a:extLst>
                              <a:ext uri="{FF2B5EF4-FFF2-40B4-BE49-F238E27FC236}">
                                <a16:creationId xmlns:a16="http://schemas.microsoft.com/office/drawing/2014/main" id="{DBCFA4FC-D16B-475A-9C13-998396C50AD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598" name="Flowchart: Connector 13597">
                            <a:extLst>
                              <a:ext uri="{FF2B5EF4-FFF2-40B4-BE49-F238E27FC236}">
                                <a16:creationId xmlns:a16="http://schemas.microsoft.com/office/drawing/2014/main" id="{B01B96B5-45B7-478E-9AD3-4303FC79EF1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599" name="Flowchart: Connector 13598">
                            <a:extLst>
                              <a:ext uri="{FF2B5EF4-FFF2-40B4-BE49-F238E27FC236}">
                                <a16:creationId xmlns:a16="http://schemas.microsoft.com/office/drawing/2014/main" id="{962ACCC9-1E96-4439-ADDB-F5DD71F6D0B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00" name="3D Model 13599" descr="Sphere">
                                <a:extLst>
                                  <a:ext uri="{FF2B5EF4-FFF2-40B4-BE49-F238E27FC236}">
                                    <a16:creationId xmlns:a16="http://schemas.microsoft.com/office/drawing/2014/main" id="{460D44C1-A91E-4205-8A3C-81D37A64048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205078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01" name="Flowchart: Connector 13600">
                            <a:extLst>
                              <a:ext uri="{FF2B5EF4-FFF2-40B4-BE49-F238E27FC236}">
                                <a16:creationId xmlns:a16="http://schemas.microsoft.com/office/drawing/2014/main" id="{BD0C4C61-F70F-4C0A-BFA1-98E33970BC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02" name="3D Model 13601" descr="Sphere">
                                <a:extLst>
                                  <a:ext uri="{FF2B5EF4-FFF2-40B4-BE49-F238E27FC236}">
                                    <a16:creationId xmlns:a16="http://schemas.microsoft.com/office/drawing/2014/main" id="{8250373C-FBB6-4391-A644-E65994D6C76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1541888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03" name="Flowchart: Connector 13602">
                            <a:extLst>
                              <a:ext uri="{FF2B5EF4-FFF2-40B4-BE49-F238E27FC236}">
                                <a16:creationId xmlns:a16="http://schemas.microsoft.com/office/drawing/2014/main" id="{D32E259F-0337-47B1-B3F9-C20AD127C6C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04" name="3D Model 13603" descr="Sphere">
                                <a:extLst>
                                  <a:ext uri="{FF2B5EF4-FFF2-40B4-BE49-F238E27FC236}">
                                    <a16:creationId xmlns:a16="http://schemas.microsoft.com/office/drawing/2014/main" id="{6D06126B-F602-4633-AA9A-392BDCDAB64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2209283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605" name="Flowchart: Connector 13604">
                            <a:extLst>
                              <a:ext uri="{FF2B5EF4-FFF2-40B4-BE49-F238E27FC236}">
                                <a16:creationId xmlns:a16="http://schemas.microsoft.com/office/drawing/2014/main" id="{06E047F4-0720-42FA-AE43-D64D7796DE9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606" name="3D Model 13605" descr="Sphere">
                                <a:extLst>
                                  <a:ext uri="{FF2B5EF4-FFF2-40B4-BE49-F238E27FC236}">
                                    <a16:creationId xmlns:a16="http://schemas.microsoft.com/office/drawing/2014/main" id="{F8202A62-2F29-47B9-AE1C-7CB127B2B0C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0172900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3575" name="Flowchart: Connector 13574">
                          <a:extLst>
                            <a:ext uri="{FF2B5EF4-FFF2-40B4-BE49-F238E27FC236}">
                              <a16:creationId xmlns:a16="http://schemas.microsoft.com/office/drawing/2014/main" id="{AC070CE0-A07E-4447-8D21-7F09C13D0D3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76" name="Flowchart: Connector 13575">
                          <a:extLst>
                            <a:ext uri="{FF2B5EF4-FFF2-40B4-BE49-F238E27FC236}">
                              <a16:creationId xmlns:a16="http://schemas.microsoft.com/office/drawing/2014/main" id="{866D035C-9266-4E15-BF97-6A20AEE22A5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77" name="Flowchart: Connector 13576">
                          <a:extLst>
                            <a:ext uri="{FF2B5EF4-FFF2-40B4-BE49-F238E27FC236}">
                              <a16:creationId xmlns:a16="http://schemas.microsoft.com/office/drawing/2014/main" id="{D608C239-AC6E-4258-BD5B-D3F38AA497D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78" name="Flowchart: Connector 13577">
                          <a:extLst>
                            <a:ext uri="{FF2B5EF4-FFF2-40B4-BE49-F238E27FC236}">
                              <a16:creationId xmlns:a16="http://schemas.microsoft.com/office/drawing/2014/main" id="{E660C983-8F7B-4DB7-BD87-B49DF668C3E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79" name="Flowchart: Connector 13578">
                          <a:extLst>
                            <a:ext uri="{FF2B5EF4-FFF2-40B4-BE49-F238E27FC236}">
                              <a16:creationId xmlns:a16="http://schemas.microsoft.com/office/drawing/2014/main" id="{A1EA71DA-E08A-4B8D-BA33-7B1442DF25C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80" name="Flowchart: Connector 13579">
                          <a:extLst>
                            <a:ext uri="{FF2B5EF4-FFF2-40B4-BE49-F238E27FC236}">
                              <a16:creationId xmlns:a16="http://schemas.microsoft.com/office/drawing/2014/main" id="{8929F458-34DB-4CBE-A43A-0199D9E1E6B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81" name="Flowchart: Connector 13580">
                          <a:extLst>
                            <a:ext uri="{FF2B5EF4-FFF2-40B4-BE49-F238E27FC236}">
                              <a16:creationId xmlns:a16="http://schemas.microsoft.com/office/drawing/2014/main" id="{0C91AE8D-8A58-4144-BE4E-02EFA9CC11A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82" name="Flowchart: Connector 13581">
                          <a:extLst>
                            <a:ext uri="{FF2B5EF4-FFF2-40B4-BE49-F238E27FC236}">
                              <a16:creationId xmlns:a16="http://schemas.microsoft.com/office/drawing/2014/main" id="{73BE5306-FEA3-430E-AF38-5A65BA11FDF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83" name="Flowchart: Connector 13582">
                          <a:extLst>
                            <a:ext uri="{FF2B5EF4-FFF2-40B4-BE49-F238E27FC236}">
                              <a16:creationId xmlns:a16="http://schemas.microsoft.com/office/drawing/2014/main" id="{F1C4A709-4DFF-4FBA-A00F-493961923AF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84" name="3D Model 13583" descr="Sphere">
                              <a:extLst>
                                <a:ext uri="{FF2B5EF4-FFF2-40B4-BE49-F238E27FC236}">
                                  <a16:creationId xmlns:a16="http://schemas.microsoft.com/office/drawing/2014/main" id="{C732E985-FEDD-491B-B863-BFBC1CD6CEC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8553415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585" name="Flowchart: Connector 13584">
                          <a:extLst>
                            <a:ext uri="{FF2B5EF4-FFF2-40B4-BE49-F238E27FC236}">
                              <a16:creationId xmlns:a16="http://schemas.microsoft.com/office/drawing/2014/main" id="{C86A48BF-03BE-490D-9D3F-DC51F3B77E1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86" name="3D Model 13585" descr="Sphere">
                              <a:extLst>
                                <a:ext uri="{FF2B5EF4-FFF2-40B4-BE49-F238E27FC236}">
                                  <a16:creationId xmlns:a16="http://schemas.microsoft.com/office/drawing/2014/main" id="{C1608160-0F4E-496B-88E1-C56D9558CD8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03530450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587" name="Flowchart: Connector 13586">
                          <a:extLst>
                            <a:ext uri="{FF2B5EF4-FFF2-40B4-BE49-F238E27FC236}">
                              <a16:creationId xmlns:a16="http://schemas.microsoft.com/office/drawing/2014/main" id="{0BFD5913-94D4-48E5-801E-422F86CB895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88" name="3D Model 13587" descr="Sphere">
                              <a:extLst>
                                <a:ext uri="{FF2B5EF4-FFF2-40B4-BE49-F238E27FC236}">
                                  <a16:creationId xmlns:a16="http://schemas.microsoft.com/office/drawing/2014/main" id="{FB2E3699-53DF-4E25-9CCD-560032B813D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674901045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589" name="Flowchart: Connector 13588">
                          <a:extLst>
                            <a:ext uri="{FF2B5EF4-FFF2-40B4-BE49-F238E27FC236}">
                              <a16:creationId xmlns:a16="http://schemas.microsoft.com/office/drawing/2014/main" id="{C25A9032-D8DC-436B-8D94-01829E2ECAF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90" name="3D Model 13589" descr="Sphere">
                              <a:extLst>
                                <a:ext uri="{FF2B5EF4-FFF2-40B4-BE49-F238E27FC236}">
                                  <a16:creationId xmlns:a16="http://schemas.microsoft.com/office/drawing/2014/main" id="{AD2FE8A3-4514-4ED9-9ABA-1A5E67EB732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8106554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13502" name="Flowchart: Connector 13501">
                      <a:extLst>
                        <a:ext uri="{FF2B5EF4-FFF2-40B4-BE49-F238E27FC236}">
                          <a16:creationId xmlns:a16="http://schemas.microsoft.com/office/drawing/2014/main" id="{BF46B73E-04B0-4016-8A50-356AC902539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503" name="Flowchart: Connector 13502">
                      <a:extLst>
                        <a:ext uri="{FF2B5EF4-FFF2-40B4-BE49-F238E27FC236}">
                          <a16:creationId xmlns:a16="http://schemas.microsoft.com/office/drawing/2014/main" id="{63287694-645C-46AB-A032-8E8E60774B2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504" name="Flowchart: Connector 13503">
                      <a:extLst>
                        <a:ext uri="{FF2B5EF4-FFF2-40B4-BE49-F238E27FC236}">
                          <a16:creationId xmlns:a16="http://schemas.microsoft.com/office/drawing/2014/main" id="{7A39937C-210C-46B6-AC53-DAE6598B3C6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505" name="Flowchart: Connector 13504">
                      <a:extLst>
                        <a:ext uri="{FF2B5EF4-FFF2-40B4-BE49-F238E27FC236}">
                          <a16:creationId xmlns:a16="http://schemas.microsoft.com/office/drawing/2014/main" id="{FC151DD7-558C-4AB4-973C-7A5F4E7BBA8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506" name="Flowchart: Connector 13505">
                      <a:extLst>
                        <a:ext uri="{FF2B5EF4-FFF2-40B4-BE49-F238E27FC236}">
                          <a16:creationId xmlns:a16="http://schemas.microsoft.com/office/drawing/2014/main" id="{5554E8C4-0E23-456E-80C3-BD4C76513DC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507" name="Flowchart: Connector 13506">
                      <a:extLst>
                        <a:ext uri="{FF2B5EF4-FFF2-40B4-BE49-F238E27FC236}">
                          <a16:creationId xmlns:a16="http://schemas.microsoft.com/office/drawing/2014/main" id="{DBC0868E-F572-4281-B5D7-C64BB6B8C91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3508" name="Flowchart: Connector 13507">
                      <a:extLst>
                        <a:ext uri="{FF2B5EF4-FFF2-40B4-BE49-F238E27FC236}">
                          <a16:creationId xmlns:a16="http://schemas.microsoft.com/office/drawing/2014/main" id="{669774AC-D74A-45A5-A6A1-5DED6842224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509" name="Flowchart: Connector 13508">
                      <a:extLst>
                        <a:ext uri="{FF2B5EF4-FFF2-40B4-BE49-F238E27FC236}">
                          <a16:creationId xmlns:a16="http://schemas.microsoft.com/office/drawing/2014/main" id="{B2C59A61-F8B8-4BA4-B15F-FE31FC932D3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13510" name="Group 13509">
                      <a:extLst>
                        <a:ext uri="{FF2B5EF4-FFF2-40B4-BE49-F238E27FC236}">
                          <a16:creationId xmlns:a16="http://schemas.microsoft.com/office/drawing/2014/main" id="{02FFD714-4053-454C-9E0E-DF33221538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13511" name="Group 13510">
                        <a:extLst>
                          <a:ext uri="{FF2B5EF4-FFF2-40B4-BE49-F238E27FC236}">
                            <a16:creationId xmlns:a16="http://schemas.microsoft.com/office/drawing/2014/main" id="{D685F1E8-C033-4475-A66F-871D44DA0F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13562" name="Flowchart: Connector 13561">
                          <a:extLst>
                            <a:ext uri="{FF2B5EF4-FFF2-40B4-BE49-F238E27FC236}">
                              <a16:creationId xmlns:a16="http://schemas.microsoft.com/office/drawing/2014/main" id="{5D3A8083-A963-4B19-A95D-847C36C937B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63" name="3D Model 13562" descr="Sphere">
                              <a:extLst>
                                <a:ext uri="{FF2B5EF4-FFF2-40B4-BE49-F238E27FC236}">
                                  <a16:creationId xmlns:a16="http://schemas.microsoft.com/office/drawing/2014/main" id="{0CFA3862-D775-4018-A125-AA8841ABF4D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24162796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564" name="Flowchart: Connector 13563">
                          <a:extLst>
                            <a:ext uri="{FF2B5EF4-FFF2-40B4-BE49-F238E27FC236}">
                              <a16:creationId xmlns:a16="http://schemas.microsoft.com/office/drawing/2014/main" id="{D855C68C-6AEF-497C-812E-609498463B4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65" name="3D Model 13564" descr="Sphere">
                              <a:extLst>
                                <a:ext uri="{FF2B5EF4-FFF2-40B4-BE49-F238E27FC236}">
                                  <a16:creationId xmlns:a16="http://schemas.microsoft.com/office/drawing/2014/main" id="{D3CDCB16-FD40-483C-8F6B-EB3AD0AF79C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2392576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566" name="Flowchart: Connector 13565">
                          <a:extLst>
                            <a:ext uri="{FF2B5EF4-FFF2-40B4-BE49-F238E27FC236}">
                              <a16:creationId xmlns:a16="http://schemas.microsoft.com/office/drawing/2014/main" id="{30EF6B4D-49B0-40CA-A7FF-69336A9E015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67" name="3D Model 13566" descr="Sphere">
                              <a:extLst>
                                <a:ext uri="{FF2B5EF4-FFF2-40B4-BE49-F238E27FC236}">
                                  <a16:creationId xmlns:a16="http://schemas.microsoft.com/office/drawing/2014/main" id="{309A8F7A-1548-4D08-AC04-9243B2C373A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338783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568" name="Flowchart: Connector 13567">
                          <a:extLst>
                            <a:ext uri="{FF2B5EF4-FFF2-40B4-BE49-F238E27FC236}">
                              <a16:creationId xmlns:a16="http://schemas.microsoft.com/office/drawing/2014/main" id="{EFC7AD2B-4B74-4A3A-9577-602E1DB0A17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69" name="3D Model 13568" descr="Sphere">
                              <a:extLst>
                                <a:ext uri="{FF2B5EF4-FFF2-40B4-BE49-F238E27FC236}">
                                  <a16:creationId xmlns:a16="http://schemas.microsoft.com/office/drawing/2014/main" id="{0F473DA8-33E2-41A1-9395-1E228A559FB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2483523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3512" name="Group 13511">
                        <a:extLst>
                          <a:ext uri="{FF2B5EF4-FFF2-40B4-BE49-F238E27FC236}">
                            <a16:creationId xmlns:a16="http://schemas.microsoft.com/office/drawing/2014/main" id="{C42A22FA-1562-4ED1-8BB8-496FCA44E9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13546" name="Flowchart: Connector 13545">
                          <a:extLst>
                            <a:ext uri="{FF2B5EF4-FFF2-40B4-BE49-F238E27FC236}">
                              <a16:creationId xmlns:a16="http://schemas.microsoft.com/office/drawing/2014/main" id="{D689F10B-CB1D-46BE-B5FE-21604AB5FB5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47" name="Flowchart: Connector 13546">
                          <a:extLst>
                            <a:ext uri="{FF2B5EF4-FFF2-40B4-BE49-F238E27FC236}">
                              <a16:creationId xmlns:a16="http://schemas.microsoft.com/office/drawing/2014/main" id="{A6EB6867-089C-4110-93F3-82F055B4CD7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48" name="Flowchart: Connector 13547">
                          <a:extLst>
                            <a:ext uri="{FF2B5EF4-FFF2-40B4-BE49-F238E27FC236}">
                              <a16:creationId xmlns:a16="http://schemas.microsoft.com/office/drawing/2014/main" id="{67E56072-B6B6-491A-896B-CC79501A92E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49" name="Flowchart: Connector 13548">
                          <a:extLst>
                            <a:ext uri="{FF2B5EF4-FFF2-40B4-BE49-F238E27FC236}">
                              <a16:creationId xmlns:a16="http://schemas.microsoft.com/office/drawing/2014/main" id="{A8A1EC68-6B4E-4AEB-9787-6DB52D326BE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50" name="Flowchart: Connector 13549">
                          <a:extLst>
                            <a:ext uri="{FF2B5EF4-FFF2-40B4-BE49-F238E27FC236}">
                              <a16:creationId xmlns:a16="http://schemas.microsoft.com/office/drawing/2014/main" id="{28F9C1BA-A732-4766-80C3-839DC7A4C24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51" name="Flowchart: Connector 13550">
                          <a:extLst>
                            <a:ext uri="{FF2B5EF4-FFF2-40B4-BE49-F238E27FC236}">
                              <a16:creationId xmlns:a16="http://schemas.microsoft.com/office/drawing/2014/main" id="{145F8A84-BFD5-492A-996F-D294DBC376D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52" name="Flowchart: Connector 13551">
                          <a:extLst>
                            <a:ext uri="{FF2B5EF4-FFF2-40B4-BE49-F238E27FC236}">
                              <a16:creationId xmlns:a16="http://schemas.microsoft.com/office/drawing/2014/main" id="{88D88089-E717-46E6-B640-A6706FBB880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53" name="Flowchart: Connector 13552">
                          <a:extLst>
                            <a:ext uri="{FF2B5EF4-FFF2-40B4-BE49-F238E27FC236}">
                              <a16:creationId xmlns:a16="http://schemas.microsoft.com/office/drawing/2014/main" id="{54BB9772-A7EB-4735-AD74-A26D6707C86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54" name="Flowchart: Connector 13553">
                          <a:extLst>
                            <a:ext uri="{FF2B5EF4-FFF2-40B4-BE49-F238E27FC236}">
                              <a16:creationId xmlns:a16="http://schemas.microsoft.com/office/drawing/2014/main" id="{BA1C62BE-71A7-483D-B209-782C22CE9B3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55" name="3D Model 13554" descr="Sphere">
                              <a:extLst>
                                <a:ext uri="{FF2B5EF4-FFF2-40B4-BE49-F238E27FC236}">
                                  <a16:creationId xmlns:a16="http://schemas.microsoft.com/office/drawing/2014/main" id="{3D218DD9-DEA9-4D29-99A9-056B36D03E1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91551211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556" name="Flowchart: Connector 13555">
                          <a:extLst>
                            <a:ext uri="{FF2B5EF4-FFF2-40B4-BE49-F238E27FC236}">
                              <a16:creationId xmlns:a16="http://schemas.microsoft.com/office/drawing/2014/main" id="{E7664932-6B4C-4559-8DB0-EB39C61F0A1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57" name="3D Model 13556" descr="Sphere">
                              <a:extLst>
                                <a:ext uri="{FF2B5EF4-FFF2-40B4-BE49-F238E27FC236}">
                                  <a16:creationId xmlns:a16="http://schemas.microsoft.com/office/drawing/2014/main" id="{08AA1432-F9B0-4D29-9971-5EE2400F254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2715876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558" name="Flowchart: Connector 13557">
                          <a:extLst>
                            <a:ext uri="{FF2B5EF4-FFF2-40B4-BE49-F238E27FC236}">
                              <a16:creationId xmlns:a16="http://schemas.microsoft.com/office/drawing/2014/main" id="{C3ED7F0F-55C6-4843-8928-76A6FA80C4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59" name="3D Model 13558" descr="Sphere">
                              <a:extLst>
                                <a:ext uri="{FF2B5EF4-FFF2-40B4-BE49-F238E27FC236}">
                                  <a16:creationId xmlns:a16="http://schemas.microsoft.com/office/drawing/2014/main" id="{7C7A0BB5-7617-4B37-A262-6069FF46354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3883079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560" name="Flowchart: Connector 13559">
                          <a:extLst>
                            <a:ext uri="{FF2B5EF4-FFF2-40B4-BE49-F238E27FC236}">
                              <a16:creationId xmlns:a16="http://schemas.microsoft.com/office/drawing/2014/main" id="{7B40F869-DA45-4E61-9343-93F3AA4134A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61" name="3D Model 13560" descr="Sphere">
                              <a:extLst>
                                <a:ext uri="{FF2B5EF4-FFF2-40B4-BE49-F238E27FC236}">
                                  <a16:creationId xmlns:a16="http://schemas.microsoft.com/office/drawing/2014/main" id="{28FDE5DD-5223-4F6F-8100-19509F64547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8883575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3513" name="Group 13512">
                        <a:extLst>
                          <a:ext uri="{FF2B5EF4-FFF2-40B4-BE49-F238E27FC236}">
                            <a16:creationId xmlns:a16="http://schemas.microsoft.com/office/drawing/2014/main" id="{523782AE-977F-4242-812A-2AE5AD4952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13530" name="Flowchart: Connector 13529">
                          <a:extLst>
                            <a:ext uri="{FF2B5EF4-FFF2-40B4-BE49-F238E27FC236}">
                              <a16:creationId xmlns:a16="http://schemas.microsoft.com/office/drawing/2014/main" id="{9CD2873D-2EB0-41EE-9A93-BC66A7D5232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31" name="Flowchart: Connector 13530">
                          <a:extLst>
                            <a:ext uri="{FF2B5EF4-FFF2-40B4-BE49-F238E27FC236}">
                              <a16:creationId xmlns:a16="http://schemas.microsoft.com/office/drawing/2014/main" id="{73BE049E-5A7A-4D62-8739-D3C3766524B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32" name="Flowchart: Connector 13531">
                          <a:extLst>
                            <a:ext uri="{FF2B5EF4-FFF2-40B4-BE49-F238E27FC236}">
                              <a16:creationId xmlns:a16="http://schemas.microsoft.com/office/drawing/2014/main" id="{EF695411-DA6B-4263-A6B3-D0272275CDB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33" name="Flowchart: Connector 13532">
                          <a:extLst>
                            <a:ext uri="{FF2B5EF4-FFF2-40B4-BE49-F238E27FC236}">
                              <a16:creationId xmlns:a16="http://schemas.microsoft.com/office/drawing/2014/main" id="{777D9ED6-9BAA-4D45-8087-21C76207F7F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34" name="Flowchart: Connector 13533">
                          <a:extLst>
                            <a:ext uri="{FF2B5EF4-FFF2-40B4-BE49-F238E27FC236}">
                              <a16:creationId xmlns:a16="http://schemas.microsoft.com/office/drawing/2014/main" id="{C81427B7-1BBF-48BB-9A11-3A983A5171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35" name="Flowchart: Connector 13534">
                          <a:extLst>
                            <a:ext uri="{FF2B5EF4-FFF2-40B4-BE49-F238E27FC236}">
                              <a16:creationId xmlns:a16="http://schemas.microsoft.com/office/drawing/2014/main" id="{7051F421-53DD-4A85-9488-1F9EB433374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36" name="Flowchart: Connector 13535">
                          <a:extLst>
                            <a:ext uri="{FF2B5EF4-FFF2-40B4-BE49-F238E27FC236}">
                              <a16:creationId xmlns:a16="http://schemas.microsoft.com/office/drawing/2014/main" id="{14E5A0DC-566A-4FA8-B539-E1926C275D2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37" name="Flowchart: Connector 13536">
                          <a:extLst>
                            <a:ext uri="{FF2B5EF4-FFF2-40B4-BE49-F238E27FC236}">
                              <a16:creationId xmlns:a16="http://schemas.microsoft.com/office/drawing/2014/main" id="{6A399323-B98A-4092-A20E-325B2CAF087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538" name="Flowchart: Connector 13537">
                          <a:extLst>
                            <a:ext uri="{FF2B5EF4-FFF2-40B4-BE49-F238E27FC236}">
                              <a16:creationId xmlns:a16="http://schemas.microsoft.com/office/drawing/2014/main" id="{1216BDA2-2799-4CF8-A23C-DBBF1E8F8E2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39" name="3D Model 13538" descr="Sphere">
                              <a:extLst>
                                <a:ext uri="{FF2B5EF4-FFF2-40B4-BE49-F238E27FC236}">
                                  <a16:creationId xmlns:a16="http://schemas.microsoft.com/office/drawing/2014/main" id="{C0BC2507-C772-4003-9FE1-277981957D4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55073735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540" name="Flowchart: Connector 13539">
                          <a:extLst>
                            <a:ext uri="{FF2B5EF4-FFF2-40B4-BE49-F238E27FC236}">
                              <a16:creationId xmlns:a16="http://schemas.microsoft.com/office/drawing/2014/main" id="{6373D5E2-EAD1-493E-913B-74F77591C41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41" name="3D Model 13540" descr="Sphere">
                              <a:extLst>
                                <a:ext uri="{FF2B5EF4-FFF2-40B4-BE49-F238E27FC236}">
                                  <a16:creationId xmlns:a16="http://schemas.microsoft.com/office/drawing/2014/main" id="{53B8379E-CF8A-4305-932D-CF1A1833A07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1911561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542" name="Flowchart: Connector 13541">
                          <a:extLst>
                            <a:ext uri="{FF2B5EF4-FFF2-40B4-BE49-F238E27FC236}">
                              <a16:creationId xmlns:a16="http://schemas.microsoft.com/office/drawing/2014/main" id="{438A947F-CAEF-453C-8DC0-5A30AA9A15C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43" name="3D Model 13542" descr="Sphere">
                              <a:extLst>
                                <a:ext uri="{FF2B5EF4-FFF2-40B4-BE49-F238E27FC236}">
                                  <a16:creationId xmlns:a16="http://schemas.microsoft.com/office/drawing/2014/main" id="{5F5A5787-5FB6-4B2B-BE07-AE84A4086E7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36716994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544" name="Flowchart: Connector 13543">
                          <a:extLst>
                            <a:ext uri="{FF2B5EF4-FFF2-40B4-BE49-F238E27FC236}">
                              <a16:creationId xmlns:a16="http://schemas.microsoft.com/office/drawing/2014/main" id="{0AE0101B-0738-4860-820A-2B80226F0F0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545" name="3D Model 13544" descr="Sphere">
                              <a:extLst>
                                <a:ext uri="{FF2B5EF4-FFF2-40B4-BE49-F238E27FC236}">
                                  <a16:creationId xmlns:a16="http://schemas.microsoft.com/office/drawing/2014/main" id="{F7B2371E-7B42-44FC-8C85-18C4B028CDA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50547667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3514" name="Flowchart: Connector 13513">
                        <a:extLst>
                          <a:ext uri="{FF2B5EF4-FFF2-40B4-BE49-F238E27FC236}">
                            <a16:creationId xmlns:a16="http://schemas.microsoft.com/office/drawing/2014/main" id="{B7B66755-30C3-482F-BC2F-1D957304CD3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515" name="Flowchart: Connector 13514">
                        <a:extLst>
                          <a:ext uri="{FF2B5EF4-FFF2-40B4-BE49-F238E27FC236}">
                            <a16:creationId xmlns:a16="http://schemas.microsoft.com/office/drawing/2014/main" id="{2370A84A-C360-45FB-844F-4F9CC0D6B9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516" name="Flowchart: Connector 13515">
                        <a:extLst>
                          <a:ext uri="{FF2B5EF4-FFF2-40B4-BE49-F238E27FC236}">
                            <a16:creationId xmlns:a16="http://schemas.microsoft.com/office/drawing/2014/main" id="{BA13275E-1AFA-460C-9426-40C42BA098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517" name="Flowchart: Connector 13516">
                        <a:extLst>
                          <a:ext uri="{FF2B5EF4-FFF2-40B4-BE49-F238E27FC236}">
                            <a16:creationId xmlns:a16="http://schemas.microsoft.com/office/drawing/2014/main" id="{5143391C-D0FC-4613-B50D-6FF5D1173AB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518" name="Flowchart: Connector 13517">
                        <a:extLst>
                          <a:ext uri="{FF2B5EF4-FFF2-40B4-BE49-F238E27FC236}">
                            <a16:creationId xmlns:a16="http://schemas.microsoft.com/office/drawing/2014/main" id="{B47F49BA-24C6-4897-8913-1D258BC727A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519" name="Flowchart: Connector 13518">
                        <a:extLst>
                          <a:ext uri="{FF2B5EF4-FFF2-40B4-BE49-F238E27FC236}">
                            <a16:creationId xmlns:a16="http://schemas.microsoft.com/office/drawing/2014/main" id="{61508926-43CA-4C09-BDD5-048A4687940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520" name="Flowchart: Connector 13519">
                        <a:extLst>
                          <a:ext uri="{FF2B5EF4-FFF2-40B4-BE49-F238E27FC236}">
                            <a16:creationId xmlns:a16="http://schemas.microsoft.com/office/drawing/2014/main" id="{A8C644FF-3EEF-4C03-8503-010F66B3AC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521" name="Flowchart: Connector 13520">
                        <a:extLst>
                          <a:ext uri="{FF2B5EF4-FFF2-40B4-BE49-F238E27FC236}">
                            <a16:creationId xmlns:a16="http://schemas.microsoft.com/office/drawing/2014/main" id="{4A859A49-A5BB-4625-A7F8-A291C249603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522" name="Flowchart: Connector 13521">
                        <a:extLst>
                          <a:ext uri="{FF2B5EF4-FFF2-40B4-BE49-F238E27FC236}">
                            <a16:creationId xmlns:a16="http://schemas.microsoft.com/office/drawing/2014/main" id="{816034F6-9327-4920-BDED-583CDA6F25B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523" name="3D Model 13522" descr="Sphere">
                            <a:extLst>
                              <a:ext uri="{FF2B5EF4-FFF2-40B4-BE49-F238E27FC236}">
                                <a16:creationId xmlns:a16="http://schemas.microsoft.com/office/drawing/2014/main" id="{D2FB54D1-B258-48B7-808C-0D44B8D1DF7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728564936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524" name="Flowchart: Connector 13523">
                        <a:extLst>
                          <a:ext uri="{FF2B5EF4-FFF2-40B4-BE49-F238E27FC236}">
                            <a16:creationId xmlns:a16="http://schemas.microsoft.com/office/drawing/2014/main" id="{EC08FBE5-68B5-458A-85ED-1F9A25A82F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525" name="3D Model 13524" descr="Sphere">
                            <a:extLst>
                              <a:ext uri="{FF2B5EF4-FFF2-40B4-BE49-F238E27FC236}">
                                <a16:creationId xmlns:a16="http://schemas.microsoft.com/office/drawing/2014/main" id="{A863B46A-5F92-4DA0-9B0D-828CC15CD9D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45445078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526" name="Flowchart: Connector 13525">
                        <a:extLst>
                          <a:ext uri="{FF2B5EF4-FFF2-40B4-BE49-F238E27FC236}">
                            <a16:creationId xmlns:a16="http://schemas.microsoft.com/office/drawing/2014/main" id="{FDE40D82-3002-432C-9FE7-22AA22DCD5B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527" name="3D Model 13526" descr="Sphere">
                            <a:extLst>
                              <a:ext uri="{FF2B5EF4-FFF2-40B4-BE49-F238E27FC236}">
                                <a16:creationId xmlns:a16="http://schemas.microsoft.com/office/drawing/2014/main" id="{88CEA9B3-380A-48FF-9EFE-34D5A06E86C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249755499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528" name="Flowchart: Connector 13527">
                        <a:extLst>
                          <a:ext uri="{FF2B5EF4-FFF2-40B4-BE49-F238E27FC236}">
                            <a16:creationId xmlns:a16="http://schemas.microsoft.com/office/drawing/2014/main" id="{D5ADD22D-548C-479A-9D90-BF988A596CE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529" name="3D Model 13528" descr="Sphere">
                            <a:extLst>
                              <a:ext uri="{FF2B5EF4-FFF2-40B4-BE49-F238E27FC236}">
                                <a16:creationId xmlns:a16="http://schemas.microsoft.com/office/drawing/2014/main" id="{CDD2788A-8E55-47DA-8C34-2D9CDC44B31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01221930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3479" name="Freeform: Shape 13478">
                    <a:extLst>
                      <a:ext uri="{FF2B5EF4-FFF2-40B4-BE49-F238E27FC236}">
                        <a16:creationId xmlns:a16="http://schemas.microsoft.com/office/drawing/2014/main" id="{E3191B3F-F806-483E-8752-884C4466166D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480" name="Freeform: Shape 13479">
                    <a:extLst>
                      <a:ext uri="{FF2B5EF4-FFF2-40B4-BE49-F238E27FC236}">
                        <a16:creationId xmlns:a16="http://schemas.microsoft.com/office/drawing/2014/main" id="{6478A65F-8C45-4393-8E47-BE01B8819883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481" name="Freeform: Shape 13480">
                    <a:extLst>
                      <a:ext uri="{FF2B5EF4-FFF2-40B4-BE49-F238E27FC236}">
                        <a16:creationId xmlns:a16="http://schemas.microsoft.com/office/drawing/2014/main" id="{4040DBE6-6208-4693-ACCB-ADE52F7EC104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482" name="Freeform: Shape 13481">
                    <a:extLst>
                      <a:ext uri="{FF2B5EF4-FFF2-40B4-BE49-F238E27FC236}">
                        <a16:creationId xmlns:a16="http://schemas.microsoft.com/office/drawing/2014/main" id="{3B0BEDEB-B60C-4E0B-9B02-5D5FC034DA9E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483" name="Freeform: Shape 13482">
                    <a:extLst>
                      <a:ext uri="{FF2B5EF4-FFF2-40B4-BE49-F238E27FC236}">
                        <a16:creationId xmlns:a16="http://schemas.microsoft.com/office/drawing/2014/main" id="{B8C2B1EF-7905-4F48-95C2-0FB46BBC1F54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484" name="Freeform: Shape 13483">
                    <a:extLst>
                      <a:ext uri="{FF2B5EF4-FFF2-40B4-BE49-F238E27FC236}">
                        <a16:creationId xmlns:a16="http://schemas.microsoft.com/office/drawing/2014/main" id="{0A97849B-03F1-4821-8041-E2FF8738CCD5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485" name="Freeform: Shape 13484">
                    <a:extLst>
                      <a:ext uri="{FF2B5EF4-FFF2-40B4-BE49-F238E27FC236}">
                        <a16:creationId xmlns:a16="http://schemas.microsoft.com/office/drawing/2014/main" id="{8507ECED-25E5-4391-AD96-738D223102D7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486" name="Freeform: Shape 13485">
                    <a:extLst>
                      <a:ext uri="{FF2B5EF4-FFF2-40B4-BE49-F238E27FC236}">
                        <a16:creationId xmlns:a16="http://schemas.microsoft.com/office/drawing/2014/main" id="{B1F75232-AA4A-4FC2-B118-081EAB3ABBDC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487" name="Freeform: Shape 13486">
                    <a:extLst>
                      <a:ext uri="{FF2B5EF4-FFF2-40B4-BE49-F238E27FC236}">
                        <a16:creationId xmlns:a16="http://schemas.microsoft.com/office/drawing/2014/main" id="{FF45F431-25D9-4DE2-B3A9-7209B278320F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488" name="Freeform: Shape 13487">
                    <a:extLst>
                      <a:ext uri="{FF2B5EF4-FFF2-40B4-BE49-F238E27FC236}">
                        <a16:creationId xmlns:a16="http://schemas.microsoft.com/office/drawing/2014/main" id="{A2F54CD5-ADFC-45C4-A70A-8573572C633A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489" name="Freeform: Shape 13488">
                    <a:extLst>
                      <a:ext uri="{FF2B5EF4-FFF2-40B4-BE49-F238E27FC236}">
                        <a16:creationId xmlns:a16="http://schemas.microsoft.com/office/drawing/2014/main" id="{7B34AC48-C097-4265-8BB2-F87EF2EE6F0F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490" name="Freeform: Shape 13489">
                    <a:extLst>
                      <a:ext uri="{FF2B5EF4-FFF2-40B4-BE49-F238E27FC236}">
                        <a16:creationId xmlns:a16="http://schemas.microsoft.com/office/drawing/2014/main" id="{8B155B15-3482-49FE-A24E-B787C806EC81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13475" name="Freeform: Shape 13474">
                  <a:extLst>
                    <a:ext uri="{FF2B5EF4-FFF2-40B4-BE49-F238E27FC236}">
                      <a16:creationId xmlns:a16="http://schemas.microsoft.com/office/drawing/2014/main" id="{FD0B58FE-8762-4547-9F0B-F6172BD433FD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476" name="Freeform: Shape 13475">
                  <a:extLst>
                    <a:ext uri="{FF2B5EF4-FFF2-40B4-BE49-F238E27FC236}">
                      <a16:creationId xmlns:a16="http://schemas.microsoft.com/office/drawing/2014/main" id="{8C924968-E376-4668-8D79-E5403F85E240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477" name="Freeform: Shape 13476">
                  <a:extLst>
                    <a:ext uri="{FF2B5EF4-FFF2-40B4-BE49-F238E27FC236}">
                      <a16:creationId xmlns:a16="http://schemas.microsoft.com/office/drawing/2014/main" id="{7011AF85-CD81-4EBA-B14D-57339FB2C88D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2274" name="Group 12273">
                <a:extLst>
                  <a:ext uri="{FF2B5EF4-FFF2-40B4-BE49-F238E27FC236}">
                    <a16:creationId xmlns:a16="http://schemas.microsoft.com/office/drawing/2014/main" id="{A37E8B5E-EDB3-4DDC-AB50-1DA1DE23260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566293" y="6040172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13175" name="Group 13174">
                  <a:extLst>
                    <a:ext uri="{FF2B5EF4-FFF2-40B4-BE49-F238E27FC236}">
                      <a16:creationId xmlns:a16="http://schemas.microsoft.com/office/drawing/2014/main" id="{DE785E0D-EFF7-4150-AF09-9916CBDC919D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13179" name="Group 13178">
                    <a:extLst>
                      <a:ext uri="{FF2B5EF4-FFF2-40B4-BE49-F238E27FC236}">
                        <a16:creationId xmlns:a16="http://schemas.microsoft.com/office/drawing/2014/main" id="{7BF619CD-5481-4B11-8616-16CB152E7B76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13192" name="Group 13191">
                      <a:extLst>
                        <a:ext uri="{FF2B5EF4-FFF2-40B4-BE49-F238E27FC236}">
                          <a16:creationId xmlns:a16="http://schemas.microsoft.com/office/drawing/2014/main" id="{306DE997-AD96-4FEA-A1ED-A86B147B75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13413" name="Group 13412">
                        <a:extLst>
                          <a:ext uri="{FF2B5EF4-FFF2-40B4-BE49-F238E27FC236}">
                            <a16:creationId xmlns:a16="http://schemas.microsoft.com/office/drawing/2014/main" id="{5B382C18-62CE-4D51-AA0B-905B57F2DD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13470" name="Flowchart: Connector 13469">
                          <a:extLst>
                            <a:ext uri="{FF2B5EF4-FFF2-40B4-BE49-F238E27FC236}">
                              <a16:creationId xmlns:a16="http://schemas.microsoft.com/office/drawing/2014/main" id="{2FE78D22-FDB8-47A1-9B38-BCF0B059980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471" name="Flowchart: Connector 13470">
                          <a:extLst>
                            <a:ext uri="{FF2B5EF4-FFF2-40B4-BE49-F238E27FC236}">
                              <a16:creationId xmlns:a16="http://schemas.microsoft.com/office/drawing/2014/main" id="{07BA540B-950E-4E89-85E3-5320DFFD162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472" name="Flowchart: Connector 13471">
                          <a:extLst>
                            <a:ext uri="{FF2B5EF4-FFF2-40B4-BE49-F238E27FC236}">
                              <a16:creationId xmlns:a16="http://schemas.microsoft.com/office/drawing/2014/main" id="{2C98F6EB-2E59-4CED-A0DF-1C839188AFF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473" name="Flowchart: Connector 13472">
                          <a:extLst>
                            <a:ext uri="{FF2B5EF4-FFF2-40B4-BE49-F238E27FC236}">
                              <a16:creationId xmlns:a16="http://schemas.microsoft.com/office/drawing/2014/main" id="{F5873CCC-26A0-45D1-969F-190DCFE349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3414" name="Group 13413">
                        <a:extLst>
                          <a:ext uri="{FF2B5EF4-FFF2-40B4-BE49-F238E27FC236}">
                            <a16:creationId xmlns:a16="http://schemas.microsoft.com/office/drawing/2014/main" id="{07319E61-4219-4B58-BABC-994CAFAF00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13415" name="Group 13414">
                          <a:extLst>
                            <a:ext uri="{FF2B5EF4-FFF2-40B4-BE49-F238E27FC236}">
                              <a16:creationId xmlns:a16="http://schemas.microsoft.com/office/drawing/2014/main" id="{FBAD2833-62F5-4E86-B6F6-6B325A8B02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63" name="3D Model 13462" descr="Sphere">
                                <a:extLst>
                                  <a:ext uri="{FF2B5EF4-FFF2-40B4-BE49-F238E27FC236}">
                                    <a16:creationId xmlns:a16="http://schemas.microsoft.com/office/drawing/2014/main" id="{CC915A5E-1054-4453-8B07-5D9FCB72E26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0727834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464" name="Flowchart: Connector 13463">
                            <a:extLst>
                              <a:ext uri="{FF2B5EF4-FFF2-40B4-BE49-F238E27FC236}">
                                <a16:creationId xmlns:a16="http://schemas.microsoft.com/office/drawing/2014/main" id="{3BB3A46D-3ECF-4E67-94B4-E41177E204D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65" name="3D Model 13464" descr="Sphere">
                                <a:extLst>
                                  <a:ext uri="{FF2B5EF4-FFF2-40B4-BE49-F238E27FC236}">
                                    <a16:creationId xmlns:a16="http://schemas.microsoft.com/office/drawing/2014/main" id="{29DBE85C-BB6F-4363-8F9B-21A1B4EC3C9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8648206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466" name="Flowchart: Connector 13465">
                            <a:extLst>
                              <a:ext uri="{FF2B5EF4-FFF2-40B4-BE49-F238E27FC236}">
                                <a16:creationId xmlns:a16="http://schemas.microsoft.com/office/drawing/2014/main" id="{B1971AF3-516C-41C3-80A6-648DDEC2EA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67" name="3D Model 13466" descr="Sphere">
                                <a:extLst>
                                  <a:ext uri="{FF2B5EF4-FFF2-40B4-BE49-F238E27FC236}">
                                    <a16:creationId xmlns:a16="http://schemas.microsoft.com/office/drawing/2014/main" id="{36A7950A-AEB3-4278-BEA4-2DB4BBD89BC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4335518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468" name="Flowchart: Connector 13467">
                            <a:extLst>
                              <a:ext uri="{FF2B5EF4-FFF2-40B4-BE49-F238E27FC236}">
                                <a16:creationId xmlns:a16="http://schemas.microsoft.com/office/drawing/2014/main" id="{A6ECFB9B-C2B2-463F-9FC5-92AF2A26C66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69" name="3D Model 13468" descr="Sphere">
                                <a:extLst>
                                  <a:ext uri="{FF2B5EF4-FFF2-40B4-BE49-F238E27FC236}">
                                    <a16:creationId xmlns:a16="http://schemas.microsoft.com/office/drawing/2014/main" id="{DE291082-B685-4BBA-963F-84139E8FDBB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7733466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416" name="Group 13415">
                          <a:extLst>
                            <a:ext uri="{FF2B5EF4-FFF2-40B4-BE49-F238E27FC236}">
                              <a16:creationId xmlns:a16="http://schemas.microsoft.com/office/drawing/2014/main" id="{51338DB1-60F7-4B2D-AB87-55D98A3DA80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3448" name="Flowchart: Connector 13447">
                            <a:extLst>
                              <a:ext uri="{FF2B5EF4-FFF2-40B4-BE49-F238E27FC236}">
                                <a16:creationId xmlns:a16="http://schemas.microsoft.com/office/drawing/2014/main" id="{7C2776BD-A4ED-4670-BBC1-EA58C2EF522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49" name="Flowchart: Connector 13448">
                            <a:extLst>
                              <a:ext uri="{FF2B5EF4-FFF2-40B4-BE49-F238E27FC236}">
                                <a16:creationId xmlns:a16="http://schemas.microsoft.com/office/drawing/2014/main" id="{6AA85B73-596A-43F9-9D0F-DAD8881768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50" name="Flowchart: Connector 13449">
                            <a:extLst>
                              <a:ext uri="{FF2B5EF4-FFF2-40B4-BE49-F238E27FC236}">
                                <a16:creationId xmlns:a16="http://schemas.microsoft.com/office/drawing/2014/main" id="{EC4CC422-9047-4CA3-8C82-27D2B4E642F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51" name="Flowchart: Connector 13450">
                            <a:extLst>
                              <a:ext uri="{FF2B5EF4-FFF2-40B4-BE49-F238E27FC236}">
                                <a16:creationId xmlns:a16="http://schemas.microsoft.com/office/drawing/2014/main" id="{B6339E3E-D168-4C64-AB90-915B7558BBF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52" name="Flowchart: Connector 13451">
                            <a:extLst>
                              <a:ext uri="{FF2B5EF4-FFF2-40B4-BE49-F238E27FC236}">
                                <a16:creationId xmlns:a16="http://schemas.microsoft.com/office/drawing/2014/main" id="{E0CBE133-4EB9-4036-9C15-E2D0297AFB5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53" name="Flowchart: Connector 13452">
                            <a:extLst>
                              <a:ext uri="{FF2B5EF4-FFF2-40B4-BE49-F238E27FC236}">
                                <a16:creationId xmlns:a16="http://schemas.microsoft.com/office/drawing/2014/main" id="{482A9C7C-0106-48A0-95C7-3CCBF7A7959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54" name="Flowchart: Connector 13453">
                            <a:extLst>
                              <a:ext uri="{FF2B5EF4-FFF2-40B4-BE49-F238E27FC236}">
                                <a16:creationId xmlns:a16="http://schemas.microsoft.com/office/drawing/2014/main" id="{C1308768-E731-4DDF-AA28-920A441EBF9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55" name="Flowchart: Connector 13454">
                            <a:extLst>
                              <a:ext uri="{FF2B5EF4-FFF2-40B4-BE49-F238E27FC236}">
                                <a16:creationId xmlns:a16="http://schemas.microsoft.com/office/drawing/2014/main" id="{889ADABD-0BF8-426F-8993-B84A1C2E991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56" name="3D Model 13455" descr="Sphere">
                                <a:extLst>
                                  <a:ext uri="{FF2B5EF4-FFF2-40B4-BE49-F238E27FC236}">
                                    <a16:creationId xmlns:a16="http://schemas.microsoft.com/office/drawing/2014/main" id="{18788E52-D87A-45A3-8CC4-349FB283C25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10852563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457" name="Flowchart: Connector 13456">
                            <a:extLst>
                              <a:ext uri="{FF2B5EF4-FFF2-40B4-BE49-F238E27FC236}">
                                <a16:creationId xmlns:a16="http://schemas.microsoft.com/office/drawing/2014/main" id="{9E5F7EB5-4A2D-406D-97C3-13A0E7AE85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58" name="3D Model 13457" descr="Sphere">
                                <a:extLst>
                                  <a:ext uri="{FF2B5EF4-FFF2-40B4-BE49-F238E27FC236}">
                                    <a16:creationId xmlns:a16="http://schemas.microsoft.com/office/drawing/2014/main" id="{2E90A317-5911-4D43-A7E5-14B9BBCEDDB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4879660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459" name="Flowchart: Connector 13458">
                            <a:extLst>
                              <a:ext uri="{FF2B5EF4-FFF2-40B4-BE49-F238E27FC236}">
                                <a16:creationId xmlns:a16="http://schemas.microsoft.com/office/drawing/2014/main" id="{4E6B21A5-8202-42BF-9066-DDCEB35DA69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60" name="3D Model 13459" descr="Sphere">
                                <a:extLst>
                                  <a:ext uri="{FF2B5EF4-FFF2-40B4-BE49-F238E27FC236}">
                                    <a16:creationId xmlns:a16="http://schemas.microsoft.com/office/drawing/2014/main" id="{ECD5F58A-FEE0-45AB-A3AD-EC9DCBD0D10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5354634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461" name="Flowchart: Connector 13460">
                            <a:extLst>
                              <a:ext uri="{FF2B5EF4-FFF2-40B4-BE49-F238E27FC236}">
                                <a16:creationId xmlns:a16="http://schemas.microsoft.com/office/drawing/2014/main" id="{FE7C818C-E869-4DB7-8DF9-C90D1B53D4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62" name="3D Model 13461" descr="Sphere">
                                <a:extLst>
                                  <a:ext uri="{FF2B5EF4-FFF2-40B4-BE49-F238E27FC236}">
                                    <a16:creationId xmlns:a16="http://schemas.microsoft.com/office/drawing/2014/main" id="{BEC137AF-79DF-4FEB-AFFF-C822BDDFDEB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9835987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417" name="Group 13416">
                          <a:extLst>
                            <a:ext uri="{FF2B5EF4-FFF2-40B4-BE49-F238E27FC236}">
                              <a16:creationId xmlns:a16="http://schemas.microsoft.com/office/drawing/2014/main" id="{CDCCD962-A389-4219-8E8E-ACEF0CB95D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3433" name="Flowchart: Connector 13432">
                            <a:extLst>
                              <a:ext uri="{FF2B5EF4-FFF2-40B4-BE49-F238E27FC236}">
                                <a16:creationId xmlns:a16="http://schemas.microsoft.com/office/drawing/2014/main" id="{EFB50BFE-8A31-45E2-93AC-855898A7223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34" name="Flowchart: Connector 13433">
                            <a:extLst>
                              <a:ext uri="{FF2B5EF4-FFF2-40B4-BE49-F238E27FC236}">
                                <a16:creationId xmlns:a16="http://schemas.microsoft.com/office/drawing/2014/main" id="{04A4A954-80D1-4045-BEA4-EBFB88D5157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35" name="Flowchart: Connector 13434">
                            <a:extLst>
                              <a:ext uri="{FF2B5EF4-FFF2-40B4-BE49-F238E27FC236}">
                                <a16:creationId xmlns:a16="http://schemas.microsoft.com/office/drawing/2014/main" id="{72EB4099-A691-4AE4-9FC2-709D1A4602B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36" name="Flowchart: Connector 13435">
                            <a:extLst>
                              <a:ext uri="{FF2B5EF4-FFF2-40B4-BE49-F238E27FC236}">
                                <a16:creationId xmlns:a16="http://schemas.microsoft.com/office/drawing/2014/main" id="{82A52D08-6AF0-4488-938F-6DA797CB144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37" name="Flowchart: Connector 13436">
                            <a:extLst>
                              <a:ext uri="{FF2B5EF4-FFF2-40B4-BE49-F238E27FC236}">
                                <a16:creationId xmlns:a16="http://schemas.microsoft.com/office/drawing/2014/main" id="{BAB5F945-833D-408A-A6B8-8A4622F8D91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38" name="Flowchart: Connector 13437">
                            <a:extLst>
                              <a:ext uri="{FF2B5EF4-FFF2-40B4-BE49-F238E27FC236}">
                                <a16:creationId xmlns:a16="http://schemas.microsoft.com/office/drawing/2014/main" id="{68C02C83-FD76-46AA-B536-42B4319B04D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39" name="Flowchart: Connector 13438">
                            <a:extLst>
                              <a:ext uri="{FF2B5EF4-FFF2-40B4-BE49-F238E27FC236}">
                                <a16:creationId xmlns:a16="http://schemas.microsoft.com/office/drawing/2014/main" id="{CC15B437-92FB-41CC-A7ED-85C34390DDB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440" name="Flowchart: Connector 13439">
                            <a:extLst>
                              <a:ext uri="{FF2B5EF4-FFF2-40B4-BE49-F238E27FC236}">
                                <a16:creationId xmlns:a16="http://schemas.microsoft.com/office/drawing/2014/main" id="{97F71692-C795-4376-80E6-CC30804F30E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41" name="3D Model 13440" descr="Sphere">
                                <a:extLst>
                                  <a:ext uri="{FF2B5EF4-FFF2-40B4-BE49-F238E27FC236}">
                                    <a16:creationId xmlns:a16="http://schemas.microsoft.com/office/drawing/2014/main" id="{0E08F65F-3824-42E4-87FB-AEAEBB0663B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9359503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442" name="Flowchart: Connector 13441">
                            <a:extLst>
                              <a:ext uri="{FF2B5EF4-FFF2-40B4-BE49-F238E27FC236}">
                                <a16:creationId xmlns:a16="http://schemas.microsoft.com/office/drawing/2014/main" id="{2D1CCFC5-996C-4034-801D-1655B48822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43" name="3D Model 13442" descr="Sphere">
                                <a:extLst>
                                  <a:ext uri="{FF2B5EF4-FFF2-40B4-BE49-F238E27FC236}">
                                    <a16:creationId xmlns:a16="http://schemas.microsoft.com/office/drawing/2014/main" id="{1044DCE9-569D-40FB-ADE1-85F8A8898A1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7343022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444" name="Flowchart: Connector 13443">
                            <a:extLst>
                              <a:ext uri="{FF2B5EF4-FFF2-40B4-BE49-F238E27FC236}">
                                <a16:creationId xmlns:a16="http://schemas.microsoft.com/office/drawing/2014/main" id="{65924A3C-1507-413B-B1D0-76062799B6B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45" name="3D Model 13444" descr="Sphere">
                                <a:extLst>
                                  <a:ext uri="{FF2B5EF4-FFF2-40B4-BE49-F238E27FC236}">
                                    <a16:creationId xmlns:a16="http://schemas.microsoft.com/office/drawing/2014/main" id="{4E0EC4A7-E451-4CD6-9614-F6453C2600D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2585153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446" name="Flowchart: Connector 13445">
                            <a:extLst>
                              <a:ext uri="{FF2B5EF4-FFF2-40B4-BE49-F238E27FC236}">
                                <a16:creationId xmlns:a16="http://schemas.microsoft.com/office/drawing/2014/main" id="{4DF06C96-1647-45F0-A62B-77B892BF10E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47" name="3D Model 13446" descr="Sphere">
                                <a:extLst>
                                  <a:ext uri="{FF2B5EF4-FFF2-40B4-BE49-F238E27FC236}">
                                    <a16:creationId xmlns:a16="http://schemas.microsoft.com/office/drawing/2014/main" id="{B0C42F15-F190-4FC0-AF20-EFAE5E77756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8700352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3418" name="Flowchart: Connector 13417">
                          <a:extLst>
                            <a:ext uri="{FF2B5EF4-FFF2-40B4-BE49-F238E27FC236}">
                              <a16:creationId xmlns:a16="http://schemas.microsoft.com/office/drawing/2014/main" id="{1A57519E-1C68-4962-BF13-03AC6B6B2AF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419" name="Flowchart: Connector 13418">
                          <a:extLst>
                            <a:ext uri="{FF2B5EF4-FFF2-40B4-BE49-F238E27FC236}">
                              <a16:creationId xmlns:a16="http://schemas.microsoft.com/office/drawing/2014/main" id="{2E48104B-5133-4D67-8768-8266C04365A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420" name="Flowchart: Connector 13419">
                          <a:extLst>
                            <a:ext uri="{FF2B5EF4-FFF2-40B4-BE49-F238E27FC236}">
                              <a16:creationId xmlns:a16="http://schemas.microsoft.com/office/drawing/2014/main" id="{0CB9CB53-B997-495F-964F-ACE7CC9826A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421" name="Flowchart: Connector 13420">
                          <a:extLst>
                            <a:ext uri="{FF2B5EF4-FFF2-40B4-BE49-F238E27FC236}">
                              <a16:creationId xmlns:a16="http://schemas.microsoft.com/office/drawing/2014/main" id="{81E156C0-9217-4BFF-9D2D-BA339EB0A5A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422" name="Flowchart: Connector 13421">
                          <a:extLst>
                            <a:ext uri="{FF2B5EF4-FFF2-40B4-BE49-F238E27FC236}">
                              <a16:creationId xmlns:a16="http://schemas.microsoft.com/office/drawing/2014/main" id="{CD3954BA-FE7A-42C5-B944-2126ED475C3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423" name="Flowchart: Connector 13422">
                          <a:extLst>
                            <a:ext uri="{FF2B5EF4-FFF2-40B4-BE49-F238E27FC236}">
                              <a16:creationId xmlns:a16="http://schemas.microsoft.com/office/drawing/2014/main" id="{441EB0AF-85B7-42A0-8636-8A3D195F9EC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424" name="Flowchart: Connector 13423">
                          <a:extLst>
                            <a:ext uri="{FF2B5EF4-FFF2-40B4-BE49-F238E27FC236}">
                              <a16:creationId xmlns:a16="http://schemas.microsoft.com/office/drawing/2014/main" id="{4BC0C6B0-BA4D-41DB-9773-C6B801997A8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425" name="Flowchart: Connector 13424">
                          <a:extLst>
                            <a:ext uri="{FF2B5EF4-FFF2-40B4-BE49-F238E27FC236}">
                              <a16:creationId xmlns:a16="http://schemas.microsoft.com/office/drawing/2014/main" id="{B7FB4082-760E-4558-B3FA-16C540ADCC6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426" name="3D Model 13425" descr="Sphere">
                              <a:extLst>
                                <a:ext uri="{FF2B5EF4-FFF2-40B4-BE49-F238E27FC236}">
                                  <a16:creationId xmlns:a16="http://schemas.microsoft.com/office/drawing/2014/main" id="{B07D403D-A06D-42A1-B4BE-90618688575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22371832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427" name="Flowchart: Connector 13426">
                          <a:extLst>
                            <a:ext uri="{FF2B5EF4-FFF2-40B4-BE49-F238E27FC236}">
                              <a16:creationId xmlns:a16="http://schemas.microsoft.com/office/drawing/2014/main" id="{E674F279-19F2-4606-8034-F6C72F63CB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428" name="3D Model 13427" descr="Sphere">
                              <a:extLst>
                                <a:ext uri="{FF2B5EF4-FFF2-40B4-BE49-F238E27FC236}">
                                  <a16:creationId xmlns:a16="http://schemas.microsoft.com/office/drawing/2014/main" id="{65374CCE-A597-476C-9E80-08FEDFBB981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87731401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429" name="Flowchart: Connector 13428">
                          <a:extLst>
                            <a:ext uri="{FF2B5EF4-FFF2-40B4-BE49-F238E27FC236}">
                              <a16:creationId xmlns:a16="http://schemas.microsoft.com/office/drawing/2014/main" id="{CE543E53-D5A0-4F7F-81E4-12BCB249170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430" name="3D Model 13429" descr="Sphere">
                              <a:extLst>
                                <a:ext uri="{FF2B5EF4-FFF2-40B4-BE49-F238E27FC236}">
                                  <a16:creationId xmlns:a16="http://schemas.microsoft.com/office/drawing/2014/main" id="{6127F049-B805-43C8-97D5-913BA83BE5F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13296439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431" name="Flowchart: Connector 13430">
                          <a:extLst>
                            <a:ext uri="{FF2B5EF4-FFF2-40B4-BE49-F238E27FC236}">
                              <a16:creationId xmlns:a16="http://schemas.microsoft.com/office/drawing/2014/main" id="{D5C29B3D-CCDD-4141-B67B-1045FEFCAAF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432" name="3D Model 13431" descr="Sphere">
                              <a:extLst>
                                <a:ext uri="{FF2B5EF4-FFF2-40B4-BE49-F238E27FC236}">
                                  <a16:creationId xmlns:a16="http://schemas.microsoft.com/office/drawing/2014/main" id="{0261E246-7CE4-4293-ABB4-B600F0528DC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66265857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3193" name="Group 13192">
                      <a:extLst>
                        <a:ext uri="{FF2B5EF4-FFF2-40B4-BE49-F238E27FC236}">
                          <a16:creationId xmlns:a16="http://schemas.microsoft.com/office/drawing/2014/main" id="{1AFD64DF-BE78-45B1-B509-335A60DBB8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3410" name="Flowchart: Connector 13409">
                        <a:extLst>
                          <a:ext uri="{FF2B5EF4-FFF2-40B4-BE49-F238E27FC236}">
                            <a16:creationId xmlns:a16="http://schemas.microsoft.com/office/drawing/2014/main" id="{3123BF91-CFDE-4391-9CDD-F72E198F0D2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411" name="Flowchart: Connector 13410">
                        <a:extLst>
                          <a:ext uri="{FF2B5EF4-FFF2-40B4-BE49-F238E27FC236}">
                            <a16:creationId xmlns:a16="http://schemas.microsoft.com/office/drawing/2014/main" id="{B2E40B60-655C-4831-A165-0788AD37252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412" name="Flowchart: Connector 13411">
                        <a:extLst>
                          <a:ext uri="{FF2B5EF4-FFF2-40B4-BE49-F238E27FC236}">
                            <a16:creationId xmlns:a16="http://schemas.microsoft.com/office/drawing/2014/main" id="{5F28993E-FA82-4D9B-BADA-6A53CEDDB71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3194" name="Flowchart: Connector 13193">
                      <a:extLst>
                        <a:ext uri="{FF2B5EF4-FFF2-40B4-BE49-F238E27FC236}">
                          <a16:creationId xmlns:a16="http://schemas.microsoft.com/office/drawing/2014/main" id="{312109C5-3AD0-4E87-A365-A5D3095B539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3195" name="Flowchart: Connector 13194">
                      <a:extLst>
                        <a:ext uri="{FF2B5EF4-FFF2-40B4-BE49-F238E27FC236}">
                          <a16:creationId xmlns:a16="http://schemas.microsoft.com/office/drawing/2014/main" id="{A049DA17-FCF2-4B7C-8747-DE47AA68A5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3196" name="Group 13195">
                      <a:extLst>
                        <a:ext uri="{FF2B5EF4-FFF2-40B4-BE49-F238E27FC236}">
                          <a16:creationId xmlns:a16="http://schemas.microsoft.com/office/drawing/2014/main" id="{4662F2B4-9E7C-42AC-95C2-901339367811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13407" name="Flowchart: Connector 13406">
                        <a:extLst>
                          <a:ext uri="{FF2B5EF4-FFF2-40B4-BE49-F238E27FC236}">
                            <a16:creationId xmlns:a16="http://schemas.microsoft.com/office/drawing/2014/main" id="{357DA10C-3FD2-44CB-868D-97EE1F1CE34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408" name="Flowchart: Connector 13407">
                        <a:extLst>
                          <a:ext uri="{FF2B5EF4-FFF2-40B4-BE49-F238E27FC236}">
                            <a16:creationId xmlns:a16="http://schemas.microsoft.com/office/drawing/2014/main" id="{8671B31D-A20A-49F7-A140-AFC7E3D300B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409" name="Flowchart: Connector 13408">
                        <a:extLst>
                          <a:ext uri="{FF2B5EF4-FFF2-40B4-BE49-F238E27FC236}">
                            <a16:creationId xmlns:a16="http://schemas.microsoft.com/office/drawing/2014/main" id="{FDFBAB87-B1E5-4264-A56D-8217EA19FEE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3197" name="Group 13196">
                      <a:extLst>
                        <a:ext uri="{FF2B5EF4-FFF2-40B4-BE49-F238E27FC236}">
                          <a16:creationId xmlns:a16="http://schemas.microsoft.com/office/drawing/2014/main" id="{BCD1B391-EBDE-42DD-8B8F-43A615D4E96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13342" name="Group 13341">
                        <a:extLst>
                          <a:ext uri="{FF2B5EF4-FFF2-40B4-BE49-F238E27FC236}">
                            <a16:creationId xmlns:a16="http://schemas.microsoft.com/office/drawing/2014/main" id="{DA2F1228-86E1-41D6-BD7B-92F148B4F62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13403" name="Flowchart: Connector 13402">
                          <a:extLst>
                            <a:ext uri="{FF2B5EF4-FFF2-40B4-BE49-F238E27FC236}">
                              <a16:creationId xmlns:a16="http://schemas.microsoft.com/office/drawing/2014/main" id="{5B9DF45C-802A-4541-8EBE-A8FD3BB443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404" name="Flowchart: Connector 13403">
                          <a:extLst>
                            <a:ext uri="{FF2B5EF4-FFF2-40B4-BE49-F238E27FC236}">
                              <a16:creationId xmlns:a16="http://schemas.microsoft.com/office/drawing/2014/main" id="{CE892E49-F8EE-4B26-B13D-E3E5D0112E9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405" name="Flowchart: Connector 13404">
                          <a:extLst>
                            <a:ext uri="{FF2B5EF4-FFF2-40B4-BE49-F238E27FC236}">
                              <a16:creationId xmlns:a16="http://schemas.microsoft.com/office/drawing/2014/main" id="{C237F597-683C-42DD-80FD-9FFBC797CE3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406" name="Flowchart: Connector 13405">
                          <a:extLst>
                            <a:ext uri="{FF2B5EF4-FFF2-40B4-BE49-F238E27FC236}">
                              <a16:creationId xmlns:a16="http://schemas.microsoft.com/office/drawing/2014/main" id="{5D53961E-9D78-4AC4-9E22-2F1F864FBB3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3343" name="Group 13342">
                        <a:extLst>
                          <a:ext uri="{FF2B5EF4-FFF2-40B4-BE49-F238E27FC236}">
                            <a16:creationId xmlns:a16="http://schemas.microsoft.com/office/drawing/2014/main" id="{CADD4547-A5C4-4946-9BB1-EBB04310F4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13344" name="Group 13343">
                          <a:extLst>
                            <a:ext uri="{FF2B5EF4-FFF2-40B4-BE49-F238E27FC236}">
                              <a16:creationId xmlns:a16="http://schemas.microsoft.com/office/drawing/2014/main" id="{090CA267-8DDE-4557-A5D6-030FC77B1F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3395" name="Flowchart: Connector 13394">
                            <a:extLst>
                              <a:ext uri="{FF2B5EF4-FFF2-40B4-BE49-F238E27FC236}">
                                <a16:creationId xmlns:a16="http://schemas.microsoft.com/office/drawing/2014/main" id="{50659CFF-F682-41E6-BF41-9238C6E2475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96" name="3D Model 13395" descr="Sphere">
                                <a:extLst>
                                  <a:ext uri="{FF2B5EF4-FFF2-40B4-BE49-F238E27FC236}">
                                    <a16:creationId xmlns:a16="http://schemas.microsoft.com/office/drawing/2014/main" id="{110CB88E-149C-469A-896E-FAFD1E0A415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0730520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97" name="Flowchart: Connector 13396">
                            <a:extLst>
                              <a:ext uri="{FF2B5EF4-FFF2-40B4-BE49-F238E27FC236}">
                                <a16:creationId xmlns:a16="http://schemas.microsoft.com/office/drawing/2014/main" id="{8A944EC7-E316-4B40-A74E-56D180DB0F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98" name="3D Model 13397" descr="Sphere">
                                <a:extLst>
                                  <a:ext uri="{FF2B5EF4-FFF2-40B4-BE49-F238E27FC236}">
                                    <a16:creationId xmlns:a16="http://schemas.microsoft.com/office/drawing/2014/main" id="{601705AF-A1EB-466C-B213-A39946BDEA4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8395066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99" name="Flowchart: Connector 13398">
                            <a:extLst>
                              <a:ext uri="{FF2B5EF4-FFF2-40B4-BE49-F238E27FC236}">
                                <a16:creationId xmlns:a16="http://schemas.microsoft.com/office/drawing/2014/main" id="{FA3F4CD4-F35E-4B72-B510-9C4775E7D6B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00" name="3D Model 13399" descr="Sphere">
                                <a:extLst>
                                  <a:ext uri="{FF2B5EF4-FFF2-40B4-BE49-F238E27FC236}">
                                    <a16:creationId xmlns:a16="http://schemas.microsoft.com/office/drawing/2014/main" id="{8BF7B659-5246-4CF2-86F2-DC45D10433C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237680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401" name="Flowchart: Connector 13400">
                            <a:extLst>
                              <a:ext uri="{FF2B5EF4-FFF2-40B4-BE49-F238E27FC236}">
                                <a16:creationId xmlns:a16="http://schemas.microsoft.com/office/drawing/2014/main" id="{AA881538-34B6-45EB-8439-B57CBA01585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402" name="3D Model 13401" descr="Sphere">
                                <a:extLst>
                                  <a:ext uri="{FF2B5EF4-FFF2-40B4-BE49-F238E27FC236}">
                                    <a16:creationId xmlns:a16="http://schemas.microsoft.com/office/drawing/2014/main" id="{495BB8D7-EACC-41D1-85F4-7122CC92F54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9636376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345" name="Group 13344">
                          <a:extLst>
                            <a:ext uri="{FF2B5EF4-FFF2-40B4-BE49-F238E27FC236}">
                              <a16:creationId xmlns:a16="http://schemas.microsoft.com/office/drawing/2014/main" id="{E6DA25CB-6217-4297-A73B-C903EB2B6D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3379" name="Flowchart: Connector 13378">
                            <a:extLst>
                              <a:ext uri="{FF2B5EF4-FFF2-40B4-BE49-F238E27FC236}">
                                <a16:creationId xmlns:a16="http://schemas.microsoft.com/office/drawing/2014/main" id="{21B8B2AE-9E63-481D-BEFB-8210D67EAE5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80" name="Flowchart: Connector 13379">
                            <a:extLst>
                              <a:ext uri="{FF2B5EF4-FFF2-40B4-BE49-F238E27FC236}">
                                <a16:creationId xmlns:a16="http://schemas.microsoft.com/office/drawing/2014/main" id="{866AAA08-0C46-4DF8-A238-18DCE9D815B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81" name="Flowchart: Connector 13380">
                            <a:extLst>
                              <a:ext uri="{FF2B5EF4-FFF2-40B4-BE49-F238E27FC236}">
                                <a16:creationId xmlns:a16="http://schemas.microsoft.com/office/drawing/2014/main" id="{7523B60F-5669-4F19-B8DE-D993A7AA1E2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82" name="Flowchart: Connector 13381">
                            <a:extLst>
                              <a:ext uri="{FF2B5EF4-FFF2-40B4-BE49-F238E27FC236}">
                                <a16:creationId xmlns:a16="http://schemas.microsoft.com/office/drawing/2014/main" id="{00945F51-6CB6-4F0A-A0ED-E5C75756614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83" name="Flowchart: Connector 13382">
                            <a:extLst>
                              <a:ext uri="{FF2B5EF4-FFF2-40B4-BE49-F238E27FC236}">
                                <a16:creationId xmlns:a16="http://schemas.microsoft.com/office/drawing/2014/main" id="{C16C3732-2593-4FDC-AF52-0ACAFB412EB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84" name="Flowchart: Connector 13383">
                            <a:extLst>
                              <a:ext uri="{FF2B5EF4-FFF2-40B4-BE49-F238E27FC236}">
                                <a16:creationId xmlns:a16="http://schemas.microsoft.com/office/drawing/2014/main" id="{12EBC2D7-2ADC-4F9E-9800-9B002270E7A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85" name="Flowchart: Connector 13384">
                            <a:extLst>
                              <a:ext uri="{FF2B5EF4-FFF2-40B4-BE49-F238E27FC236}">
                                <a16:creationId xmlns:a16="http://schemas.microsoft.com/office/drawing/2014/main" id="{F3F64AFA-F4E1-4A96-8FCD-BF40835B59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86" name="Flowchart: Connector 13385">
                            <a:extLst>
                              <a:ext uri="{FF2B5EF4-FFF2-40B4-BE49-F238E27FC236}">
                                <a16:creationId xmlns:a16="http://schemas.microsoft.com/office/drawing/2014/main" id="{A23E058C-FD0E-43B5-ABC3-6DFE130F2AF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87" name="Flowchart: Connector 13386">
                            <a:extLst>
                              <a:ext uri="{FF2B5EF4-FFF2-40B4-BE49-F238E27FC236}">
                                <a16:creationId xmlns:a16="http://schemas.microsoft.com/office/drawing/2014/main" id="{57849ADE-A538-4265-AE1D-EC12DB254F6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88" name="3D Model 13387" descr="Sphere">
                                <a:extLst>
                                  <a:ext uri="{FF2B5EF4-FFF2-40B4-BE49-F238E27FC236}">
                                    <a16:creationId xmlns:a16="http://schemas.microsoft.com/office/drawing/2014/main" id="{502669C6-CA32-4BC4-BBE2-27C49C6CD52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2011038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89" name="Flowchart: Connector 13388">
                            <a:extLst>
                              <a:ext uri="{FF2B5EF4-FFF2-40B4-BE49-F238E27FC236}">
                                <a16:creationId xmlns:a16="http://schemas.microsoft.com/office/drawing/2014/main" id="{50D00730-2710-4295-9272-FCA8F5B35F4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90" name="3D Model 13389" descr="Sphere">
                                <a:extLst>
                                  <a:ext uri="{FF2B5EF4-FFF2-40B4-BE49-F238E27FC236}">
                                    <a16:creationId xmlns:a16="http://schemas.microsoft.com/office/drawing/2014/main" id="{20FCBF3F-8EC8-4BD0-8517-143C7F3EC33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0912541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91" name="Flowchart: Connector 13390">
                            <a:extLst>
                              <a:ext uri="{FF2B5EF4-FFF2-40B4-BE49-F238E27FC236}">
                                <a16:creationId xmlns:a16="http://schemas.microsoft.com/office/drawing/2014/main" id="{8BA75F2E-EC35-46C3-B8A7-070AE501D1A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92" name="3D Model 13391" descr="Sphere">
                                <a:extLst>
                                  <a:ext uri="{FF2B5EF4-FFF2-40B4-BE49-F238E27FC236}">
                                    <a16:creationId xmlns:a16="http://schemas.microsoft.com/office/drawing/2014/main" id="{969154E0-23FC-413D-A244-7892498BA78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8977022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93" name="Flowchart: Connector 13392">
                            <a:extLst>
                              <a:ext uri="{FF2B5EF4-FFF2-40B4-BE49-F238E27FC236}">
                                <a16:creationId xmlns:a16="http://schemas.microsoft.com/office/drawing/2014/main" id="{78B2316E-55F5-4F59-906F-4C2804ADC8C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94" name="3D Model 13393" descr="Sphere">
                                <a:extLst>
                                  <a:ext uri="{FF2B5EF4-FFF2-40B4-BE49-F238E27FC236}">
                                    <a16:creationId xmlns:a16="http://schemas.microsoft.com/office/drawing/2014/main" id="{E5CE70AD-9717-4D92-AF6E-735A53E293A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5364632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346" name="Group 13345">
                          <a:extLst>
                            <a:ext uri="{FF2B5EF4-FFF2-40B4-BE49-F238E27FC236}">
                              <a16:creationId xmlns:a16="http://schemas.microsoft.com/office/drawing/2014/main" id="{E279A1FD-020A-43AD-89AA-B117D39DC8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3363" name="Flowchart: Connector 13362">
                            <a:extLst>
                              <a:ext uri="{FF2B5EF4-FFF2-40B4-BE49-F238E27FC236}">
                                <a16:creationId xmlns:a16="http://schemas.microsoft.com/office/drawing/2014/main" id="{0DD0FE12-B1A6-436E-9810-D0E69D249B8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64" name="Flowchart: Connector 13363">
                            <a:extLst>
                              <a:ext uri="{FF2B5EF4-FFF2-40B4-BE49-F238E27FC236}">
                                <a16:creationId xmlns:a16="http://schemas.microsoft.com/office/drawing/2014/main" id="{47C71BB0-DB60-477A-8A9B-CBEC2B15F3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65" name="Flowchart: Connector 13364">
                            <a:extLst>
                              <a:ext uri="{FF2B5EF4-FFF2-40B4-BE49-F238E27FC236}">
                                <a16:creationId xmlns:a16="http://schemas.microsoft.com/office/drawing/2014/main" id="{BEBD4A97-EF1B-4120-A314-FF185A086F9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66" name="Flowchart: Connector 13365">
                            <a:extLst>
                              <a:ext uri="{FF2B5EF4-FFF2-40B4-BE49-F238E27FC236}">
                                <a16:creationId xmlns:a16="http://schemas.microsoft.com/office/drawing/2014/main" id="{7CDF1EFF-A730-486A-9D44-5832FB4FCB4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67" name="Flowchart: Connector 13366">
                            <a:extLst>
                              <a:ext uri="{FF2B5EF4-FFF2-40B4-BE49-F238E27FC236}">
                                <a16:creationId xmlns:a16="http://schemas.microsoft.com/office/drawing/2014/main" id="{CEDF0AB6-0F54-415F-A3B8-2D19C72706A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68" name="Flowchart: Connector 13367">
                            <a:extLst>
                              <a:ext uri="{FF2B5EF4-FFF2-40B4-BE49-F238E27FC236}">
                                <a16:creationId xmlns:a16="http://schemas.microsoft.com/office/drawing/2014/main" id="{2D89876A-6664-4AFC-9316-CCD1234A7A2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69" name="Flowchart: Connector 13368">
                            <a:extLst>
                              <a:ext uri="{FF2B5EF4-FFF2-40B4-BE49-F238E27FC236}">
                                <a16:creationId xmlns:a16="http://schemas.microsoft.com/office/drawing/2014/main" id="{4A460F9A-E44F-4C0F-B447-4F80A8CFEAB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70" name="Flowchart: Connector 13369">
                            <a:extLst>
                              <a:ext uri="{FF2B5EF4-FFF2-40B4-BE49-F238E27FC236}">
                                <a16:creationId xmlns:a16="http://schemas.microsoft.com/office/drawing/2014/main" id="{1B3666CA-A5A8-42AB-AFC6-3368AB7E3D5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71" name="Flowchart: Connector 13370">
                            <a:extLst>
                              <a:ext uri="{FF2B5EF4-FFF2-40B4-BE49-F238E27FC236}">
                                <a16:creationId xmlns:a16="http://schemas.microsoft.com/office/drawing/2014/main" id="{C7DD4D6F-5FA3-44D5-BBDC-9324E52E015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72" name="3D Model 13371" descr="Sphere">
                                <a:extLst>
                                  <a:ext uri="{FF2B5EF4-FFF2-40B4-BE49-F238E27FC236}">
                                    <a16:creationId xmlns:a16="http://schemas.microsoft.com/office/drawing/2014/main" id="{18B00A21-FB93-4EC5-9A39-4FF2514FAE1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7644782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73" name="Flowchart: Connector 13372">
                            <a:extLst>
                              <a:ext uri="{FF2B5EF4-FFF2-40B4-BE49-F238E27FC236}">
                                <a16:creationId xmlns:a16="http://schemas.microsoft.com/office/drawing/2014/main" id="{CA9C353C-A756-45DC-9EF8-51224F82D65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74" name="3D Model 13373" descr="Sphere">
                                <a:extLst>
                                  <a:ext uri="{FF2B5EF4-FFF2-40B4-BE49-F238E27FC236}">
                                    <a16:creationId xmlns:a16="http://schemas.microsoft.com/office/drawing/2014/main" id="{5AD042E8-8C0A-493C-8F25-9EE2EED35CC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9778686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75" name="Flowchart: Connector 13374">
                            <a:extLst>
                              <a:ext uri="{FF2B5EF4-FFF2-40B4-BE49-F238E27FC236}">
                                <a16:creationId xmlns:a16="http://schemas.microsoft.com/office/drawing/2014/main" id="{B9A443E1-7D88-4BF4-9B16-64F377F137F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76" name="3D Model 13375" descr="Sphere">
                                <a:extLst>
                                  <a:ext uri="{FF2B5EF4-FFF2-40B4-BE49-F238E27FC236}">
                                    <a16:creationId xmlns:a16="http://schemas.microsoft.com/office/drawing/2014/main" id="{941A982A-10DB-4A00-951B-AC70784F7FB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7456075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77" name="Flowchart: Connector 13376">
                            <a:extLst>
                              <a:ext uri="{FF2B5EF4-FFF2-40B4-BE49-F238E27FC236}">
                                <a16:creationId xmlns:a16="http://schemas.microsoft.com/office/drawing/2014/main" id="{993FF04D-CE60-4C59-A93B-D55D52148C5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78" name="3D Model 13377" descr="Sphere">
                                <a:extLst>
                                  <a:ext uri="{FF2B5EF4-FFF2-40B4-BE49-F238E27FC236}">
                                    <a16:creationId xmlns:a16="http://schemas.microsoft.com/office/drawing/2014/main" id="{84CE089B-B870-435D-B1EA-67EA2177AEF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9155245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3347" name="Flowchart: Connector 13346">
                          <a:extLst>
                            <a:ext uri="{FF2B5EF4-FFF2-40B4-BE49-F238E27FC236}">
                              <a16:creationId xmlns:a16="http://schemas.microsoft.com/office/drawing/2014/main" id="{162FE9FD-4064-4305-8E01-97360E4EE27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48" name="Flowchart: Connector 13347">
                          <a:extLst>
                            <a:ext uri="{FF2B5EF4-FFF2-40B4-BE49-F238E27FC236}">
                              <a16:creationId xmlns:a16="http://schemas.microsoft.com/office/drawing/2014/main" id="{2FE38012-233C-470D-867E-862AC8DED6C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49" name="Flowchart: Connector 13348">
                          <a:extLst>
                            <a:ext uri="{FF2B5EF4-FFF2-40B4-BE49-F238E27FC236}">
                              <a16:creationId xmlns:a16="http://schemas.microsoft.com/office/drawing/2014/main" id="{BC35A0FD-1848-4DA6-981F-B8A4DFD3CE0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50" name="Flowchart: Connector 13349">
                          <a:extLst>
                            <a:ext uri="{FF2B5EF4-FFF2-40B4-BE49-F238E27FC236}">
                              <a16:creationId xmlns:a16="http://schemas.microsoft.com/office/drawing/2014/main" id="{BDD6A9A7-7DE8-4582-8C08-BE10B44C92B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51" name="Flowchart: Connector 13350">
                          <a:extLst>
                            <a:ext uri="{FF2B5EF4-FFF2-40B4-BE49-F238E27FC236}">
                              <a16:creationId xmlns:a16="http://schemas.microsoft.com/office/drawing/2014/main" id="{C9AE45AD-C939-490E-88D0-01C7929E439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52" name="Flowchart: Connector 13351">
                          <a:extLst>
                            <a:ext uri="{FF2B5EF4-FFF2-40B4-BE49-F238E27FC236}">
                              <a16:creationId xmlns:a16="http://schemas.microsoft.com/office/drawing/2014/main" id="{293DEE5F-EE67-4AA3-97FC-086B7E3D83C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53" name="Flowchart: Connector 13352">
                          <a:extLst>
                            <a:ext uri="{FF2B5EF4-FFF2-40B4-BE49-F238E27FC236}">
                              <a16:creationId xmlns:a16="http://schemas.microsoft.com/office/drawing/2014/main" id="{B061C093-1ECF-4914-80D3-B9421EB9788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54" name="Flowchart: Connector 13353">
                          <a:extLst>
                            <a:ext uri="{FF2B5EF4-FFF2-40B4-BE49-F238E27FC236}">
                              <a16:creationId xmlns:a16="http://schemas.microsoft.com/office/drawing/2014/main" id="{A2EA0517-A7C8-4FFC-9566-C2B626ACCA2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55" name="Flowchart: Connector 13354">
                          <a:extLst>
                            <a:ext uri="{FF2B5EF4-FFF2-40B4-BE49-F238E27FC236}">
                              <a16:creationId xmlns:a16="http://schemas.microsoft.com/office/drawing/2014/main" id="{B51E5BB0-52F9-4F80-BAA4-56B8CB17065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356" name="3D Model 13355" descr="Sphere">
                              <a:extLst>
                                <a:ext uri="{FF2B5EF4-FFF2-40B4-BE49-F238E27FC236}">
                                  <a16:creationId xmlns:a16="http://schemas.microsoft.com/office/drawing/2014/main" id="{F4BA6F57-836D-473C-846D-947825BD70E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84829035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357" name="Flowchart: Connector 13356">
                          <a:extLst>
                            <a:ext uri="{FF2B5EF4-FFF2-40B4-BE49-F238E27FC236}">
                              <a16:creationId xmlns:a16="http://schemas.microsoft.com/office/drawing/2014/main" id="{9E516F31-B49A-4CD7-9E53-758C1B676DE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358" name="3D Model 13357" descr="Sphere">
                              <a:extLst>
                                <a:ext uri="{FF2B5EF4-FFF2-40B4-BE49-F238E27FC236}">
                                  <a16:creationId xmlns:a16="http://schemas.microsoft.com/office/drawing/2014/main" id="{3A1DF284-0885-4587-83B9-9287C3E2ADC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56128687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359" name="Flowchart: Connector 13358">
                          <a:extLst>
                            <a:ext uri="{FF2B5EF4-FFF2-40B4-BE49-F238E27FC236}">
                              <a16:creationId xmlns:a16="http://schemas.microsoft.com/office/drawing/2014/main" id="{638BB1E3-5776-49E8-849A-85709CD762F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360" name="3D Model 13359" descr="Sphere">
                              <a:extLst>
                                <a:ext uri="{FF2B5EF4-FFF2-40B4-BE49-F238E27FC236}">
                                  <a16:creationId xmlns:a16="http://schemas.microsoft.com/office/drawing/2014/main" id="{EABFE641-8C9A-4E12-8451-55EB7179E90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920176454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361" name="Flowchart: Connector 13360">
                          <a:extLst>
                            <a:ext uri="{FF2B5EF4-FFF2-40B4-BE49-F238E27FC236}">
                              <a16:creationId xmlns:a16="http://schemas.microsoft.com/office/drawing/2014/main" id="{97D4DE21-3EB1-4344-BE82-AC5CB7A262C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362" name="3D Model 13361" descr="Sphere">
                              <a:extLst>
                                <a:ext uri="{FF2B5EF4-FFF2-40B4-BE49-F238E27FC236}">
                                  <a16:creationId xmlns:a16="http://schemas.microsoft.com/office/drawing/2014/main" id="{52A47BF0-7D82-4D3B-B9D4-9E7AF3DCC74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1182708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3198" name="Group 13197">
                      <a:extLst>
                        <a:ext uri="{FF2B5EF4-FFF2-40B4-BE49-F238E27FC236}">
                          <a16:creationId xmlns:a16="http://schemas.microsoft.com/office/drawing/2014/main" id="{A1BB51A2-F958-45B0-A123-B4B73BE3D1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3339" name="Flowchart: Connector 13338">
                        <a:extLst>
                          <a:ext uri="{FF2B5EF4-FFF2-40B4-BE49-F238E27FC236}">
                            <a16:creationId xmlns:a16="http://schemas.microsoft.com/office/drawing/2014/main" id="{64D6B4E0-26CB-4D65-8CE6-054F29DEDDA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340" name="Flowchart: Connector 13339">
                        <a:extLst>
                          <a:ext uri="{FF2B5EF4-FFF2-40B4-BE49-F238E27FC236}">
                            <a16:creationId xmlns:a16="http://schemas.microsoft.com/office/drawing/2014/main" id="{CF00CEF4-25D0-46A9-9ED0-3392DB99E97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341" name="Flowchart: Connector 13340">
                        <a:extLst>
                          <a:ext uri="{FF2B5EF4-FFF2-40B4-BE49-F238E27FC236}">
                            <a16:creationId xmlns:a16="http://schemas.microsoft.com/office/drawing/2014/main" id="{D2B13680-BF32-4FB6-9F0D-CF591EE0A09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3199" name="Flowchart: Connector 13198">
                      <a:extLst>
                        <a:ext uri="{FF2B5EF4-FFF2-40B4-BE49-F238E27FC236}">
                          <a16:creationId xmlns:a16="http://schemas.microsoft.com/office/drawing/2014/main" id="{35C40927-B12B-44BA-8687-67AC68485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3200" name="Flowchart: Connector 13199">
                      <a:extLst>
                        <a:ext uri="{FF2B5EF4-FFF2-40B4-BE49-F238E27FC236}">
                          <a16:creationId xmlns:a16="http://schemas.microsoft.com/office/drawing/2014/main" id="{43BA90F9-393D-4E7D-82D5-0729A344287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3201" name="Group 13200">
                      <a:extLst>
                        <a:ext uri="{FF2B5EF4-FFF2-40B4-BE49-F238E27FC236}">
                          <a16:creationId xmlns:a16="http://schemas.microsoft.com/office/drawing/2014/main" id="{E4210377-283C-4106-A271-1F5089CC0C9D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13336" name="Flowchart: Connector 13335">
                        <a:extLst>
                          <a:ext uri="{FF2B5EF4-FFF2-40B4-BE49-F238E27FC236}">
                            <a16:creationId xmlns:a16="http://schemas.microsoft.com/office/drawing/2014/main" id="{27C8AA54-7BCD-4AD2-AF36-5825DF4C92D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337" name="Flowchart: Connector 13336">
                        <a:extLst>
                          <a:ext uri="{FF2B5EF4-FFF2-40B4-BE49-F238E27FC236}">
                            <a16:creationId xmlns:a16="http://schemas.microsoft.com/office/drawing/2014/main" id="{76070A20-1AD2-4B83-A848-678BB02159C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338" name="Flowchart: Connector 13337">
                        <a:extLst>
                          <a:ext uri="{FF2B5EF4-FFF2-40B4-BE49-F238E27FC236}">
                            <a16:creationId xmlns:a16="http://schemas.microsoft.com/office/drawing/2014/main" id="{BBB31539-371D-4697-AFEB-1ABFD0DDB21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3202" name="Group 13201">
                      <a:extLst>
                        <a:ext uri="{FF2B5EF4-FFF2-40B4-BE49-F238E27FC236}">
                          <a16:creationId xmlns:a16="http://schemas.microsoft.com/office/drawing/2014/main" id="{A2A603A4-B692-4E05-9BDD-EC3CFE87E3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13271" name="Group 13270">
                        <a:extLst>
                          <a:ext uri="{FF2B5EF4-FFF2-40B4-BE49-F238E27FC236}">
                            <a16:creationId xmlns:a16="http://schemas.microsoft.com/office/drawing/2014/main" id="{DA7A36B9-1526-40BD-8044-0FDBF1DE8C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13332" name="Flowchart: Connector 13331">
                          <a:extLst>
                            <a:ext uri="{FF2B5EF4-FFF2-40B4-BE49-F238E27FC236}">
                              <a16:creationId xmlns:a16="http://schemas.microsoft.com/office/drawing/2014/main" id="{23E6F204-C26F-48E5-8750-18C461974EB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33" name="Flowchart: Connector 13332">
                          <a:extLst>
                            <a:ext uri="{FF2B5EF4-FFF2-40B4-BE49-F238E27FC236}">
                              <a16:creationId xmlns:a16="http://schemas.microsoft.com/office/drawing/2014/main" id="{872827CF-0851-4A6E-AB4C-E5026B4F731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34" name="Flowchart: Connector 13333">
                          <a:extLst>
                            <a:ext uri="{FF2B5EF4-FFF2-40B4-BE49-F238E27FC236}">
                              <a16:creationId xmlns:a16="http://schemas.microsoft.com/office/drawing/2014/main" id="{FFC3BE0F-E610-4A19-8305-5F6F589379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335" name="Flowchart: Connector 13334">
                          <a:extLst>
                            <a:ext uri="{FF2B5EF4-FFF2-40B4-BE49-F238E27FC236}">
                              <a16:creationId xmlns:a16="http://schemas.microsoft.com/office/drawing/2014/main" id="{5CBB06EC-D76A-46BC-B38C-2420DB98E0E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3272" name="Group 13271">
                        <a:extLst>
                          <a:ext uri="{FF2B5EF4-FFF2-40B4-BE49-F238E27FC236}">
                            <a16:creationId xmlns:a16="http://schemas.microsoft.com/office/drawing/2014/main" id="{6A077C5E-A120-41BB-9344-DA21952B14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13273" name="Group 13272">
                          <a:extLst>
                            <a:ext uri="{FF2B5EF4-FFF2-40B4-BE49-F238E27FC236}">
                              <a16:creationId xmlns:a16="http://schemas.microsoft.com/office/drawing/2014/main" id="{FC5CA1AF-5AF1-4576-B6DD-4EE91FF2A7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3324" name="Flowchart: Connector 13323">
                            <a:extLst>
                              <a:ext uri="{FF2B5EF4-FFF2-40B4-BE49-F238E27FC236}">
                                <a16:creationId xmlns:a16="http://schemas.microsoft.com/office/drawing/2014/main" id="{26ACAFDA-567C-4CA4-9251-907BA8EEE05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25" name="3D Model 13324" descr="Sphere">
                                <a:extLst>
                                  <a:ext uri="{FF2B5EF4-FFF2-40B4-BE49-F238E27FC236}">
                                    <a16:creationId xmlns:a16="http://schemas.microsoft.com/office/drawing/2014/main" id="{30DCD74C-9085-4836-A1F9-1C64B5A12AE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3805177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26" name="Flowchart: Connector 13325">
                            <a:extLst>
                              <a:ext uri="{FF2B5EF4-FFF2-40B4-BE49-F238E27FC236}">
                                <a16:creationId xmlns:a16="http://schemas.microsoft.com/office/drawing/2014/main" id="{C3BEFB3E-610D-4A34-B061-73524F539BF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27" name="3D Model 13326" descr="Sphere">
                                <a:extLst>
                                  <a:ext uri="{FF2B5EF4-FFF2-40B4-BE49-F238E27FC236}">
                                    <a16:creationId xmlns:a16="http://schemas.microsoft.com/office/drawing/2014/main" id="{4EE4C149-2E87-4E60-991E-C24F14993D0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4796379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28" name="Flowchart: Connector 13327">
                            <a:extLst>
                              <a:ext uri="{FF2B5EF4-FFF2-40B4-BE49-F238E27FC236}">
                                <a16:creationId xmlns:a16="http://schemas.microsoft.com/office/drawing/2014/main" id="{E24D72AC-442F-4F09-A9E2-DAD69686131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29" name="3D Model 13328" descr="Sphere">
                                <a:extLst>
                                  <a:ext uri="{FF2B5EF4-FFF2-40B4-BE49-F238E27FC236}">
                                    <a16:creationId xmlns:a16="http://schemas.microsoft.com/office/drawing/2014/main" id="{37FF232C-D64F-4245-B487-CCEBF84A5F1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7559113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30" name="Flowchart: Connector 13329">
                            <a:extLst>
                              <a:ext uri="{FF2B5EF4-FFF2-40B4-BE49-F238E27FC236}">
                                <a16:creationId xmlns:a16="http://schemas.microsoft.com/office/drawing/2014/main" id="{AD38E135-543D-404B-A7F7-0D9FE37AF3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31" name="3D Model 13330" descr="Sphere">
                                <a:extLst>
                                  <a:ext uri="{FF2B5EF4-FFF2-40B4-BE49-F238E27FC236}">
                                    <a16:creationId xmlns:a16="http://schemas.microsoft.com/office/drawing/2014/main" id="{BDECA611-D525-4C4D-9C59-433A137F490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703193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274" name="Group 13273">
                          <a:extLst>
                            <a:ext uri="{FF2B5EF4-FFF2-40B4-BE49-F238E27FC236}">
                              <a16:creationId xmlns:a16="http://schemas.microsoft.com/office/drawing/2014/main" id="{FF0DD8ED-AF7B-4699-A330-127F99BFBC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3308" name="Flowchart: Connector 13307">
                            <a:extLst>
                              <a:ext uri="{FF2B5EF4-FFF2-40B4-BE49-F238E27FC236}">
                                <a16:creationId xmlns:a16="http://schemas.microsoft.com/office/drawing/2014/main" id="{30863029-EE50-4245-9D3D-D05CEF49652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09" name="Flowchart: Connector 13308">
                            <a:extLst>
                              <a:ext uri="{FF2B5EF4-FFF2-40B4-BE49-F238E27FC236}">
                                <a16:creationId xmlns:a16="http://schemas.microsoft.com/office/drawing/2014/main" id="{C3C416A3-4EB2-4936-830C-2C60C0D379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10" name="Flowchart: Connector 13309">
                            <a:extLst>
                              <a:ext uri="{FF2B5EF4-FFF2-40B4-BE49-F238E27FC236}">
                                <a16:creationId xmlns:a16="http://schemas.microsoft.com/office/drawing/2014/main" id="{53D7A3A4-8A29-4174-8D79-8DBF3E5CE20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11" name="Flowchart: Connector 13310">
                            <a:extLst>
                              <a:ext uri="{FF2B5EF4-FFF2-40B4-BE49-F238E27FC236}">
                                <a16:creationId xmlns:a16="http://schemas.microsoft.com/office/drawing/2014/main" id="{42929769-3A42-4ACA-8356-E32FF6DD4B1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12" name="Flowchart: Connector 13311">
                            <a:extLst>
                              <a:ext uri="{FF2B5EF4-FFF2-40B4-BE49-F238E27FC236}">
                                <a16:creationId xmlns:a16="http://schemas.microsoft.com/office/drawing/2014/main" id="{A231340A-6B47-4E6C-9C06-7186FA68AA6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13" name="Flowchart: Connector 13312">
                            <a:extLst>
                              <a:ext uri="{FF2B5EF4-FFF2-40B4-BE49-F238E27FC236}">
                                <a16:creationId xmlns:a16="http://schemas.microsoft.com/office/drawing/2014/main" id="{B24F4A6F-2862-4489-94E3-A6AC5106E87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14" name="Flowchart: Connector 13313">
                            <a:extLst>
                              <a:ext uri="{FF2B5EF4-FFF2-40B4-BE49-F238E27FC236}">
                                <a16:creationId xmlns:a16="http://schemas.microsoft.com/office/drawing/2014/main" id="{6940AEFF-50A4-4516-ACE4-E76F41E8E09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15" name="Flowchart: Connector 13314">
                            <a:extLst>
                              <a:ext uri="{FF2B5EF4-FFF2-40B4-BE49-F238E27FC236}">
                                <a16:creationId xmlns:a16="http://schemas.microsoft.com/office/drawing/2014/main" id="{15D0E285-7DD9-4F6B-9956-DC4BC5D96AD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16" name="Flowchart: Connector 13315">
                            <a:extLst>
                              <a:ext uri="{FF2B5EF4-FFF2-40B4-BE49-F238E27FC236}">
                                <a16:creationId xmlns:a16="http://schemas.microsoft.com/office/drawing/2014/main" id="{602F84CE-25FF-4AC4-B6A1-2255938BA0A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17" name="3D Model 13316" descr="Sphere">
                                <a:extLst>
                                  <a:ext uri="{FF2B5EF4-FFF2-40B4-BE49-F238E27FC236}">
                                    <a16:creationId xmlns:a16="http://schemas.microsoft.com/office/drawing/2014/main" id="{E8705422-1B8A-4648-907B-6E522FE9403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0626878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18" name="Flowchart: Connector 13317">
                            <a:extLst>
                              <a:ext uri="{FF2B5EF4-FFF2-40B4-BE49-F238E27FC236}">
                                <a16:creationId xmlns:a16="http://schemas.microsoft.com/office/drawing/2014/main" id="{EBB9EA9E-AA41-4F78-B0A8-3E796277579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19" name="3D Model 13318" descr="Sphere">
                                <a:extLst>
                                  <a:ext uri="{FF2B5EF4-FFF2-40B4-BE49-F238E27FC236}">
                                    <a16:creationId xmlns:a16="http://schemas.microsoft.com/office/drawing/2014/main" id="{5425CEA1-40DA-4598-AF09-B43574DB81D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6870711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20" name="Flowchart: Connector 13319">
                            <a:extLst>
                              <a:ext uri="{FF2B5EF4-FFF2-40B4-BE49-F238E27FC236}">
                                <a16:creationId xmlns:a16="http://schemas.microsoft.com/office/drawing/2014/main" id="{AF111E21-C643-4993-8A34-1EE0B128961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21" name="3D Model 13320" descr="Sphere">
                                <a:extLst>
                                  <a:ext uri="{FF2B5EF4-FFF2-40B4-BE49-F238E27FC236}">
                                    <a16:creationId xmlns:a16="http://schemas.microsoft.com/office/drawing/2014/main" id="{217C8540-F302-4015-AE51-B3492AC4A88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1775063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22" name="Flowchart: Connector 13321">
                            <a:extLst>
                              <a:ext uri="{FF2B5EF4-FFF2-40B4-BE49-F238E27FC236}">
                                <a16:creationId xmlns:a16="http://schemas.microsoft.com/office/drawing/2014/main" id="{E7107439-ADA6-464D-8454-FCE578B1CC4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23" name="3D Model 13322" descr="Sphere">
                                <a:extLst>
                                  <a:ext uri="{FF2B5EF4-FFF2-40B4-BE49-F238E27FC236}">
                                    <a16:creationId xmlns:a16="http://schemas.microsoft.com/office/drawing/2014/main" id="{6D3652DD-F5BE-41E8-8FA3-F9596E282A4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840165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275" name="Group 13274">
                          <a:extLst>
                            <a:ext uri="{FF2B5EF4-FFF2-40B4-BE49-F238E27FC236}">
                              <a16:creationId xmlns:a16="http://schemas.microsoft.com/office/drawing/2014/main" id="{27934815-3E9E-40E2-B0F0-C9420413CB7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3292" name="Flowchart: Connector 13291">
                            <a:extLst>
                              <a:ext uri="{FF2B5EF4-FFF2-40B4-BE49-F238E27FC236}">
                                <a16:creationId xmlns:a16="http://schemas.microsoft.com/office/drawing/2014/main" id="{D2066B97-59BD-4198-AAC2-6074A3823DF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293" name="Flowchart: Connector 13292">
                            <a:extLst>
                              <a:ext uri="{FF2B5EF4-FFF2-40B4-BE49-F238E27FC236}">
                                <a16:creationId xmlns:a16="http://schemas.microsoft.com/office/drawing/2014/main" id="{CAF4BC94-0643-4E66-B1FE-29E96971A6B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294" name="Flowchart: Connector 13293">
                            <a:extLst>
                              <a:ext uri="{FF2B5EF4-FFF2-40B4-BE49-F238E27FC236}">
                                <a16:creationId xmlns:a16="http://schemas.microsoft.com/office/drawing/2014/main" id="{AD3F2D5F-7502-4A2A-A2E8-B14A2E73478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295" name="Flowchart: Connector 13294">
                            <a:extLst>
                              <a:ext uri="{FF2B5EF4-FFF2-40B4-BE49-F238E27FC236}">
                                <a16:creationId xmlns:a16="http://schemas.microsoft.com/office/drawing/2014/main" id="{42C2C671-AC36-4A72-9081-2D7C4FCA9B6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296" name="Flowchart: Connector 13295">
                            <a:extLst>
                              <a:ext uri="{FF2B5EF4-FFF2-40B4-BE49-F238E27FC236}">
                                <a16:creationId xmlns:a16="http://schemas.microsoft.com/office/drawing/2014/main" id="{30D3BFB0-3875-49D3-86E4-55C82A79EC4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297" name="Flowchart: Connector 13296">
                            <a:extLst>
                              <a:ext uri="{FF2B5EF4-FFF2-40B4-BE49-F238E27FC236}">
                                <a16:creationId xmlns:a16="http://schemas.microsoft.com/office/drawing/2014/main" id="{520BA237-EDB7-4CB9-A4AF-288E35AC967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298" name="Flowchart: Connector 13297">
                            <a:extLst>
                              <a:ext uri="{FF2B5EF4-FFF2-40B4-BE49-F238E27FC236}">
                                <a16:creationId xmlns:a16="http://schemas.microsoft.com/office/drawing/2014/main" id="{1837B524-D50B-4120-8983-E662C954B7A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299" name="Flowchart: Connector 13298">
                            <a:extLst>
                              <a:ext uri="{FF2B5EF4-FFF2-40B4-BE49-F238E27FC236}">
                                <a16:creationId xmlns:a16="http://schemas.microsoft.com/office/drawing/2014/main" id="{C29F9D0D-E717-46CC-B8CE-A7444A8DC38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300" name="Flowchart: Connector 13299">
                            <a:extLst>
                              <a:ext uri="{FF2B5EF4-FFF2-40B4-BE49-F238E27FC236}">
                                <a16:creationId xmlns:a16="http://schemas.microsoft.com/office/drawing/2014/main" id="{1CC20A41-6025-4076-9EBC-457D3873EF6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01" name="3D Model 13300" descr="Sphere">
                                <a:extLst>
                                  <a:ext uri="{FF2B5EF4-FFF2-40B4-BE49-F238E27FC236}">
                                    <a16:creationId xmlns:a16="http://schemas.microsoft.com/office/drawing/2014/main" id="{6198A22F-A5AB-4181-8B3D-9A7C90D722D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7447120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02" name="Flowchart: Connector 13301">
                            <a:extLst>
                              <a:ext uri="{FF2B5EF4-FFF2-40B4-BE49-F238E27FC236}">
                                <a16:creationId xmlns:a16="http://schemas.microsoft.com/office/drawing/2014/main" id="{8A3CA1B7-751E-4B54-97F8-3903BDABAC3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03" name="3D Model 13302" descr="Sphere">
                                <a:extLst>
                                  <a:ext uri="{FF2B5EF4-FFF2-40B4-BE49-F238E27FC236}">
                                    <a16:creationId xmlns:a16="http://schemas.microsoft.com/office/drawing/2014/main" id="{330317EF-6496-4676-ABC2-265B587FE4C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2303845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04" name="Flowchart: Connector 13303">
                            <a:extLst>
                              <a:ext uri="{FF2B5EF4-FFF2-40B4-BE49-F238E27FC236}">
                                <a16:creationId xmlns:a16="http://schemas.microsoft.com/office/drawing/2014/main" id="{DE63A486-1089-4C9B-A104-E9833904EBC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05" name="3D Model 13304" descr="Sphere">
                                <a:extLst>
                                  <a:ext uri="{FF2B5EF4-FFF2-40B4-BE49-F238E27FC236}">
                                    <a16:creationId xmlns:a16="http://schemas.microsoft.com/office/drawing/2014/main" id="{D542E6AE-ACC7-4EE0-B700-7ABC9AFBA92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8944850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306" name="Flowchart: Connector 13305">
                            <a:extLst>
                              <a:ext uri="{FF2B5EF4-FFF2-40B4-BE49-F238E27FC236}">
                                <a16:creationId xmlns:a16="http://schemas.microsoft.com/office/drawing/2014/main" id="{6DB15B22-3C46-433C-9ABD-48A297F4E54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307" name="3D Model 13306" descr="Sphere">
                                <a:extLst>
                                  <a:ext uri="{FF2B5EF4-FFF2-40B4-BE49-F238E27FC236}">
                                    <a16:creationId xmlns:a16="http://schemas.microsoft.com/office/drawing/2014/main" id="{8C45C871-D149-4010-9824-A1190BB296F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8503996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3276" name="Flowchart: Connector 13275">
                          <a:extLst>
                            <a:ext uri="{FF2B5EF4-FFF2-40B4-BE49-F238E27FC236}">
                              <a16:creationId xmlns:a16="http://schemas.microsoft.com/office/drawing/2014/main" id="{83B402B2-D4F4-4895-8199-DF48ADA1215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77" name="Flowchart: Connector 13276">
                          <a:extLst>
                            <a:ext uri="{FF2B5EF4-FFF2-40B4-BE49-F238E27FC236}">
                              <a16:creationId xmlns:a16="http://schemas.microsoft.com/office/drawing/2014/main" id="{9999C8F3-1805-4960-BF46-BF2B5C4DBB2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78" name="Flowchart: Connector 13277">
                          <a:extLst>
                            <a:ext uri="{FF2B5EF4-FFF2-40B4-BE49-F238E27FC236}">
                              <a16:creationId xmlns:a16="http://schemas.microsoft.com/office/drawing/2014/main" id="{7F243157-0C10-4ACA-9CF2-A2B5D933FD0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79" name="Flowchart: Connector 13278">
                          <a:extLst>
                            <a:ext uri="{FF2B5EF4-FFF2-40B4-BE49-F238E27FC236}">
                              <a16:creationId xmlns:a16="http://schemas.microsoft.com/office/drawing/2014/main" id="{93E70DB1-0896-443A-8B1F-263FBD66EAD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80" name="Flowchart: Connector 13279">
                          <a:extLst>
                            <a:ext uri="{FF2B5EF4-FFF2-40B4-BE49-F238E27FC236}">
                              <a16:creationId xmlns:a16="http://schemas.microsoft.com/office/drawing/2014/main" id="{2A84BD42-F84B-4783-B96C-584B2B31114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81" name="Flowchart: Connector 13280">
                          <a:extLst>
                            <a:ext uri="{FF2B5EF4-FFF2-40B4-BE49-F238E27FC236}">
                              <a16:creationId xmlns:a16="http://schemas.microsoft.com/office/drawing/2014/main" id="{3F0B56DA-F7B3-42B3-8659-E001B712D14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82" name="Flowchart: Connector 13281">
                          <a:extLst>
                            <a:ext uri="{FF2B5EF4-FFF2-40B4-BE49-F238E27FC236}">
                              <a16:creationId xmlns:a16="http://schemas.microsoft.com/office/drawing/2014/main" id="{094C2EF9-E92B-4C06-BFE6-A5A054988AB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83" name="Flowchart: Connector 13282">
                          <a:extLst>
                            <a:ext uri="{FF2B5EF4-FFF2-40B4-BE49-F238E27FC236}">
                              <a16:creationId xmlns:a16="http://schemas.microsoft.com/office/drawing/2014/main" id="{9A8915C9-C367-4684-A971-B9F38B057EA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84" name="Flowchart: Connector 13283">
                          <a:extLst>
                            <a:ext uri="{FF2B5EF4-FFF2-40B4-BE49-F238E27FC236}">
                              <a16:creationId xmlns:a16="http://schemas.microsoft.com/office/drawing/2014/main" id="{B672C3F5-C973-4559-8D29-097A828660A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85" name="3D Model 13284" descr="Sphere">
                              <a:extLst>
                                <a:ext uri="{FF2B5EF4-FFF2-40B4-BE49-F238E27FC236}">
                                  <a16:creationId xmlns:a16="http://schemas.microsoft.com/office/drawing/2014/main" id="{2D903D45-1603-42F4-AAC6-36868B1BFF0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95517317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286" name="Flowchart: Connector 13285">
                          <a:extLst>
                            <a:ext uri="{FF2B5EF4-FFF2-40B4-BE49-F238E27FC236}">
                              <a16:creationId xmlns:a16="http://schemas.microsoft.com/office/drawing/2014/main" id="{D7449592-8441-45F4-817E-7BCD52E04A6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87" name="3D Model 13286" descr="Sphere">
                              <a:extLst>
                                <a:ext uri="{FF2B5EF4-FFF2-40B4-BE49-F238E27FC236}">
                                  <a16:creationId xmlns:a16="http://schemas.microsoft.com/office/drawing/2014/main" id="{376FB53F-C406-494A-8F7D-78BA8D9A998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41780176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288" name="Flowchart: Connector 13287">
                          <a:extLst>
                            <a:ext uri="{FF2B5EF4-FFF2-40B4-BE49-F238E27FC236}">
                              <a16:creationId xmlns:a16="http://schemas.microsoft.com/office/drawing/2014/main" id="{43D23081-6E44-4657-B528-062E193C3D7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89" name="3D Model 13288" descr="Sphere">
                              <a:extLst>
                                <a:ext uri="{FF2B5EF4-FFF2-40B4-BE49-F238E27FC236}">
                                  <a16:creationId xmlns:a16="http://schemas.microsoft.com/office/drawing/2014/main" id="{F1DD4DD1-3E5D-433F-B6D1-439AA6CE0C7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123619145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290" name="Flowchart: Connector 13289">
                          <a:extLst>
                            <a:ext uri="{FF2B5EF4-FFF2-40B4-BE49-F238E27FC236}">
                              <a16:creationId xmlns:a16="http://schemas.microsoft.com/office/drawing/2014/main" id="{14CF31A1-0645-4F24-BB44-40CDD363EF8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91" name="3D Model 13290" descr="Sphere">
                              <a:extLst>
                                <a:ext uri="{FF2B5EF4-FFF2-40B4-BE49-F238E27FC236}">
                                  <a16:creationId xmlns:a16="http://schemas.microsoft.com/office/drawing/2014/main" id="{9E742705-45B8-453E-9677-E99045D626B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66133905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13203" name="Flowchart: Connector 13202">
                      <a:extLst>
                        <a:ext uri="{FF2B5EF4-FFF2-40B4-BE49-F238E27FC236}">
                          <a16:creationId xmlns:a16="http://schemas.microsoft.com/office/drawing/2014/main" id="{8E4F35F4-99C7-49E7-9AE9-11C8DC774EF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204" name="Flowchart: Connector 13203">
                      <a:extLst>
                        <a:ext uri="{FF2B5EF4-FFF2-40B4-BE49-F238E27FC236}">
                          <a16:creationId xmlns:a16="http://schemas.microsoft.com/office/drawing/2014/main" id="{4186B45E-40FC-42CE-8213-A37D0EDDA5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205" name="Flowchart: Connector 13204">
                      <a:extLst>
                        <a:ext uri="{FF2B5EF4-FFF2-40B4-BE49-F238E27FC236}">
                          <a16:creationId xmlns:a16="http://schemas.microsoft.com/office/drawing/2014/main" id="{C79295F4-9A7C-41D2-87AC-A5F03A32AEC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206" name="Flowchart: Connector 13205">
                      <a:extLst>
                        <a:ext uri="{FF2B5EF4-FFF2-40B4-BE49-F238E27FC236}">
                          <a16:creationId xmlns:a16="http://schemas.microsoft.com/office/drawing/2014/main" id="{4C83B17C-3A02-4941-B94E-22BF113DD62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207" name="Flowchart: Connector 13206">
                      <a:extLst>
                        <a:ext uri="{FF2B5EF4-FFF2-40B4-BE49-F238E27FC236}">
                          <a16:creationId xmlns:a16="http://schemas.microsoft.com/office/drawing/2014/main" id="{2FD6BE0D-7173-40A8-9ED8-E3873FC6372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208" name="Flowchart: Connector 13207">
                      <a:extLst>
                        <a:ext uri="{FF2B5EF4-FFF2-40B4-BE49-F238E27FC236}">
                          <a16:creationId xmlns:a16="http://schemas.microsoft.com/office/drawing/2014/main" id="{2CABD1AC-E07D-4065-A98F-164BEAC5BAB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3209" name="Flowchart: Connector 13208">
                      <a:extLst>
                        <a:ext uri="{FF2B5EF4-FFF2-40B4-BE49-F238E27FC236}">
                          <a16:creationId xmlns:a16="http://schemas.microsoft.com/office/drawing/2014/main" id="{9937AEE3-4312-4157-8244-9F456D5C12A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210" name="Flowchart: Connector 13209">
                      <a:extLst>
                        <a:ext uri="{FF2B5EF4-FFF2-40B4-BE49-F238E27FC236}">
                          <a16:creationId xmlns:a16="http://schemas.microsoft.com/office/drawing/2014/main" id="{A483C71E-61B9-4F83-B089-0F105FF07FE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13211" name="Group 13210">
                      <a:extLst>
                        <a:ext uri="{FF2B5EF4-FFF2-40B4-BE49-F238E27FC236}">
                          <a16:creationId xmlns:a16="http://schemas.microsoft.com/office/drawing/2014/main" id="{DD5C4947-9BAC-4944-87B4-D3588EEC64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13212" name="Group 13211">
                        <a:extLst>
                          <a:ext uri="{FF2B5EF4-FFF2-40B4-BE49-F238E27FC236}">
                            <a16:creationId xmlns:a16="http://schemas.microsoft.com/office/drawing/2014/main" id="{825C711C-3B54-45A1-8A5B-ECCFAF6DAF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13263" name="Flowchart: Connector 13262">
                          <a:extLst>
                            <a:ext uri="{FF2B5EF4-FFF2-40B4-BE49-F238E27FC236}">
                              <a16:creationId xmlns:a16="http://schemas.microsoft.com/office/drawing/2014/main" id="{04890C46-777B-4BA0-AB7A-0EA812A2E32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64" name="3D Model 13263" descr="Sphere">
                              <a:extLst>
                                <a:ext uri="{FF2B5EF4-FFF2-40B4-BE49-F238E27FC236}">
                                  <a16:creationId xmlns:a16="http://schemas.microsoft.com/office/drawing/2014/main" id="{00BCADC6-FAC0-4EDD-A923-029CA197802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65666218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265" name="Flowchart: Connector 13264">
                          <a:extLst>
                            <a:ext uri="{FF2B5EF4-FFF2-40B4-BE49-F238E27FC236}">
                              <a16:creationId xmlns:a16="http://schemas.microsoft.com/office/drawing/2014/main" id="{F6023C9E-4549-4442-B2AD-355568A6BAD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66" name="3D Model 13265" descr="Sphere">
                              <a:extLst>
                                <a:ext uri="{FF2B5EF4-FFF2-40B4-BE49-F238E27FC236}">
                                  <a16:creationId xmlns:a16="http://schemas.microsoft.com/office/drawing/2014/main" id="{F0DCEF3F-8A58-454C-86CE-5840FBE1647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3219110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267" name="Flowchart: Connector 13266">
                          <a:extLst>
                            <a:ext uri="{FF2B5EF4-FFF2-40B4-BE49-F238E27FC236}">
                              <a16:creationId xmlns:a16="http://schemas.microsoft.com/office/drawing/2014/main" id="{F4B58A31-FA82-4476-AF75-FC3A489D41E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68" name="3D Model 13267" descr="Sphere">
                              <a:extLst>
                                <a:ext uri="{FF2B5EF4-FFF2-40B4-BE49-F238E27FC236}">
                                  <a16:creationId xmlns:a16="http://schemas.microsoft.com/office/drawing/2014/main" id="{4731D149-DB94-4044-A6D9-67B6BE951AC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8432657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269" name="Flowchart: Connector 13268">
                          <a:extLst>
                            <a:ext uri="{FF2B5EF4-FFF2-40B4-BE49-F238E27FC236}">
                              <a16:creationId xmlns:a16="http://schemas.microsoft.com/office/drawing/2014/main" id="{4AD0756E-941B-4FB2-9DEF-41E313C8858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70" name="3D Model 13269" descr="Sphere">
                              <a:extLst>
                                <a:ext uri="{FF2B5EF4-FFF2-40B4-BE49-F238E27FC236}">
                                  <a16:creationId xmlns:a16="http://schemas.microsoft.com/office/drawing/2014/main" id="{9D4AA7B0-5E87-4385-8006-A702FF2F301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9278064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3213" name="Group 13212">
                        <a:extLst>
                          <a:ext uri="{FF2B5EF4-FFF2-40B4-BE49-F238E27FC236}">
                            <a16:creationId xmlns:a16="http://schemas.microsoft.com/office/drawing/2014/main" id="{93B93C25-DAA8-42CA-AC33-DD19C05119A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13247" name="Flowchart: Connector 13246">
                          <a:extLst>
                            <a:ext uri="{FF2B5EF4-FFF2-40B4-BE49-F238E27FC236}">
                              <a16:creationId xmlns:a16="http://schemas.microsoft.com/office/drawing/2014/main" id="{7913E147-EC6B-44E7-B720-44FE5B99657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48" name="Flowchart: Connector 13247">
                          <a:extLst>
                            <a:ext uri="{FF2B5EF4-FFF2-40B4-BE49-F238E27FC236}">
                              <a16:creationId xmlns:a16="http://schemas.microsoft.com/office/drawing/2014/main" id="{97ACA4DF-72C4-4034-B02C-03CEA629758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49" name="Flowchart: Connector 13248">
                          <a:extLst>
                            <a:ext uri="{FF2B5EF4-FFF2-40B4-BE49-F238E27FC236}">
                              <a16:creationId xmlns:a16="http://schemas.microsoft.com/office/drawing/2014/main" id="{0C455431-82DD-45D3-88C5-E1FA4C33A27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50" name="Flowchart: Connector 13249">
                          <a:extLst>
                            <a:ext uri="{FF2B5EF4-FFF2-40B4-BE49-F238E27FC236}">
                              <a16:creationId xmlns:a16="http://schemas.microsoft.com/office/drawing/2014/main" id="{CDF77DF5-DC31-4557-B9A8-E0D8BDFF973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51" name="Flowchart: Connector 13250">
                          <a:extLst>
                            <a:ext uri="{FF2B5EF4-FFF2-40B4-BE49-F238E27FC236}">
                              <a16:creationId xmlns:a16="http://schemas.microsoft.com/office/drawing/2014/main" id="{5768F6B0-3071-4936-BDF6-F54A2110E27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52" name="Flowchart: Connector 13251">
                          <a:extLst>
                            <a:ext uri="{FF2B5EF4-FFF2-40B4-BE49-F238E27FC236}">
                              <a16:creationId xmlns:a16="http://schemas.microsoft.com/office/drawing/2014/main" id="{F2FCF2B2-59F8-4C80-92F0-DED3D4AC78F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53" name="Flowchart: Connector 13252">
                          <a:extLst>
                            <a:ext uri="{FF2B5EF4-FFF2-40B4-BE49-F238E27FC236}">
                              <a16:creationId xmlns:a16="http://schemas.microsoft.com/office/drawing/2014/main" id="{99C1CB22-2739-43B2-8E61-9493BC58C69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54" name="Flowchart: Connector 13253">
                          <a:extLst>
                            <a:ext uri="{FF2B5EF4-FFF2-40B4-BE49-F238E27FC236}">
                              <a16:creationId xmlns:a16="http://schemas.microsoft.com/office/drawing/2014/main" id="{48EAF7DB-DAE6-48C3-847F-D82474F904C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55" name="Flowchart: Connector 13254">
                          <a:extLst>
                            <a:ext uri="{FF2B5EF4-FFF2-40B4-BE49-F238E27FC236}">
                              <a16:creationId xmlns:a16="http://schemas.microsoft.com/office/drawing/2014/main" id="{99796E5E-F3DC-4114-8119-1C0BA74A251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56" name="3D Model 13255" descr="Sphere">
                              <a:extLst>
                                <a:ext uri="{FF2B5EF4-FFF2-40B4-BE49-F238E27FC236}">
                                  <a16:creationId xmlns:a16="http://schemas.microsoft.com/office/drawing/2014/main" id="{3048CE33-F386-4E90-8943-646EF76DFBC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14534457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257" name="Flowchart: Connector 13256">
                          <a:extLst>
                            <a:ext uri="{FF2B5EF4-FFF2-40B4-BE49-F238E27FC236}">
                              <a16:creationId xmlns:a16="http://schemas.microsoft.com/office/drawing/2014/main" id="{8591AD63-3FEF-4D9D-94E9-74A48124B42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58" name="3D Model 13257" descr="Sphere">
                              <a:extLst>
                                <a:ext uri="{FF2B5EF4-FFF2-40B4-BE49-F238E27FC236}">
                                  <a16:creationId xmlns:a16="http://schemas.microsoft.com/office/drawing/2014/main" id="{CAA3325F-9D84-4BA4-9799-95A0E5669A3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1454351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259" name="Flowchart: Connector 13258">
                          <a:extLst>
                            <a:ext uri="{FF2B5EF4-FFF2-40B4-BE49-F238E27FC236}">
                              <a16:creationId xmlns:a16="http://schemas.microsoft.com/office/drawing/2014/main" id="{9F4615AE-50F6-4292-BB4F-2DD7ED7A826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60" name="3D Model 13259" descr="Sphere">
                              <a:extLst>
                                <a:ext uri="{FF2B5EF4-FFF2-40B4-BE49-F238E27FC236}">
                                  <a16:creationId xmlns:a16="http://schemas.microsoft.com/office/drawing/2014/main" id="{AC91A00A-60CE-48C2-A13A-063C3E5D5AC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6994354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261" name="Flowchart: Connector 13260">
                          <a:extLst>
                            <a:ext uri="{FF2B5EF4-FFF2-40B4-BE49-F238E27FC236}">
                              <a16:creationId xmlns:a16="http://schemas.microsoft.com/office/drawing/2014/main" id="{2A192C7B-0DE1-46DB-B5D5-CF6CCB7AF4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62" name="3D Model 13261" descr="Sphere">
                              <a:extLst>
                                <a:ext uri="{FF2B5EF4-FFF2-40B4-BE49-F238E27FC236}">
                                  <a16:creationId xmlns:a16="http://schemas.microsoft.com/office/drawing/2014/main" id="{7B4AA1DD-ABE4-423C-A709-4861D3E8028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2985893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3214" name="Group 13213">
                        <a:extLst>
                          <a:ext uri="{FF2B5EF4-FFF2-40B4-BE49-F238E27FC236}">
                            <a16:creationId xmlns:a16="http://schemas.microsoft.com/office/drawing/2014/main" id="{0D6685FF-E1E2-4CCC-944F-B3B14A2D7EE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13231" name="Flowchart: Connector 13230">
                          <a:extLst>
                            <a:ext uri="{FF2B5EF4-FFF2-40B4-BE49-F238E27FC236}">
                              <a16:creationId xmlns:a16="http://schemas.microsoft.com/office/drawing/2014/main" id="{ECDB3AA9-EBEA-4C75-AD47-541872299CA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32" name="Flowchart: Connector 13231">
                          <a:extLst>
                            <a:ext uri="{FF2B5EF4-FFF2-40B4-BE49-F238E27FC236}">
                              <a16:creationId xmlns:a16="http://schemas.microsoft.com/office/drawing/2014/main" id="{2C24A044-C08F-43F2-8087-330823D611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33" name="Flowchart: Connector 13232">
                          <a:extLst>
                            <a:ext uri="{FF2B5EF4-FFF2-40B4-BE49-F238E27FC236}">
                              <a16:creationId xmlns:a16="http://schemas.microsoft.com/office/drawing/2014/main" id="{9DFEF98F-C076-4F1E-B332-997F7D4320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34" name="Flowchart: Connector 13233">
                          <a:extLst>
                            <a:ext uri="{FF2B5EF4-FFF2-40B4-BE49-F238E27FC236}">
                              <a16:creationId xmlns:a16="http://schemas.microsoft.com/office/drawing/2014/main" id="{D8B0FAD4-AAE7-4971-8A2F-B9DE0389B04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35" name="Flowchart: Connector 13234">
                          <a:extLst>
                            <a:ext uri="{FF2B5EF4-FFF2-40B4-BE49-F238E27FC236}">
                              <a16:creationId xmlns:a16="http://schemas.microsoft.com/office/drawing/2014/main" id="{288B3E42-3B10-4D58-8307-42C0B17C003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36" name="Flowchart: Connector 13235">
                          <a:extLst>
                            <a:ext uri="{FF2B5EF4-FFF2-40B4-BE49-F238E27FC236}">
                              <a16:creationId xmlns:a16="http://schemas.microsoft.com/office/drawing/2014/main" id="{BAAFA4C9-D738-4542-983B-D4382988FC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37" name="Flowchart: Connector 13236">
                          <a:extLst>
                            <a:ext uri="{FF2B5EF4-FFF2-40B4-BE49-F238E27FC236}">
                              <a16:creationId xmlns:a16="http://schemas.microsoft.com/office/drawing/2014/main" id="{034B325D-6BD3-4C2A-8BDD-6E53079C721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38" name="Flowchart: Connector 13237">
                          <a:extLst>
                            <a:ext uri="{FF2B5EF4-FFF2-40B4-BE49-F238E27FC236}">
                              <a16:creationId xmlns:a16="http://schemas.microsoft.com/office/drawing/2014/main" id="{2FF3BF39-0025-485C-826C-C9E9521243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239" name="Flowchart: Connector 13238">
                          <a:extLst>
                            <a:ext uri="{FF2B5EF4-FFF2-40B4-BE49-F238E27FC236}">
                              <a16:creationId xmlns:a16="http://schemas.microsoft.com/office/drawing/2014/main" id="{67FF5B51-CA85-4146-B390-CF8FADFA5E6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40" name="3D Model 13239" descr="Sphere">
                              <a:extLst>
                                <a:ext uri="{FF2B5EF4-FFF2-40B4-BE49-F238E27FC236}">
                                  <a16:creationId xmlns:a16="http://schemas.microsoft.com/office/drawing/2014/main" id="{0CEAB00E-A929-4CBB-B83D-174BB68123F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243173919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241" name="Flowchart: Connector 13240">
                          <a:extLst>
                            <a:ext uri="{FF2B5EF4-FFF2-40B4-BE49-F238E27FC236}">
                              <a16:creationId xmlns:a16="http://schemas.microsoft.com/office/drawing/2014/main" id="{98835B87-F735-463F-8373-C884101C586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42" name="3D Model 13241" descr="Sphere">
                              <a:extLst>
                                <a:ext uri="{FF2B5EF4-FFF2-40B4-BE49-F238E27FC236}">
                                  <a16:creationId xmlns:a16="http://schemas.microsoft.com/office/drawing/2014/main" id="{CE510D81-6DDB-4F49-BB32-33C7C16C63D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998343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243" name="Flowchart: Connector 13242">
                          <a:extLst>
                            <a:ext uri="{FF2B5EF4-FFF2-40B4-BE49-F238E27FC236}">
                              <a16:creationId xmlns:a16="http://schemas.microsoft.com/office/drawing/2014/main" id="{46138ADF-ED53-4AB4-A02E-4A2FF491F50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44" name="3D Model 13243" descr="Sphere">
                              <a:extLst>
                                <a:ext uri="{FF2B5EF4-FFF2-40B4-BE49-F238E27FC236}">
                                  <a16:creationId xmlns:a16="http://schemas.microsoft.com/office/drawing/2014/main" id="{0EB9E6AA-8233-42DF-B286-D04E3CF71EB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253369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245" name="Flowchart: Connector 13244">
                          <a:extLst>
                            <a:ext uri="{FF2B5EF4-FFF2-40B4-BE49-F238E27FC236}">
                              <a16:creationId xmlns:a16="http://schemas.microsoft.com/office/drawing/2014/main" id="{FD2F78F0-46B3-4F80-80B7-2F3082B586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246" name="3D Model 13245" descr="Sphere">
                              <a:extLst>
                                <a:ext uri="{FF2B5EF4-FFF2-40B4-BE49-F238E27FC236}">
                                  <a16:creationId xmlns:a16="http://schemas.microsoft.com/office/drawing/2014/main" id="{CEEA51CD-636F-4E0E-9E5A-4B625F1A6EF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8268506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3215" name="Flowchart: Connector 13214">
                        <a:extLst>
                          <a:ext uri="{FF2B5EF4-FFF2-40B4-BE49-F238E27FC236}">
                            <a16:creationId xmlns:a16="http://schemas.microsoft.com/office/drawing/2014/main" id="{70506946-75B8-46EF-8ADB-00B1EA926FB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216" name="Flowchart: Connector 13215">
                        <a:extLst>
                          <a:ext uri="{FF2B5EF4-FFF2-40B4-BE49-F238E27FC236}">
                            <a16:creationId xmlns:a16="http://schemas.microsoft.com/office/drawing/2014/main" id="{4B91CB4B-E166-4F17-A403-DF6DE2F55A5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217" name="Flowchart: Connector 13216">
                        <a:extLst>
                          <a:ext uri="{FF2B5EF4-FFF2-40B4-BE49-F238E27FC236}">
                            <a16:creationId xmlns:a16="http://schemas.microsoft.com/office/drawing/2014/main" id="{DA84288A-ED43-4375-8B36-89E7D157A2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218" name="Flowchart: Connector 13217">
                        <a:extLst>
                          <a:ext uri="{FF2B5EF4-FFF2-40B4-BE49-F238E27FC236}">
                            <a16:creationId xmlns:a16="http://schemas.microsoft.com/office/drawing/2014/main" id="{87885CF0-9667-4BFC-9902-BCF59D3F7A3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219" name="Flowchart: Connector 13218">
                        <a:extLst>
                          <a:ext uri="{FF2B5EF4-FFF2-40B4-BE49-F238E27FC236}">
                            <a16:creationId xmlns:a16="http://schemas.microsoft.com/office/drawing/2014/main" id="{73425249-88CD-4AE8-AB65-E9E2E67350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220" name="Flowchart: Connector 13219">
                        <a:extLst>
                          <a:ext uri="{FF2B5EF4-FFF2-40B4-BE49-F238E27FC236}">
                            <a16:creationId xmlns:a16="http://schemas.microsoft.com/office/drawing/2014/main" id="{F08D19E1-82B1-49C2-80AF-079A1B91020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221" name="Flowchart: Connector 13220">
                        <a:extLst>
                          <a:ext uri="{FF2B5EF4-FFF2-40B4-BE49-F238E27FC236}">
                            <a16:creationId xmlns:a16="http://schemas.microsoft.com/office/drawing/2014/main" id="{95F82873-4789-45DA-BDA1-EA2E6853CE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222" name="Flowchart: Connector 13221">
                        <a:extLst>
                          <a:ext uri="{FF2B5EF4-FFF2-40B4-BE49-F238E27FC236}">
                            <a16:creationId xmlns:a16="http://schemas.microsoft.com/office/drawing/2014/main" id="{24A109AB-5FFA-404E-B9CC-826401C27C7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223" name="Flowchart: Connector 13222">
                        <a:extLst>
                          <a:ext uri="{FF2B5EF4-FFF2-40B4-BE49-F238E27FC236}">
                            <a16:creationId xmlns:a16="http://schemas.microsoft.com/office/drawing/2014/main" id="{BDDC29B1-E1F2-41E5-9854-07FD2860448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224" name="3D Model 13223" descr="Sphere">
                            <a:extLst>
                              <a:ext uri="{FF2B5EF4-FFF2-40B4-BE49-F238E27FC236}">
                                <a16:creationId xmlns:a16="http://schemas.microsoft.com/office/drawing/2014/main" id="{9AC4A292-BDFA-4987-8C4A-E5198D9333B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65535118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225" name="Flowchart: Connector 13224">
                        <a:extLst>
                          <a:ext uri="{FF2B5EF4-FFF2-40B4-BE49-F238E27FC236}">
                            <a16:creationId xmlns:a16="http://schemas.microsoft.com/office/drawing/2014/main" id="{F39CC22B-D1B3-4716-8929-5E5C577478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226" name="3D Model 13225" descr="Sphere">
                            <a:extLst>
                              <a:ext uri="{FF2B5EF4-FFF2-40B4-BE49-F238E27FC236}">
                                <a16:creationId xmlns:a16="http://schemas.microsoft.com/office/drawing/2014/main" id="{7CDB50B4-A03E-4F1A-BAF0-6F45D4B4A41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21864862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227" name="Flowchart: Connector 13226">
                        <a:extLst>
                          <a:ext uri="{FF2B5EF4-FFF2-40B4-BE49-F238E27FC236}">
                            <a16:creationId xmlns:a16="http://schemas.microsoft.com/office/drawing/2014/main" id="{06A32B0E-15FF-4C7A-B01C-A709DC8155B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228" name="3D Model 13227" descr="Sphere">
                            <a:extLst>
                              <a:ext uri="{FF2B5EF4-FFF2-40B4-BE49-F238E27FC236}">
                                <a16:creationId xmlns:a16="http://schemas.microsoft.com/office/drawing/2014/main" id="{9998A3D2-150A-410C-80AD-D9B6BCC2960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41200088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3229" name="Flowchart: Connector 13228">
                        <a:extLst>
                          <a:ext uri="{FF2B5EF4-FFF2-40B4-BE49-F238E27FC236}">
                            <a16:creationId xmlns:a16="http://schemas.microsoft.com/office/drawing/2014/main" id="{A1A8A271-2C8E-4443-B9B2-B7C75EE6B1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3230" name="3D Model 13229" descr="Sphere">
                            <a:extLst>
                              <a:ext uri="{FF2B5EF4-FFF2-40B4-BE49-F238E27FC236}">
                                <a16:creationId xmlns:a16="http://schemas.microsoft.com/office/drawing/2014/main" id="{6302B85E-7ABD-4A10-A3DF-F474CB390EE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85658715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3180" name="Freeform: Shape 13179">
                    <a:extLst>
                      <a:ext uri="{FF2B5EF4-FFF2-40B4-BE49-F238E27FC236}">
                        <a16:creationId xmlns:a16="http://schemas.microsoft.com/office/drawing/2014/main" id="{2D2D1DB7-0B27-45DE-9191-3DF2C198E2DD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181" name="Freeform: Shape 13180">
                    <a:extLst>
                      <a:ext uri="{FF2B5EF4-FFF2-40B4-BE49-F238E27FC236}">
                        <a16:creationId xmlns:a16="http://schemas.microsoft.com/office/drawing/2014/main" id="{DB699209-9C91-4B82-B270-5ABFE2E9032B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182" name="Freeform: Shape 13181">
                    <a:extLst>
                      <a:ext uri="{FF2B5EF4-FFF2-40B4-BE49-F238E27FC236}">
                        <a16:creationId xmlns:a16="http://schemas.microsoft.com/office/drawing/2014/main" id="{06F9C0AB-6592-493F-A469-799E9B944B81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183" name="Freeform: Shape 13182">
                    <a:extLst>
                      <a:ext uri="{FF2B5EF4-FFF2-40B4-BE49-F238E27FC236}">
                        <a16:creationId xmlns:a16="http://schemas.microsoft.com/office/drawing/2014/main" id="{69F8EBB4-6456-49A5-AE7A-F8D444319962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184" name="Freeform: Shape 13183">
                    <a:extLst>
                      <a:ext uri="{FF2B5EF4-FFF2-40B4-BE49-F238E27FC236}">
                        <a16:creationId xmlns:a16="http://schemas.microsoft.com/office/drawing/2014/main" id="{E432F187-F0CA-44A6-B0D0-2260556FAC52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185" name="Freeform: Shape 13184">
                    <a:extLst>
                      <a:ext uri="{FF2B5EF4-FFF2-40B4-BE49-F238E27FC236}">
                        <a16:creationId xmlns:a16="http://schemas.microsoft.com/office/drawing/2014/main" id="{97CDB7E7-657D-44A2-9A0C-D401ABD13EDE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186" name="Freeform: Shape 13185">
                    <a:extLst>
                      <a:ext uri="{FF2B5EF4-FFF2-40B4-BE49-F238E27FC236}">
                        <a16:creationId xmlns:a16="http://schemas.microsoft.com/office/drawing/2014/main" id="{CB245292-3240-492D-BDE9-07D17FA71EF8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187" name="Freeform: Shape 13186">
                    <a:extLst>
                      <a:ext uri="{FF2B5EF4-FFF2-40B4-BE49-F238E27FC236}">
                        <a16:creationId xmlns:a16="http://schemas.microsoft.com/office/drawing/2014/main" id="{79975A2F-7A12-4DAA-9D6B-830EAF15061C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188" name="Freeform: Shape 13187">
                    <a:extLst>
                      <a:ext uri="{FF2B5EF4-FFF2-40B4-BE49-F238E27FC236}">
                        <a16:creationId xmlns:a16="http://schemas.microsoft.com/office/drawing/2014/main" id="{AFBF3E48-DBD0-4E82-A212-D0890C517997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189" name="Freeform: Shape 13188">
                    <a:extLst>
                      <a:ext uri="{FF2B5EF4-FFF2-40B4-BE49-F238E27FC236}">
                        <a16:creationId xmlns:a16="http://schemas.microsoft.com/office/drawing/2014/main" id="{ED876B5D-19D0-44DD-A4FD-3AF2D5319077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190" name="Freeform: Shape 13189">
                    <a:extLst>
                      <a:ext uri="{FF2B5EF4-FFF2-40B4-BE49-F238E27FC236}">
                        <a16:creationId xmlns:a16="http://schemas.microsoft.com/office/drawing/2014/main" id="{5E6E00C7-309B-4F9D-8C5C-48802D8255AE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3191" name="Freeform: Shape 13190">
                    <a:extLst>
                      <a:ext uri="{FF2B5EF4-FFF2-40B4-BE49-F238E27FC236}">
                        <a16:creationId xmlns:a16="http://schemas.microsoft.com/office/drawing/2014/main" id="{995C13D5-9560-462C-B113-A0C204D64C1F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13176" name="Freeform: Shape 13175">
                  <a:extLst>
                    <a:ext uri="{FF2B5EF4-FFF2-40B4-BE49-F238E27FC236}">
                      <a16:creationId xmlns:a16="http://schemas.microsoft.com/office/drawing/2014/main" id="{47AFD8F4-0B00-457F-AA60-22F76AC4ADAF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177" name="Freeform: Shape 13176">
                  <a:extLst>
                    <a:ext uri="{FF2B5EF4-FFF2-40B4-BE49-F238E27FC236}">
                      <a16:creationId xmlns:a16="http://schemas.microsoft.com/office/drawing/2014/main" id="{17F7611A-A31D-4CAD-95E4-A2DC57B183D6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3178" name="Freeform: Shape 13177">
                  <a:extLst>
                    <a:ext uri="{FF2B5EF4-FFF2-40B4-BE49-F238E27FC236}">
                      <a16:creationId xmlns:a16="http://schemas.microsoft.com/office/drawing/2014/main" id="{4C7DDFD1-0B97-4F9F-AF64-477B95941407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2275" name="Group 12274">
                <a:extLst>
                  <a:ext uri="{FF2B5EF4-FFF2-40B4-BE49-F238E27FC236}">
                    <a16:creationId xmlns:a16="http://schemas.microsoft.com/office/drawing/2014/main" id="{E2BA5B6C-FA4A-4BED-9F78-75BFA8ECA95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996065" y="6027249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12876" name="Group 12875">
                  <a:extLst>
                    <a:ext uri="{FF2B5EF4-FFF2-40B4-BE49-F238E27FC236}">
                      <a16:creationId xmlns:a16="http://schemas.microsoft.com/office/drawing/2014/main" id="{2F19CF35-93AF-42B9-86CA-C93A2B9E6461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12880" name="Group 12879">
                    <a:extLst>
                      <a:ext uri="{FF2B5EF4-FFF2-40B4-BE49-F238E27FC236}">
                        <a16:creationId xmlns:a16="http://schemas.microsoft.com/office/drawing/2014/main" id="{925D46FD-42F7-48A8-B8E5-549D50E6B1E9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12893" name="Group 12892">
                      <a:extLst>
                        <a:ext uri="{FF2B5EF4-FFF2-40B4-BE49-F238E27FC236}">
                          <a16:creationId xmlns:a16="http://schemas.microsoft.com/office/drawing/2014/main" id="{A49BBFFD-F9F7-4BEC-9B50-C24B625635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13114" name="Group 13113">
                        <a:extLst>
                          <a:ext uri="{FF2B5EF4-FFF2-40B4-BE49-F238E27FC236}">
                            <a16:creationId xmlns:a16="http://schemas.microsoft.com/office/drawing/2014/main" id="{8BD84A93-74E5-416A-82D9-75E8D6734C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13171" name="Flowchart: Connector 13170">
                          <a:extLst>
                            <a:ext uri="{FF2B5EF4-FFF2-40B4-BE49-F238E27FC236}">
                              <a16:creationId xmlns:a16="http://schemas.microsoft.com/office/drawing/2014/main" id="{087E0DD5-EF5A-44D7-A83F-530DA7BBAFE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72" name="Flowchart: Connector 13171">
                          <a:extLst>
                            <a:ext uri="{FF2B5EF4-FFF2-40B4-BE49-F238E27FC236}">
                              <a16:creationId xmlns:a16="http://schemas.microsoft.com/office/drawing/2014/main" id="{A2146C81-751B-4D28-B081-839CB3393AB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73" name="Flowchart: Connector 13172">
                          <a:extLst>
                            <a:ext uri="{FF2B5EF4-FFF2-40B4-BE49-F238E27FC236}">
                              <a16:creationId xmlns:a16="http://schemas.microsoft.com/office/drawing/2014/main" id="{30FCF659-339F-4510-9FB5-A156A3C8297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74" name="Flowchart: Connector 13173">
                          <a:extLst>
                            <a:ext uri="{FF2B5EF4-FFF2-40B4-BE49-F238E27FC236}">
                              <a16:creationId xmlns:a16="http://schemas.microsoft.com/office/drawing/2014/main" id="{3A174C96-3C33-4E8A-A554-7332AA515CE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3115" name="Group 13114">
                        <a:extLst>
                          <a:ext uri="{FF2B5EF4-FFF2-40B4-BE49-F238E27FC236}">
                            <a16:creationId xmlns:a16="http://schemas.microsoft.com/office/drawing/2014/main" id="{C212D9A2-E83E-471C-839E-F9F77B55A2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13116" name="Group 13115">
                          <a:extLst>
                            <a:ext uri="{FF2B5EF4-FFF2-40B4-BE49-F238E27FC236}">
                              <a16:creationId xmlns:a16="http://schemas.microsoft.com/office/drawing/2014/main" id="{98FDE8B4-A10C-4F94-B3DF-96AE73A35D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64" name="3D Model 13163" descr="Sphere">
                                <a:extLst>
                                  <a:ext uri="{FF2B5EF4-FFF2-40B4-BE49-F238E27FC236}">
                                    <a16:creationId xmlns:a16="http://schemas.microsoft.com/office/drawing/2014/main" id="{88038C1A-989F-44A2-9A5B-2101DA82CBC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26116260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65" name="Flowchart: Connector 13164">
                            <a:extLst>
                              <a:ext uri="{FF2B5EF4-FFF2-40B4-BE49-F238E27FC236}">
                                <a16:creationId xmlns:a16="http://schemas.microsoft.com/office/drawing/2014/main" id="{28699089-A81A-4841-AE9B-C451FCBDE8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66" name="3D Model 13165" descr="Sphere">
                                <a:extLst>
                                  <a:ext uri="{FF2B5EF4-FFF2-40B4-BE49-F238E27FC236}">
                                    <a16:creationId xmlns:a16="http://schemas.microsoft.com/office/drawing/2014/main" id="{40B8112D-FA4E-4A46-A0F7-13AD2F4BA9C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2200995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67" name="Flowchart: Connector 13166">
                            <a:extLst>
                              <a:ext uri="{FF2B5EF4-FFF2-40B4-BE49-F238E27FC236}">
                                <a16:creationId xmlns:a16="http://schemas.microsoft.com/office/drawing/2014/main" id="{C2FC9192-6F70-49E6-B93F-513231B135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68" name="3D Model 13167" descr="Sphere">
                                <a:extLst>
                                  <a:ext uri="{FF2B5EF4-FFF2-40B4-BE49-F238E27FC236}">
                                    <a16:creationId xmlns:a16="http://schemas.microsoft.com/office/drawing/2014/main" id="{381B208D-0A33-4754-A20E-77BE69A9B66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61666323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69" name="Flowchart: Connector 13168">
                            <a:extLst>
                              <a:ext uri="{FF2B5EF4-FFF2-40B4-BE49-F238E27FC236}">
                                <a16:creationId xmlns:a16="http://schemas.microsoft.com/office/drawing/2014/main" id="{80D11276-9F5A-4A5D-BA96-0F25FDFB304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70" name="3D Model 13169" descr="Sphere">
                                <a:extLst>
                                  <a:ext uri="{FF2B5EF4-FFF2-40B4-BE49-F238E27FC236}">
                                    <a16:creationId xmlns:a16="http://schemas.microsoft.com/office/drawing/2014/main" id="{69D782F1-B13C-42B1-BF23-04B2D84DD94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739865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117" name="Group 13116">
                          <a:extLst>
                            <a:ext uri="{FF2B5EF4-FFF2-40B4-BE49-F238E27FC236}">
                              <a16:creationId xmlns:a16="http://schemas.microsoft.com/office/drawing/2014/main" id="{81DB2244-3809-4F7F-B408-F744B943F0C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3149" name="Flowchart: Connector 13148">
                            <a:extLst>
                              <a:ext uri="{FF2B5EF4-FFF2-40B4-BE49-F238E27FC236}">
                                <a16:creationId xmlns:a16="http://schemas.microsoft.com/office/drawing/2014/main" id="{03937F08-8B0A-4E4C-AFC2-35558192B80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50" name="Flowchart: Connector 13149">
                            <a:extLst>
                              <a:ext uri="{FF2B5EF4-FFF2-40B4-BE49-F238E27FC236}">
                                <a16:creationId xmlns:a16="http://schemas.microsoft.com/office/drawing/2014/main" id="{F100C2ED-D491-4CE8-96A2-FBAF00069A3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51" name="Flowchart: Connector 13150">
                            <a:extLst>
                              <a:ext uri="{FF2B5EF4-FFF2-40B4-BE49-F238E27FC236}">
                                <a16:creationId xmlns:a16="http://schemas.microsoft.com/office/drawing/2014/main" id="{7E05E334-4815-4DF5-8D7A-A8675272FE2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52" name="Flowchart: Connector 13151">
                            <a:extLst>
                              <a:ext uri="{FF2B5EF4-FFF2-40B4-BE49-F238E27FC236}">
                                <a16:creationId xmlns:a16="http://schemas.microsoft.com/office/drawing/2014/main" id="{DD881F38-DF56-4A85-8378-079BE9289E8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53" name="Flowchart: Connector 13152">
                            <a:extLst>
                              <a:ext uri="{FF2B5EF4-FFF2-40B4-BE49-F238E27FC236}">
                                <a16:creationId xmlns:a16="http://schemas.microsoft.com/office/drawing/2014/main" id="{A5E98F72-7217-49BA-B035-80C98911FE1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54" name="Flowchart: Connector 13153">
                            <a:extLst>
                              <a:ext uri="{FF2B5EF4-FFF2-40B4-BE49-F238E27FC236}">
                                <a16:creationId xmlns:a16="http://schemas.microsoft.com/office/drawing/2014/main" id="{62AAD1D3-1B5E-4255-A46A-15D2852B20F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55" name="Flowchart: Connector 13154">
                            <a:extLst>
                              <a:ext uri="{FF2B5EF4-FFF2-40B4-BE49-F238E27FC236}">
                                <a16:creationId xmlns:a16="http://schemas.microsoft.com/office/drawing/2014/main" id="{554AA451-27DF-42C2-82EA-33C4F292899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56" name="Flowchart: Connector 13155">
                            <a:extLst>
                              <a:ext uri="{FF2B5EF4-FFF2-40B4-BE49-F238E27FC236}">
                                <a16:creationId xmlns:a16="http://schemas.microsoft.com/office/drawing/2014/main" id="{080C102E-A0BE-4FE0-957D-B0AFACF9023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57" name="3D Model 13156" descr="Sphere">
                                <a:extLst>
                                  <a:ext uri="{FF2B5EF4-FFF2-40B4-BE49-F238E27FC236}">
                                    <a16:creationId xmlns:a16="http://schemas.microsoft.com/office/drawing/2014/main" id="{ABE9D6A8-05C3-4E02-B9F7-42978429F49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0649793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58" name="Flowchart: Connector 13157">
                            <a:extLst>
                              <a:ext uri="{FF2B5EF4-FFF2-40B4-BE49-F238E27FC236}">
                                <a16:creationId xmlns:a16="http://schemas.microsoft.com/office/drawing/2014/main" id="{BF19C16C-8F8E-4D6D-A352-42215361455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59" name="3D Model 13158" descr="Sphere">
                                <a:extLst>
                                  <a:ext uri="{FF2B5EF4-FFF2-40B4-BE49-F238E27FC236}">
                                    <a16:creationId xmlns:a16="http://schemas.microsoft.com/office/drawing/2014/main" id="{23DCFAC0-6E89-4E67-AF47-46D3C3A68FA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66903689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60" name="Flowchart: Connector 13159">
                            <a:extLst>
                              <a:ext uri="{FF2B5EF4-FFF2-40B4-BE49-F238E27FC236}">
                                <a16:creationId xmlns:a16="http://schemas.microsoft.com/office/drawing/2014/main" id="{13FB518D-1F70-4EAE-AC16-AADA3899C9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61" name="3D Model 13160" descr="Sphere">
                                <a:extLst>
                                  <a:ext uri="{FF2B5EF4-FFF2-40B4-BE49-F238E27FC236}">
                                    <a16:creationId xmlns:a16="http://schemas.microsoft.com/office/drawing/2014/main" id="{F2FC4160-5EBD-4238-8C82-181694E0878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6884026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62" name="Flowchart: Connector 13161">
                            <a:extLst>
                              <a:ext uri="{FF2B5EF4-FFF2-40B4-BE49-F238E27FC236}">
                                <a16:creationId xmlns:a16="http://schemas.microsoft.com/office/drawing/2014/main" id="{751A0035-B52A-4AB5-A238-D6D60AD22A2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63" name="3D Model 13162" descr="Sphere">
                                <a:extLst>
                                  <a:ext uri="{FF2B5EF4-FFF2-40B4-BE49-F238E27FC236}">
                                    <a16:creationId xmlns:a16="http://schemas.microsoft.com/office/drawing/2014/main" id="{01439CB5-50D9-4221-8EFB-5C628CC8F76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6329541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118" name="Group 13117">
                          <a:extLst>
                            <a:ext uri="{FF2B5EF4-FFF2-40B4-BE49-F238E27FC236}">
                              <a16:creationId xmlns:a16="http://schemas.microsoft.com/office/drawing/2014/main" id="{7B50118C-16A9-4ABB-80A5-3C3B8CB889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3134" name="Flowchart: Connector 13133">
                            <a:extLst>
                              <a:ext uri="{FF2B5EF4-FFF2-40B4-BE49-F238E27FC236}">
                                <a16:creationId xmlns:a16="http://schemas.microsoft.com/office/drawing/2014/main" id="{7356FFD9-1C65-4AAB-B1E4-C747956D2A3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35" name="Flowchart: Connector 13134">
                            <a:extLst>
                              <a:ext uri="{FF2B5EF4-FFF2-40B4-BE49-F238E27FC236}">
                                <a16:creationId xmlns:a16="http://schemas.microsoft.com/office/drawing/2014/main" id="{66CD7254-B0C3-4177-AF9C-F413DD6DC1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36" name="Flowchart: Connector 13135">
                            <a:extLst>
                              <a:ext uri="{FF2B5EF4-FFF2-40B4-BE49-F238E27FC236}">
                                <a16:creationId xmlns:a16="http://schemas.microsoft.com/office/drawing/2014/main" id="{6173DE63-FB35-4B8D-90E4-94DD671ACF2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37" name="Flowchart: Connector 13136">
                            <a:extLst>
                              <a:ext uri="{FF2B5EF4-FFF2-40B4-BE49-F238E27FC236}">
                                <a16:creationId xmlns:a16="http://schemas.microsoft.com/office/drawing/2014/main" id="{B78B7003-888C-432A-8739-A1A8A75E8F4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38" name="Flowchart: Connector 13137">
                            <a:extLst>
                              <a:ext uri="{FF2B5EF4-FFF2-40B4-BE49-F238E27FC236}">
                                <a16:creationId xmlns:a16="http://schemas.microsoft.com/office/drawing/2014/main" id="{415FF0C2-3A3E-4406-ADC6-90A7684EA3E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39" name="Flowchart: Connector 13138">
                            <a:extLst>
                              <a:ext uri="{FF2B5EF4-FFF2-40B4-BE49-F238E27FC236}">
                                <a16:creationId xmlns:a16="http://schemas.microsoft.com/office/drawing/2014/main" id="{AFB68CAF-42E4-445B-8FB6-6FF4BB0B365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40" name="Flowchart: Connector 13139">
                            <a:extLst>
                              <a:ext uri="{FF2B5EF4-FFF2-40B4-BE49-F238E27FC236}">
                                <a16:creationId xmlns:a16="http://schemas.microsoft.com/office/drawing/2014/main" id="{2451D2A5-75C3-4B30-8F3C-BBDD17F7EE4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141" name="Flowchart: Connector 13140">
                            <a:extLst>
                              <a:ext uri="{FF2B5EF4-FFF2-40B4-BE49-F238E27FC236}">
                                <a16:creationId xmlns:a16="http://schemas.microsoft.com/office/drawing/2014/main" id="{3AF07752-D4DD-4A02-8089-7D6695E15FB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42" name="3D Model 13141" descr="Sphere">
                                <a:extLst>
                                  <a:ext uri="{FF2B5EF4-FFF2-40B4-BE49-F238E27FC236}">
                                    <a16:creationId xmlns:a16="http://schemas.microsoft.com/office/drawing/2014/main" id="{461E7299-B1B0-4A48-88F4-BECE24E8362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3265200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43" name="Flowchart: Connector 13142">
                            <a:extLst>
                              <a:ext uri="{FF2B5EF4-FFF2-40B4-BE49-F238E27FC236}">
                                <a16:creationId xmlns:a16="http://schemas.microsoft.com/office/drawing/2014/main" id="{1DA850F8-EA89-45E6-B5EA-5F20C192746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44" name="3D Model 13143" descr="Sphere">
                                <a:extLst>
                                  <a:ext uri="{FF2B5EF4-FFF2-40B4-BE49-F238E27FC236}">
                                    <a16:creationId xmlns:a16="http://schemas.microsoft.com/office/drawing/2014/main" id="{57C18A44-66C2-44B3-9096-E1CA9BE5A0A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0349595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45" name="Flowchart: Connector 13144">
                            <a:extLst>
                              <a:ext uri="{FF2B5EF4-FFF2-40B4-BE49-F238E27FC236}">
                                <a16:creationId xmlns:a16="http://schemas.microsoft.com/office/drawing/2014/main" id="{5044CE52-7CF6-4D0D-B164-83426A8D0C1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46" name="3D Model 13145" descr="Sphere">
                                <a:extLst>
                                  <a:ext uri="{FF2B5EF4-FFF2-40B4-BE49-F238E27FC236}">
                                    <a16:creationId xmlns:a16="http://schemas.microsoft.com/office/drawing/2014/main" id="{A300E309-698A-4973-8F11-64DFD87AF09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4022061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47" name="Flowchart: Connector 13146">
                            <a:extLst>
                              <a:ext uri="{FF2B5EF4-FFF2-40B4-BE49-F238E27FC236}">
                                <a16:creationId xmlns:a16="http://schemas.microsoft.com/office/drawing/2014/main" id="{72D79E43-03EE-4634-8404-C39CECE4283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48" name="3D Model 13147" descr="Sphere">
                                <a:extLst>
                                  <a:ext uri="{FF2B5EF4-FFF2-40B4-BE49-F238E27FC236}">
                                    <a16:creationId xmlns:a16="http://schemas.microsoft.com/office/drawing/2014/main" id="{B8A44E5A-BC5A-47E0-8055-FAC91C3AC5D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4573431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3119" name="Flowchart: Connector 13118">
                          <a:extLst>
                            <a:ext uri="{FF2B5EF4-FFF2-40B4-BE49-F238E27FC236}">
                              <a16:creationId xmlns:a16="http://schemas.microsoft.com/office/drawing/2014/main" id="{14EAAFA7-F6B1-4D0A-9C40-AE86ED0D66C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20" name="Flowchart: Connector 13119">
                          <a:extLst>
                            <a:ext uri="{FF2B5EF4-FFF2-40B4-BE49-F238E27FC236}">
                              <a16:creationId xmlns:a16="http://schemas.microsoft.com/office/drawing/2014/main" id="{1F107FB8-8195-4A46-AFBE-A285C6D9F78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21" name="Flowchart: Connector 13120">
                          <a:extLst>
                            <a:ext uri="{FF2B5EF4-FFF2-40B4-BE49-F238E27FC236}">
                              <a16:creationId xmlns:a16="http://schemas.microsoft.com/office/drawing/2014/main" id="{0B173278-2192-45EF-A7A9-095CCEC6EC5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22" name="Flowchart: Connector 13121">
                          <a:extLst>
                            <a:ext uri="{FF2B5EF4-FFF2-40B4-BE49-F238E27FC236}">
                              <a16:creationId xmlns:a16="http://schemas.microsoft.com/office/drawing/2014/main" id="{63D72FE7-BE51-4757-B7AF-E05ADA7929D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23" name="Flowchart: Connector 13122">
                          <a:extLst>
                            <a:ext uri="{FF2B5EF4-FFF2-40B4-BE49-F238E27FC236}">
                              <a16:creationId xmlns:a16="http://schemas.microsoft.com/office/drawing/2014/main" id="{CF375A39-7CC6-4873-A470-7AF9441CB5B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24" name="Flowchart: Connector 13123">
                          <a:extLst>
                            <a:ext uri="{FF2B5EF4-FFF2-40B4-BE49-F238E27FC236}">
                              <a16:creationId xmlns:a16="http://schemas.microsoft.com/office/drawing/2014/main" id="{B691E7B8-6A08-4D71-8D31-8880CE78EA3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25" name="Flowchart: Connector 13124">
                          <a:extLst>
                            <a:ext uri="{FF2B5EF4-FFF2-40B4-BE49-F238E27FC236}">
                              <a16:creationId xmlns:a16="http://schemas.microsoft.com/office/drawing/2014/main" id="{BAC9A49E-4508-44F4-8E29-686F8FFCF52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26" name="Flowchart: Connector 13125">
                          <a:extLst>
                            <a:ext uri="{FF2B5EF4-FFF2-40B4-BE49-F238E27FC236}">
                              <a16:creationId xmlns:a16="http://schemas.microsoft.com/office/drawing/2014/main" id="{05649C82-B104-4E79-A3DF-31E09DFFD46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127" name="3D Model 13126" descr="Sphere">
                              <a:extLst>
                                <a:ext uri="{FF2B5EF4-FFF2-40B4-BE49-F238E27FC236}">
                                  <a16:creationId xmlns:a16="http://schemas.microsoft.com/office/drawing/2014/main" id="{72A67FFA-6D5C-4796-BA0A-24EC7580B9B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79462013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128" name="Flowchart: Connector 13127">
                          <a:extLst>
                            <a:ext uri="{FF2B5EF4-FFF2-40B4-BE49-F238E27FC236}">
                              <a16:creationId xmlns:a16="http://schemas.microsoft.com/office/drawing/2014/main" id="{764F7B11-ED58-4CFC-80F6-83AE5DF1837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129" name="3D Model 13128" descr="Sphere">
                              <a:extLst>
                                <a:ext uri="{FF2B5EF4-FFF2-40B4-BE49-F238E27FC236}">
                                  <a16:creationId xmlns:a16="http://schemas.microsoft.com/office/drawing/2014/main" id="{710B43BD-8D0D-40EB-B950-E71B54CDEB5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14904970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130" name="Flowchart: Connector 13129">
                          <a:extLst>
                            <a:ext uri="{FF2B5EF4-FFF2-40B4-BE49-F238E27FC236}">
                              <a16:creationId xmlns:a16="http://schemas.microsoft.com/office/drawing/2014/main" id="{A05A09DE-37BA-402B-8B9B-49212BD3CDB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131" name="3D Model 13130" descr="Sphere">
                              <a:extLst>
                                <a:ext uri="{FF2B5EF4-FFF2-40B4-BE49-F238E27FC236}">
                                  <a16:creationId xmlns:a16="http://schemas.microsoft.com/office/drawing/2014/main" id="{90B5C331-4445-4996-84D8-67BE3A61B0A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95463783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132" name="Flowchart: Connector 13131">
                          <a:extLst>
                            <a:ext uri="{FF2B5EF4-FFF2-40B4-BE49-F238E27FC236}">
                              <a16:creationId xmlns:a16="http://schemas.microsoft.com/office/drawing/2014/main" id="{EE3D536D-7F08-4CF4-BF5E-1DABFC5F609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133" name="3D Model 13132" descr="Sphere">
                              <a:extLst>
                                <a:ext uri="{FF2B5EF4-FFF2-40B4-BE49-F238E27FC236}">
                                  <a16:creationId xmlns:a16="http://schemas.microsoft.com/office/drawing/2014/main" id="{F9C4045E-D4B5-4DEA-B3ED-655576876B9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24126328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2894" name="Group 12893">
                      <a:extLst>
                        <a:ext uri="{FF2B5EF4-FFF2-40B4-BE49-F238E27FC236}">
                          <a16:creationId xmlns:a16="http://schemas.microsoft.com/office/drawing/2014/main" id="{287604CD-B97C-4A13-A16A-1ADB831094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3111" name="Flowchart: Connector 13110">
                        <a:extLst>
                          <a:ext uri="{FF2B5EF4-FFF2-40B4-BE49-F238E27FC236}">
                            <a16:creationId xmlns:a16="http://schemas.microsoft.com/office/drawing/2014/main" id="{540C2AE3-7BBA-41D6-9F7C-E8E496FA787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112" name="Flowchart: Connector 13111">
                        <a:extLst>
                          <a:ext uri="{FF2B5EF4-FFF2-40B4-BE49-F238E27FC236}">
                            <a16:creationId xmlns:a16="http://schemas.microsoft.com/office/drawing/2014/main" id="{DE1DAAA3-42C2-4ED1-BA6A-26D26FBE2F4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113" name="Flowchart: Connector 13112">
                        <a:extLst>
                          <a:ext uri="{FF2B5EF4-FFF2-40B4-BE49-F238E27FC236}">
                            <a16:creationId xmlns:a16="http://schemas.microsoft.com/office/drawing/2014/main" id="{A3606AD6-8E91-4655-8E9D-3FF9B40AFF5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2895" name="Flowchart: Connector 12894">
                      <a:extLst>
                        <a:ext uri="{FF2B5EF4-FFF2-40B4-BE49-F238E27FC236}">
                          <a16:creationId xmlns:a16="http://schemas.microsoft.com/office/drawing/2014/main" id="{57E0CDE3-F220-4424-BC9B-B819CA7C12E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2896" name="Flowchart: Connector 12895">
                      <a:extLst>
                        <a:ext uri="{FF2B5EF4-FFF2-40B4-BE49-F238E27FC236}">
                          <a16:creationId xmlns:a16="http://schemas.microsoft.com/office/drawing/2014/main" id="{2112309F-EDB6-40C9-8890-32E51F2734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2897" name="Group 12896">
                      <a:extLst>
                        <a:ext uri="{FF2B5EF4-FFF2-40B4-BE49-F238E27FC236}">
                          <a16:creationId xmlns:a16="http://schemas.microsoft.com/office/drawing/2014/main" id="{8B01962E-A960-4563-9C40-CCD06FC02056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13108" name="Flowchart: Connector 13107">
                        <a:extLst>
                          <a:ext uri="{FF2B5EF4-FFF2-40B4-BE49-F238E27FC236}">
                            <a16:creationId xmlns:a16="http://schemas.microsoft.com/office/drawing/2014/main" id="{A4403DFC-CB57-415C-AD23-B3F229FF916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109" name="Flowchart: Connector 13108">
                        <a:extLst>
                          <a:ext uri="{FF2B5EF4-FFF2-40B4-BE49-F238E27FC236}">
                            <a16:creationId xmlns:a16="http://schemas.microsoft.com/office/drawing/2014/main" id="{474317F6-6B8B-4886-BE5D-15C9E86C07A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110" name="Flowchart: Connector 13109">
                        <a:extLst>
                          <a:ext uri="{FF2B5EF4-FFF2-40B4-BE49-F238E27FC236}">
                            <a16:creationId xmlns:a16="http://schemas.microsoft.com/office/drawing/2014/main" id="{7117D104-959B-4211-8637-9E37AA41DEE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2898" name="Group 12897">
                      <a:extLst>
                        <a:ext uri="{FF2B5EF4-FFF2-40B4-BE49-F238E27FC236}">
                          <a16:creationId xmlns:a16="http://schemas.microsoft.com/office/drawing/2014/main" id="{B99A557E-01A0-4203-BF6E-8C41E8478B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13043" name="Group 13042">
                        <a:extLst>
                          <a:ext uri="{FF2B5EF4-FFF2-40B4-BE49-F238E27FC236}">
                            <a16:creationId xmlns:a16="http://schemas.microsoft.com/office/drawing/2014/main" id="{ABA6B60E-D6B8-465D-BA7E-EB4EE1979FF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13104" name="Flowchart: Connector 13103">
                          <a:extLst>
                            <a:ext uri="{FF2B5EF4-FFF2-40B4-BE49-F238E27FC236}">
                              <a16:creationId xmlns:a16="http://schemas.microsoft.com/office/drawing/2014/main" id="{E6C34072-E426-4968-9BFE-C19D966333F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05" name="Flowchart: Connector 13104">
                          <a:extLst>
                            <a:ext uri="{FF2B5EF4-FFF2-40B4-BE49-F238E27FC236}">
                              <a16:creationId xmlns:a16="http://schemas.microsoft.com/office/drawing/2014/main" id="{183E5E89-E40A-439E-BA98-97781B85A15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06" name="Flowchart: Connector 13105">
                          <a:extLst>
                            <a:ext uri="{FF2B5EF4-FFF2-40B4-BE49-F238E27FC236}">
                              <a16:creationId xmlns:a16="http://schemas.microsoft.com/office/drawing/2014/main" id="{2501D072-E1A9-4B1A-8876-82A158FA557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107" name="Flowchart: Connector 13106">
                          <a:extLst>
                            <a:ext uri="{FF2B5EF4-FFF2-40B4-BE49-F238E27FC236}">
                              <a16:creationId xmlns:a16="http://schemas.microsoft.com/office/drawing/2014/main" id="{1377E000-B516-450B-9FB2-5EB1296110D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3044" name="Group 13043">
                        <a:extLst>
                          <a:ext uri="{FF2B5EF4-FFF2-40B4-BE49-F238E27FC236}">
                            <a16:creationId xmlns:a16="http://schemas.microsoft.com/office/drawing/2014/main" id="{7086D324-8755-4C1E-BF7E-E60BFB0D3D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13045" name="Group 13044">
                          <a:extLst>
                            <a:ext uri="{FF2B5EF4-FFF2-40B4-BE49-F238E27FC236}">
                              <a16:creationId xmlns:a16="http://schemas.microsoft.com/office/drawing/2014/main" id="{D4170794-EEEF-410C-AEA1-77F1B41299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3096" name="Flowchart: Connector 13095">
                            <a:extLst>
                              <a:ext uri="{FF2B5EF4-FFF2-40B4-BE49-F238E27FC236}">
                                <a16:creationId xmlns:a16="http://schemas.microsoft.com/office/drawing/2014/main" id="{E5B01881-498B-4BB4-B52C-885B0E1AF89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97" name="3D Model 13096" descr="Sphere">
                                <a:extLst>
                                  <a:ext uri="{FF2B5EF4-FFF2-40B4-BE49-F238E27FC236}">
                                    <a16:creationId xmlns:a16="http://schemas.microsoft.com/office/drawing/2014/main" id="{745C4A46-2486-48AE-A8A6-11BD695E53F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9780113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98" name="Flowchart: Connector 13097">
                            <a:extLst>
                              <a:ext uri="{FF2B5EF4-FFF2-40B4-BE49-F238E27FC236}">
                                <a16:creationId xmlns:a16="http://schemas.microsoft.com/office/drawing/2014/main" id="{5CC5A179-CD29-44CA-83D1-62936E68902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99" name="3D Model 13098" descr="Sphere">
                                <a:extLst>
                                  <a:ext uri="{FF2B5EF4-FFF2-40B4-BE49-F238E27FC236}">
                                    <a16:creationId xmlns:a16="http://schemas.microsoft.com/office/drawing/2014/main" id="{67A191E3-0AA1-4BF3-8A66-A5EFA02BB83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88733894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00" name="Flowchart: Connector 13099">
                            <a:extLst>
                              <a:ext uri="{FF2B5EF4-FFF2-40B4-BE49-F238E27FC236}">
                                <a16:creationId xmlns:a16="http://schemas.microsoft.com/office/drawing/2014/main" id="{F37C1DDE-72BA-4E76-B1EB-ED00F1FBC7A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01" name="3D Model 13100" descr="Sphere">
                                <a:extLst>
                                  <a:ext uri="{FF2B5EF4-FFF2-40B4-BE49-F238E27FC236}">
                                    <a16:creationId xmlns:a16="http://schemas.microsoft.com/office/drawing/2014/main" id="{1475DE6E-1588-4784-AFD3-9CDFEC8C45D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62440105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102" name="Flowchart: Connector 13101">
                            <a:extLst>
                              <a:ext uri="{FF2B5EF4-FFF2-40B4-BE49-F238E27FC236}">
                                <a16:creationId xmlns:a16="http://schemas.microsoft.com/office/drawing/2014/main" id="{11736F7C-8DC1-4ECE-B5EE-CE99E1E9C01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103" name="3D Model 13102" descr="Sphere">
                                <a:extLst>
                                  <a:ext uri="{FF2B5EF4-FFF2-40B4-BE49-F238E27FC236}">
                                    <a16:creationId xmlns:a16="http://schemas.microsoft.com/office/drawing/2014/main" id="{758CA4ED-FC01-44BE-B642-14E447FE9F0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51977729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046" name="Group 13045">
                          <a:extLst>
                            <a:ext uri="{FF2B5EF4-FFF2-40B4-BE49-F238E27FC236}">
                              <a16:creationId xmlns:a16="http://schemas.microsoft.com/office/drawing/2014/main" id="{88306123-60C5-4AB1-B219-D2D2FA4260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3080" name="Flowchart: Connector 13079">
                            <a:extLst>
                              <a:ext uri="{FF2B5EF4-FFF2-40B4-BE49-F238E27FC236}">
                                <a16:creationId xmlns:a16="http://schemas.microsoft.com/office/drawing/2014/main" id="{0C4D3CDC-7456-4376-AA06-9E481012492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81" name="Flowchart: Connector 13080">
                            <a:extLst>
                              <a:ext uri="{FF2B5EF4-FFF2-40B4-BE49-F238E27FC236}">
                                <a16:creationId xmlns:a16="http://schemas.microsoft.com/office/drawing/2014/main" id="{9CD8498E-B02C-484B-BE36-0B83B12D1AD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82" name="Flowchart: Connector 13081">
                            <a:extLst>
                              <a:ext uri="{FF2B5EF4-FFF2-40B4-BE49-F238E27FC236}">
                                <a16:creationId xmlns:a16="http://schemas.microsoft.com/office/drawing/2014/main" id="{8CE77EA3-33FF-43C1-82B6-7D050BE6F0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83" name="Flowchart: Connector 13082">
                            <a:extLst>
                              <a:ext uri="{FF2B5EF4-FFF2-40B4-BE49-F238E27FC236}">
                                <a16:creationId xmlns:a16="http://schemas.microsoft.com/office/drawing/2014/main" id="{7CA0BB5B-8720-4761-AFE6-7366B777C8C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84" name="Flowchart: Connector 13083">
                            <a:extLst>
                              <a:ext uri="{FF2B5EF4-FFF2-40B4-BE49-F238E27FC236}">
                                <a16:creationId xmlns:a16="http://schemas.microsoft.com/office/drawing/2014/main" id="{9B6D2D6B-8DA4-4CB2-A1B5-08C2AE5DC53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85" name="Flowchart: Connector 13084">
                            <a:extLst>
                              <a:ext uri="{FF2B5EF4-FFF2-40B4-BE49-F238E27FC236}">
                                <a16:creationId xmlns:a16="http://schemas.microsoft.com/office/drawing/2014/main" id="{21665B36-C2C4-4427-B708-4105201E42A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86" name="Flowchart: Connector 13085">
                            <a:extLst>
                              <a:ext uri="{FF2B5EF4-FFF2-40B4-BE49-F238E27FC236}">
                                <a16:creationId xmlns:a16="http://schemas.microsoft.com/office/drawing/2014/main" id="{E8E0B61D-043D-434A-A355-E61C4AA12E9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87" name="Flowchart: Connector 13086">
                            <a:extLst>
                              <a:ext uri="{FF2B5EF4-FFF2-40B4-BE49-F238E27FC236}">
                                <a16:creationId xmlns:a16="http://schemas.microsoft.com/office/drawing/2014/main" id="{F982284A-6967-4671-95BA-AE80F3BE4B3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88" name="Flowchart: Connector 13087">
                            <a:extLst>
                              <a:ext uri="{FF2B5EF4-FFF2-40B4-BE49-F238E27FC236}">
                                <a16:creationId xmlns:a16="http://schemas.microsoft.com/office/drawing/2014/main" id="{6132A141-8A94-48EF-AB2C-7A982C0E923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89" name="3D Model 13088" descr="Sphere">
                                <a:extLst>
                                  <a:ext uri="{FF2B5EF4-FFF2-40B4-BE49-F238E27FC236}">
                                    <a16:creationId xmlns:a16="http://schemas.microsoft.com/office/drawing/2014/main" id="{ED1978FD-F123-4A17-BA06-84BA32A3F65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6105099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90" name="Flowchart: Connector 13089">
                            <a:extLst>
                              <a:ext uri="{FF2B5EF4-FFF2-40B4-BE49-F238E27FC236}">
                                <a16:creationId xmlns:a16="http://schemas.microsoft.com/office/drawing/2014/main" id="{4E4B1E62-2510-4BD1-B825-93128845215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91" name="3D Model 13090" descr="Sphere">
                                <a:extLst>
                                  <a:ext uri="{FF2B5EF4-FFF2-40B4-BE49-F238E27FC236}">
                                    <a16:creationId xmlns:a16="http://schemas.microsoft.com/office/drawing/2014/main" id="{D4BEE83A-8B67-4FB1-864E-715205D5879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7845616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92" name="Flowchart: Connector 13091">
                            <a:extLst>
                              <a:ext uri="{FF2B5EF4-FFF2-40B4-BE49-F238E27FC236}">
                                <a16:creationId xmlns:a16="http://schemas.microsoft.com/office/drawing/2014/main" id="{605BC436-C3B7-4167-B411-81E33611C0A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93" name="3D Model 13092" descr="Sphere">
                                <a:extLst>
                                  <a:ext uri="{FF2B5EF4-FFF2-40B4-BE49-F238E27FC236}">
                                    <a16:creationId xmlns:a16="http://schemas.microsoft.com/office/drawing/2014/main" id="{C57986C2-EDE3-4A14-BF2B-F45FB74D4DF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4393891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94" name="Flowchart: Connector 13093">
                            <a:extLst>
                              <a:ext uri="{FF2B5EF4-FFF2-40B4-BE49-F238E27FC236}">
                                <a16:creationId xmlns:a16="http://schemas.microsoft.com/office/drawing/2014/main" id="{45E7EA7F-1AE8-4E88-9551-A49286DE777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95" name="3D Model 13094" descr="Sphere">
                                <a:extLst>
                                  <a:ext uri="{FF2B5EF4-FFF2-40B4-BE49-F238E27FC236}">
                                    <a16:creationId xmlns:a16="http://schemas.microsoft.com/office/drawing/2014/main" id="{E06CD9AC-16D3-4646-9D1C-FD972AEB5AD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2629860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3047" name="Group 13046">
                          <a:extLst>
                            <a:ext uri="{FF2B5EF4-FFF2-40B4-BE49-F238E27FC236}">
                              <a16:creationId xmlns:a16="http://schemas.microsoft.com/office/drawing/2014/main" id="{D87FD05A-1CF6-429A-B7CB-7A4265FFC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3064" name="Flowchart: Connector 13063">
                            <a:extLst>
                              <a:ext uri="{FF2B5EF4-FFF2-40B4-BE49-F238E27FC236}">
                                <a16:creationId xmlns:a16="http://schemas.microsoft.com/office/drawing/2014/main" id="{5C5F43EE-CB18-4A8D-9185-36176EBAFE1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65" name="Flowchart: Connector 13064">
                            <a:extLst>
                              <a:ext uri="{FF2B5EF4-FFF2-40B4-BE49-F238E27FC236}">
                                <a16:creationId xmlns:a16="http://schemas.microsoft.com/office/drawing/2014/main" id="{5FBC21E7-4B64-4EC4-8005-2E4D6E0485B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66" name="Flowchart: Connector 13065">
                            <a:extLst>
                              <a:ext uri="{FF2B5EF4-FFF2-40B4-BE49-F238E27FC236}">
                                <a16:creationId xmlns:a16="http://schemas.microsoft.com/office/drawing/2014/main" id="{8F55B1C3-AE7C-44F4-B211-98E0AE6F5B8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67" name="Flowchart: Connector 13066">
                            <a:extLst>
                              <a:ext uri="{FF2B5EF4-FFF2-40B4-BE49-F238E27FC236}">
                                <a16:creationId xmlns:a16="http://schemas.microsoft.com/office/drawing/2014/main" id="{B053FEB3-129A-4429-B285-93724B8E912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68" name="Flowchart: Connector 13067">
                            <a:extLst>
                              <a:ext uri="{FF2B5EF4-FFF2-40B4-BE49-F238E27FC236}">
                                <a16:creationId xmlns:a16="http://schemas.microsoft.com/office/drawing/2014/main" id="{6EE7AB22-8D37-4C88-9BAC-809884154CD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69" name="Flowchart: Connector 13068">
                            <a:extLst>
                              <a:ext uri="{FF2B5EF4-FFF2-40B4-BE49-F238E27FC236}">
                                <a16:creationId xmlns:a16="http://schemas.microsoft.com/office/drawing/2014/main" id="{DC7C5312-E394-4E57-94EA-FE77D93394A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70" name="Flowchart: Connector 13069">
                            <a:extLst>
                              <a:ext uri="{FF2B5EF4-FFF2-40B4-BE49-F238E27FC236}">
                                <a16:creationId xmlns:a16="http://schemas.microsoft.com/office/drawing/2014/main" id="{BD5AA2F6-5AB5-4C5E-972B-95972BE0624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71" name="Flowchart: Connector 13070">
                            <a:extLst>
                              <a:ext uri="{FF2B5EF4-FFF2-40B4-BE49-F238E27FC236}">
                                <a16:creationId xmlns:a16="http://schemas.microsoft.com/office/drawing/2014/main" id="{16D66566-749C-48A6-8DAE-9F14F8652C5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72" name="Flowchart: Connector 13071">
                            <a:extLst>
                              <a:ext uri="{FF2B5EF4-FFF2-40B4-BE49-F238E27FC236}">
                                <a16:creationId xmlns:a16="http://schemas.microsoft.com/office/drawing/2014/main" id="{3AA39807-89C9-4553-96E6-A88DCDF1A0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73" name="3D Model 13072" descr="Sphere">
                                <a:extLst>
                                  <a:ext uri="{FF2B5EF4-FFF2-40B4-BE49-F238E27FC236}">
                                    <a16:creationId xmlns:a16="http://schemas.microsoft.com/office/drawing/2014/main" id="{7611527C-730E-4078-A6BC-FC7D8F62B04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817604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74" name="Flowchart: Connector 13073">
                            <a:extLst>
                              <a:ext uri="{FF2B5EF4-FFF2-40B4-BE49-F238E27FC236}">
                                <a16:creationId xmlns:a16="http://schemas.microsoft.com/office/drawing/2014/main" id="{24FEAF91-23CF-42BB-A698-471E8E2264B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75" name="3D Model 13074" descr="Sphere">
                                <a:extLst>
                                  <a:ext uri="{FF2B5EF4-FFF2-40B4-BE49-F238E27FC236}">
                                    <a16:creationId xmlns:a16="http://schemas.microsoft.com/office/drawing/2014/main" id="{DB1DBD57-A154-4A7A-A73F-89EF388CB3C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5267788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76" name="Flowchart: Connector 13075">
                            <a:extLst>
                              <a:ext uri="{FF2B5EF4-FFF2-40B4-BE49-F238E27FC236}">
                                <a16:creationId xmlns:a16="http://schemas.microsoft.com/office/drawing/2014/main" id="{5BAB57AF-46F8-4BF0-87DD-D12909479C2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77" name="3D Model 13076" descr="Sphere">
                                <a:extLst>
                                  <a:ext uri="{FF2B5EF4-FFF2-40B4-BE49-F238E27FC236}">
                                    <a16:creationId xmlns:a16="http://schemas.microsoft.com/office/drawing/2014/main" id="{90627D54-0A94-4559-9979-F81A8125E1D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7416137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78" name="Flowchart: Connector 13077">
                            <a:extLst>
                              <a:ext uri="{FF2B5EF4-FFF2-40B4-BE49-F238E27FC236}">
                                <a16:creationId xmlns:a16="http://schemas.microsoft.com/office/drawing/2014/main" id="{03169B3B-9D77-46FB-915C-FF4E2955937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79" name="3D Model 13078" descr="Sphere">
                                <a:extLst>
                                  <a:ext uri="{FF2B5EF4-FFF2-40B4-BE49-F238E27FC236}">
                                    <a16:creationId xmlns:a16="http://schemas.microsoft.com/office/drawing/2014/main" id="{D1DF7AAA-51C7-4542-B5F6-2372129B6EC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906787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3048" name="Flowchart: Connector 13047">
                          <a:extLst>
                            <a:ext uri="{FF2B5EF4-FFF2-40B4-BE49-F238E27FC236}">
                              <a16:creationId xmlns:a16="http://schemas.microsoft.com/office/drawing/2014/main" id="{AE6C0F21-56DC-4956-9953-19B229ACB8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49" name="Flowchart: Connector 13048">
                          <a:extLst>
                            <a:ext uri="{FF2B5EF4-FFF2-40B4-BE49-F238E27FC236}">
                              <a16:creationId xmlns:a16="http://schemas.microsoft.com/office/drawing/2014/main" id="{15607EDB-A09E-47F6-97DF-E09CB8387D3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50" name="Flowchart: Connector 13049">
                          <a:extLst>
                            <a:ext uri="{FF2B5EF4-FFF2-40B4-BE49-F238E27FC236}">
                              <a16:creationId xmlns:a16="http://schemas.microsoft.com/office/drawing/2014/main" id="{15A2965D-67EB-4B49-9672-631B5A1EB8A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51" name="Flowchart: Connector 13050">
                          <a:extLst>
                            <a:ext uri="{FF2B5EF4-FFF2-40B4-BE49-F238E27FC236}">
                              <a16:creationId xmlns:a16="http://schemas.microsoft.com/office/drawing/2014/main" id="{6020E8C9-7611-4AD7-A99F-1A2AC6902EA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52" name="Flowchart: Connector 13051">
                          <a:extLst>
                            <a:ext uri="{FF2B5EF4-FFF2-40B4-BE49-F238E27FC236}">
                              <a16:creationId xmlns:a16="http://schemas.microsoft.com/office/drawing/2014/main" id="{DD6FD1F1-52A8-4A2D-9682-C800D6666D6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53" name="Flowchart: Connector 13052">
                          <a:extLst>
                            <a:ext uri="{FF2B5EF4-FFF2-40B4-BE49-F238E27FC236}">
                              <a16:creationId xmlns:a16="http://schemas.microsoft.com/office/drawing/2014/main" id="{36C353A1-AB67-41C0-B9CB-1119C281416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54" name="Flowchart: Connector 13053">
                          <a:extLst>
                            <a:ext uri="{FF2B5EF4-FFF2-40B4-BE49-F238E27FC236}">
                              <a16:creationId xmlns:a16="http://schemas.microsoft.com/office/drawing/2014/main" id="{714DF78B-052C-41FC-B964-4BA69C912A0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55" name="Flowchart: Connector 13054">
                          <a:extLst>
                            <a:ext uri="{FF2B5EF4-FFF2-40B4-BE49-F238E27FC236}">
                              <a16:creationId xmlns:a16="http://schemas.microsoft.com/office/drawing/2014/main" id="{90834BCF-ABBF-4370-8377-7CE300B931F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56" name="Flowchart: Connector 13055">
                          <a:extLst>
                            <a:ext uri="{FF2B5EF4-FFF2-40B4-BE49-F238E27FC236}">
                              <a16:creationId xmlns:a16="http://schemas.microsoft.com/office/drawing/2014/main" id="{7CEDF22F-FBF1-497D-A2D2-938A9887631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057" name="3D Model 13056" descr="Sphere">
                              <a:extLst>
                                <a:ext uri="{FF2B5EF4-FFF2-40B4-BE49-F238E27FC236}">
                                  <a16:creationId xmlns:a16="http://schemas.microsoft.com/office/drawing/2014/main" id="{1488C7DB-0558-4EB9-A61B-43C95643AF0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38503807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058" name="Flowchart: Connector 13057">
                          <a:extLst>
                            <a:ext uri="{FF2B5EF4-FFF2-40B4-BE49-F238E27FC236}">
                              <a16:creationId xmlns:a16="http://schemas.microsoft.com/office/drawing/2014/main" id="{17F1B7C1-865D-4592-88F2-9A4448C53A6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059" name="3D Model 13058" descr="Sphere">
                              <a:extLst>
                                <a:ext uri="{FF2B5EF4-FFF2-40B4-BE49-F238E27FC236}">
                                  <a16:creationId xmlns:a16="http://schemas.microsoft.com/office/drawing/2014/main" id="{1B85FA8B-AF9C-4D74-8C89-0D70188DC5E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63172089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060" name="Flowchart: Connector 13059">
                          <a:extLst>
                            <a:ext uri="{FF2B5EF4-FFF2-40B4-BE49-F238E27FC236}">
                              <a16:creationId xmlns:a16="http://schemas.microsoft.com/office/drawing/2014/main" id="{5BF38B33-EDF5-40FD-85A2-0772E5FA100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061" name="3D Model 13060" descr="Sphere">
                              <a:extLst>
                                <a:ext uri="{FF2B5EF4-FFF2-40B4-BE49-F238E27FC236}">
                                  <a16:creationId xmlns:a16="http://schemas.microsoft.com/office/drawing/2014/main" id="{E51DDBA3-CAA9-421E-BAC0-4A6D4436FDD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485052992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3062" name="Flowchart: Connector 13061">
                          <a:extLst>
                            <a:ext uri="{FF2B5EF4-FFF2-40B4-BE49-F238E27FC236}">
                              <a16:creationId xmlns:a16="http://schemas.microsoft.com/office/drawing/2014/main" id="{B54DFD92-C29C-464E-81E6-6EA160E69D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3063" name="3D Model 13062" descr="Sphere">
                              <a:extLst>
                                <a:ext uri="{FF2B5EF4-FFF2-40B4-BE49-F238E27FC236}">
                                  <a16:creationId xmlns:a16="http://schemas.microsoft.com/office/drawing/2014/main" id="{23031468-1ADA-40EE-A959-8DDC7BF150C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49251954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2899" name="Group 12898">
                      <a:extLst>
                        <a:ext uri="{FF2B5EF4-FFF2-40B4-BE49-F238E27FC236}">
                          <a16:creationId xmlns:a16="http://schemas.microsoft.com/office/drawing/2014/main" id="{CFC55B45-1810-4968-A6E6-4CBE116B5A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3040" name="Flowchart: Connector 13039">
                        <a:extLst>
                          <a:ext uri="{FF2B5EF4-FFF2-40B4-BE49-F238E27FC236}">
                            <a16:creationId xmlns:a16="http://schemas.microsoft.com/office/drawing/2014/main" id="{E6F53CB9-2D58-45A8-A8F2-3792620EFFC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041" name="Flowchart: Connector 13040">
                        <a:extLst>
                          <a:ext uri="{FF2B5EF4-FFF2-40B4-BE49-F238E27FC236}">
                            <a16:creationId xmlns:a16="http://schemas.microsoft.com/office/drawing/2014/main" id="{D5B1C35A-D05D-4903-AA73-10CE332E753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042" name="Flowchart: Connector 13041">
                        <a:extLst>
                          <a:ext uri="{FF2B5EF4-FFF2-40B4-BE49-F238E27FC236}">
                            <a16:creationId xmlns:a16="http://schemas.microsoft.com/office/drawing/2014/main" id="{A6BF5A30-F181-4F44-A157-5952ED150C2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2900" name="Flowchart: Connector 12899">
                      <a:extLst>
                        <a:ext uri="{FF2B5EF4-FFF2-40B4-BE49-F238E27FC236}">
                          <a16:creationId xmlns:a16="http://schemas.microsoft.com/office/drawing/2014/main" id="{7A782E35-4ED7-4928-B443-AFB4CE36032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2901" name="Flowchart: Connector 12900">
                      <a:extLst>
                        <a:ext uri="{FF2B5EF4-FFF2-40B4-BE49-F238E27FC236}">
                          <a16:creationId xmlns:a16="http://schemas.microsoft.com/office/drawing/2014/main" id="{0F96EFBA-C757-4284-8985-3C94B5329A3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2902" name="Group 12901">
                      <a:extLst>
                        <a:ext uri="{FF2B5EF4-FFF2-40B4-BE49-F238E27FC236}">
                          <a16:creationId xmlns:a16="http://schemas.microsoft.com/office/drawing/2014/main" id="{809AD1E2-1F2A-4246-8C68-ED889F44C42C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13037" name="Flowchart: Connector 13036">
                        <a:extLst>
                          <a:ext uri="{FF2B5EF4-FFF2-40B4-BE49-F238E27FC236}">
                            <a16:creationId xmlns:a16="http://schemas.microsoft.com/office/drawing/2014/main" id="{D097A425-8876-4890-A9FC-93F5E07AF78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038" name="Flowchart: Connector 13037">
                        <a:extLst>
                          <a:ext uri="{FF2B5EF4-FFF2-40B4-BE49-F238E27FC236}">
                            <a16:creationId xmlns:a16="http://schemas.microsoft.com/office/drawing/2014/main" id="{1C6B32C1-D2B8-4C6E-9A8B-DE58D2E497B2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3039" name="Flowchart: Connector 13038">
                        <a:extLst>
                          <a:ext uri="{FF2B5EF4-FFF2-40B4-BE49-F238E27FC236}">
                            <a16:creationId xmlns:a16="http://schemas.microsoft.com/office/drawing/2014/main" id="{3FAAC3DC-76BE-4DEA-9ABE-EF11D7C595D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2903" name="Group 12902">
                      <a:extLst>
                        <a:ext uri="{FF2B5EF4-FFF2-40B4-BE49-F238E27FC236}">
                          <a16:creationId xmlns:a16="http://schemas.microsoft.com/office/drawing/2014/main" id="{A313E8BC-673A-4853-8132-E150FC7AE2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12972" name="Group 12971">
                        <a:extLst>
                          <a:ext uri="{FF2B5EF4-FFF2-40B4-BE49-F238E27FC236}">
                            <a16:creationId xmlns:a16="http://schemas.microsoft.com/office/drawing/2014/main" id="{BCCE89AC-2B40-442B-B325-EA941A0E22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13033" name="Flowchart: Connector 13032">
                          <a:extLst>
                            <a:ext uri="{FF2B5EF4-FFF2-40B4-BE49-F238E27FC236}">
                              <a16:creationId xmlns:a16="http://schemas.microsoft.com/office/drawing/2014/main" id="{94239DCD-9EEB-491C-8F45-C590761ABC1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34" name="Flowchart: Connector 13033">
                          <a:extLst>
                            <a:ext uri="{FF2B5EF4-FFF2-40B4-BE49-F238E27FC236}">
                              <a16:creationId xmlns:a16="http://schemas.microsoft.com/office/drawing/2014/main" id="{DA854993-297A-494A-8DE9-3493C0485CF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35" name="Flowchart: Connector 13034">
                          <a:extLst>
                            <a:ext uri="{FF2B5EF4-FFF2-40B4-BE49-F238E27FC236}">
                              <a16:creationId xmlns:a16="http://schemas.microsoft.com/office/drawing/2014/main" id="{3C975354-B47C-4EA0-8F7D-AAF900085C7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3036" name="Flowchart: Connector 13035">
                          <a:extLst>
                            <a:ext uri="{FF2B5EF4-FFF2-40B4-BE49-F238E27FC236}">
                              <a16:creationId xmlns:a16="http://schemas.microsoft.com/office/drawing/2014/main" id="{4169939C-C032-4001-B63E-31F327BAAD2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973" name="Group 12972">
                        <a:extLst>
                          <a:ext uri="{FF2B5EF4-FFF2-40B4-BE49-F238E27FC236}">
                            <a16:creationId xmlns:a16="http://schemas.microsoft.com/office/drawing/2014/main" id="{CD057DF1-1364-4964-A728-91836CDAD2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12974" name="Group 12973">
                          <a:extLst>
                            <a:ext uri="{FF2B5EF4-FFF2-40B4-BE49-F238E27FC236}">
                              <a16:creationId xmlns:a16="http://schemas.microsoft.com/office/drawing/2014/main" id="{EF979207-C21C-4A89-B9D2-A2901344FD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3025" name="Flowchart: Connector 13024">
                            <a:extLst>
                              <a:ext uri="{FF2B5EF4-FFF2-40B4-BE49-F238E27FC236}">
                                <a16:creationId xmlns:a16="http://schemas.microsoft.com/office/drawing/2014/main" id="{CB26081D-70F0-4D61-9BBC-7D03DDD4571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26" name="3D Model 13025" descr="Sphere">
                                <a:extLst>
                                  <a:ext uri="{FF2B5EF4-FFF2-40B4-BE49-F238E27FC236}">
                                    <a16:creationId xmlns:a16="http://schemas.microsoft.com/office/drawing/2014/main" id="{5E848814-3684-4773-92F2-1E22F6CC618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51807628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27" name="Flowchart: Connector 13026">
                            <a:extLst>
                              <a:ext uri="{FF2B5EF4-FFF2-40B4-BE49-F238E27FC236}">
                                <a16:creationId xmlns:a16="http://schemas.microsoft.com/office/drawing/2014/main" id="{AF42552C-35CB-4FE5-8714-A494D5A75E9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28" name="3D Model 13027" descr="Sphere">
                                <a:extLst>
                                  <a:ext uri="{FF2B5EF4-FFF2-40B4-BE49-F238E27FC236}">
                                    <a16:creationId xmlns:a16="http://schemas.microsoft.com/office/drawing/2014/main" id="{4436BF5B-1F1C-43E2-B8E6-854C247B5B7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2371756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29" name="Flowchart: Connector 13028">
                            <a:extLst>
                              <a:ext uri="{FF2B5EF4-FFF2-40B4-BE49-F238E27FC236}">
                                <a16:creationId xmlns:a16="http://schemas.microsoft.com/office/drawing/2014/main" id="{0F12A8F2-D22E-4098-A44A-B0570C88ACD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30" name="3D Model 13029" descr="Sphere">
                                <a:extLst>
                                  <a:ext uri="{FF2B5EF4-FFF2-40B4-BE49-F238E27FC236}">
                                    <a16:creationId xmlns:a16="http://schemas.microsoft.com/office/drawing/2014/main" id="{C5479991-E995-4456-8CA7-15055D6C42D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1616506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31" name="Flowchart: Connector 13030">
                            <a:extLst>
                              <a:ext uri="{FF2B5EF4-FFF2-40B4-BE49-F238E27FC236}">
                                <a16:creationId xmlns:a16="http://schemas.microsoft.com/office/drawing/2014/main" id="{90ADE98E-2B30-49A6-A046-057C824EE9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32" name="3D Model 13031" descr="Sphere">
                                <a:extLst>
                                  <a:ext uri="{FF2B5EF4-FFF2-40B4-BE49-F238E27FC236}">
                                    <a16:creationId xmlns:a16="http://schemas.microsoft.com/office/drawing/2014/main" id="{42DED09F-E3B6-49FE-83ED-0DE49CB24AB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4896292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975" name="Group 12974">
                          <a:extLst>
                            <a:ext uri="{FF2B5EF4-FFF2-40B4-BE49-F238E27FC236}">
                              <a16:creationId xmlns:a16="http://schemas.microsoft.com/office/drawing/2014/main" id="{CDD012AC-36F8-436A-852A-17535E0BAB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3009" name="Flowchart: Connector 13008">
                            <a:extLst>
                              <a:ext uri="{FF2B5EF4-FFF2-40B4-BE49-F238E27FC236}">
                                <a16:creationId xmlns:a16="http://schemas.microsoft.com/office/drawing/2014/main" id="{D81FFB73-3C9C-418E-A173-3AF3D7D7841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10" name="Flowchart: Connector 13009">
                            <a:extLst>
                              <a:ext uri="{FF2B5EF4-FFF2-40B4-BE49-F238E27FC236}">
                                <a16:creationId xmlns:a16="http://schemas.microsoft.com/office/drawing/2014/main" id="{F58BBC1F-A42C-4420-8A41-DE0793ED566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11" name="Flowchart: Connector 13010">
                            <a:extLst>
                              <a:ext uri="{FF2B5EF4-FFF2-40B4-BE49-F238E27FC236}">
                                <a16:creationId xmlns:a16="http://schemas.microsoft.com/office/drawing/2014/main" id="{EB72199F-F5F2-4ECF-9230-CA1391F77C1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12" name="Flowchart: Connector 13011">
                            <a:extLst>
                              <a:ext uri="{FF2B5EF4-FFF2-40B4-BE49-F238E27FC236}">
                                <a16:creationId xmlns:a16="http://schemas.microsoft.com/office/drawing/2014/main" id="{8576AB55-8140-45E0-AB94-79B5EE72023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13" name="Flowchart: Connector 13012">
                            <a:extLst>
                              <a:ext uri="{FF2B5EF4-FFF2-40B4-BE49-F238E27FC236}">
                                <a16:creationId xmlns:a16="http://schemas.microsoft.com/office/drawing/2014/main" id="{2D0B67AE-21E7-4FA1-977D-A1E1EEDE9FA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14" name="Flowchart: Connector 13013">
                            <a:extLst>
                              <a:ext uri="{FF2B5EF4-FFF2-40B4-BE49-F238E27FC236}">
                                <a16:creationId xmlns:a16="http://schemas.microsoft.com/office/drawing/2014/main" id="{B41C6612-6FBE-4D69-AF9A-35580C2D7A6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15" name="Flowchart: Connector 13014">
                            <a:extLst>
                              <a:ext uri="{FF2B5EF4-FFF2-40B4-BE49-F238E27FC236}">
                                <a16:creationId xmlns:a16="http://schemas.microsoft.com/office/drawing/2014/main" id="{310DA022-83CC-4CD3-B3F0-85F1B9379B5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16" name="Flowchart: Connector 13015">
                            <a:extLst>
                              <a:ext uri="{FF2B5EF4-FFF2-40B4-BE49-F238E27FC236}">
                                <a16:creationId xmlns:a16="http://schemas.microsoft.com/office/drawing/2014/main" id="{3A85CC43-3F7C-4DBF-9DA8-9FD5E4C34DA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17" name="Flowchart: Connector 13016">
                            <a:extLst>
                              <a:ext uri="{FF2B5EF4-FFF2-40B4-BE49-F238E27FC236}">
                                <a16:creationId xmlns:a16="http://schemas.microsoft.com/office/drawing/2014/main" id="{BE4912E8-0C35-4D02-9698-3C45700C18D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18" name="3D Model 13017" descr="Sphere">
                                <a:extLst>
                                  <a:ext uri="{FF2B5EF4-FFF2-40B4-BE49-F238E27FC236}">
                                    <a16:creationId xmlns:a16="http://schemas.microsoft.com/office/drawing/2014/main" id="{C388A4DC-CAFC-49CC-9D65-76FF36E62B5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3468973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19" name="Flowchart: Connector 13018">
                            <a:extLst>
                              <a:ext uri="{FF2B5EF4-FFF2-40B4-BE49-F238E27FC236}">
                                <a16:creationId xmlns:a16="http://schemas.microsoft.com/office/drawing/2014/main" id="{8740983A-6E10-42E5-BDB4-A63E5F0EB8C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20" name="3D Model 13019" descr="Sphere">
                                <a:extLst>
                                  <a:ext uri="{FF2B5EF4-FFF2-40B4-BE49-F238E27FC236}">
                                    <a16:creationId xmlns:a16="http://schemas.microsoft.com/office/drawing/2014/main" id="{FB968B16-9C6B-4DDE-B039-8D767FFC4CE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8664962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21" name="Flowchart: Connector 13020">
                            <a:extLst>
                              <a:ext uri="{FF2B5EF4-FFF2-40B4-BE49-F238E27FC236}">
                                <a16:creationId xmlns:a16="http://schemas.microsoft.com/office/drawing/2014/main" id="{3F194572-5025-4F58-9F40-CF706759FA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22" name="3D Model 13021" descr="Sphere">
                                <a:extLst>
                                  <a:ext uri="{FF2B5EF4-FFF2-40B4-BE49-F238E27FC236}">
                                    <a16:creationId xmlns:a16="http://schemas.microsoft.com/office/drawing/2014/main" id="{E7476051-0A17-4007-A1D4-7C09E7070F7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5369173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23" name="Flowchart: Connector 13022">
                            <a:extLst>
                              <a:ext uri="{FF2B5EF4-FFF2-40B4-BE49-F238E27FC236}">
                                <a16:creationId xmlns:a16="http://schemas.microsoft.com/office/drawing/2014/main" id="{85D2815A-BA52-4EED-AB86-D6D953AE625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24" name="3D Model 13023" descr="Sphere">
                                <a:extLst>
                                  <a:ext uri="{FF2B5EF4-FFF2-40B4-BE49-F238E27FC236}">
                                    <a16:creationId xmlns:a16="http://schemas.microsoft.com/office/drawing/2014/main" id="{63A1D45F-5948-4ECF-AB32-8B87160CE30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0329775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976" name="Group 12975">
                          <a:extLst>
                            <a:ext uri="{FF2B5EF4-FFF2-40B4-BE49-F238E27FC236}">
                              <a16:creationId xmlns:a16="http://schemas.microsoft.com/office/drawing/2014/main" id="{DB2D77ED-7EC8-4C91-8C52-E76F6B9192A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2993" name="Flowchart: Connector 12992">
                            <a:extLst>
                              <a:ext uri="{FF2B5EF4-FFF2-40B4-BE49-F238E27FC236}">
                                <a16:creationId xmlns:a16="http://schemas.microsoft.com/office/drawing/2014/main" id="{7F664F58-AD03-40CF-8C26-A2C5E85B892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94" name="Flowchart: Connector 12993">
                            <a:extLst>
                              <a:ext uri="{FF2B5EF4-FFF2-40B4-BE49-F238E27FC236}">
                                <a16:creationId xmlns:a16="http://schemas.microsoft.com/office/drawing/2014/main" id="{9D028C0D-3127-4279-A7FF-CB27C69BEA5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95" name="Flowchart: Connector 12994">
                            <a:extLst>
                              <a:ext uri="{FF2B5EF4-FFF2-40B4-BE49-F238E27FC236}">
                                <a16:creationId xmlns:a16="http://schemas.microsoft.com/office/drawing/2014/main" id="{FE3B21A6-B90B-4A93-A835-BEBF66A6F70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96" name="Flowchart: Connector 12995">
                            <a:extLst>
                              <a:ext uri="{FF2B5EF4-FFF2-40B4-BE49-F238E27FC236}">
                                <a16:creationId xmlns:a16="http://schemas.microsoft.com/office/drawing/2014/main" id="{2AEC6A82-274B-42B2-A1C6-D31AB3D1457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97" name="Flowchart: Connector 12996">
                            <a:extLst>
                              <a:ext uri="{FF2B5EF4-FFF2-40B4-BE49-F238E27FC236}">
                                <a16:creationId xmlns:a16="http://schemas.microsoft.com/office/drawing/2014/main" id="{DD26CEE2-7342-45FA-840F-FB573F3EFF8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98" name="Flowchart: Connector 12997">
                            <a:extLst>
                              <a:ext uri="{FF2B5EF4-FFF2-40B4-BE49-F238E27FC236}">
                                <a16:creationId xmlns:a16="http://schemas.microsoft.com/office/drawing/2014/main" id="{B86332EC-D8BC-462C-B4C3-122A651E60F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999" name="Flowchart: Connector 12998">
                            <a:extLst>
                              <a:ext uri="{FF2B5EF4-FFF2-40B4-BE49-F238E27FC236}">
                                <a16:creationId xmlns:a16="http://schemas.microsoft.com/office/drawing/2014/main" id="{5D19A3E1-2BD4-4DCA-A6E1-F482AA2F3F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00" name="Flowchart: Connector 12999">
                            <a:extLst>
                              <a:ext uri="{FF2B5EF4-FFF2-40B4-BE49-F238E27FC236}">
                                <a16:creationId xmlns:a16="http://schemas.microsoft.com/office/drawing/2014/main" id="{46D401DA-0D65-4FB1-B40F-210EB70C859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3001" name="Flowchart: Connector 13000">
                            <a:extLst>
                              <a:ext uri="{FF2B5EF4-FFF2-40B4-BE49-F238E27FC236}">
                                <a16:creationId xmlns:a16="http://schemas.microsoft.com/office/drawing/2014/main" id="{5D1EF1DB-0D98-493C-AC16-A84F5A78A4A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02" name="3D Model 13001" descr="Sphere">
                                <a:extLst>
                                  <a:ext uri="{FF2B5EF4-FFF2-40B4-BE49-F238E27FC236}">
                                    <a16:creationId xmlns:a16="http://schemas.microsoft.com/office/drawing/2014/main" id="{B426646B-75B7-4D8D-9BBC-1A4D7A4BC2C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26516769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03" name="Flowchart: Connector 13002">
                            <a:extLst>
                              <a:ext uri="{FF2B5EF4-FFF2-40B4-BE49-F238E27FC236}">
                                <a16:creationId xmlns:a16="http://schemas.microsoft.com/office/drawing/2014/main" id="{3742AD01-0188-46E8-9658-3BAFE4A532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04" name="3D Model 13003" descr="Sphere">
                                <a:extLst>
                                  <a:ext uri="{FF2B5EF4-FFF2-40B4-BE49-F238E27FC236}">
                                    <a16:creationId xmlns:a16="http://schemas.microsoft.com/office/drawing/2014/main" id="{4B0F7C56-C881-4167-A81B-519BA460443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6826533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05" name="Flowchart: Connector 13004">
                            <a:extLst>
                              <a:ext uri="{FF2B5EF4-FFF2-40B4-BE49-F238E27FC236}">
                                <a16:creationId xmlns:a16="http://schemas.microsoft.com/office/drawing/2014/main" id="{0F221D4B-887B-4390-8A68-AD4DF595DCC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06" name="3D Model 13005" descr="Sphere">
                                <a:extLst>
                                  <a:ext uri="{FF2B5EF4-FFF2-40B4-BE49-F238E27FC236}">
                                    <a16:creationId xmlns:a16="http://schemas.microsoft.com/office/drawing/2014/main" id="{D193ABF4-89DA-45DB-9FD2-BF77747B70DD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8283367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3007" name="Flowchart: Connector 13006">
                            <a:extLst>
                              <a:ext uri="{FF2B5EF4-FFF2-40B4-BE49-F238E27FC236}">
                                <a16:creationId xmlns:a16="http://schemas.microsoft.com/office/drawing/2014/main" id="{561DC667-D036-4747-B676-61C6BFAC224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3008" name="3D Model 13007" descr="Sphere">
                                <a:extLst>
                                  <a:ext uri="{FF2B5EF4-FFF2-40B4-BE49-F238E27FC236}">
                                    <a16:creationId xmlns:a16="http://schemas.microsoft.com/office/drawing/2014/main" id="{C80F2797-616D-48C1-8FF2-62188441F78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2940596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977" name="Flowchart: Connector 12976">
                          <a:extLst>
                            <a:ext uri="{FF2B5EF4-FFF2-40B4-BE49-F238E27FC236}">
                              <a16:creationId xmlns:a16="http://schemas.microsoft.com/office/drawing/2014/main" id="{FE42D1FF-3F0E-4CC3-8738-AD629A3F404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78" name="Flowchart: Connector 12977">
                          <a:extLst>
                            <a:ext uri="{FF2B5EF4-FFF2-40B4-BE49-F238E27FC236}">
                              <a16:creationId xmlns:a16="http://schemas.microsoft.com/office/drawing/2014/main" id="{E2C6E202-C628-434C-A28F-B3F239C83EB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79" name="Flowchart: Connector 12978">
                          <a:extLst>
                            <a:ext uri="{FF2B5EF4-FFF2-40B4-BE49-F238E27FC236}">
                              <a16:creationId xmlns:a16="http://schemas.microsoft.com/office/drawing/2014/main" id="{03862DA8-CC26-40CC-AC37-C818001ED8C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80" name="Flowchart: Connector 12979">
                          <a:extLst>
                            <a:ext uri="{FF2B5EF4-FFF2-40B4-BE49-F238E27FC236}">
                              <a16:creationId xmlns:a16="http://schemas.microsoft.com/office/drawing/2014/main" id="{DF4BC761-B3DC-4001-9CF7-BEAB8A64D00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81" name="Flowchart: Connector 12980">
                          <a:extLst>
                            <a:ext uri="{FF2B5EF4-FFF2-40B4-BE49-F238E27FC236}">
                              <a16:creationId xmlns:a16="http://schemas.microsoft.com/office/drawing/2014/main" id="{169E484B-59C4-4F43-9167-E1505C96360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82" name="Flowchart: Connector 12981">
                          <a:extLst>
                            <a:ext uri="{FF2B5EF4-FFF2-40B4-BE49-F238E27FC236}">
                              <a16:creationId xmlns:a16="http://schemas.microsoft.com/office/drawing/2014/main" id="{DBF6F236-B561-4F6A-9666-7BF32DE5EDA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83" name="Flowchart: Connector 12982">
                          <a:extLst>
                            <a:ext uri="{FF2B5EF4-FFF2-40B4-BE49-F238E27FC236}">
                              <a16:creationId xmlns:a16="http://schemas.microsoft.com/office/drawing/2014/main" id="{727AF5EF-E7A8-4467-B765-3A0AF27CA9D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84" name="Flowchart: Connector 12983">
                          <a:extLst>
                            <a:ext uri="{FF2B5EF4-FFF2-40B4-BE49-F238E27FC236}">
                              <a16:creationId xmlns:a16="http://schemas.microsoft.com/office/drawing/2014/main" id="{8B94968A-35FE-48E6-99EE-1C6865B4693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85" name="Flowchart: Connector 12984">
                          <a:extLst>
                            <a:ext uri="{FF2B5EF4-FFF2-40B4-BE49-F238E27FC236}">
                              <a16:creationId xmlns:a16="http://schemas.microsoft.com/office/drawing/2014/main" id="{AEEF4CF4-7E80-4C00-B96E-F66BF0ACACB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86" name="3D Model 12985" descr="Sphere">
                              <a:extLst>
                                <a:ext uri="{FF2B5EF4-FFF2-40B4-BE49-F238E27FC236}">
                                  <a16:creationId xmlns:a16="http://schemas.microsoft.com/office/drawing/2014/main" id="{FC572B48-853B-41D9-ABC9-E8945A98EAAB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21061365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87" name="Flowchart: Connector 12986">
                          <a:extLst>
                            <a:ext uri="{FF2B5EF4-FFF2-40B4-BE49-F238E27FC236}">
                              <a16:creationId xmlns:a16="http://schemas.microsoft.com/office/drawing/2014/main" id="{D6D3B225-2BB4-4AAE-81EB-4CEE7E0ABB6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88" name="3D Model 12987" descr="Sphere">
                              <a:extLst>
                                <a:ext uri="{FF2B5EF4-FFF2-40B4-BE49-F238E27FC236}">
                                  <a16:creationId xmlns:a16="http://schemas.microsoft.com/office/drawing/2014/main" id="{A57E9CD1-2EFD-484A-84D2-75223295D32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088568810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89" name="Flowchart: Connector 12988">
                          <a:extLst>
                            <a:ext uri="{FF2B5EF4-FFF2-40B4-BE49-F238E27FC236}">
                              <a16:creationId xmlns:a16="http://schemas.microsoft.com/office/drawing/2014/main" id="{F3BB1469-FFC2-45DA-83B0-3F2740272E7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90" name="3D Model 12989" descr="Sphere">
                              <a:extLst>
                                <a:ext uri="{FF2B5EF4-FFF2-40B4-BE49-F238E27FC236}">
                                  <a16:creationId xmlns:a16="http://schemas.microsoft.com/office/drawing/2014/main" id="{69A421C2-333C-4703-AECE-52D9047E917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61022210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91" name="Flowchart: Connector 12990">
                          <a:extLst>
                            <a:ext uri="{FF2B5EF4-FFF2-40B4-BE49-F238E27FC236}">
                              <a16:creationId xmlns:a16="http://schemas.microsoft.com/office/drawing/2014/main" id="{77A7DB31-B55F-4E40-9664-682AC8BC600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92" name="3D Model 12991" descr="Sphere">
                              <a:extLst>
                                <a:ext uri="{FF2B5EF4-FFF2-40B4-BE49-F238E27FC236}">
                                  <a16:creationId xmlns:a16="http://schemas.microsoft.com/office/drawing/2014/main" id="{6045D8A7-554E-445B-A128-8DD9135E47F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306759996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12904" name="Flowchart: Connector 12903">
                      <a:extLst>
                        <a:ext uri="{FF2B5EF4-FFF2-40B4-BE49-F238E27FC236}">
                          <a16:creationId xmlns:a16="http://schemas.microsoft.com/office/drawing/2014/main" id="{CF23D8D5-2054-454E-8FA0-4EAB93FCF6B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905" name="Flowchart: Connector 12904">
                      <a:extLst>
                        <a:ext uri="{FF2B5EF4-FFF2-40B4-BE49-F238E27FC236}">
                          <a16:creationId xmlns:a16="http://schemas.microsoft.com/office/drawing/2014/main" id="{EDE03499-6E90-4C2E-8F28-415FFFCB1A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906" name="Flowchart: Connector 12905">
                      <a:extLst>
                        <a:ext uri="{FF2B5EF4-FFF2-40B4-BE49-F238E27FC236}">
                          <a16:creationId xmlns:a16="http://schemas.microsoft.com/office/drawing/2014/main" id="{662B031F-8868-4CD3-9A70-301B441E59F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907" name="Flowchart: Connector 12906">
                      <a:extLst>
                        <a:ext uri="{FF2B5EF4-FFF2-40B4-BE49-F238E27FC236}">
                          <a16:creationId xmlns:a16="http://schemas.microsoft.com/office/drawing/2014/main" id="{E57F8E14-D310-4F73-8E62-DB66366BC75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908" name="Flowchart: Connector 12907">
                      <a:extLst>
                        <a:ext uri="{FF2B5EF4-FFF2-40B4-BE49-F238E27FC236}">
                          <a16:creationId xmlns:a16="http://schemas.microsoft.com/office/drawing/2014/main" id="{8CEA6D98-348E-4CCB-89DE-680ED236E43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909" name="Flowchart: Connector 12908">
                      <a:extLst>
                        <a:ext uri="{FF2B5EF4-FFF2-40B4-BE49-F238E27FC236}">
                          <a16:creationId xmlns:a16="http://schemas.microsoft.com/office/drawing/2014/main" id="{38196713-1426-40EB-95B7-96376E51FC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2910" name="Flowchart: Connector 12909">
                      <a:extLst>
                        <a:ext uri="{FF2B5EF4-FFF2-40B4-BE49-F238E27FC236}">
                          <a16:creationId xmlns:a16="http://schemas.microsoft.com/office/drawing/2014/main" id="{2C124FC3-3612-4C92-88A8-47A2C9272D6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911" name="Flowchart: Connector 12910">
                      <a:extLst>
                        <a:ext uri="{FF2B5EF4-FFF2-40B4-BE49-F238E27FC236}">
                          <a16:creationId xmlns:a16="http://schemas.microsoft.com/office/drawing/2014/main" id="{E34EB8ED-B8B9-4F5F-B48B-DC00F127ADC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12912" name="Group 12911">
                      <a:extLst>
                        <a:ext uri="{FF2B5EF4-FFF2-40B4-BE49-F238E27FC236}">
                          <a16:creationId xmlns:a16="http://schemas.microsoft.com/office/drawing/2014/main" id="{A5D3FB21-DB78-41EA-8A68-ACBDCCA4D8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12913" name="Group 12912">
                        <a:extLst>
                          <a:ext uri="{FF2B5EF4-FFF2-40B4-BE49-F238E27FC236}">
                            <a16:creationId xmlns:a16="http://schemas.microsoft.com/office/drawing/2014/main" id="{9E1E7136-2A88-4192-953B-394BA85F6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12964" name="Flowchart: Connector 12963">
                          <a:extLst>
                            <a:ext uri="{FF2B5EF4-FFF2-40B4-BE49-F238E27FC236}">
                              <a16:creationId xmlns:a16="http://schemas.microsoft.com/office/drawing/2014/main" id="{216DA213-C11B-4737-9978-92AE6277B2F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65" name="3D Model 12964" descr="Sphere">
                              <a:extLst>
                                <a:ext uri="{FF2B5EF4-FFF2-40B4-BE49-F238E27FC236}">
                                  <a16:creationId xmlns:a16="http://schemas.microsoft.com/office/drawing/2014/main" id="{5E4687E8-710A-45C4-8CE6-BB132FEFE5D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50391623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66" name="Flowchart: Connector 12965">
                          <a:extLst>
                            <a:ext uri="{FF2B5EF4-FFF2-40B4-BE49-F238E27FC236}">
                              <a16:creationId xmlns:a16="http://schemas.microsoft.com/office/drawing/2014/main" id="{A6D8818F-78CB-409B-ACCE-6CE8ECC3760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67" name="3D Model 12966" descr="Sphere">
                              <a:extLst>
                                <a:ext uri="{FF2B5EF4-FFF2-40B4-BE49-F238E27FC236}">
                                  <a16:creationId xmlns:a16="http://schemas.microsoft.com/office/drawing/2014/main" id="{96582F4F-5AB1-44E8-84F8-628FCFE3009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645271192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68" name="Flowchart: Connector 12967">
                          <a:extLst>
                            <a:ext uri="{FF2B5EF4-FFF2-40B4-BE49-F238E27FC236}">
                              <a16:creationId xmlns:a16="http://schemas.microsoft.com/office/drawing/2014/main" id="{32581556-AB4D-431D-A9A5-F6E3C276D38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69" name="3D Model 12968" descr="Sphere">
                              <a:extLst>
                                <a:ext uri="{FF2B5EF4-FFF2-40B4-BE49-F238E27FC236}">
                                  <a16:creationId xmlns:a16="http://schemas.microsoft.com/office/drawing/2014/main" id="{5AEE33CD-70CA-4EC5-A945-4AEE34B23E0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86115573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70" name="Flowchart: Connector 12969">
                          <a:extLst>
                            <a:ext uri="{FF2B5EF4-FFF2-40B4-BE49-F238E27FC236}">
                              <a16:creationId xmlns:a16="http://schemas.microsoft.com/office/drawing/2014/main" id="{095763A1-CD53-480F-A93E-E245A3458B6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71" name="3D Model 12970" descr="Sphere">
                              <a:extLst>
                                <a:ext uri="{FF2B5EF4-FFF2-40B4-BE49-F238E27FC236}">
                                  <a16:creationId xmlns:a16="http://schemas.microsoft.com/office/drawing/2014/main" id="{602643AB-C29D-4C59-939D-E3A05070080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23493484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2914" name="Group 12913">
                        <a:extLst>
                          <a:ext uri="{FF2B5EF4-FFF2-40B4-BE49-F238E27FC236}">
                            <a16:creationId xmlns:a16="http://schemas.microsoft.com/office/drawing/2014/main" id="{C17B3048-7853-4804-8BAA-DD0ED18E2DA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12948" name="Flowchart: Connector 12947">
                          <a:extLst>
                            <a:ext uri="{FF2B5EF4-FFF2-40B4-BE49-F238E27FC236}">
                              <a16:creationId xmlns:a16="http://schemas.microsoft.com/office/drawing/2014/main" id="{DDA2D3A9-DDB0-46E0-A140-0AE350CEE76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49" name="Flowchart: Connector 12948">
                          <a:extLst>
                            <a:ext uri="{FF2B5EF4-FFF2-40B4-BE49-F238E27FC236}">
                              <a16:creationId xmlns:a16="http://schemas.microsoft.com/office/drawing/2014/main" id="{3AC5C642-903A-4CC7-B397-CF2178FB36F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50" name="Flowchart: Connector 12949">
                          <a:extLst>
                            <a:ext uri="{FF2B5EF4-FFF2-40B4-BE49-F238E27FC236}">
                              <a16:creationId xmlns:a16="http://schemas.microsoft.com/office/drawing/2014/main" id="{7F7EE25B-455E-4F25-92C8-5B1317B56F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51" name="Flowchart: Connector 12950">
                          <a:extLst>
                            <a:ext uri="{FF2B5EF4-FFF2-40B4-BE49-F238E27FC236}">
                              <a16:creationId xmlns:a16="http://schemas.microsoft.com/office/drawing/2014/main" id="{A60E8F9C-25CB-449A-BED5-F9C84A1133C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52" name="Flowchart: Connector 12951">
                          <a:extLst>
                            <a:ext uri="{FF2B5EF4-FFF2-40B4-BE49-F238E27FC236}">
                              <a16:creationId xmlns:a16="http://schemas.microsoft.com/office/drawing/2014/main" id="{BD3082E4-1B45-4BAA-8B69-40615F3A6B1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53" name="Flowchart: Connector 12952">
                          <a:extLst>
                            <a:ext uri="{FF2B5EF4-FFF2-40B4-BE49-F238E27FC236}">
                              <a16:creationId xmlns:a16="http://schemas.microsoft.com/office/drawing/2014/main" id="{41D6AD0E-1C05-4B2A-9BFE-D9EBD9E5302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54" name="Flowchart: Connector 12953">
                          <a:extLst>
                            <a:ext uri="{FF2B5EF4-FFF2-40B4-BE49-F238E27FC236}">
                              <a16:creationId xmlns:a16="http://schemas.microsoft.com/office/drawing/2014/main" id="{6D7CC712-8D47-4B7E-81E0-D121DF61404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55" name="Flowchart: Connector 12954">
                          <a:extLst>
                            <a:ext uri="{FF2B5EF4-FFF2-40B4-BE49-F238E27FC236}">
                              <a16:creationId xmlns:a16="http://schemas.microsoft.com/office/drawing/2014/main" id="{A6AF528D-169D-4108-8C97-613688C6F2D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56" name="Flowchart: Connector 12955">
                          <a:extLst>
                            <a:ext uri="{FF2B5EF4-FFF2-40B4-BE49-F238E27FC236}">
                              <a16:creationId xmlns:a16="http://schemas.microsoft.com/office/drawing/2014/main" id="{2B62C6D0-4B1B-4159-8EE0-198CE297A4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57" name="3D Model 12956" descr="Sphere">
                              <a:extLst>
                                <a:ext uri="{FF2B5EF4-FFF2-40B4-BE49-F238E27FC236}">
                                  <a16:creationId xmlns:a16="http://schemas.microsoft.com/office/drawing/2014/main" id="{283D89A3-B715-4656-ABA6-67FA8FA3154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611999014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58" name="Flowchart: Connector 12957">
                          <a:extLst>
                            <a:ext uri="{FF2B5EF4-FFF2-40B4-BE49-F238E27FC236}">
                              <a16:creationId xmlns:a16="http://schemas.microsoft.com/office/drawing/2014/main" id="{112AADB0-D4C1-4F6D-982C-4321A2A47EC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59" name="3D Model 12958" descr="Sphere">
                              <a:extLst>
                                <a:ext uri="{FF2B5EF4-FFF2-40B4-BE49-F238E27FC236}">
                                  <a16:creationId xmlns:a16="http://schemas.microsoft.com/office/drawing/2014/main" id="{0BD2C2FC-FA23-43DA-B165-68D24983989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3249277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60" name="Flowchart: Connector 12959">
                          <a:extLst>
                            <a:ext uri="{FF2B5EF4-FFF2-40B4-BE49-F238E27FC236}">
                              <a16:creationId xmlns:a16="http://schemas.microsoft.com/office/drawing/2014/main" id="{D49B0F6E-EB19-4E2A-BEDF-A37795EDBF7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61" name="3D Model 12960" descr="Sphere">
                              <a:extLst>
                                <a:ext uri="{FF2B5EF4-FFF2-40B4-BE49-F238E27FC236}">
                                  <a16:creationId xmlns:a16="http://schemas.microsoft.com/office/drawing/2014/main" id="{9DF94229-8C7E-4C81-A787-B0855A9FF60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1138689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62" name="Flowchart: Connector 12961">
                          <a:extLst>
                            <a:ext uri="{FF2B5EF4-FFF2-40B4-BE49-F238E27FC236}">
                              <a16:creationId xmlns:a16="http://schemas.microsoft.com/office/drawing/2014/main" id="{B476E7F2-5E75-4392-B418-0B7B84BD66F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63" name="3D Model 12962" descr="Sphere">
                              <a:extLst>
                                <a:ext uri="{FF2B5EF4-FFF2-40B4-BE49-F238E27FC236}">
                                  <a16:creationId xmlns:a16="http://schemas.microsoft.com/office/drawing/2014/main" id="{21ED1468-9D26-4502-B5E3-0BC91F13854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15068855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2915" name="Group 12914">
                        <a:extLst>
                          <a:ext uri="{FF2B5EF4-FFF2-40B4-BE49-F238E27FC236}">
                            <a16:creationId xmlns:a16="http://schemas.microsoft.com/office/drawing/2014/main" id="{0770B802-844F-44BE-9EE8-F27BBBF2D1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12932" name="Flowchart: Connector 12931">
                          <a:extLst>
                            <a:ext uri="{FF2B5EF4-FFF2-40B4-BE49-F238E27FC236}">
                              <a16:creationId xmlns:a16="http://schemas.microsoft.com/office/drawing/2014/main" id="{969902AC-B493-4927-B97B-7A83043C7D9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33" name="Flowchart: Connector 12932">
                          <a:extLst>
                            <a:ext uri="{FF2B5EF4-FFF2-40B4-BE49-F238E27FC236}">
                              <a16:creationId xmlns:a16="http://schemas.microsoft.com/office/drawing/2014/main" id="{3757F969-B833-4576-93A7-F2224C12A39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34" name="Flowchart: Connector 12933">
                          <a:extLst>
                            <a:ext uri="{FF2B5EF4-FFF2-40B4-BE49-F238E27FC236}">
                              <a16:creationId xmlns:a16="http://schemas.microsoft.com/office/drawing/2014/main" id="{2DCC29B3-F83B-46A0-A6D6-30647145B03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35" name="Flowchart: Connector 12934">
                          <a:extLst>
                            <a:ext uri="{FF2B5EF4-FFF2-40B4-BE49-F238E27FC236}">
                              <a16:creationId xmlns:a16="http://schemas.microsoft.com/office/drawing/2014/main" id="{343396F4-AAED-48F8-AE5F-1874843B315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36" name="Flowchart: Connector 12935">
                          <a:extLst>
                            <a:ext uri="{FF2B5EF4-FFF2-40B4-BE49-F238E27FC236}">
                              <a16:creationId xmlns:a16="http://schemas.microsoft.com/office/drawing/2014/main" id="{ED6EC693-DD08-4C52-B0D1-5351E60F6A1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37" name="Flowchart: Connector 12936">
                          <a:extLst>
                            <a:ext uri="{FF2B5EF4-FFF2-40B4-BE49-F238E27FC236}">
                              <a16:creationId xmlns:a16="http://schemas.microsoft.com/office/drawing/2014/main" id="{10903E5B-1F41-464F-BE1E-A3BAABD69AC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38" name="Flowchart: Connector 12937">
                          <a:extLst>
                            <a:ext uri="{FF2B5EF4-FFF2-40B4-BE49-F238E27FC236}">
                              <a16:creationId xmlns:a16="http://schemas.microsoft.com/office/drawing/2014/main" id="{E71B9E73-310A-4687-8B3D-8FF89B33153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39" name="Flowchart: Connector 12938">
                          <a:extLst>
                            <a:ext uri="{FF2B5EF4-FFF2-40B4-BE49-F238E27FC236}">
                              <a16:creationId xmlns:a16="http://schemas.microsoft.com/office/drawing/2014/main" id="{E8EF122B-50A4-4F53-8230-7C61227B09A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940" name="Flowchart: Connector 12939">
                          <a:extLst>
                            <a:ext uri="{FF2B5EF4-FFF2-40B4-BE49-F238E27FC236}">
                              <a16:creationId xmlns:a16="http://schemas.microsoft.com/office/drawing/2014/main" id="{12E01FCF-BC16-45CA-985F-87FB1652060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41" name="3D Model 12940" descr="Sphere">
                              <a:extLst>
                                <a:ext uri="{FF2B5EF4-FFF2-40B4-BE49-F238E27FC236}">
                                  <a16:creationId xmlns:a16="http://schemas.microsoft.com/office/drawing/2014/main" id="{425E9A08-6D7B-4270-B3CE-5446653F5DE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09029813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42" name="Flowchart: Connector 12941">
                          <a:extLst>
                            <a:ext uri="{FF2B5EF4-FFF2-40B4-BE49-F238E27FC236}">
                              <a16:creationId xmlns:a16="http://schemas.microsoft.com/office/drawing/2014/main" id="{D30E536A-FBE0-4962-81FD-24E5881473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43" name="3D Model 12942" descr="Sphere">
                              <a:extLst>
                                <a:ext uri="{FF2B5EF4-FFF2-40B4-BE49-F238E27FC236}">
                                  <a16:creationId xmlns:a16="http://schemas.microsoft.com/office/drawing/2014/main" id="{B3977E6B-11B8-41CA-8DF6-C2308B7AAC1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9980076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44" name="Flowchart: Connector 12943">
                          <a:extLst>
                            <a:ext uri="{FF2B5EF4-FFF2-40B4-BE49-F238E27FC236}">
                              <a16:creationId xmlns:a16="http://schemas.microsoft.com/office/drawing/2014/main" id="{FDFADA26-C453-4FFA-92FA-DA45695FAF1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45" name="3D Model 12944" descr="Sphere">
                              <a:extLst>
                                <a:ext uri="{FF2B5EF4-FFF2-40B4-BE49-F238E27FC236}">
                                  <a16:creationId xmlns:a16="http://schemas.microsoft.com/office/drawing/2014/main" id="{E01D09CD-FBF2-49E6-8679-4CADAB61F0D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704062698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946" name="Flowchart: Connector 12945">
                          <a:extLst>
                            <a:ext uri="{FF2B5EF4-FFF2-40B4-BE49-F238E27FC236}">
                              <a16:creationId xmlns:a16="http://schemas.microsoft.com/office/drawing/2014/main" id="{EE949F5C-5301-466C-8FEC-85C3728CFA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947" name="3D Model 12946" descr="Sphere">
                              <a:extLst>
                                <a:ext uri="{FF2B5EF4-FFF2-40B4-BE49-F238E27FC236}">
                                  <a16:creationId xmlns:a16="http://schemas.microsoft.com/office/drawing/2014/main" id="{CB3232B3-6301-4661-A511-393A1FCFCED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73158360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2916" name="Flowchart: Connector 12915">
                        <a:extLst>
                          <a:ext uri="{FF2B5EF4-FFF2-40B4-BE49-F238E27FC236}">
                            <a16:creationId xmlns:a16="http://schemas.microsoft.com/office/drawing/2014/main" id="{6E9103F0-8D4D-43ED-A71F-4FDC94F00A1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17" name="Flowchart: Connector 12916">
                        <a:extLst>
                          <a:ext uri="{FF2B5EF4-FFF2-40B4-BE49-F238E27FC236}">
                            <a16:creationId xmlns:a16="http://schemas.microsoft.com/office/drawing/2014/main" id="{E22CAA70-7C89-4BCC-9A05-ABA61B5C3A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18" name="Flowchart: Connector 12917">
                        <a:extLst>
                          <a:ext uri="{FF2B5EF4-FFF2-40B4-BE49-F238E27FC236}">
                            <a16:creationId xmlns:a16="http://schemas.microsoft.com/office/drawing/2014/main" id="{40D9325E-B746-42C9-922B-876C0560D57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19" name="Flowchart: Connector 12918">
                        <a:extLst>
                          <a:ext uri="{FF2B5EF4-FFF2-40B4-BE49-F238E27FC236}">
                            <a16:creationId xmlns:a16="http://schemas.microsoft.com/office/drawing/2014/main" id="{6CFD0BEC-58B3-4255-926F-1BFFB78753F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20" name="Flowchart: Connector 12919">
                        <a:extLst>
                          <a:ext uri="{FF2B5EF4-FFF2-40B4-BE49-F238E27FC236}">
                            <a16:creationId xmlns:a16="http://schemas.microsoft.com/office/drawing/2014/main" id="{12AC2A89-70D9-4DCC-AE6A-285E6F9B310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21" name="Flowchart: Connector 12920">
                        <a:extLst>
                          <a:ext uri="{FF2B5EF4-FFF2-40B4-BE49-F238E27FC236}">
                            <a16:creationId xmlns:a16="http://schemas.microsoft.com/office/drawing/2014/main" id="{0110E9CE-2B2C-4E64-942C-4A9E4B769E5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22" name="Flowchart: Connector 12921">
                        <a:extLst>
                          <a:ext uri="{FF2B5EF4-FFF2-40B4-BE49-F238E27FC236}">
                            <a16:creationId xmlns:a16="http://schemas.microsoft.com/office/drawing/2014/main" id="{108D78D4-8B08-4DDC-9934-48DE8E13E88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23" name="Flowchart: Connector 12922">
                        <a:extLst>
                          <a:ext uri="{FF2B5EF4-FFF2-40B4-BE49-F238E27FC236}">
                            <a16:creationId xmlns:a16="http://schemas.microsoft.com/office/drawing/2014/main" id="{E0E36D7B-8136-4424-9681-945B58E38AE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924" name="Flowchart: Connector 12923">
                        <a:extLst>
                          <a:ext uri="{FF2B5EF4-FFF2-40B4-BE49-F238E27FC236}">
                            <a16:creationId xmlns:a16="http://schemas.microsoft.com/office/drawing/2014/main" id="{8FAF89D0-3D15-48C7-8A58-57E16B5383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925" name="3D Model 12924" descr="Sphere">
                            <a:extLst>
                              <a:ext uri="{FF2B5EF4-FFF2-40B4-BE49-F238E27FC236}">
                                <a16:creationId xmlns:a16="http://schemas.microsoft.com/office/drawing/2014/main" id="{BA5547B4-992E-401B-B84A-EABE202CDC0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54510530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2926" name="Flowchart: Connector 12925">
                        <a:extLst>
                          <a:ext uri="{FF2B5EF4-FFF2-40B4-BE49-F238E27FC236}">
                            <a16:creationId xmlns:a16="http://schemas.microsoft.com/office/drawing/2014/main" id="{062E8AD3-037D-40F1-94B6-485015E7A5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927" name="3D Model 12926" descr="Sphere">
                            <a:extLst>
                              <a:ext uri="{FF2B5EF4-FFF2-40B4-BE49-F238E27FC236}">
                                <a16:creationId xmlns:a16="http://schemas.microsoft.com/office/drawing/2014/main" id="{8A4F2E6D-3223-4D4F-B0A5-7C5D3F5E3FC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67042193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2928" name="Flowchart: Connector 12927">
                        <a:extLst>
                          <a:ext uri="{FF2B5EF4-FFF2-40B4-BE49-F238E27FC236}">
                            <a16:creationId xmlns:a16="http://schemas.microsoft.com/office/drawing/2014/main" id="{EAB6388A-C979-4EB0-AB8F-7C3B4920833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929" name="3D Model 12928" descr="Sphere">
                            <a:extLst>
                              <a:ext uri="{FF2B5EF4-FFF2-40B4-BE49-F238E27FC236}">
                                <a16:creationId xmlns:a16="http://schemas.microsoft.com/office/drawing/2014/main" id="{0B7F11D2-5329-4003-8965-647F249D25B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135278774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2930" name="Flowchart: Connector 12929">
                        <a:extLst>
                          <a:ext uri="{FF2B5EF4-FFF2-40B4-BE49-F238E27FC236}">
                            <a16:creationId xmlns:a16="http://schemas.microsoft.com/office/drawing/2014/main" id="{3287C21D-8BAD-42BF-AF07-E9112D6675C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931" name="3D Model 12930" descr="Sphere">
                            <a:extLst>
                              <a:ext uri="{FF2B5EF4-FFF2-40B4-BE49-F238E27FC236}">
                                <a16:creationId xmlns:a16="http://schemas.microsoft.com/office/drawing/2014/main" id="{746A4042-DDE9-41A0-A5D0-4D50F372EF5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406528611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2881" name="Freeform: Shape 12880">
                    <a:extLst>
                      <a:ext uri="{FF2B5EF4-FFF2-40B4-BE49-F238E27FC236}">
                        <a16:creationId xmlns:a16="http://schemas.microsoft.com/office/drawing/2014/main" id="{79DEBD36-B5A3-46D9-8DD5-BB7976064CA8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882" name="Freeform: Shape 12881">
                    <a:extLst>
                      <a:ext uri="{FF2B5EF4-FFF2-40B4-BE49-F238E27FC236}">
                        <a16:creationId xmlns:a16="http://schemas.microsoft.com/office/drawing/2014/main" id="{1300E8CE-2FE0-4889-B95D-6E2682865122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883" name="Freeform: Shape 12882">
                    <a:extLst>
                      <a:ext uri="{FF2B5EF4-FFF2-40B4-BE49-F238E27FC236}">
                        <a16:creationId xmlns:a16="http://schemas.microsoft.com/office/drawing/2014/main" id="{1EF14E21-C078-489B-BD02-C2C107FD2A4A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884" name="Freeform: Shape 12883">
                    <a:extLst>
                      <a:ext uri="{FF2B5EF4-FFF2-40B4-BE49-F238E27FC236}">
                        <a16:creationId xmlns:a16="http://schemas.microsoft.com/office/drawing/2014/main" id="{98DD0372-957E-488E-B3EF-5A47E15303F2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885" name="Freeform: Shape 12884">
                    <a:extLst>
                      <a:ext uri="{FF2B5EF4-FFF2-40B4-BE49-F238E27FC236}">
                        <a16:creationId xmlns:a16="http://schemas.microsoft.com/office/drawing/2014/main" id="{82EDF682-3C00-4C45-B0A3-9854F571CB68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886" name="Freeform: Shape 12885">
                    <a:extLst>
                      <a:ext uri="{FF2B5EF4-FFF2-40B4-BE49-F238E27FC236}">
                        <a16:creationId xmlns:a16="http://schemas.microsoft.com/office/drawing/2014/main" id="{4B797148-F1B9-4C91-BAF1-0055BCFDD4B0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887" name="Freeform: Shape 12886">
                    <a:extLst>
                      <a:ext uri="{FF2B5EF4-FFF2-40B4-BE49-F238E27FC236}">
                        <a16:creationId xmlns:a16="http://schemas.microsoft.com/office/drawing/2014/main" id="{540D8DCA-CEC1-475D-8B4C-9EE65C43EDD6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888" name="Freeform: Shape 12887">
                    <a:extLst>
                      <a:ext uri="{FF2B5EF4-FFF2-40B4-BE49-F238E27FC236}">
                        <a16:creationId xmlns:a16="http://schemas.microsoft.com/office/drawing/2014/main" id="{F8C81B39-975B-4A3A-A674-DC56FF80D924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889" name="Freeform: Shape 12888">
                    <a:extLst>
                      <a:ext uri="{FF2B5EF4-FFF2-40B4-BE49-F238E27FC236}">
                        <a16:creationId xmlns:a16="http://schemas.microsoft.com/office/drawing/2014/main" id="{5B001616-7D5C-4E84-A874-EC3C32533606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890" name="Freeform: Shape 12889">
                    <a:extLst>
                      <a:ext uri="{FF2B5EF4-FFF2-40B4-BE49-F238E27FC236}">
                        <a16:creationId xmlns:a16="http://schemas.microsoft.com/office/drawing/2014/main" id="{3A631FD8-DD92-42F3-818F-35AE7A466AD6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891" name="Freeform: Shape 12890">
                    <a:extLst>
                      <a:ext uri="{FF2B5EF4-FFF2-40B4-BE49-F238E27FC236}">
                        <a16:creationId xmlns:a16="http://schemas.microsoft.com/office/drawing/2014/main" id="{AC4096C3-79DA-42E0-B689-514FD10996B0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892" name="Freeform: Shape 12891">
                    <a:extLst>
                      <a:ext uri="{FF2B5EF4-FFF2-40B4-BE49-F238E27FC236}">
                        <a16:creationId xmlns:a16="http://schemas.microsoft.com/office/drawing/2014/main" id="{9D152C7A-A13E-440B-AF45-916FABCAE488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12877" name="Freeform: Shape 12876">
                  <a:extLst>
                    <a:ext uri="{FF2B5EF4-FFF2-40B4-BE49-F238E27FC236}">
                      <a16:creationId xmlns:a16="http://schemas.microsoft.com/office/drawing/2014/main" id="{3F0F25DA-8409-40BF-92AD-FCCFFFBF143B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2878" name="Freeform: Shape 12877">
                  <a:extLst>
                    <a:ext uri="{FF2B5EF4-FFF2-40B4-BE49-F238E27FC236}">
                      <a16:creationId xmlns:a16="http://schemas.microsoft.com/office/drawing/2014/main" id="{4213B611-A140-408A-86B9-457327B5E05A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2879" name="Freeform: Shape 12878">
                  <a:extLst>
                    <a:ext uri="{FF2B5EF4-FFF2-40B4-BE49-F238E27FC236}">
                      <a16:creationId xmlns:a16="http://schemas.microsoft.com/office/drawing/2014/main" id="{AD23ACD0-1B3D-4563-8262-ECCDA52A9FD3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2276" name="Group 12275">
                <a:extLst>
                  <a:ext uri="{FF2B5EF4-FFF2-40B4-BE49-F238E27FC236}">
                    <a16:creationId xmlns:a16="http://schemas.microsoft.com/office/drawing/2014/main" id="{4CCB01AB-0A2B-4790-8177-303D0CA476A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418034" y="6027249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12577" name="Group 12576">
                  <a:extLst>
                    <a:ext uri="{FF2B5EF4-FFF2-40B4-BE49-F238E27FC236}">
                      <a16:creationId xmlns:a16="http://schemas.microsoft.com/office/drawing/2014/main" id="{C4EEBA2B-47C6-46BA-A05A-072421AA56F2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12581" name="Group 12580">
                    <a:extLst>
                      <a:ext uri="{FF2B5EF4-FFF2-40B4-BE49-F238E27FC236}">
                        <a16:creationId xmlns:a16="http://schemas.microsoft.com/office/drawing/2014/main" id="{EE86BCA2-3609-451D-B1D9-53B638402A7B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12594" name="Group 12593">
                      <a:extLst>
                        <a:ext uri="{FF2B5EF4-FFF2-40B4-BE49-F238E27FC236}">
                          <a16:creationId xmlns:a16="http://schemas.microsoft.com/office/drawing/2014/main" id="{AF419DFB-1101-47C3-94D0-C953B633E5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12815" name="Group 12814">
                        <a:extLst>
                          <a:ext uri="{FF2B5EF4-FFF2-40B4-BE49-F238E27FC236}">
                            <a16:creationId xmlns:a16="http://schemas.microsoft.com/office/drawing/2014/main" id="{6C1F7FE9-9748-4CD3-A719-AC489FAFA1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12872" name="Flowchart: Connector 12871">
                          <a:extLst>
                            <a:ext uri="{FF2B5EF4-FFF2-40B4-BE49-F238E27FC236}">
                              <a16:creationId xmlns:a16="http://schemas.microsoft.com/office/drawing/2014/main" id="{FB8B2637-D771-4D34-BF58-8304DC4D46F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873" name="Flowchart: Connector 12872">
                          <a:extLst>
                            <a:ext uri="{FF2B5EF4-FFF2-40B4-BE49-F238E27FC236}">
                              <a16:creationId xmlns:a16="http://schemas.microsoft.com/office/drawing/2014/main" id="{9DF7D5F5-AA90-4CAC-9A5B-FB5E7F89ECF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874" name="Flowchart: Connector 12873">
                          <a:extLst>
                            <a:ext uri="{FF2B5EF4-FFF2-40B4-BE49-F238E27FC236}">
                              <a16:creationId xmlns:a16="http://schemas.microsoft.com/office/drawing/2014/main" id="{08826740-1FD1-43C2-B218-95E834816ED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875" name="Flowchart: Connector 12874">
                          <a:extLst>
                            <a:ext uri="{FF2B5EF4-FFF2-40B4-BE49-F238E27FC236}">
                              <a16:creationId xmlns:a16="http://schemas.microsoft.com/office/drawing/2014/main" id="{7779446A-5DE8-4616-B5D6-F5799F54D85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816" name="Group 12815">
                        <a:extLst>
                          <a:ext uri="{FF2B5EF4-FFF2-40B4-BE49-F238E27FC236}">
                            <a16:creationId xmlns:a16="http://schemas.microsoft.com/office/drawing/2014/main" id="{2067EE2D-429D-40C0-B003-6841564A4C9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12817" name="Group 12816">
                          <a:extLst>
                            <a:ext uri="{FF2B5EF4-FFF2-40B4-BE49-F238E27FC236}">
                              <a16:creationId xmlns:a16="http://schemas.microsoft.com/office/drawing/2014/main" id="{67338DE7-A9D3-48CB-BA6D-5B75A6B369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65" name="3D Model 12864" descr="Sphere">
                                <a:extLst>
                                  <a:ext uri="{FF2B5EF4-FFF2-40B4-BE49-F238E27FC236}">
                                    <a16:creationId xmlns:a16="http://schemas.microsoft.com/office/drawing/2014/main" id="{CF8FEA0F-EF9C-4290-81DD-C1FD4CF20FE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03985126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66" name="Flowchart: Connector 12865">
                            <a:extLst>
                              <a:ext uri="{FF2B5EF4-FFF2-40B4-BE49-F238E27FC236}">
                                <a16:creationId xmlns:a16="http://schemas.microsoft.com/office/drawing/2014/main" id="{02FD3A7C-E9C5-4039-9756-0C8A25C2C0B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67" name="3D Model 12866" descr="Sphere">
                                <a:extLst>
                                  <a:ext uri="{FF2B5EF4-FFF2-40B4-BE49-F238E27FC236}">
                                    <a16:creationId xmlns:a16="http://schemas.microsoft.com/office/drawing/2014/main" id="{EBABAD9D-027C-4BB6-BADA-0D88584717D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8544082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68" name="Flowchart: Connector 12867">
                            <a:extLst>
                              <a:ext uri="{FF2B5EF4-FFF2-40B4-BE49-F238E27FC236}">
                                <a16:creationId xmlns:a16="http://schemas.microsoft.com/office/drawing/2014/main" id="{93B37D76-366C-48FE-ABF2-E463184D5E3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69" name="3D Model 12868" descr="Sphere">
                                <a:extLst>
                                  <a:ext uri="{FF2B5EF4-FFF2-40B4-BE49-F238E27FC236}">
                                    <a16:creationId xmlns:a16="http://schemas.microsoft.com/office/drawing/2014/main" id="{AE87C5F4-3B08-4CFE-9A26-408E3707329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19783204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70" name="Flowchart: Connector 12869">
                            <a:extLst>
                              <a:ext uri="{FF2B5EF4-FFF2-40B4-BE49-F238E27FC236}">
                                <a16:creationId xmlns:a16="http://schemas.microsoft.com/office/drawing/2014/main" id="{D8A84526-136F-42EF-B23D-82CD120F3C2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71" name="3D Model 12870" descr="Sphere">
                                <a:extLst>
                                  <a:ext uri="{FF2B5EF4-FFF2-40B4-BE49-F238E27FC236}">
                                    <a16:creationId xmlns:a16="http://schemas.microsoft.com/office/drawing/2014/main" id="{A7CE81E7-BAE1-42BE-85F5-BB6AC8B7CB7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684448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818" name="Group 12817">
                          <a:extLst>
                            <a:ext uri="{FF2B5EF4-FFF2-40B4-BE49-F238E27FC236}">
                              <a16:creationId xmlns:a16="http://schemas.microsoft.com/office/drawing/2014/main" id="{E1B7C031-CCEE-4076-BE20-782DF4E665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2850" name="Flowchart: Connector 12849">
                            <a:extLst>
                              <a:ext uri="{FF2B5EF4-FFF2-40B4-BE49-F238E27FC236}">
                                <a16:creationId xmlns:a16="http://schemas.microsoft.com/office/drawing/2014/main" id="{DC6FA603-1E7C-47D7-BA26-A7E43839BF4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51" name="Flowchart: Connector 12850">
                            <a:extLst>
                              <a:ext uri="{FF2B5EF4-FFF2-40B4-BE49-F238E27FC236}">
                                <a16:creationId xmlns:a16="http://schemas.microsoft.com/office/drawing/2014/main" id="{F391B2CA-A39C-4341-A649-3D0EB56BE34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52" name="Flowchart: Connector 12851">
                            <a:extLst>
                              <a:ext uri="{FF2B5EF4-FFF2-40B4-BE49-F238E27FC236}">
                                <a16:creationId xmlns:a16="http://schemas.microsoft.com/office/drawing/2014/main" id="{3394319B-9548-417A-A348-547B15DA888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53" name="Flowchart: Connector 12852">
                            <a:extLst>
                              <a:ext uri="{FF2B5EF4-FFF2-40B4-BE49-F238E27FC236}">
                                <a16:creationId xmlns:a16="http://schemas.microsoft.com/office/drawing/2014/main" id="{BECCCC64-F9DD-4E6E-B89E-D7D0359950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54" name="Flowchart: Connector 12853">
                            <a:extLst>
                              <a:ext uri="{FF2B5EF4-FFF2-40B4-BE49-F238E27FC236}">
                                <a16:creationId xmlns:a16="http://schemas.microsoft.com/office/drawing/2014/main" id="{5E1064FC-F6C6-4398-8F3E-2C801881F37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55" name="Flowchart: Connector 12854">
                            <a:extLst>
                              <a:ext uri="{FF2B5EF4-FFF2-40B4-BE49-F238E27FC236}">
                                <a16:creationId xmlns:a16="http://schemas.microsoft.com/office/drawing/2014/main" id="{7073A725-DE2C-4854-A8A9-73ACE5197BA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56" name="Flowchart: Connector 12855">
                            <a:extLst>
                              <a:ext uri="{FF2B5EF4-FFF2-40B4-BE49-F238E27FC236}">
                                <a16:creationId xmlns:a16="http://schemas.microsoft.com/office/drawing/2014/main" id="{DDF6B2FC-8FC4-4BCC-90C8-0DD3CAB80D2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57" name="Flowchart: Connector 12856">
                            <a:extLst>
                              <a:ext uri="{FF2B5EF4-FFF2-40B4-BE49-F238E27FC236}">
                                <a16:creationId xmlns:a16="http://schemas.microsoft.com/office/drawing/2014/main" id="{90A22ADB-0A15-4FA2-8612-61141F2889E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58" name="3D Model 12857" descr="Sphere">
                                <a:extLst>
                                  <a:ext uri="{FF2B5EF4-FFF2-40B4-BE49-F238E27FC236}">
                                    <a16:creationId xmlns:a16="http://schemas.microsoft.com/office/drawing/2014/main" id="{5927CF68-3302-4779-B993-313C42095A4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678426721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59" name="Flowchart: Connector 12858">
                            <a:extLst>
                              <a:ext uri="{FF2B5EF4-FFF2-40B4-BE49-F238E27FC236}">
                                <a16:creationId xmlns:a16="http://schemas.microsoft.com/office/drawing/2014/main" id="{B7C0FDC9-EAA2-4C26-988A-2B3B0C82D98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60" name="3D Model 12859" descr="Sphere">
                                <a:extLst>
                                  <a:ext uri="{FF2B5EF4-FFF2-40B4-BE49-F238E27FC236}">
                                    <a16:creationId xmlns:a16="http://schemas.microsoft.com/office/drawing/2014/main" id="{C9219464-C745-4373-95CA-6C3FA593CD5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8427141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61" name="Flowchart: Connector 12860">
                            <a:extLst>
                              <a:ext uri="{FF2B5EF4-FFF2-40B4-BE49-F238E27FC236}">
                                <a16:creationId xmlns:a16="http://schemas.microsoft.com/office/drawing/2014/main" id="{20CBAE56-DF80-4814-AA8D-CCF23E3AE7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62" name="3D Model 12861" descr="Sphere">
                                <a:extLst>
                                  <a:ext uri="{FF2B5EF4-FFF2-40B4-BE49-F238E27FC236}">
                                    <a16:creationId xmlns:a16="http://schemas.microsoft.com/office/drawing/2014/main" id="{AC8165BC-BC1E-40C8-A78E-26D194F4C7A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3328725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63" name="Flowchart: Connector 12862">
                            <a:extLst>
                              <a:ext uri="{FF2B5EF4-FFF2-40B4-BE49-F238E27FC236}">
                                <a16:creationId xmlns:a16="http://schemas.microsoft.com/office/drawing/2014/main" id="{7E8E5F7E-81BB-4786-AE2C-798DB594AB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64" name="3D Model 12863" descr="Sphere">
                                <a:extLst>
                                  <a:ext uri="{FF2B5EF4-FFF2-40B4-BE49-F238E27FC236}">
                                    <a16:creationId xmlns:a16="http://schemas.microsoft.com/office/drawing/2014/main" id="{0E5EF934-F961-4733-960F-EE5F9392F9C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66579527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819" name="Group 12818">
                          <a:extLst>
                            <a:ext uri="{FF2B5EF4-FFF2-40B4-BE49-F238E27FC236}">
                              <a16:creationId xmlns:a16="http://schemas.microsoft.com/office/drawing/2014/main" id="{A6FA0891-8253-4EAD-8CD9-0712028CB5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2835" name="Flowchart: Connector 12834">
                            <a:extLst>
                              <a:ext uri="{FF2B5EF4-FFF2-40B4-BE49-F238E27FC236}">
                                <a16:creationId xmlns:a16="http://schemas.microsoft.com/office/drawing/2014/main" id="{B6A830CA-D700-4B45-957C-E2616E7AA6D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36" name="Flowchart: Connector 12835">
                            <a:extLst>
                              <a:ext uri="{FF2B5EF4-FFF2-40B4-BE49-F238E27FC236}">
                                <a16:creationId xmlns:a16="http://schemas.microsoft.com/office/drawing/2014/main" id="{776A540E-52CC-423F-A0FB-B04EADEABCE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37" name="Flowchart: Connector 12836">
                            <a:extLst>
                              <a:ext uri="{FF2B5EF4-FFF2-40B4-BE49-F238E27FC236}">
                                <a16:creationId xmlns:a16="http://schemas.microsoft.com/office/drawing/2014/main" id="{62C2DED8-5190-4695-B4E8-9AE5AD2B3C3A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38" name="Flowchart: Connector 12837">
                            <a:extLst>
                              <a:ext uri="{FF2B5EF4-FFF2-40B4-BE49-F238E27FC236}">
                                <a16:creationId xmlns:a16="http://schemas.microsoft.com/office/drawing/2014/main" id="{6577149D-133F-4C23-BFE6-9AC7D31810F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39" name="Flowchart: Connector 12838">
                            <a:extLst>
                              <a:ext uri="{FF2B5EF4-FFF2-40B4-BE49-F238E27FC236}">
                                <a16:creationId xmlns:a16="http://schemas.microsoft.com/office/drawing/2014/main" id="{64FC0334-7D30-4F5B-8EDF-E34F8F4FC7D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40" name="Flowchart: Connector 12839">
                            <a:extLst>
                              <a:ext uri="{FF2B5EF4-FFF2-40B4-BE49-F238E27FC236}">
                                <a16:creationId xmlns:a16="http://schemas.microsoft.com/office/drawing/2014/main" id="{B1E4CE56-9A88-4C0F-98F6-D0A106F7071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41" name="Flowchart: Connector 12840">
                            <a:extLst>
                              <a:ext uri="{FF2B5EF4-FFF2-40B4-BE49-F238E27FC236}">
                                <a16:creationId xmlns:a16="http://schemas.microsoft.com/office/drawing/2014/main" id="{29411207-E41E-457F-98D0-03F099820BF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842" name="Flowchart: Connector 12841">
                            <a:extLst>
                              <a:ext uri="{FF2B5EF4-FFF2-40B4-BE49-F238E27FC236}">
                                <a16:creationId xmlns:a16="http://schemas.microsoft.com/office/drawing/2014/main" id="{3DA40B66-835D-4123-943C-FBA3BE62EF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43" name="3D Model 12842" descr="Sphere">
                                <a:extLst>
                                  <a:ext uri="{FF2B5EF4-FFF2-40B4-BE49-F238E27FC236}">
                                    <a16:creationId xmlns:a16="http://schemas.microsoft.com/office/drawing/2014/main" id="{95533E34-BE9E-4D90-8C9F-B0BD544A539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3101439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44" name="Flowchart: Connector 12843">
                            <a:extLst>
                              <a:ext uri="{FF2B5EF4-FFF2-40B4-BE49-F238E27FC236}">
                                <a16:creationId xmlns:a16="http://schemas.microsoft.com/office/drawing/2014/main" id="{F6CF33DD-EE12-4D59-B758-AE90A4CDA37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45" name="3D Model 12844" descr="Sphere">
                                <a:extLst>
                                  <a:ext uri="{FF2B5EF4-FFF2-40B4-BE49-F238E27FC236}">
                                    <a16:creationId xmlns:a16="http://schemas.microsoft.com/office/drawing/2014/main" id="{DA358897-52F7-4A5C-B56D-070CBA9BCE6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43504757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46" name="Flowchart: Connector 12845">
                            <a:extLst>
                              <a:ext uri="{FF2B5EF4-FFF2-40B4-BE49-F238E27FC236}">
                                <a16:creationId xmlns:a16="http://schemas.microsoft.com/office/drawing/2014/main" id="{A02D8BA4-8502-4363-916A-A3EE019450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47" name="3D Model 12846" descr="Sphere">
                                <a:extLst>
                                  <a:ext uri="{FF2B5EF4-FFF2-40B4-BE49-F238E27FC236}">
                                    <a16:creationId xmlns:a16="http://schemas.microsoft.com/office/drawing/2014/main" id="{F98FC9E2-4EB5-4CEE-9500-8D07DCF7B16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3466504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48" name="Flowchart: Connector 12847">
                            <a:extLst>
                              <a:ext uri="{FF2B5EF4-FFF2-40B4-BE49-F238E27FC236}">
                                <a16:creationId xmlns:a16="http://schemas.microsoft.com/office/drawing/2014/main" id="{ED062607-018E-4667-A904-6F02DB8F3B8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49" name="3D Model 12848" descr="Sphere">
                                <a:extLst>
                                  <a:ext uri="{FF2B5EF4-FFF2-40B4-BE49-F238E27FC236}">
                                    <a16:creationId xmlns:a16="http://schemas.microsoft.com/office/drawing/2014/main" id="{9F9D5EEB-8544-4982-AC84-5EB9415562D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107229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820" name="Flowchart: Connector 12819">
                          <a:extLst>
                            <a:ext uri="{FF2B5EF4-FFF2-40B4-BE49-F238E27FC236}">
                              <a16:creationId xmlns:a16="http://schemas.microsoft.com/office/drawing/2014/main" id="{E1C1967B-F124-4060-A5BC-3A14391298A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821" name="Flowchart: Connector 12820">
                          <a:extLst>
                            <a:ext uri="{FF2B5EF4-FFF2-40B4-BE49-F238E27FC236}">
                              <a16:creationId xmlns:a16="http://schemas.microsoft.com/office/drawing/2014/main" id="{80112536-D888-4DCA-8379-4D96A84A9A1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822" name="Flowchart: Connector 12821">
                          <a:extLst>
                            <a:ext uri="{FF2B5EF4-FFF2-40B4-BE49-F238E27FC236}">
                              <a16:creationId xmlns:a16="http://schemas.microsoft.com/office/drawing/2014/main" id="{9EE90DF6-23AD-4F51-8F74-13771297F7F1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823" name="Flowchart: Connector 12822">
                          <a:extLst>
                            <a:ext uri="{FF2B5EF4-FFF2-40B4-BE49-F238E27FC236}">
                              <a16:creationId xmlns:a16="http://schemas.microsoft.com/office/drawing/2014/main" id="{BAFDE15C-51A9-45CD-B1CA-FF11BCB6B6E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824" name="Flowchart: Connector 12823">
                          <a:extLst>
                            <a:ext uri="{FF2B5EF4-FFF2-40B4-BE49-F238E27FC236}">
                              <a16:creationId xmlns:a16="http://schemas.microsoft.com/office/drawing/2014/main" id="{18BCDC76-B347-40F3-BA43-28E911F907F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825" name="Flowchart: Connector 12824">
                          <a:extLst>
                            <a:ext uri="{FF2B5EF4-FFF2-40B4-BE49-F238E27FC236}">
                              <a16:creationId xmlns:a16="http://schemas.microsoft.com/office/drawing/2014/main" id="{DF8A17D3-9634-4A73-8D97-009A3C79C4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826" name="Flowchart: Connector 12825">
                          <a:extLst>
                            <a:ext uri="{FF2B5EF4-FFF2-40B4-BE49-F238E27FC236}">
                              <a16:creationId xmlns:a16="http://schemas.microsoft.com/office/drawing/2014/main" id="{316D399D-611B-49F7-8636-FF8FB6B80E9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827" name="Flowchart: Connector 12826">
                          <a:extLst>
                            <a:ext uri="{FF2B5EF4-FFF2-40B4-BE49-F238E27FC236}">
                              <a16:creationId xmlns:a16="http://schemas.microsoft.com/office/drawing/2014/main" id="{E11E6458-8256-44CD-BE7E-F6120666F02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828" name="3D Model 12827" descr="Sphere">
                              <a:extLst>
                                <a:ext uri="{FF2B5EF4-FFF2-40B4-BE49-F238E27FC236}">
                                  <a16:creationId xmlns:a16="http://schemas.microsoft.com/office/drawing/2014/main" id="{1294EE0A-54EF-422F-8AE7-6CCE1907885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361442876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829" name="Flowchart: Connector 12828">
                          <a:extLst>
                            <a:ext uri="{FF2B5EF4-FFF2-40B4-BE49-F238E27FC236}">
                              <a16:creationId xmlns:a16="http://schemas.microsoft.com/office/drawing/2014/main" id="{736D4E14-9B66-4EBC-BE7A-C9192DB8222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830" name="3D Model 12829" descr="Sphere">
                              <a:extLst>
                                <a:ext uri="{FF2B5EF4-FFF2-40B4-BE49-F238E27FC236}">
                                  <a16:creationId xmlns:a16="http://schemas.microsoft.com/office/drawing/2014/main" id="{0A68D479-3110-485B-9F3B-7081633BF9A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258239585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831" name="Flowchart: Connector 12830">
                          <a:extLst>
                            <a:ext uri="{FF2B5EF4-FFF2-40B4-BE49-F238E27FC236}">
                              <a16:creationId xmlns:a16="http://schemas.microsoft.com/office/drawing/2014/main" id="{FB25789B-9780-4ADD-BC4C-3CFF876F22C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832" name="3D Model 12831" descr="Sphere">
                              <a:extLst>
                                <a:ext uri="{FF2B5EF4-FFF2-40B4-BE49-F238E27FC236}">
                                  <a16:creationId xmlns:a16="http://schemas.microsoft.com/office/drawing/2014/main" id="{1358CEC0-BDDD-4D60-ABFE-8A08747DF30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91717952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833" name="Flowchart: Connector 12832">
                          <a:extLst>
                            <a:ext uri="{FF2B5EF4-FFF2-40B4-BE49-F238E27FC236}">
                              <a16:creationId xmlns:a16="http://schemas.microsoft.com/office/drawing/2014/main" id="{CF45DBBC-2C48-4BD1-B083-D62BAFCD33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834" name="3D Model 12833" descr="Sphere">
                              <a:extLst>
                                <a:ext uri="{FF2B5EF4-FFF2-40B4-BE49-F238E27FC236}">
                                  <a16:creationId xmlns:a16="http://schemas.microsoft.com/office/drawing/2014/main" id="{304CE9EE-9739-4F6A-B9AC-171FD415D09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50701902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2595" name="Group 12594">
                      <a:extLst>
                        <a:ext uri="{FF2B5EF4-FFF2-40B4-BE49-F238E27FC236}">
                          <a16:creationId xmlns:a16="http://schemas.microsoft.com/office/drawing/2014/main" id="{78094F87-CB50-40DE-8394-7E08F10A0A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2812" name="Flowchart: Connector 12811">
                        <a:extLst>
                          <a:ext uri="{FF2B5EF4-FFF2-40B4-BE49-F238E27FC236}">
                            <a16:creationId xmlns:a16="http://schemas.microsoft.com/office/drawing/2014/main" id="{7C512644-B024-41B2-9801-2459789FA1D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813" name="Flowchart: Connector 12812">
                        <a:extLst>
                          <a:ext uri="{FF2B5EF4-FFF2-40B4-BE49-F238E27FC236}">
                            <a16:creationId xmlns:a16="http://schemas.microsoft.com/office/drawing/2014/main" id="{7AFAC19F-4F46-4067-91B1-DCEEEA490B5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814" name="Flowchart: Connector 12813">
                        <a:extLst>
                          <a:ext uri="{FF2B5EF4-FFF2-40B4-BE49-F238E27FC236}">
                            <a16:creationId xmlns:a16="http://schemas.microsoft.com/office/drawing/2014/main" id="{DAA9330F-87D7-4B28-9397-1A566B2D43F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2596" name="Flowchart: Connector 12595">
                      <a:extLst>
                        <a:ext uri="{FF2B5EF4-FFF2-40B4-BE49-F238E27FC236}">
                          <a16:creationId xmlns:a16="http://schemas.microsoft.com/office/drawing/2014/main" id="{C5AFF86E-6014-4A68-B36B-6961956A50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2597" name="Flowchart: Connector 12596">
                      <a:extLst>
                        <a:ext uri="{FF2B5EF4-FFF2-40B4-BE49-F238E27FC236}">
                          <a16:creationId xmlns:a16="http://schemas.microsoft.com/office/drawing/2014/main" id="{A6E28DBE-4B7D-45A5-A321-A283AD3EDD2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2598" name="Group 12597">
                      <a:extLst>
                        <a:ext uri="{FF2B5EF4-FFF2-40B4-BE49-F238E27FC236}">
                          <a16:creationId xmlns:a16="http://schemas.microsoft.com/office/drawing/2014/main" id="{26DAA411-6504-486A-9CEE-FEA39D2DD4C6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12809" name="Flowchart: Connector 12808">
                        <a:extLst>
                          <a:ext uri="{FF2B5EF4-FFF2-40B4-BE49-F238E27FC236}">
                            <a16:creationId xmlns:a16="http://schemas.microsoft.com/office/drawing/2014/main" id="{6EC79E02-A5D6-4C19-8193-AF06AA029E3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810" name="Flowchart: Connector 12809">
                        <a:extLst>
                          <a:ext uri="{FF2B5EF4-FFF2-40B4-BE49-F238E27FC236}">
                            <a16:creationId xmlns:a16="http://schemas.microsoft.com/office/drawing/2014/main" id="{196CF32D-56D1-4149-8779-2C1B7FA3308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811" name="Flowchart: Connector 12810">
                        <a:extLst>
                          <a:ext uri="{FF2B5EF4-FFF2-40B4-BE49-F238E27FC236}">
                            <a16:creationId xmlns:a16="http://schemas.microsoft.com/office/drawing/2014/main" id="{94FD917C-43D0-42EB-9905-4D22E8024B7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2599" name="Group 12598">
                      <a:extLst>
                        <a:ext uri="{FF2B5EF4-FFF2-40B4-BE49-F238E27FC236}">
                          <a16:creationId xmlns:a16="http://schemas.microsoft.com/office/drawing/2014/main" id="{ED1890BA-065A-4E4E-88F0-0E7490665E3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12744" name="Group 12743">
                        <a:extLst>
                          <a:ext uri="{FF2B5EF4-FFF2-40B4-BE49-F238E27FC236}">
                            <a16:creationId xmlns:a16="http://schemas.microsoft.com/office/drawing/2014/main" id="{7F6DCECB-E0C1-4846-8D6F-61A30AB0F41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12805" name="Flowchart: Connector 12804">
                          <a:extLst>
                            <a:ext uri="{FF2B5EF4-FFF2-40B4-BE49-F238E27FC236}">
                              <a16:creationId xmlns:a16="http://schemas.microsoft.com/office/drawing/2014/main" id="{BC6BF0E7-8DC6-4224-AB11-E2CFAF1B2DD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806" name="Flowchart: Connector 12805">
                          <a:extLst>
                            <a:ext uri="{FF2B5EF4-FFF2-40B4-BE49-F238E27FC236}">
                              <a16:creationId xmlns:a16="http://schemas.microsoft.com/office/drawing/2014/main" id="{4A54456C-55BB-4845-8BD8-6A353BFA543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807" name="Flowchart: Connector 12806">
                          <a:extLst>
                            <a:ext uri="{FF2B5EF4-FFF2-40B4-BE49-F238E27FC236}">
                              <a16:creationId xmlns:a16="http://schemas.microsoft.com/office/drawing/2014/main" id="{CACF7BB5-B6BD-488E-B19C-7774888EC17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808" name="Flowchart: Connector 12807">
                          <a:extLst>
                            <a:ext uri="{FF2B5EF4-FFF2-40B4-BE49-F238E27FC236}">
                              <a16:creationId xmlns:a16="http://schemas.microsoft.com/office/drawing/2014/main" id="{B2F85117-3410-4659-8601-25F55A22550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745" name="Group 12744">
                        <a:extLst>
                          <a:ext uri="{FF2B5EF4-FFF2-40B4-BE49-F238E27FC236}">
                            <a16:creationId xmlns:a16="http://schemas.microsoft.com/office/drawing/2014/main" id="{64452183-FD36-4F2A-90BB-B74CA6F1E9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12746" name="Group 12745">
                          <a:extLst>
                            <a:ext uri="{FF2B5EF4-FFF2-40B4-BE49-F238E27FC236}">
                              <a16:creationId xmlns:a16="http://schemas.microsoft.com/office/drawing/2014/main" id="{DB35C2F9-40D6-49F7-9A22-51B69027F7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2797" name="Flowchart: Connector 12796">
                            <a:extLst>
                              <a:ext uri="{FF2B5EF4-FFF2-40B4-BE49-F238E27FC236}">
                                <a16:creationId xmlns:a16="http://schemas.microsoft.com/office/drawing/2014/main" id="{49015F04-F7CC-41E2-B597-68949D62FBA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98" name="3D Model 12797" descr="Sphere">
                                <a:extLst>
                                  <a:ext uri="{FF2B5EF4-FFF2-40B4-BE49-F238E27FC236}">
                                    <a16:creationId xmlns:a16="http://schemas.microsoft.com/office/drawing/2014/main" id="{59FB4987-9644-4C16-9575-C7648E738AA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01231153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99" name="Flowchart: Connector 12798">
                            <a:extLst>
                              <a:ext uri="{FF2B5EF4-FFF2-40B4-BE49-F238E27FC236}">
                                <a16:creationId xmlns:a16="http://schemas.microsoft.com/office/drawing/2014/main" id="{5350ED40-B8C8-4393-B6F7-C69DFE2A406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00" name="3D Model 12799" descr="Sphere">
                                <a:extLst>
                                  <a:ext uri="{FF2B5EF4-FFF2-40B4-BE49-F238E27FC236}">
                                    <a16:creationId xmlns:a16="http://schemas.microsoft.com/office/drawing/2014/main" id="{A86E8298-6A5C-4C5C-8305-9B641BB5F03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3739954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01" name="Flowchart: Connector 12800">
                            <a:extLst>
                              <a:ext uri="{FF2B5EF4-FFF2-40B4-BE49-F238E27FC236}">
                                <a16:creationId xmlns:a16="http://schemas.microsoft.com/office/drawing/2014/main" id="{C8B69FD4-133D-4C1A-B2F2-0E861C8F93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02" name="3D Model 12801" descr="Sphere">
                                <a:extLst>
                                  <a:ext uri="{FF2B5EF4-FFF2-40B4-BE49-F238E27FC236}">
                                    <a16:creationId xmlns:a16="http://schemas.microsoft.com/office/drawing/2014/main" id="{8479EE37-359A-419E-897F-94AC2089207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5449749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803" name="Flowchart: Connector 12802">
                            <a:extLst>
                              <a:ext uri="{FF2B5EF4-FFF2-40B4-BE49-F238E27FC236}">
                                <a16:creationId xmlns:a16="http://schemas.microsoft.com/office/drawing/2014/main" id="{9AF1E5BB-1EB7-41A9-9B6E-9F1C188690E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804" name="3D Model 12803" descr="Sphere">
                                <a:extLst>
                                  <a:ext uri="{FF2B5EF4-FFF2-40B4-BE49-F238E27FC236}">
                                    <a16:creationId xmlns:a16="http://schemas.microsoft.com/office/drawing/2014/main" id="{67C0C93D-3654-4073-B028-285B50869EF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8986915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747" name="Group 12746">
                          <a:extLst>
                            <a:ext uri="{FF2B5EF4-FFF2-40B4-BE49-F238E27FC236}">
                              <a16:creationId xmlns:a16="http://schemas.microsoft.com/office/drawing/2014/main" id="{95A9B898-CB6E-4EF2-A66E-81E383C25C0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2781" name="Flowchart: Connector 12780">
                            <a:extLst>
                              <a:ext uri="{FF2B5EF4-FFF2-40B4-BE49-F238E27FC236}">
                                <a16:creationId xmlns:a16="http://schemas.microsoft.com/office/drawing/2014/main" id="{B7340329-8C1E-41EA-8205-CC2E38E9293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82" name="Flowchart: Connector 12781">
                            <a:extLst>
                              <a:ext uri="{FF2B5EF4-FFF2-40B4-BE49-F238E27FC236}">
                                <a16:creationId xmlns:a16="http://schemas.microsoft.com/office/drawing/2014/main" id="{1E3FF016-1519-4225-8EB2-66B5CC8726B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83" name="Flowchart: Connector 12782">
                            <a:extLst>
                              <a:ext uri="{FF2B5EF4-FFF2-40B4-BE49-F238E27FC236}">
                                <a16:creationId xmlns:a16="http://schemas.microsoft.com/office/drawing/2014/main" id="{E28CE602-F1E6-4DD4-B596-B7561A308B1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84" name="Flowchart: Connector 12783">
                            <a:extLst>
                              <a:ext uri="{FF2B5EF4-FFF2-40B4-BE49-F238E27FC236}">
                                <a16:creationId xmlns:a16="http://schemas.microsoft.com/office/drawing/2014/main" id="{D3C4A602-FD2B-4525-80DD-03E9395A07F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85" name="Flowchart: Connector 12784">
                            <a:extLst>
                              <a:ext uri="{FF2B5EF4-FFF2-40B4-BE49-F238E27FC236}">
                                <a16:creationId xmlns:a16="http://schemas.microsoft.com/office/drawing/2014/main" id="{BA0AF11B-6C6F-48EA-A263-CD933F51639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86" name="Flowchart: Connector 12785">
                            <a:extLst>
                              <a:ext uri="{FF2B5EF4-FFF2-40B4-BE49-F238E27FC236}">
                                <a16:creationId xmlns:a16="http://schemas.microsoft.com/office/drawing/2014/main" id="{D95D12D7-F631-4778-8185-4FD92CF068B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87" name="Flowchart: Connector 12786">
                            <a:extLst>
                              <a:ext uri="{FF2B5EF4-FFF2-40B4-BE49-F238E27FC236}">
                                <a16:creationId xmlns:a16="http://schemas.microsoft.com/office/drawing/2014/main" id="{8C3E5553-36AD-4B4E-99AB-E3CF04B5E4E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88" name="Flowchart: Connector 12787">
                            <a:extLst>
                              <a:ext uri="{FF2B5EF4-FFF2-40B4-BE49-F238E27FC236}">
                                <a16:creationId xmlns:a16="http://schemas.microsoft.com/office/drawing/2014/main" id="{4F241725-7449-40D0-9390-4E50C13C5D1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89" name="Flowchart: Connector 12788">
                            <a:extLst>
                              <a:ext uri="{FF2B5EF4-FFF2-40B4-BE49-F238E27FC236}">
                                <a16:creationId xmlns:a16="http://schemas.microsoft.com/office/drawing/2014/main" id="{70B88E87-1789-4830-818E-BC25DA3D994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90" name="3D Model 12789" descr="Sphere">
                                <a:extLst>
                                  <a:ext uri="{FF2B5EF4-FFF2-40B4-BE49-F238E27FC236}">
                                    <a16:creationId xmlns:a16="http://schemas.microsoft.com/office/drawing/2014/main" id="{148602E4-DBB6-459B-AF1C-B28B2E6021D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89381840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91" name="Flowchart: Connector 12790">
                            <a:extLst>
                              <a:ext uri="{FF2B5EF4-FFF2-40B4-BE49-F238E27FC236}">
                                <a16:creationId xmlns:a16="http://schemas.microsoft.com/office/drawing/2014/main" id="{6AACE939-198F-48BF-AFAC-D12991D3438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92" name="3D Model 12791" descr="Sphere">
                                <a:extLst>
                                  <a:ext uri="{FF2B5EF4-FFF2-40B4-BE49-F238E27FC236}">
                                    <a16:creationId xmlns:a16="http://schemas.microsoft.com/office/drawing/2014/main" id="{064AC9F8-E785-4E25-BDAB-71F7762F1B4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4684567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93" name="Flowchart: Connector 12792">
                            <a:extLst>
                              <a:ext uri="{FF2B5EF4-FFF2-40B4-BE49-F238E27FC236}">
                                <a16:creationId xmlns:a16="http://schemas.microsoft.com/office/drawing/2014/main" id="{A407C60E-C58E-47AD-9B22-571A5A3AECF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94" name="3D Model 12793" descr="Sphere">
                                <a:extLst>
                                  <a:ext uri="{FF2B5EF4-FFF2-40B4-BE49-F238E27FC236}">
                                    <a16:creationId xmlns:a16="http://schemas.microsoft.com/office/drawing/2014/main" id="{1A5D6A72-C62E-480C-8426-425C094ED37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2054268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95" name="Flowchart: Connector 12794">
                            <a:extLst>
                              <a:ext uri="{FF2B5EF4-FFF2-40B4-BE49-F238E27FC236}">
                                <a16:creationId xmlns:a16="http://schemas.microsoft.com/office/drawing/2014/main" id="{23B14881-CEDB-43FF-B3F9-76529837BB2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96" name="3D Model 12795" descr="Sphere">
                                <a:extLst>
                                  <a:ext uri="{FF2B5EF4-FFF2-40B4-BE49-F238E27FC236}">
                                    <a16:creationId xmlns:a16="http://schemas.microsoft.com/office/drawing/2014/main" id="{2E3952AA-9C28-4DA8-AF5A-AB243EA28DF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7047457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748" name="Group 12747">
                          <a:extLst>
                            <a:ext uri="{FF2B5EF4-FFF2-40B4-BE49-F238E27FC236}">
                              <a16:creationId xmlns:a16="http://schemas.microsoft.com/office/drawing/2014/main" id="{F46EE712-3841-4CC0-807A-78466B9296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2765" name="Flowchart: Connector 12764">
                            <a:extLst>
                              <a:ext uri="{FF2B5EF4-FFF2-40B4-BE49-F238E27FC236}">
                                <a16:creationId xmlns:a16="http://schemas.microsoft.com/office/drawing/2014/main" id="{F53051E6-10D7-4F88-A21A-389104B3FC1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66" name="Flowchart: Connector 12765">
                            <a:extLst>
                              <a:ext uri="{FF2B5EF4-FFF2-40B4-BE49-F238E27FC236}">
                                <a16:creationId xmlns:a16="http://schemas.microsoft.com/office/drawing/2014/main" id="{A74A2896-2812-4BF1-99B4-62D23FF0253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67" name="Flowchart: Connector 12766">
                            <a:extLst>
                              <a:ext uri="{FF2B5EF4-FFF2-40B4-BE49-F238E27FC236}">
                                <a16:creationId xmlns:a16="http://schemas.microsoft.com/office/drawing/2014/main" id="{BA69FDFE-EA48-4799-8BFA-11C0993916D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68" name="Flowchart: Connector 12767">
                            <a:extLst>
                              <a:ext uri="{FF2B5EF4-FFF2-40B4-BE49-F238E27FC236}">
                                <a16:creationId xmlns:a16="http://schemas.microsoft.com/office/drawing/2014/main" id="{1A7C6568-ADBA-4BB3-99FE-E9E9FFF6F8D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69" name="Flowchart: Connector 12768">
                            <a:extLst>
                              <a:ext uri="{FF2B5EF4-FFF2-40B4-BE49-F238E27FC236}">
                                <a16:creationId xmlns:a16="http://schemas.microsoft.com/office/drawing/2014/main" id="{6422C472-ABEE-4787-9B06-3C249138FA4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70" name="Flowchart: Connector 12769">
                            <a:extLst>
                              <a:ext uri="{FF2B5EF4-FFF2-40B4-BE49-F238E27FC236}">
                                <a16:creationId xmlns:a16="http://schemas.microsoft.com/office/drawing/2014/main" id="{CD716351-2DC0-401F-822E-42B1AE808D9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71" name="Flowchart: Connector 12770">
                            <a:extLst>
                              <a:ext uri="{FF2B5EF4-FFF2-40B4-BE49-F238E27FC236}">
                                <a16:creationId xmlns:a16="http://schemas.microsoft.com/office/drawing/2014/main" id="{16E3510E-DB7C-4DDB-8777-EE0B967AAD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72" name="Flowchart: Connector 12771">
                            <a:extLst>
                              <a:ext uri="{FF2B5EF4-FFF2-40B4-BE49-F238E27FC236}">
                                <a16:creationId xmlns:a16="http://schemas.microsoft.com/office/drawing/2014/main" id="{F38348F2-3A94-45A0-9877-74EB606D92D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73" name="Flowchart: Connector 12772">
                            <a:extLst>
                              <a:ext uri="{FF2B5EF4-FFF2-40B4-BE49-F238E27FC236}">
                                <a16:creationId xmlns:a16="http://schemas.microsoft.com/office/drawing/2014/main" id="{906ADF75-767A-4950-9A36-36E23DFBB5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74" name="3D Model 12773" descr="Sphere">
                                <a:extLst>
                                  <a:ext uri="{FF2B5EF4-FFF2-40B4-BE49-F238E27FC236}">
                                    <a16:creationId xmlns:a16="http://schemas.microsoft.com/office/drawing/2014/main" id="{1B74812C-2917-4C9C-B4D4-C8F3EED1C30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4903124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75" name="Flowchart: Connector 12774">
                            <a:extLst>
                              <a:ext uri="{FF2B5EF4-FFF2-40B4-BE49-F238E27FC236}">
                                <a16:creationId xmlns:a16="http://schemas.microsoft.com/office/drawing/2014/main" id="{E74409F2-0D9B-48CD-A9EA-84A2CB8FB99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76" name="3D Model 12775" descr="Sphere">
                                <a:extLst>
                                  <a:ext uri="{FF2B5EF4-FFF2-40B4-BE49-F238E27FC236}">
                                    <a16:creationId xmlns:a16="http://schemas.microsoft.com/office/drawing/2014/main" id="{EB634880-BCC0-4474-AFF2-E4AF43A36EB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04952331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77" name="Flowchart: Connector 12776">
                            <a:extLst>
                              <a:ext uri="{FF2B5EF4-FFF2-40B4-BE49-F238E27FC236}">
                                <a16:creationId xmlns:a16="http://schemas.microsoft.com/office/drawing/2014/main" id="{E0149A74-3ED4-49FC-94A5-E4234670085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78" name="3D Model 12777" descr="Sphere">
                                <a:extLst>
                                  <a:ext uri="{FF2B5EF4-FFF2-40B4-BE49-F238E27FC236}">
                                    <a16:creationId xmlns:a16="http://schemas.microsoft.com/office/drawing/2014/main" id="{8FD68E74-BEC8-49FF-BB29-5ABFDD6B1BD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58124948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79" name="Flowchart: Connector 12778">
                            <a:extLst>
                              <a:ext uri="{FF2B5EF4-FFF2-40B4-BE49-F238E27FC236}">
                                <a16:creationId xmlns:a16="http://schemas.microsoft.com/office/drawing/2014/main" id="{8F2D46EC-475C-4CBB-A656-359DF38ECB3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80" name="3D Model 12779" descr="Sphere">
                                <a:extLst>
                                  <a:ext uri="{FF2B5EF4-FFF2-40B4-BE49-F238E27FC236}">
                                    <a16:creationId xmlns:a16="http://schemas.microsoft.com/office/drawing/2014/main" id="{88B12CA5-5419-4DAC-B15E-C00CBE9BB5D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7779985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749" name="Flowchart: Connector 12748">
                          <a:extLst>
                            <a:ext uri="{FF2B5EF4-FFF2-40B4-BE49-F238E27FC236}">
                              <a16:creationId xmlns:a16="http://schemas.microsoft.com/office/drawing/2014/main" id="{4E8B8C9B-2C82-478E-8241-9234FEA352F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50" name="Flowchart: Connector 12749">
                          <a:extLst>
                            <a:ext uri="{FF2B5EF4-FFF2-40B4-BE49-F238E27FC236}">
                              <a16:creationId xmlns:a16="http://schemas.microsoft.com/office/drawing/2014/main" id="{79F1E570-E597-465F-B919-7040B807C66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51" name="Flowchart: Connector 12750">
                          <a:extLst>
                            <a:ext uri="{FF2B5EF4-FFF2-40B4-BE49-F238E27FC236}">
                              <a16:creationId xmlns:a16="http://schemas.microsoft.com/office/drawing/2014/main" id="{3E6A6007-284E-4F23-BA6C-B02AE45A552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52" name="Flowchart: Connector 12751">
                          <a:extLst>
                            <a:ext uri="{FF2B5EF4-FFF2-40B4-BE49-F238E27FC236}">
                              <a16:creationId xmlns:a16="http://schemas.microsoft.com/office/drawing/2014/main" id="{1DDD2D42-9992-46BF-BC50-1E24CF719A0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53" name="Flowchart: Connector 12752">
                          <a:extLst>
                            <a:ext uri="{FF2B5EF4-FFF2-40B4-BE49-F238E27FC236}">
                              <a16:creationId xmlns:a16="http://schemas.microsoft.com/office/drawing/2014/main" id="{0EE8481B-6071-4128-9728-CB36F976465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54" name="Flowchart: Connector 12753">
                          <a:extLst>
                            <a:ext uri="{FF2B5EF4-FFF2-40B4-BE49-F238E27FC236}">
                              <a16:creationId xmlns:a16="http://schemas.microsoft.com/office/drawing/2014/main" id="{239ACFCE-A5D4-4F34-8838-1833031F7AF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55" name="Flowchart: Connector 12754">
                          <a:extLst>
                            <a:ext uri="{FF2B5EF4-FFF2-40B4-BE49-F238E27FC236}">
                              <a16:creationId xmlns:a16="http://schemas.microsoft.com/office/drawing/2014/main" id="{93337359-B3F3-4656-9A54-67854B981E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56" name="Flowchart: Connector 12755">
                          <a:extLst>
                            <a:ext uri="{FF2B5EF4-FFF2-40B4-BE49-F238E27FC236}">
                              <a16:creationId xmlns:a16="http://schemas.microsoft.com/office/drawing/2014/main" id="{2043ED74-F411-4968-9560-EDE51AF1506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57" name="Flowchart: Connector 12756">
                          <a:extLst>
                            <a:ext uri="{FF2B5EF4-FFF2-40B4-BE49-F238E27FC236}">
                              <a16:creationId xmlns:a16="http://schemas.microsoft.com/office/drawing/2014/main" id="{75BF8FCB-0872-4C75-AA08-FBBA3822E67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758" name="3D Model 12757" descr="Sphere">
                              <a:extLst>
                                <a:ext uri="{FF2B5EF4-FFF2-40B4-BE49-F238E27FC236}">
                                  <a16:creationId xmlns:a16="http://schemas.microsoft.com/office/drawing/2014/main" id="{8B46362B-4DED-4025-9FF2-0E1D366592A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49847126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759" name="Flowchart: Connector 12758">
                          <a:extLst>
                            <a:ext uri="{FF2B5EF4-FFF2-40B4-BE49-F238E27FC236}">
                              <a16:creationId xmlns:a16="http://schemas.microsoft.com/office/drawing/2014/main" id="{BFF45A08-64D6-4544-82BC-AF3921559D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760" name="3D Model 12759" descr="Sphere">
                              <a:extLst>
                                <a:ext uri="{FF2B5EF4-FFF2-40B4-BE49-F238E27FC236}">
                                  <a16:creationId xmlns:a16="http://schemas.microsoft.com/office/drawing/2014/main" id="{12068DC8-0E71-4191-B152-C72E2E42AFF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55995952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761" name="Flowchart: Connector 12760">
                          <a:extLst>
                            <a:ext uri="{FF2B5EF4-FFF2-40B4-BE49-F238E27FC236}">
                              <a16:creationId xmlns:a16="http://schemas.microsoft.com/office/drawing/2014/main" id="{85CF5032-E3B9-4724-AF66-CAC598C3BF3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762" name="3D Model 12761" descr="Sphere">
                              <a:extLst>
                                <a:ext uri="{FF2B5EF4-FFF2-40B4-BE49-F238E27FC236}">
                                  <a16:creationId xmlns:a16="http://schemas.microsoft.com/office/drawing/2014/main" id="{8F7A39B8-8B06-4CF9-B238-85BF5647B900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991656967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763" name="Flowchart: Connector 12762">
                          <a:extLst>
                            <a:ext uri="{FF2B5EF4-FFF2-40B4-BE49-F238E27FC236}">
                              <a16:creationId xmlns:a16="http://schemas.microsoft.com/office/drawing/2014/main" id="{79177A74-134D-41C6-A4EA-46392237497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764" name="3D Model 12763" descr="Sphere">
                              <a:extLst>
                                <a:ext uri="{FF2B5EF4-FFF2-40B4-BE49-F238E27FC236}">
                                  <a16:creationId xmlns:a16="http://schemas.microsoft.com/office/drawing/2014/main" id="{BE34D020-017B-4C09-93F4-B083EA9DC43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53659156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2600" name="Group 12599">
                      <a:extLst>
                        <a:ext uri="{FF2B5EF4-FFF2-40B4-BE49-F238E27FC236}">
                          <a16:creationId xmlns:a16="http://schemas.microsoft.com/office/drawing/2014/main" id="{793A41AF-8CF9-4118-AF99-ABDBDACFE4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2741" name="Flowchart: Connector 12740">
                        <a:extLst>
                          <a:ext uri="{FF2B5EF4-FFF2-40B4-BE49-F238E27FC236}">
                            <a16:creationId xmlns:a16="http://schemas.microsoft.com/office/drawing/2014/main" id="{0E3128E1-4184-44C1-9FDD-8D2E36879F8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742" name="Flowchart: Connector 12741">
                        <a:extLst>
                          <a:ext uri="{FF2B5EF4-FFF2-40B4-BE49-F238E27FC236}">
                            <a16:creationId xmlns:a16="http://schemas.microsoft.com/office/drawing/2014/main" id="{9FD5BCC4-87D1-4F87-A176-1F5C946B26F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743" name="Flowchart: Connector 12742">
                        <a:extLst>
                          <a:ext uri="{FF2B5EF4-FFF2-40B4-BE49-F238E27FC236}">
                            <a16:creationId xmlns:a16="http://schemas.microsoft.com/office/drawing/2014/main" id="{93B7DDF6-AB92-4F6E-BB53-2234E1A8F11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2601" name="Flowchart: Connector 12600">
                      <a:extLst>
                        <a:ext uri="{FF2B5EF4-FFF2-40B4-BE49-F238E27FC236}">
                          <a16:creationId xmlns:a16="http://schemas.microsoft.com/office/drawing/2014/main" id="{C46FC026-22FD-474B-B828-802E8EC853B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2602" name="Flowchart: Connector 12601">
                      <a:extLst>
                        <a:ext uri="{FF2B5EF4-FFF2-40B4-BE49-F238E27FC236}">
                          <a16:creationId xmlns:a16="http://schemas.microsoft.com/office/drawing/2014/main" id="{9BFA2EB3-D43D-4A73-81F6-1F2199288B2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2603" name="Group 12602">
                      <a:extLst>
                        <a:ext uri="{FF2B5EF4-FFF2-40B4-BE49-F238E27FC236}">
                          <a16:creationId xmlns:a16="http://schemas.microsoft.com/office/drawing/2014/main" id="{2B91B1A7-790D-4620-A623-2A6AE734A36E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12738" name="Flowchart: Connector 12737">
                        <a:extLst>
                          <a:ext uri="{FF2B5EF4-FFF2-40B4-BE49-F238E27FC236}">
                            <a16:creationId xmlns:a16="http://schemas.microsoft.com/office/drawing/2014/main" id="{479629B1-69E2-4CEC-8761-2EEDDC71BFB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739" name="Flowchart: Connector 12738">
                        <a:extLst>
                          <a:ext uri="{FF2B5EF4-FFF2-40B4-BE49-F238E27FC236}">
                            <a16:creationId xmlns:a16="http://schemas.microsoft.com/office/drawing/2014/main" id="{82C07487-BB5E-4B0C-92DF-A3581C2C8C1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740" name="Flowchart: Connector 12739">
                        <a:extLst>
                          <a:ext uri="{FF2B5EF4-FFF2-40B4-BE49-F238E27FC236}">
                            <a16:creationId xmlns:a16="http://schemas.microsoft.com/office/drawing/2014/main" id="{F23A0714-A125-44F3-82E2-CF373E94EB8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2604" name="Group 12603">
                      <a:extLst>
                        <a:ext uri="{FF2B5EF4-FFF2-40B4-BE49-F238E27FC236}">
                          <a16:creationId xmlns:a16="http://schemas.microsoft.com/office/drawing/2014/main" id="{50290CA8-B5AE-4925-BAD8-0EE986B24D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12673" name="Group 12672">
                        <a:extLst>
                          <a:ext uri="{FF2B5EF4-FFF2-40B4-BE49-F238E27FC236}">
                            <a16:creationId xmlns:a16="http://schemas.microsoft.com/office/drawing/2014/main" id="{796045E8-6A81-435C-BD05-AA7B556748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12734" name="Flowchart: Connector 12733">
                          <a:extLst>
                            <a:ext uri="{FF2B5EF4-FFF2-40B4-BE49-F238E27FC236}">
                              <a16:creationId xmlns:a16="http://schemas.microsoft.com/office/drawing/2014/main" id="{60F79835-3B22-49BA-859F-4D9E037D49E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35" name="Flowchart: Connector 12734">
                          <a:extLst>
                            <a:ext uri="{FF2B5EF4-FFF2-40B4-BE49-F238E27FC236}">
                              <a16:creationId xmlns:a16="http://schemas.microsoft.com/office/drawing/2014/main" id="{479A645A-E912-47F1-98A7-3A3CE5C5042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36" name="Flowchart: Connector 12735">
                          <a:extLst>
                            <a:ext uri="{FF2B5EF4-FFF2-40B4-BE49-F238E27FC236}">
                              <a16:creationId xmlns:a16="http://schemas.microsoft.com/office/drawing/2014/main" id="{48F7369C-6146-487F-B39E-9B262225167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737" name="Flowchart: Connector 12736">
                          <a:extLst>
                            <a:ext uri="{FF2B5EF4-FFF2-40B4-BE49-F238E27FC236}">
                              <a16:creationId xmlns:a16="http://schemas.microsoft.com/office/drawing/2014/main" id="{694D3D1B-1009-4560-B5FF-27B39B88FF3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674" name="Group 12673">
                        <a:extLst>
                          <a:ext uri="{FF2B5EF4-FFF2-40B4-BE49-F238E27FC236}">
                            <a16:creationId xmlns:a16="http://schemas.microsoft.com/office/drawing/2014/main" id="{B9B6D4DE-5C2E-4763-B39C-AD95A57534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12675" name="Group 12674">
                          <a:extLst>
                            <a:ext uri="{FF2B5EF4-FFF2-40B4-BE49-F238E27FC236}">
                              <a16:creationId xmlns:a16="http://schemas.microsoft.com/office/drawing/2014/main" id="{A1B68308-3378-45D3-8BB3-172BF64FE2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2726" name="Flowchart: Connector 12725">
                            <a:extLst>
                              <a:ext uri="{FF2B5EF4-FFF2-40B4-BE49-F238E27FC236}">
                                <a16:creationId xmlns:a16="http://schemas.microsoft.com/office/drawing/2014/main" id="{63A33D38-CECE-42BA-A0DC-0E3C57085FC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27" name="3D Model 12726" descr="Sphere">
                                <a:extLst>
                                  <a:ext uri="{FF2B5EF4-FFF2-40B4-BE49-F238E27FC236}">
                                    <a16:creationId xmlns:a16="http://schemas.microsoft.com/office/drawing/2014/main" id="{169B02E9-97BF-4F06-8EF9-EC7DE5D3F59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21745293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28" name="Flowchart: Connector 12727">
                            <a:extLst>
                              <a:ext uri="{FF2B5EF4-FFF2-40B4-BE49-F238E27FC236}">
                                <a16:creationId xmlns:a16="http://schemas.microsoft.com/office/drawing/2014/main" id="{97902679-8763-4252-A9E6-21D5B404DDD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29" name="3D Model 12728" descr="Sphere">
                                <a:extLst>
                                  <a:ext uri="{FF2B5EF4-FFF2-40B4-BE49-F238E27FC236}">
                                    <a16:creationId xmlns:a16="http://schemas.microsoft.com/office/drawing/2014/main" id="{9F873B2A-8140-4AE7-95D7-5E14E7FD68A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727952915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30" name="Flowchart: Connector 12729">
                            <a:extLst>
                              <a:ext uri="{FF2B5EF4-FFF2-40B4-BE49-F238E27FC236}">
                                <a16:creationId xmlns:a16="http://schemas.microsoft.com/office/drawing/2014/main" id="{B81E2BB7-5AED-4DD4-8F66-5A4AB61997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31" name="3D Model 12730" descr="Sphere">
                                <a:extLst>
                                  <a:ext uri="{FF2B5EF4-FFF2-40B4-BE49-F238E27FC236}">
                                    <a16:creationId xmlns:a16="http://schemas.microsoft.com/office/drawing/2014/main" id="{69E8614B-526F-45D2-ACC2-3E8EFF62E7E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98993569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32" name="Flowchart: Connector 12731">
                            <a:extLst>
                              <a:ext uri="{FF2B5EF4-FFF2-40B4-BE49-F238E27FC236}">
                                <a16:creationId xmlns:a16="http://schemas.microsoft.com/office/drawing/2014/main" id="{12BEFCDD-4EE8-40A0-B723-57FBF176B85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33" name="3D Model 12732" descr="Sphere">
                                <a:extLst>
                                  <a:ext uri="{FF2B5EF4-FFF2-40B4-BE49-F238E27FC236}">
                                    <a16:creationId xmlns:a16="http://schemas.microsoft.com/office/drawing/2014/main" id="{E8D00494-206F-40C8-A873-E6AB297F0C1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274519161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676" name="Group 12675">
                          <a:extLst>
                            <a:ext uri="{FF2B5EF4-FFF2-40B4-BE49-F238E27FC236}">
                              <a16:creationId xmlns:a16="http://schemas.microsoft.com/office/drawing/2014/main" id="{4E0C9799-337E-475A-B240-97765776C97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2710" name="Flowchart: Connector 12709">
                            <a:extLst>
                              <a:ext uri="{FF2B5EF4-FFF2-40B4-BE49-F238E27FC236}">
                                <a16:creationId xmlns:a16="http://schemas.microsoft.com/office/drawing/2014/main" id="{FE42C9D9-EEFC-4FBA-97B7-4E5E334BFEB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11" name="Flowchart: Connector 12710">
                            <a:extLst>
                              <a:ext uri="{FF2B5EF4-FFF2-40B4-BE49-F238E27FC236}">
                                <a16:creationId xmlns:a16="http://schemas.microsoft.com/office/drawing/2014/main" id="{221BE991-41FA-4EFF-8C92-B45350475EB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12" name="Flowchart: Connector 12711">
                            <a:extLst>
                              <a:ext uri="{FF2B5EF4-FFF2-40B4-BE49-F238E27FC236}">
                                <a16:creationId xmlns:a16="http://schemas.microsoft.com/office/drawing/2014/main" id="{4BBAFEFF-8176-45A3-9081-25D1CB1F39E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13" name="Flowchart: Connector 12712">
                            <a:extLst>
                              <a:ext uri="{FF2B5EF4-FFF2-40B4-BE49-F238E27FC236}">
                                <a16:creationId xmlns:a16="http://schemas.microsoft.com/office/drawing/2014/main" id="{9E204AED-E34A-4FFE-9CFF-222C63AC966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14" name="Flowchart: Connector 12713">
                            <a:extLst>
                              <a:ext uri="{FF2B5EF4-FFF2-40B4-BE49-F238E27FC236}">
                                <a16:creationId xmlns:a16="http://schemas.microsoft.com/office/drawing/2014/main" id="{83AA52D7-8FC2-4AFA-94A6-6A796236C0E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15" name="Flowchart: Connector 12714">
                            <a:extLst>
                              <a:ext uri="{FF2B5EF4-FFF2-40B4-BE49-F238E27FC236}">
                                <a16:creationId xmlns:a16="http://schemas.microsoft.com/office/drawing/2014/main" id="{C640409E-BC31-4E3B-939F-5F7B870705B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16" name="Flowchart: Connector 12715">
                            <a:extLst>
                              <a:ext uri="{FF2B5EF4-FFF2-40B4-BE49-F238E27FC236}">
                                <a16:creationId xmlns:a16="http://schemas.microsoft.com/office/drawing/2014/main" id="{B6D639F2-2C72-4B63-A7F9-B742A1E8B0A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17" name="Flowchart: Connector 12716">
                            <a:extLst>
                              <a:ext uri="{FF2B5EF4-FFF2-40B4-BE49-F238E27FC236}">
                                <a16:creationId xmlns:a16="http://schemas.microsoft.com/office/drawing/2014/main" id="{F456844F-4889-4EBD-BB14-4ACDA7C24D7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18" name="Flowchart: Connector 12717">
                            <a:extLst>
                              <a:ext uri="{FF2B5EF4-FFF2-40B4-BE49-F238E27FC236}">
                                <a16:creationId xmlns:a16="http://schemas.microsoft.com/office/drawing/2014/main" id="{A2A92342-FE16-4D08-942D-7898B9BB4B2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19" name="3D Model 12718" descr="Sphere">
                                <a:extLst>
                                  <a:ext uri="{FF2B5EF4-FFF2-40B4-BE49-F238E27FC236}">
                                    <a16:creationId xmlns:a16="http://schemas.microsoft.com/office/drawing/2014/main" id="{CF2BE265-E899-439B-8A3B-D3B2973A5D4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6845419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20" name="Flowchart: Connector 12719">
                            <a:extLst>
                              <a:ext uri="{FF2B5EF4-FFF2-40B4-BE49-F238E27FC236}">
                                <a16:creationId xmlns:a16="http://schemas.microsoft.com/office/drawing/2014/main" id="{9AE7FB83-67A1-4199-B19B-B2C6EAE4291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21" name="3D Model 12720" descr="Sphere">
                                <a:extLst>
                                  <a:ext uri="{FF2B5EF4-FFF2-40B4-BE49-F238E27FC236}">
                                    <a16:creationId xmlns:a16="http://schemas.microsoft.com/office/drawing/2014/main" id="{456034A9-EE64-4132-989C-CF81F793033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27128764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22" name="Flowchart: Connector 12721">
                            <a:extLst>
                              <a:ext uri="{FF2B5EF4-FFF2-40B4-BE49-F238E27FC236}">
                                <a16:creationId xmlns:a16="http://schemas.microsoft.com/office/drawing/2014/main" id="{DCE93AB0-8C10-43CA-B72F-D42301BD42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23" name="3D Model 12722" descr="Sphere">
                                <a:extLst>
                                  <a:ext uri="{FF2B5EF4-FFF2-40B4-BE49-F238E27FC236}">
                                    <a16:creationId xmlns:a16="http://schemas.microsoft.com/office/drawing/2014/main" id="{C6380C9D-5223-4F9C-98B8-38383DF764B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59566495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24" name="Flowchart: Connector 12723">
                            <a:extLst>
                              <a:ext uri="{FF2B5EF4-FFF2-40B4-BE49-F238E27FC236}">
                                <a16:creationId xmlns:a16="http://schemas.microsoft.com/office/drawing/2014/main" id="{713765D7-2F21-4C9D-899B-E33AD1DF6EE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25" name="3D Model 12724" descr="Sphere">
                                <a:extLst>
                                  <a:ext uri="{FF2B5EF4-FFF2-40B4-BE49-F238E27FC236}">
                                    <a16:creationId xmlns:a16="http://schemas.microsoft.com/office/drawing/2014/main" id="{66A89189-165F-4133-AD02-856CF1748D1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37310955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677" name="Group 12676">
                          <a:extLst>
                            <a:ext uri="{FF2B5EF4-FFF2-40B4-BE49-F238E27FC236}">
                              <a16:creationId xmlns:a16="http://schemas.microsoft.com/office/drawing/2014/main" id="{95694351-116E-477F-8698-A3B634DDBC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2694" name="Flowchart: Connector 12693">
                            <a:extLst>
                              <a:ext uri="{FF2B5EF4-FFF2-40B4-BE49-F238E27FC236}">
                                <a16:creationId xmlns:a16="http://schemas.microsoft.com/office/drawing/2014/main" id="{8E9786B9-AEE4-40C0-B151-0B6121B96BE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95" name="Flowchart: Connector 12694">
                            <a:extLst>
                              <a:ext uri="{FF2B5EF4-FFF2-40B4-BE49-F238E27FC236}">
                                <a16:creationId xmlns:a16="http://schemas.microsoft.com/office/drawing/2014/main" id="{B900823C-7BB4-40A7-BE4F-96AD099FE9E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96" name="Flowchart: Connector 12695">
                            <a:extLst>
                              <a:ext uri="{FF2B5EF4-FFF2-40B4-BE49-F238E27FC236}">
                                <a16:creationId xmlns:a16="http://schemas.microsoft.com/office/drawing/2014/main" id="{F10EA52F-0F25-4606-8290-94C7B2AA81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97" name="Flowchart: Connector 12696">
                            <a:extLst>
                              <a:ext uri="{FF2B5EF4-FFF2-40B4-BE49-F238E27FC236}">
                                <a16:creationId xmlns:a16="http://schemas.microsoft.com/office/drawing/2014/main" id="{8ED6466E-E9F2-43F6-B1A6-FE10D78B215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98" name="Flowchart: Connector 12697">
                            <a:extLst>
                              <a:ext uri="{FF2B5EF4-FFF2-40B4-BE49-F238E27FC236}">
                                <a16:creationId xmlns:a16="http://schemas.microsoft.com/office/drawing/2014/main" id="{E104C334-2142-4DF5-8CFE-CE76F2A7B2D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699" name="Flowchart: Connector 12698">
                            <a:extLst>
                              <a:ext uri="{FF2B5EF4-FFF2-40B4-BE49-F238E27FC236}">
                                <a16:creationId xmlns:a16="http://schemas.microsoft.com/office/drawing/2014/main" id="{360378D7-4F1F-4A46-87FC-8D837A8BCB64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00" name="Flowchart: Connector 12699">
                            <a:extLst>
                              <a:ext uri="{FF2B5EF4-FFF2-40B4-BE49-F238E27FC236}">
                                <a16:creationId xmlns:a16="http://schemas.microsoft.com/office/drawing/2014/main" id="{213BDA9E-A6E4-4A5A-8465-374735D64D0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01" name="Flowchart: Connector 12700">
                            <a:extLst>
                              <a:ext uri="{FF2B5EF4-FFF2-40B4-BE49-F238E27FC236}">
                                <a16:creationId xmlns:a16="http://schemas.microsoft.com/office/drawing/2014/main" id="{5B6340EF-7C84-4471-85D2-1CCAB1C5FE8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702" name="Flowchart: Connector 12701">
                            <a:extLst>
                              <a:ext uri="{FF2B5EF4-FFF2-40B4-BE49-F238E27FC236}">
                                <a16:creationId xmlns:a16="http://schemas.microsoft.com/office/drawing/2014/main" id="{8E55BAC9-2036-482F-ACF9-FE79DC3D28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03" name="3D Model 12702" descr="Sphere">
                                <a:extLst>
                                  <a:ext uri="{FF2B5EF4-FFF2-40B4-BE49-F238E27FC236}">
                                    <a16:creationId xmlns:a16="http://schemas.microsoft.com/office/drawing/2014/main" id="{2E8DED0E-CEA3-43E8-BE8A-8E8F2294F0C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305199050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04" name="Flowchart: Connector 12703">
                            <a:extLst>
                              <a:ext uri="{FF2B5EF4-FFF2-40B4-BE49-F238E27FC236}">
                                <a16:creationId xmlns:a16="http://schemas.microsoft.com/office/drawing/2014/main" id="{C58B8186-208A-415C-9E7E-05FC0DDCD5C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05" name="3D Model 12704" descr="Sphere">
                                <a:extLst>
                                  <a:ext uri="{FF2B5EF4-FFF2-40B4-BE49-F238E27FC236}">
                                    <a16:creationId xmlns:a16="http://schemas.microsoft.com/office/drawing/2014/main" id="{10A7B7D2-38A4-4AAF-BF47-4484159EFC9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01894783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06" name="Flowchart: Connector 12705">
                            <a:extLst>
                              <a:ext uri="{FF2B5EF4-FFF2-40B4-BE49-F238E27FC236}">
                                <a16:creationId xmlns:a16="http://schemas.microsoft.com/office/drawing/2014/main" id="{28C613D2-4B19-4D34-9A54-B8F861EFE5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07" name="3D Model 12706" descr="Sphere">
                                <a:extLst>
                                  <a:ext uri="{FF2B5EF4-FFF2-40B4-BE49-F238E27FC236}">
                                    <a16:creationId xmlns:a16="http://schemas.microsoft.com/office/drawing/2014/main" id="{EAFE0FDB-2D47-4274-8596-A42A7BBEBE9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25599457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708" name="Flowchart: Connector 12707">
                            <a:extLst>
                              <a:ext uri="{FF2B5EF4-FFF2-40B4-BE49-F238E27FC236}">
                                <a16:creationId xmlns:a16="http://schemas.microsoft.com/office/drawing/2014/main" id="{F0B1B561-12F3-4BAD-91A6-3004743E714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709" name="3D Model 12708" descr="Sphere">
                                <a:extLst>
                                  <a:ext uri="{FF2B5EF4-FFF2-40B4-BE49-F238E27FC236}">
                                    <a16:creationId xmlns:a16="http://schemas.microsoft.com/office/drawing/2014/main" id="{E26907CB-3C89-4209-9FA5-F2DCCC98500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6588214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678" name="Flowchart: Connector 12677">
                          <a:extLst>
                            <a:ext uri="{FF2B5EF4-FFF2-40B4-BE49-F238E27FC236}">
                              <a16:creationId xmlns:a16="http://schemas.microsoft.com/office/drawing/2014/main" id="{B1A736C3-973B-4A54-900E-90813B49E27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79" name="Flowchart: Connector 12678">
                          <a:extLst>
                            <a:ext uri="{FF2B5EF4-FFF2-40B4-BE49-F238E27FC236}">
                              <a16:creationId xmlns:a16="http://schemas.microsoft.com/office/drawing/2014/main" id="{20B642ED-213F-458D-9462-28D069078A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80" name="Flowchart: Connector 12679">
                          <a:extLst>
                            <a:ext uri="{FF2B5EF4-FFF2-40B4-BE49-F238E27FC236}">
                              <a16:creationId xmlns:a16="http://schemas.microsoft.com/office/drawing/2014/main" id="{16F760A5-E654-4D22-BECA-1D6ED57DDAF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81" name="Flowchart: Connector 12680">
                          <a:extLst>
                            <a:ext uri="{FF2B5EF4-FFF2-40B4-BE49-F238E27FC236}">
                              <a16:creationId xmlns:a16="http://schemas.microsoft.com/office/drawing/2014/main" id="{5B5903DE-B9D8-4702-8AAF-6F5B5769B2C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82" name="Flowchart: Connector 12681">
                          <a:extLst>
                            <a:ext uri="{FF2B5EF4-FFF2-40B4-BE49-F238E27FC236}">
                              <a16:creationId xmlns:a16="http://schemas.microsoft.com/office/drawing/2014/main" id="{9615B73B-E0CD-4460-8392-08295D2F160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83" name="Flowchart: Connector 12682">
                          <a:extLst>
                            <a:ext uri="{FF2B5EF4-FFF2-40B4-BE49-F238E27FC236}">
                              <a16:creationId xmlns:a16="http://schemas.microsoft.com/office/drawing/2014/main" id="{21D80C59-A1D3-4308-B0E2-B6A5CCE9F49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84" name="Flowchart: Connector 12683">
                          <a:extLst>
                            <a:ext uri="{FF2B5EF4-FFF2-40B4-BE49-F238E27FC236}">
                              <a16:creationId xmlns:a16="http://schemas.microsoft.com/office/drawing/2014/main" id="{2668A0CC-E690-4E1C-AF59-E5FF7C5FDC1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85" name="Flowchart: Connector 12684">
                          <a:extLst>
                            <a:ext uri="{FF2B5EF4-FFF2-40B4-BE49-F238E27FC236}">
                              <a16:creationId xmlns:a16="http://schemas.microsoft.com/office/drawing/2014/main" id="{77C82005-D394-45A2-B72A-BC2523A571D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86" name="Flowchart: Connector 12685">
                          <a:extLst>
                            <a:ext uri="{FF2B5EF4-FFF2-40B4-BE49-F238E27FC236}">
                              <a16:creationId xmlns:a16="http://schemas.microsoft.com/office/drawing/2014/main" id="{FDE4D34D-D9FE-4A0E-869B-8379200DD1A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87" name="3D Model 12686" descr="Sphere">
                              <a:extLst>
                                <a:ext uri="{FF2B5EF4-FFF2-40B4-BE49-F238E27FC236}">
                                  <a16:creationId xmlns:a16="http://schemas.microsoft.com/office/drawing/2014/main" id="{3E99C4B7-114C-4AEC-A2ED-90B710AA85B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03215205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688" name="Flowchart: Connector 12687">
                          <a:extLst>
                            <a:ext uri="{FF2B5EF4-FFF2-40B4-BE49-F238E27FC236}">
                              <a16:creationId xmlns:a16="http://schemas.microsoft.com/office/drawing/2014/main" id="{5DEA2E48-4499-4101-B304-9F37DC48013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89" name="3D Model 12688" descr="Sphere">
                              <a:extLst>
                                <a:ext uri="{FF2B5EF4-FFF2-40B4-BE49-F238E27FC236}">
                                  <a16:creationId xmlns:a16="http://schemas.microsoft.com/office/drawing/2014/main" id="{157DD544-340F-4FA2-AC3D-37702977128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863263720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690" name="Flowchart: Connector 12689">
                          <a:extLst>
                            <a:ext uri="{FF2B5EF4-FFF2-40B4-BE49-F238E27FC236}">
                              <a16:creationId xmlns:a16="http://schemas.microsoft.com/office/drawing/2014/main" id="{302A4F3F-6CFF-48C3-9B49-9FEE94E4081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91" name="3D Model 12690" descr="Sphere">
                              <a:extLst>
                                <a:ext uri="{FF2B5EF4-FFF2-40B4-BE49-F238E27FC236}">
                                  <a16:creationId xmlns:a16="http://schemas.microsoft.com/office/drawing/2014/main" id="{EF794D91-4E49-457B-95F9-6C0BF04EA7F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10414628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692" name="Flowchart: Connector 12691">
                          <a:extLst>
                            <a:ext uri="{FF2B5EF4-FFF2-40B4-BE49-F238E27FC236}">
                              <a16:creationId xmlns:a16="http://schemas.microsoft.com/office/drawing/2014/main" id="{B9BF75C3-F7E5-4D36-AE9C-212E79B0C92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93" name="3D Model 12692" descr="Sphere">
                              <a:extLst>
                                <a:ext uri="{FF2B5EF4-FFF2-40B4-BE49-F238E27FC236}">
                                  <a16:creationId xmlns:a16="http://schemas.microsoft.com/office/drawing/2014/main" id="{8216CA95-0883-402E-A991-45DCC6646E4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03865794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12605" name="Flowchart: Connector 12604">
                      <a:extLst>
                        <a:ext uri="{FF2B5EF4-FFF2-40B4-BE49-F238E27FC236}">
                          <a16:creationId xmlns:a16="http://schemas.microsoft.com/office/drawing/2014/main" id="{CAD6EA8F-E70F-4976-B659-DAA01345192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606" name="Flowchart: Connector 12605">
                      <a:extLst>
                        <a:ext uri="{FF2B5EF4-FFF2-40B4-BE49-F238E27FC236}">
                          <a16:creationId xmlns:a16="http://schemas.microsoft.com/office/drawing/2014/main" id="{73E82F2C-BC56-4F15-B7F3-1FFBF1FAFA3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607" name="Flowchart: Connector 12606">
                      <a:extLst>
                        <a:ext uri="{FF2B5EF4-FFF2-40B4-BE49-F238E27FC236}">
                          <a16:creationId xmlns:a16="http://schemas.microsoft.com/office/drawing/2014/main" id="{6D659711-323D-4EAF-832E-90CF024C913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608" name="Flowchart: Connector 12607">
                      <a:extLst>
                        <a:ext uri="{FF2B5EF4-FFF2-40B4-BE49-F238E27FC236}">
                          <a16:creationId xmlns:a16="http://schemas.microsoft.com/office/drawing/2014/main" id="{CB063165-1E9A-481E-9AA1-F78DB9A8F14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609" name="Flowchart: Connector 12608">
                      <a:extLst>
                        <a:ext uri="{FF2B5EF4-FFF2-40B4-BE49-F238E27FC236}">
                          <a16:creationId xmlns:a16="http://schemas.microsoft.com/office/drawing/2014/main" id="{35E99C39-F418-486F-94C7-3AF2C8424DF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610" name="Flowchart: Connector 12609">
                      <a:extLst>
                        <a:ext uri="{FF2B5EF4-FFF2-40B4-BE49-F238E27FC236}">
                          <a16:creationId xmlns:a16="http://schemas.microsoft.com/office/drawing/2014/main" id="{663C6A2C-BFBA-4E82-A219-551DE20EA8E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2611" name="Flowchart: Connector 12610">
                      <a:extLst>
                        <a:ext uri="{FF2B5EF4-FFF2-40B4-BE49-F238E27FC236}">
                          <a16:creationId xmlns:a16="http://schemas.microsoft.com/office/drawing/2014/main" id="{62498E64-353F-48EA-A0EA-21347BFE632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612" name="Flowchart: Connector 12611">
                      <a:extLst>
                        <a:ext uri="{FF2B5EF4-FFF2-40B4-BE49-F238E27FC236}">
                          <a16:creationId xmlns:a16="http://schemas.microsoft.com/office/drawing/2014/main" id="{8507C090-0D9E-4C16-83EA-88B36A1DA46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12613" name="Group 12612">
                      <a:extLst>
                        <a:ext uri="{FF2B5EF4-FFF2-40B4-BE49-F238E27FC236}">
                          <a16:creationId xmlns:a16="http://schemas.microsoft.com/office/drawing/2014/main" id="{0AE48637-1E04-4124-90C8-95E0222C3C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12614" name="Group 12613">
                        <a:extLst>
                          <a:ext uri="{FF2B5EF4-FFF2-40B4-BE49-F238E27FC236}">
                            <a16:creationId xmlns:a16="http://schemas.microsoft.com/office/drawing/2014/main" id="{2FD16E07-EE3A-4E60-9EF0-E2A7A3824BB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12665" name="Flowchart: Connector 12664">
                          <a:extLst>
                            <a:ext uri="{FF2B5EF4-FFF2-40B4-BE49-F238E27FC236}">
                              <a16:creationId xmlns:a16="http://schemas.microsoft.com/office/drawing/2014/main" id="{9343E7CA-8402-418F-85C5-7F12A291620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66" name="3D Model 12665" descr="Sphere">
                              <a:extLst>
                                <a:ext uri="{FF2B5EF4-FFF2-40B4-BE49-F238E27FC236}">
                                  <a16:creationId xmlns:a16="http://schemas.microsoft.com/office/drawing/2014/main" id="{FF697E7D-8373-4560-BE32-0FB5B579A2F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279323361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667" name="Flowchart: Connector 12666">
                          <a:extLst>
                            <a:ext uri="{FF2B5EF4-FFF2-40B4-BE49-F238E27FC236}">
                              <a16:creationId xmlns:a16="http://schemas.microsoft.com/office/drawing/2014/main" id="{C8B17E15-7544-4FE1-9B22-729B98E63A9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68" name="3D Model 12667" descr="Sphere">
                              <a:extLst>
                                <a:ext uri="{FF2B5EF4-FFF2-40B4-BE49-F238E27FC236}">
                                  <a16:creationId xmlns:a16="http://schemas.microsoft.com/office/drawing/2014/main" id="{8027564C-FD62-4B3A-8B63-1A84D7A86B2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502655365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669" name="Flowchart: Connector 12668">
                          <a:extLst>
                            <a:ext uri="{FF2B5EF4-FFF2-40B4-BE49-F238E27FC236}">
                              <a16:creationId xmlns:a16="http://schemas.microsoft.com/office/drawing/2014/main" id="{9CE648F8-FD40-45C9-AF69-18BB6AE5FD9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70" name="3D Model 12669" descr="Sphere">
                              <a:extLst>
                                <a:ext uri="{FF2B5EF4-FFF2-40B4-BE49-F238E27FC236}">
                                  <a16:creationId xmlns:a16="http://schemas.microsoft.com/office/drawing/2014/main" id="{798261A4-F64E-4E50-94FD-2C97409379B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7949319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671" name="Flowchart: Connector 12670">
                          <a:extLst>
                            <a:ext uri="{FF2B5EF4-FFF2-40B4-BE49-F238E27FC236}">
                              <a16:creationId xmlns:a16="http://schemas.microsoft.com/office/drawing/2014/main" id="{0FDD07E9-F159-4D3D-8DF7-3ED5CAB515A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72" name="3D Model 12671" descr="Sphere">
                              <a:extLst>
                                <a:ext uri="{FF2B5EF4-FFF2-40B4-BE49-F238E27FC236}">
                                  <a16:creationId xmlns:a16="http://schemas.microsoft.com/office/drawing/2014/main" id="{92A052E0-7176-4259-B727-3E9CA667811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45294515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2615" name="Group 12614">
                        <a:extLst>
                          <a:ext uri="{FF2B5EF4-FFF2-40B4-BE49-F238E27FC236}">
                            <a16:creationId xmlns:a16="http://schemas.microsoft.com/office/drawing/2014/main" id="{12345533-7450-4D78-A49D-E228B9D663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12649" name="Flowchart: Connector 12648">
                          <a:extLst>
                            <a:ext uri="{FF2B5EF4-FFF2-40B4-BE49-F238E27FC236}">
                              <a16:creationId xmlns:a16="http://schemas.microsoft.com/office/drawing/2014/main" id="{14CFB0E4-9B38-45AA-AFC3-F391905AEF3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50" name="Flowchart: Connector 12649">
                          <a:extLst>
                            <a:ext uri="{FF2B5EF4-FFF2-40B4-BE49-F238E27FC236}">
                              <a16:creationId xmlns:a16="http://schemas.microsoft.com/office/drawing/2014/main" id="{74800385-CCE4-46EA-A552-C580EAE5705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51" name="Flowchart: Connector 12650">
                          <a:extLst>
                            <a:ext uri="{FF2B5EF4-FFF2-40B4-BE49-F238E27FC236}">
                              <a16:creationId xmlns:a16="http://schemas.microsoft.com/office/drawing/2014/main" id="{6A700925-6DD6-4253-9B16-3CD574F57DA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52" name="Flowchart: Connector 12651">
                          <a:extLst>
                            <a:ext uri="{FF2B5EF4-FFF2-40B4-BE49-F238E27FC236}">
                              <a16:creationId xmlns:a16="http://schemas.microsoft.com/office/drawing/2014/main" id="{CAAFA273-22AD-4C2B-8EAA-9DC6863EFF9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53" name="Flowchart: Connector 12652">
                          <a:extLst>
                            <a:ext uri="{FF2B5EF4-FFF2-40B4-BE49-F238E27FC236}">
                              <a16:creationId xmlns:a16="http://schemas.microsoft.com/office/drawing/2014/main" id="{E836DE29-C52F-4470-A723-54FDFC52A1D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54" name="Flowchart: Connector 12653">
                          <a:extLst>
                            <a:ext uri="{FF2B5EF4-FFF2-40B4-BE49-F238E27FC236}">
                              <a16:creationId xmlns:a16="http://schemas.microsoft.com/office/drawing/2014/main" id="{48DAAC66-C2C7-457F-BC22-C961370777E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55" name="Flowchart: Connector 12654">
                          <a:extLst>
                            <a:ext uri="{FF2B5EF4-FFF2-40B4-BE49-F238E27FC236}">
                              <a16:creationId xmlns:a16="http://schemas.microsoft.com/office/drawing/2014/main" id="{23B7E398-DD9B-4734-B01E-83888AF8B9B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56" name="Flowchart: Connector 12655">
                          <a:extLst>
                            <a:ext uri="{FF2B5EF4-FFF2-40B4-BE49-F238E27FC236}">
                              <a16:creationId xmlns:a16="http://schemas.microsoft.com/office/drawing/2014/main" id="{DD33A85D-DFC9-4564-B8CB-03E47A2115C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57" name="Flowchart: Connector 12656">
                          <a:extLst>
                            <a:ext uri="{FF2B5EF4-FFF2-40B4-BE49-F238E27FC236}">
                              <a16:creationId xmlns:a16="http://schemas.microsoft.com/office/drawing/2014/main" id="{CE375609-C80D-4B52-88C0-A952E48789B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58" name="3D Model 12657" descr="Sphere">
                              <a:extLst>
                                <a:ext uri="{FF2B5EF4-FFF2-40B4-BE49-F238E27FC236}">
                                  <a16:creationId xmlns:a16="http://schemas.microsoft.com/office/drawing/2014/main" id="{AC6D5348-4D62-4CE2-B641-02F00006B34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01458549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659" name="Flowchart: Connector 12658">
                          <a:extLst>
                            <a:ext uri="{FF2B5EF4-FFF2-40B4-BE49-F238E27FC236}">
                              <a16:creationId xmlns:a16="http://schemas.microsoft.com/office/drawing/2014/main" id="{A9A2163E-D15B-426D-9D27-3435A494592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60" name="3D Model 12659" descr="Sphere">
                              <a:extLst>
                                <a:ext uri="{FF2B5EF4-FFF2-40B4-BE49-F238E27FC236}">
                                  <a16:creationId xmlns:a16="http://schemas.microsoft.com/office/drawing/2014/main" id="{5DF9F715-A3B8-4024-930D-DEA6BDF6881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51025314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661" name="Flowchart: Connector 12660">
                          <a:extLst>
                            <a:ext uri="{FF2B5EF4-FFF2-40B4-BE49-F238E27FC236}">
                              <a16:creationId xmlns:a16="http://schemas.microsoft.com/office/drawing/2014/main" id="{D1C47E79-BE01-4865-979A-6600EB2FF57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62" name="3D Model 12661" descr="Sphere">
                              <a:extLst>
                                <a:ext uri="{FF2B5EF4-FFF2-40B4-BE49-F238E27FC236}">
                                  <a16:creationId xmlns:a16="http://schemas.microsoft.com/office/drawing/2014/main" id="{D0BACF50-4BBC-454B-9347-92045091940A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85849594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663" name="Flowchart: Connector 12662">
                          <a:extLst>
                            <a:ext uri="{FF2B5EF4-FFF2-40B4-BE49-F238E27FC236}">
                              <a16:creationId xmlns:a16="http://schemas.microsoft.com/office/drawing/2014/main" id="{E5472F57-65F3-4FE9-AA2C-B5F1E39A8B0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64" name="3D Model 12663" descr="Sphere">
                              <a:extLst>
                                <a:ext uri="{FF2B5EF4-FFF2-40B4-BE49-F238E27FC236}">
                                  <a16:creationId xmlns:a16="http://schemas.microsoft.com/office/drawing/2014/main" id="{9B8AD272-1FC1-4000-9190-E2F586FA362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055043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2616" name="Group 12615">
                        <a:extLst>
                          <a:ext uri="{FF2B5EF4-FFF2-40B4-BE49-F238E27FC236}">
                            <a16:creationId xmlns:a16="http://schemas.microsoft.com/office/drawing/2014/main" id="{CA5AF2F0-D710-4205-8C58-825467713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12633" name="Flowchart: Connector 12632">
                          <a:extLst>
                            <a:ext uri="{FF2B5EF4-FFF2-40B4-BE49-F238E27FC236}">
                              <a16:creationId xmlns:a16="http://schemas.microsoft.com/office/drawing/2014/main" id="{331F1363-D0FD-445A-BD73-4BDA17A5F10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34" name="Flowchart: Connector 12633">
                          <a:extLst>
                            <a:ext uri="{FF2B5EF4-FFF2-40B4-BE49-F238E27FC236}">
                              <a16:creationId xmlns:a16="http://schemas.microsoft.com/office/drawing/2014/main" id="{595B6382-008C-4AC7-A054-43EB9457FD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35" name="Flowchart: Connector 12634">
                          <a:extLst>
                            <a:ext uri="{FF2B5EF4-FFF2-40B4-BE49-F238E27FC236}">
                              <a16:creationId xmlns:a16="http://schemas.microsoft.com/office/drawing/2014/main" id="{D1188100-2FE8-4B0E-AFF3-A7CA41A7186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36" name="Flowchart: Connector 12635">
                          <a:extLst>
                            <a:ext uri="{FF2B5EF4-FFF2-40B4-BE49-F238E27FC236}">
                              <a16:creationId xmlns:a16="http://schemas.microsoft.com/office/drawing/2014/main" id="{A035415E-4ABA-4E5A-8C29-1DFFD196C0E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37" name="Flowchart: Connector 12636">
                          <a:extLst>
                            <a:ext uri="{FF2B5EF4-FFF2-40B4-BE49-F238E27FC236}">
                              <a16:creationId xmlns:a16="http://schemas.microsoft.com/office/drawing/2014/main" id="{372AF36F-AFA3-4ED1-BC50-36610A62B6D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38" name="Flowchart: Connector 12637">
                          <a:extLst>
                            <a:ext uri="{FF2B5EF4-FFF2-40B4-BE49-F238E27FC236}">
                              <a16:creationId xmlns:a16="http://schemas.microsoft.com/office/drawing/2014/main" id="{CE8346B8-7358-4871-B2CA-1778462C363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39" name="Flowchart: Connector 12638">
                          <a:extLst>
                            <a:ext uri="{FF2B5EF4-FFF2-40B4-BE49-F238E27FC236}">
                              <a16:creationId xmlns:a16="http://schemas.microsoft.com/office/drawing/2014/main" id="{73BEB837-BC47-4931-B3E5-E4776EBDB03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40" name="Flowchart: Connector 12639">
                          <a:extLst>
                            <a:ext uri="{FF2B5EF4-FFF2-40B4-BE49-F238E27FC236}">
                              <a16:creationId xmlns:a16="http://schemas.microsoft.com/office/drawing/2014/main" id="{7DD5F09D-739E-45A6-87F2-F6EC532362C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641" name="Flowchart: Connector 12640">
                          <a:extLst>
                            <a:ext uri="{FF2B5EF4-FFF2-40B4-BE49-F238E27FC236}">
                              <a16:creationId xmlns:a16="http://schemas.microsoft.com/office/drawing/2014/main" id="{C4F50E87-344F-43C2-B983-2A229C9BEB2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42" name="3D Model 12641" descr="Sphere">
                              <a:extLst>
                                <a:ext uri="{FF2B5EF4-FFF2-40B4-BE49-F238E27FC236}">
                                  <a16:creationId xmlns:a16="http://schemas.microsoft.com/office/drawing/2014/main" id="{63915ECC-D0ED-495B-A8D3-3D80AF1591C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18142201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643" name="Flowchart: Connector 12642">
                          <a:extLst>
                            <a:ext uri="{FF2B5EF4-FFF2-40B4-BE49-F238E27FC236}">
                              <a16:creationId xmlns:a16="http://schemas.microsoft.com/office/drawing/2014/main" id="{5B258B24-98B6-402B-8393-81FBC21F32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44" name="3D Model 12643" descr="Sphere">
                              <a:extLst>
                                <a:ext uri="{FF2B5EF4-FFF2-40B4-BE49-F238E27FC236}">
                                  <a16:creationId xmlns:a16="http://schemas.microsoft.com/office/drawing/2014/main" id="{7F5826CE-A601-4329-A11C-C1DC2568E99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97602185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645" name="Flowchart: Connector 12644">
                          <a:extLst>
                            <a:ext uri="{FF2B5EF4-FFF2-40B4-BE49-F238E27FC236}">
                              <a16:creationId xmlns:a16="http://schemas.microsoft.com/office/drawing/2014/main" id="{22265E59-57A7-47EC-A91A-85BD3D11260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46" name="3D Model 12645" descr="Sphere">
                              <a:extLst>
                                <a:ext uri="{FF2B5EF4-FFF2-40B4-BE49-F238E27FC236}">
                                  <a16:creationId xmlns:a16="http://schemas.microsoft.com/office/drawing/2014/main" id="{52E1A8F3-39A4-4EC0-B679-CD2E868B987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51789717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647" name="Flowchart: Connector 12646">
                          <a:extLst>
                            <a:ext uri="{FF2B5EF4-FFF2-40B4-BE49-F238E27FC236}">
                              <a16:creationId xmlns:a16="http://schemas.microsoft.com/office/drawing/2014/main" id="{940AAA68-F3E3-461A-8BCB-6F969F4C46A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648" name="3D Model 12647" descr="Sphere">
                              <a:extLst>
                                <a:ext uri="{FF2B5EF4-FFF2-40B4-BE49-F238E27FC236}">
                                  <a16:creationId xmlns:a16="http://schemas.microsoft.com/office/drawing/2014/main" id="{E97ADE76-4FDC-44BF-9A15-01B4B5B2D28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6529927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2617" name="Flowchart: Connector 12616">
                        <a:extLst>
                          <a:ext uri="{FF2B5EF4-FFF2-40B4-BE49-F238E27FC236}">
                            <a16:creationId xmlns:a16="http://schemas.microsoft.com/office/drawing/2014/main" id="{36353352-9034-4F83-B863-3226A973312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618" name="Flowchart: Connector 12617">
                        <a:extLst>
                          <a:ext uri="{FF2B5EF4-FFF2-40B4-BE49-F238E27FC236}">
                            <a16:creationId xmlns:a16="http://schemas.microsoft.com/office/drawing/2014/main" id="{65D13895-F23D-4300-A3E0-F6D2317EEE6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619" name="Flowchart: Connector 12618">
                        <a:extLst>
                          <a:ext uri="{FF2B5EF4-FFF2-40B4-BE49-F238E27FC236}">
                            <a16:creationId xmlns:a16="http://schemas.microsoft.com/office/drawing/2014/main" id="{002FFD9B-B677-4DFE-B120-B612DA8EEB6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620" name="Flowchart: Connector 12619">
                        <a:extLst>
                          <a:ext uri="{FF2B5EF4-FFF2-40B4-BE49-F238E27FC236}">
                            <a16:creationId xmlns:a16="http://schemas.microsoft.com/office/drawing/2014/main" id="{F752E00F-CCFC-4A7C-A9E3-365004C995A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621" name="Flowchart: Connector 12620">
                        <a:extLst>
                          <a:ext uri="{FF2B5EF4-FFF2-40B4-BE49-F238E27FC236}">
                            <a16:creationId xmlns:a16="http://schemas.microsoft.com/office/drawing/2014/main" id="{121E1599-B8E8-4872-A99C-8A3418F7112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622" name="Flowchart: Connector 12621">
                        <a:extLst>
                          <a:ext uri="{FF2B5EF4-FFF2-40B4-BE49-F238E27FC236}">
                            <a16:creationId xmlns:a16="http://schemas.microsoft.com/office/drawing/2014/main" id="{0D62BED2-5426-4757-85C3-99B871A4891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623" name="Flowchart: Connector 12622">
                        <a:extLst>
                          <a:ext uri="{FF2B5EF4-FFF2-40B4-BE49-F238E27FC236}">
                            <a16:creationId xmlns:a16="http://schemas.microsoft.com/office/drawing/2014/main" id="{B0A0791C-725F-4FC3-849E-E1D221F4982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624" name="Flowchart: Connector 12623">
                        <a:extLst>
                          <a:ext uri="{FF2B5EF4-FFF2-40B4-BE49-F238E27FC236}">
                            <a16:creationId xmlns:a16="http://schemas.microsoft.com/office/drawing/2014/main" id="{C412475B-4D7C-4E95-A1A2-858727A39F6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625" name="Flowchart: Connector 12624">
                        <a:extLst>
                          <a:ext uri="{FF2B5EF4-FFF2-40B4-BE49-F238E27FC236}">
                            <a16:creationId xmlns:a16="http://schemas.microsoft.com/office/drawing/2014/main" id="{2FF9FB81-EA7D-4B19-9FBB-1A66CA192B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626" name="3D Model 12625" descr="Sphere">
                            <a:extLst>
                              <a:ext uri="{FF2B5EF4-FFF2-40B4-BE49-F238E27FC236}">
                                <a16:creationId xmlns:a16="http://schemas.microsoft.com/office/drawing/2014/main" id="{43891F37-4CF8-4CA0-ADEF-6033898B093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79557804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2627" name="Flowchart: Connector 12626">
                        <a:extLst>
                          <a:ext uri="{FF2B5EF4-FFF2-40B4-BE49-F238E27FC236}">
                            <a16:creationId xmlns:a16="http://schemas.microsoft.com/office/drawing/2014/main" id="{9CC7FEB6-FD26-4954-B20C-0221F74B760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628" name="3D Model 12627" descr="Sphere">
                            <a:extLst>
                              <a:ext uri="{FF2B5EF4-FFF2-40B4-BE49-F238E27FC236}">
                                <a16:creationId xmlns:a16="http://schemas.microsoft.com/office/drawing/2014/main" id="{383BAC2C-D3FD-4A14-8FAE-C6342245E60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876291772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2629" name="Flowchart: Connector 12628">
                        <a:extLst>
                          <a:ext uri="{FF2B5EF4-FFF2-40B4-BE49-F238E27FC236}">
                            <a16:creationId xmlns:a16="http://schemas.microsoft.com/office/drawing/2014/main" id="{EACB1D1E-2E6E-4EA8-9B8A-01DF14B47F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630" name="3D Model 12629" descr="Sphere">
                            <a:extLst>
                              <a:ext uri="{FF2B5EF4-FFF2-40B4-BE49-F238E27FC236}">
                                <a16:creationId xmlns:a16="http://schemas.microsoft.com/office/drawing/2014/main" id="{0ACAB01C-3790-4F0B-BD45-0882439A252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72550666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2631" name="Flowchart: Connector 12630">
                        <a:extLst>
                          <a:ext uri="{FF2B5EF4-FFF2-40B4-BE49-F238E27FC236}">
                            <a16:creationId xmlns:a16="http://schemas.microsoft.com/office/drawing/2014/main" id="{41CBF30E-392B-4336-8CE5-C6B780DE046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632" name="3D Model 12631" descr="Sphere">
                            <a:extLst>
                              <a:ext uri="{FF2B5EF4-FFF2-40B4-BE49-F238E27FC236}">
                                <a16:creationId xmlns:a16="http://schemas.microsoft.com/office/drawing/2014/main" id="{353B9519-A4F5-4986-AF6A-213DD2D7E2D0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77012531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2582" name="Freeform: Shape 12581">
                    <a:extLst>
                      <a:ext uri="{FF2B5EF4-FFF2-40B4-BE49-F238E27FC236}">
                        <a16:creationId xmlns:a16="http://schemas.microsoft.com/office/drawing/2014/main" id="{1FF28D4D-BC48-46AB-871C-CF3F8BCA1469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583" name="Freeform: Shape 12582">
                    <a:extLst>
                      <a:ext uri="{FF2B5EF4-FFF2-40B4-BE49-F238E27FC236}">
                        <a16:creationId xmlns:a16="http://schemas.microsoft.com/office/drawing/2014/main" id="{37D0CE40-12D2-40AA-B1DA-A3AACB8B3BDD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584" name="Freeform: Shape 12583">
                    <a:extLst>
                      <a:ext uri="{FF2B5EF4-FFF2-40B4-BE49-F238E27FC236}">
                        <a16:creationId xmlns:a16="http://schemas.microsoft.com/office/drawing/2014/main" id="{7B02A45F-ECE8-4F1E-ABCE-B901467EB90F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585" name="Freeform: Shape 12584">
                    <a:extLst>
                      <a:ext uri="{FF2B5EF4-FFF2-40B4-BE49-F238E27FC236}">
                        <a16:creationId xmlns:a16="http://schemas.microsoft.com/office/drawing/2014/main" id="{51CA9FE0-6270-46DC-9836-6C7DF6ABCD0E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586" name="Freeform: Shape 12585">
                    <a:extLst>
                      <a:ext uri="{FF2B5EF4-FFF2-40B4-BE49-F238E27FC236}">
                        <a16:creationId xmlns:a16="http://schemas.microsoft.com/office/drawing/2014/main" id="{7FE3D5EE-C7CB-4335-8581-6DC13A447FB2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587" name="Freeform: Shape 12586">
                    <a:extLst>
                      <a:ext uri="{FF2B5EF4-FFF2-40B4-BE49-F238E27FC236}">
                        <a16:creationId xmlns:a16="http://schemas.microsoft.com/office/drawing/2014/main" id="{216B7BB7-4445-4545-9403-2A058D1B2E94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588" name="Freeform: Shape 12587">
                    <a:extLst>
                      <a:ext uri="{FF2B5EF4-FFF2-40B4-BE49-F238E27FC236}">
                        <a16:creationId xmlns:a16="http://schemas.microsoft.com/office/drawing/2014/main" id="{68EE05BF-0400-44C3-8AA6-169E1FEFEB7D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589" name="Freeform: Shape 12588">
                    <a:extLst>
                      <a:ext uri="{FF2B5EF4-FFF2-40B4-BE49-F238E27FC236}">
                        <a16:creationId xmlns:a16="http://schemas.microsoft.com/office/drawing/2014/main" id="{BFBBBBC9-E22E-4E09-9BE4-B684716C0C40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590" name="Freeform: Shape 12589">
                    <a:extLst>
                      <a:ext uri="{FF2B5EF4-FFF2-40B4-BE49-F238E27FC236}">
                        <a16:creationId xmlns:a16="http://schemas.microsoft.com/office/drawing/2014/main" id="{D3771C53-D439-4F4C-A0CD-02753CB3D47D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591" name="Freeform: Shape 12590">
                    <a:extLst>
                      <a:ext uri="{FF2B5EF4-FFF2-40B4-BE49-F238E27FC236}">
                        <a16:creationId xmlns:a16="http://schemas.microsoft.com/office/drawing/2014/main" id="{CD65BC1A-BF82-4601-9F15-A1F8F250B9E1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592" name="Freeform: Shape 12591">
                    <a:extLst>
                      <a:ext uri="{FF2B5EF4-FFF2-40B4-BE49-F238E27FC236}">
                        <a16:creationId xmlns:a16="http://schemas.microsoft.com/office/drawing/2014/main" id="{F2EDBDD0-CFF7-402F-86F3-C2BC4959C9F8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593" name="Freeform: Shape 12592">
                    <a:extLst>
                      <a:ext uri="{FF2B5EF4-FFF2-40B4-BE49-F238E27FC236}">
                        <a16:creationId xmlns:a16="http://schemas.microsoft.com/office/drawing/2014/main" id="{0C1BE2B6-7EF3-45E4-B773-E5D62CCAA012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12578" name="Freeform: Shape 12577">
                  <a:extLst>
                    <a:ext uri="{FF2B5EF4-FFF2-40B4-BE49-F238E27FC236}">
                      <a16:creationId xmlns:a16="http://schemas.microsoft.com/office/drawing/2014/main" id="{AA7E9206-B7B6-452C-BC79-4C09F8814EE8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2579" name="Freeform: Shape 12578">
                  <a:extLst>
                    <a:ext uri="{FF2B5EF4-FFF2-40B4-BE49-F238E27FC236}">
                      <a16:creationId xmlns:a16="http://schemas.microsoft.com/office/drawing/2014/main" id="{8448BC64-DDBC-41C4-9F88-6518FA103E35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2580" name="Freeform: Shape 12579">
                  <a:extLst>
                    <a:ext uri="{FF2B5EF4-FFF2-40B4-BE49-F238E27FC236}">
                      <a16:creationId xmlns:a16="http://schemas.microsoft.com/office/drawing/2014/main" id="{F05F173D-E10E-4966-973B-77F97C6B0A3E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2277" name="Group 12276">
                <a:extLst>
                  <a:ext uri="{FF2B5EF4-FFF2-40B4-BE49-F238E27FC236}">
                    <a16:creationId xmlns:a16="http://schemas.microsoft.com/office/drawing/2014/main" id="{4938AC2E-AB03-4877-836B-B1BBD766451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840653" y="6038624"/>
                <a:ext cx="521735" cy="419131"/>
                <a:chOff x="558227" y="4289344"/>
                <a:chExt cx="2384501" cy="2135404"/>
              </a:xfrm>
            </p:grpSpPr>
            <p:grpSp>
              <p:nvGrpSpPr>
                <p:cNvPr id="12278" name="Group 12277">
                  <a:extLst>
                    <a:ext uri="{FF2B5EF4-FFF2-40B4-BE49-F238E27FC236}">
                      <a16:creationId xmlns:a16="http://schemas.microsoft.com/office/drawing/2014/main" id="{D5C63791-00FF-48D4-9AC4-5A6334C46319}"/>
                    </a:ext>
                  </a:extLst>
                </p:cNvPr>
                <p:cNvGrpSpPr/>
                <p:nvPr/>
              </p:nvGrpSpPr>
              <p:grpSpPr>
                <a:xfrm>
                  <a:off x="558227" y="4289344"/>
                  <a:ext cx="2384501" cy="2135404"/>
                  <a:chOff x="558227" y="4289344"/>
                  <a:chExt cx="2384501" cy="2135404"/>
                </a:xfrm>
              </p:grpSpPr>
              <p:grpSp>
                <p:nvGrpSpPr>
                  <p:cNvPr id="12282" name="Group 12281">
                    <a:extLst>
                      <a:ext uri="{FF2B5EF4-FFF2-40B4-BE49-F238E27FC236}">
                        <a16:creationId xmlns:a16="http://schemas.microsoft.com/office/drawing/2014/main" id="{9EE4C766-D4A1-4549-A67E-891C326D66E8}"/>
                      </a:ext>
                    </a:extLst>
                  </p:cNvPr>
                  <p:cNvGrpSpPr/>
                  <p:nvPr/>
                </p:nvGrpSpPr>
                <p:grpSpPr>
                  <a:xfrm>
                    <a:off x="935060" y="4585256"/>
                    <a:ext cx="1730523" cy="1839492"/>
                    <a:chOff x="420511" y="1784768"/>
                    <a:chExt cx="1730523" cy="1839492"/>
                  </a:xfrm>
                </p:grpSpPr>
                <p:grpSp>
                  <p:nvGrpSpPr>
                    <p:cNvPr id="12295" name="Group 12294">
                      <a:extLst>
                        <a:ext uri="{FF2B5EF4-FFF2-40B4-BE49-F238E27FC236}">
                          <a16:creationId xmlns:a16="http://schemas.microsoft.com/office/drawing/2014/main" id="{38E2C769-AD4D-449C-98D2-B0FFC1AF1F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9572" y="1784768"/>
                      <a:ext cx="1081462" cy="1476716"/>
                      <a:chOff x="2089993" y="1523034"/>
                      <a:chExt cx="1081462" cy="1476716"/>
                    </a:xfrm>
                  </p:grpSpPr>
                  <p:grpSp>
                    <p:nvGrpSpPr>
                      <p:cNvPr id="12516" name="Group 12515">
                        <a:extLst>
                          <a:ext uri="{FF2B5EF4-FFF2-40B4-BE49-F238E27FC236}">
                            <a16:creationId xmlns:a16="http://schemas.microsoft.com/office/drawing/2014/main" id="{9E67F303-8BA1-48BA-B77D-EF7FCA4DBB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70705"/>
                        <a:ext cx="101484" cy="1016226"/>
                        <a:chOff x="1800622" y="2364951"/>
                        <a:chExt cx="101484" cy="1016226"/>
                      </a:xfrm>
                    </p:grpSpPr>
                    <p:sp>
                      <p:nvSpPr>
                        <p:cNvPr id="12573" name="Flowchart: Connector 12572">
                          <a:extLst>
                            <a:ext uri="{FF2B5EF4-FFF2-40B4-BE49-F238E27FC236}">
                              <a16:creationId xmlns:a16="http://schemas.microsoft.com/office/drawing/2014/main" id="{0D3DE6A7-6B53-461B-B977-0E67F953E36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74" name="Flowchart: Connector 12573">
                          <a:extLst>
                            <a:ext uri="{FF2B5EF4-FFF2-40B4-BE49-F238E27FC236}">
                              <a16:creationId xmlns:a16="http://schemas.microsoft.com/office/drawing/2014/main" id="{71D5AC9A-5C20-46C3-A8CC-F65C2D87CEC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75" name="Flowchart: Connector 12574">
                          <a:extLst>
                            <a:ext uri="{FF2B5EF4-FFF2-40B4-BE49-F238E27FC236}">
                              <a16:creationId xmlns:a16="http://schemas.microsoft.com/office/drawing/2014/main" id="{A7765A57-4067-433A-A788-C0B04828507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76" name="Flowchart: Connector 12575">
                          <a:extLst>
                            <a:ext uri="{FF2B5EF4-FFF2-40B4-BE49-F238E27FC236}">
                              <a16:creationId xmlns:a16="http://schemas.microsoft.com/office/drawing/2014/main" id="{75399C2A-6716-4F18-8D6D-A432A8B7FF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649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517" name="Group 12516">
                        <a:extLst>
                          <a:ext uri="{FF2B5EF4-FFF2-40B4-BE49-F238E27FC236}">
                            <a16:creationId xmlns:a16="http://schemas.microsoft.com/office/drawing/2014/main" id="{B54EB41E-CD8D-4393-95CC-17F9F0491F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23034"/>
                        <a:ext cx="1057223" cy="1476716"/>
                        <a:chOff x="2114232" y="1523034"/>
                        <a:chExt cx="1057223" cy="1476716"/>
                      </a:xfrm>
                    </p:grpSpPr>
                    <p:grpSp>
                      <p:nvGrpSpPr>
                        <p:cNvPr id="12518" name="Group 12517">
                          <a:extLst>
                            <a:ext uri="{FF2B5EF4-FFF2-40B4-BE49-F238E27FC236}">
                              <a16:creationId xmlns:a16="http://schemas.microsoft.com/office/drawing/2014/main" id="{72DB3824-563E-43BE-BB14-93FC36A30C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47544" cy="539639"/>
                          <a:chOff x="3717189" y="1719497"/>
                          <a:chExt cx="1047544" cy="539639"/>
                        </a:xfrm>
                      </p:grpSpPr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66" name="3D Model 12565" descr="Sphere">
                                <a:extLst>
                                  <a:ext uri="{FF2B5EF4-FFF2-40B4-BE49-F238E27FC236}">
                                    <a16:creationId xmlns:a16="http://schemas.microsoft.com/office/drawing/2014/main" id="{6650E3E8-8F04-466F-A6D6-702C9DE4A9C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05475858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67" name="Flowchart: Connector 12566">
                            <a:extLst>
                              <a:ext uri="{FF2B5EF4-FFF2-40B4-BE49-F238E27FC236}">
                                <a16:creationId xmlns:a16="http://schemas.microsoft.com/office/drawing/2014/main" id="{C4485322-4CB0-4B19-9086-1E7827B874D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68" name="3D Model 12567" descr="Sphere">
                                <a:extLst>
                                  <a:ext uri="{FF2B5EF4-FFF2-40B4-BE49-F238E27FC236}">
                                    <a16:creationId xmlns:a16="http://schemas.microsoft.com/office/drawing/2014/main" id="{6152BC3A-E792-4ED7-A437-27DFCA9EC9D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3189291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69" name="Flowchart: Connector 12568">
                            <a:extLst>
                              <a:ext uri="{FF2B5EF4-FFF2-40B4-BE49-F238E27FC236}">
                                <a16:creationId xmlns:a16="http://schemas.microsoft.com/office/drawing/2014/main" id="{1261C659-9B1A-436D-82F3-5850910E25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70" name="3D Model 12569" descr="Sphere">
                                <a:extLst>
                                  <a:ext uri="{FF2B5EF4-FFF2-40B4-BE49-F238E27FC236}">
                                    <a16:creationId xmlns:a16="http://schemas.microsoft.com/office/drawing/2014/main" id="{F0496860-C0A5-4BC8-8186-79F7EDAF928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5815745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71" name="Flowchart: Connector 12570">
                            <a:extLst>
                              <a:ext uri="{FF2B5EF4-FFF2-40B4-BE49-F238E27FC236}">
                                <a16:creationId xmlns:a16="http://schemas.microsoft.com/office/drawing/2014/main" id="{9A5CBFDC-BCFA-460D-B390-C1849BA0CD0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72" name="3D Model 12571" descr="Sphere">
                                <a:extLst>
                                  <a:ext uri="{FF2B5EF4-FFF2-40B4-BE49-F238E27FC236}">
                                    <a16:creationId xmlns:a16="http://schemas.microsoft.com/office/drawing/2014/main" id="{65CCC089-4436-4667-8DCA-E7B4CB663C85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79612992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519" name="Group 12518">
                          <a:extLst>
                            <a:ext uri="{FF2B5EF4-FFF2-40B4-BE49-F238E27FC236}">
                              <a16:creationId xmlns:a16="http://schemas.microsoft.com/office/drawing/2014/main" id="{0A3A2D09-8F4F-4FA3-9281-18360DD83A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2551" name="Flowchart: Connector 12550">
                            <a:extLst>
                              <a:ext uri="{FF2B5EF4-FFF2-40B4-BE49-F238E27FC236}">
                                <a16:creationId xmlns:a16="http://schemas.microsoft.com/office/drawing/2014/main" id="{D8798E87-C8D4-4E9B-BFBF-A327F0DF4A4B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52" name="Flowchart: Connector 12551">
                            <a:extLst>
                              <a:ext uri="{FF2B5EF4-FFF2-40B4-BE49-F238E27FC236}">
                                <a16:creationId xmlns:a16="http://schemas.microsoft.com/office/drawing/2014/main" id="{C0400841-CD32-4DFB-A99E-1F33F10E47C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53" name="Flowchart: Connector 12552">
                            <a:extLst>
                              <a:ext uri="{FF2B5EF4-FFF2-40B4-BE49-F238E27FC236}">
                                <a16:creationId xmlns:a16="http://schemas.microsoft.com/office/drawing/2014/main" id="{AB262EE1-3CC3-4355-8F1B-49F736EAB80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54" name="Flowchart: Connector 12553">
                            <a:extLst>
                              <a:ext uri="{FF2B5EF4-FFF2-40B4-BE49-F238E27FC236}">
                                <a16:creationId xmlns:a16="http://schemas.microsoft.com/office/drawing/2014/main" id="{96AED87D-105A-48CE-9D14-7CF84173F41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55" name="Flowchart: Connector 12554">
                            <a:extLst>
                              <a:ext uri="{FF2B5EF4-FFF2-40B4-BE49-F238E27FC236}">
                                <a16:creationId xmlns:a16="http://schemas.microsoft.com/office/drawing/2014/main" id="{B9B421D3-D290-4CC8-B67E-344BB64A12B2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56" name="Flowchart: Connector 12555">
                            <a:extLst>
                              <a:ext uri="{FF2B5EF4-FFF2-40B4-BE49-F238E27FC236}">
                                <a16:creationId xmlns:a16="http://schemas.microsoft.com/office/drawing/2014/main" id="{06476C6B-90AE-4526-9009-F163AB60E5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57" name="Flowchart: Connector 12556">
                            <a:extLst>
                              <a:ext uri="{FF2B5EF4-FFF2-40B4-BE49-F238E27FC236}">
                                <a16:creationId xmlns:a16="http://schemas.microsoft.com/office/drawing/2014/main" id="{EF2E7265-7DD6-4E5B-BB1E-73354BBC0747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58" name="Flowchart: Connector 12557">
                            <a:extLst>
                              <a:ext uri="{FF2B5EF4-FFF2-40B4-BE49-F238E27FC236}">
                                <a16:creationId xmlns:a16="http://schemas.microsoft.com/office/drawing/2014/main" id="{14E405DB-5E8C-4321-903F-83F4B31258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59" name="3D Model 12558" descr="Sphere">
                                <a:extLst>
                                  <a:ext uri="{FF2B5EF4-FFF2-40B4-BE49-F238E27FC236}">
                                    <a16:creationId xmlns:a16="http://schemas.microsoft.com/office/drawing/2014/main" id="{9555A943-C931-4E46-86E2-2646A1DD145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408426448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60" name="Flowchart: Connector 12559">
                            <a:extLst>
                              <a:ext uri="{FF2B5EF4-FFF2-40B4-BE49-F238E27FC236}">
                                <a16:creationId xmlns:a16="http://schemas.microsoft.com/office/drawing/2014/main" id="{3BB1032E-5494-4DF5-813D-709322AAB5A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61" name="3D Model 12560" descr="Sphere">
                                <a:extLst>
                                  <a:ext uri="{FF2B5EF4-FFF2-40B4-BE49-F238E27FC236}">
                                    <a16:creationId xmlns:a16="http://schemas.microsoft.com/office/drawing/2014/main" id="{FC42D909-0F7E-4C1F-A045-64566E21984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58751976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62" name="Flowchart: Connector 12561">
                            <a:extLst>
                              <a:ext uri="{FF2B5EF4-FFF2-40B4-BE49-F238E27FC236}">
                                <a16:creationId xmlns:a16="http://schemas.microsoft.com/office/drawing/2014/main" id="{B014DC19-4648-4556-AC2E-7A295386394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63" name="3D Model 12562" descr="Sphere">
                                <a:extLst>
                                  <a:ext uri="{FF2B5EF4-FFF2-40B4-BE49-F238E27FC236}">
                                    <a16:creationId xmlns:a16="http://schemas.microsoft.com/office/drawing/2014/main" id="{EB549FA2-1A31-4D58-96C2-6DA65D3AB87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88441594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64" name="Flowchart: Connector 12563">
                            <a:extLst>
                              <a:ext uri="{FF2B5EF4-FFF2-40B4-BE49-F238E27FC236}">
                                <a16:creationId xmlns:a16="http://schemas.microsoft.com/office/drawing/2014/main" id="{53561937-9788-4D4B-863D-EFAE3801E2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65" name="3D Model 12564" descr="Sphere">
                                <a:extLst>
                                  <a:ext uri="{FF2B5EF4-FFF2-40B4-BE49-F238E27FC236}">
                                    <a16:creationId xmlns:a16="http://schemas.microsoft.com/office/drawing/2014/main" id="{48499878-7777-4D60-9501-7676FBDE4B71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574047553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520" name="Group 12519">
                          <a:extLst>
                            <a:ext uri="{FF2B5EF4-FFF2-40B4-BE49-F238E27FC236}">
                              <a16:creationId xmlns:a16="http://schemas.microsoft.com/office/drawing/2014/main" id="{1F43B59B-2A9E-4F3E-AFD6-9033F233A4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47544" cy="637179"/>
                          <a:chOff x="3717189" y="1719497"/>
                          <a:chExt cx="1047544" cy="637179"/>
                        </a:xfrm>
                      </p:grpSpPr>
                      <p:sp>
                        <p:nvSpPr>
                          <p:cNvPr id="12536" name="Flowchart: Connector 12535">
                            <a:extLst>
                              <a:ext uri="{FF2B5EF4-FFF2-40B4-BE49-F238E27FC236}">
                                <a16:creationId xmlns:a16="http://schemas.microsoft.com/office/drawing/2014/main" id="{ECAF12A9-6ECD-4BF9-803B-645F41263305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37" name="Flowchart: Connector 12536">
                            <a:extLst>
                              <a:ext uri="{FF2B5EF4-FFF2-40B4-BE49-F238E27FC236}">
                                <a16:creationId xmlns:a16="http://schemas.microsoft.com/office/drawing/2014/main" id="{8086B6C2-4EFD-4BEC-A7DE-369A4A0D3B6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38" name="Flowchart: Connector 12537">
                            <a:extLst>
                              <a:ext uri="{FF2B5EF4-FFF2-40B4-BE49-F238E27FC236}">
                                <a16:creationId xmlns:a16="http://schemas.microsoft.com/office/drawing/2014/main" id="{F6ADBD8E-0218-4D70-980E-4E8A2CF5DBF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39" name="Flowchart: Connector 12538">
                            <a:extLst>
                              <a:ext uri="{FF2B5EF4-FFF2-40B4-BE49-F238E27FC236}">
                                <a16:creationId xmlns:a16="http://schemas.microsoft.com/office/drawing/2014/main" id="{439791CE-ED0E-47D7-9D25-DCB1F1927D2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40" name="Flowchart: Connector 12539">
                            <a:extLst>
                              <a:ext uri="{FF2B5EF4-FFF2-40B4-BE49-F238E27FC236}">
                                <a16:creationId xmlns:a16="http://schemas.microsoft.com/office/drawing/2014/main" id="{7A44033C-88DC-4921-9C99-3A3A94A95D5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41" name="Flowchart: Connector 12540">
                            <a:extLst>
                              <a:ext uri="{FF2B5EF4-FFF2-40B4-BE49-F238E27FC236}">
                                <a16:creationId xmlns:a16="http://schemas.microsoft.com/office/drawing/2014/main" id="{A0A596E3-5E1F-48C8-98F6-EA162498975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42" name="Flowchart: Connector 12541">
                            <a:extLst>
                              <a:ext uri="{FF2B5EF4-FFF2-40B4-BE49-F238E27FC236}">
                                <a16:creationId xmlns:a16="http://schemas.microsoft.com/office/drawing/2014/main" id="{82418611-8A42-4784-8498-E1D01AF7CCA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543" name="Flowchart: Connector 12542">
                            <a:extLst>
                              <a:ext uri="{FF2B5EF4-FFF2-40B4-BE49-F238E27FC236}">
                                <a16:creationId xmlns:a16="http://schemas.microsoft.com/office/drawing/2014/main" id="{C49E21C9-7462-49CC-9946-83B3DD827CE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44" name="3D Model 12543" descr="Sphere">
                                <a:extLst>
                                  <a:ext uri="{FF2B5EF4-FFF2-40B4-BE49-F238E27FC236}">
                                    <a16:creationId xmlns:a16="http://schemas.microsoft.com/office/drawing/2014/main" id="{1311C27B-852A-4E2E-A33A-1ADD505336F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43795067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45" name="Flowchart: Connector 12544">
                            <a:extLst>
                              <a:ext uri="{FF2B5EF4-FFF2-40B4-BE49-F238E27FC236}">
                                <a16:creationId xmlns:a16="http://schemas.microsoft.com/office/drawing/2014/main" id="{7B8B57AA-7310-4959-AC69-940330D92B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46" name="3D Model 12545" descr="Sphere">
                                <a:extLst>
                                  <a:ext uri="{FF2B5EF4-FFF2-40B4-BE49-F238E27FC236}">
                                    <a16:creationId xmlns:a16="http://schemas.microsoft.com/office/drawing/2014/main" id="{6C633EC1-A8A9-4E36-8C76-E801F5F6F6A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59264131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47" name="Flowchart: Connector 12546">
                            <a:extLst>
                              <a:ext uri="{FF2B5EF4-FFF2-40B4-BE49-F238E27FC236}">
                                <a16:creationId xmlns:a16="http://schemas.microsoft.com/office/drawing/2014/main" id="{DD61BFCA-BE68-40AD-A7B4-4E6FF69E0C5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48" name="3D Model 12547" descr="Sphere">
                                <a:extLst>
                                  <a:ext uri="{FF2B5EF4-FFF2-40B4-BE49-F238E27FC236}">
                                    <a16:creationId xmlns:a16="http://schemas.microsoft.com/office/drawing/2014/main" id="{31B529FC-1899-4646-B86F-A4DF92D801C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776799329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49" name="Flowchart: Connector 12548">
                            <a:extLst>
                              <a:ext uri="{FF2B5EF4-FFF2-40B4-BE49-F238E27FC236}">
                                <a16:creationId xmlns:a16="http://schemas.microsoft.com/office/drawing/2014/main" id="{E1C5BCE8-A8A7-4338-9720-993A174F31F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50" name="3D Model 12549" descr="Sphere">
                                <a:extLst>
                                  <a:ext uri="{FF2B5EF4-FFF2-40B4-BE49-F238E27FC236}">
                                    <a16:creationId xmlns:a16="http://schemas.microsoft.com/office/drawing/2014/main" id="{C09D933A-7832-4C9E-A04E-E68414E2B7BF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21196294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521" name="Flowchart: Connector 12520">
                          <a:extLst>
                            <a:ext uri="{FF2B5EF4-FFF2-40B4-BE49-F238E27FC236}">
                              <a16:creationId xmlns:a16="http://schemas.microsoft.com/office/drawing/2014/main" id="{D2224BED-64A9-4C84-A484-C1DB2BB9DA58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22" name="Flowchart: Connector 12521">
                          <a:extLst>
                            <a:ext uri="{FF2B5EF4-FFF2-40B4-BE49-F238E27FC236}">
                              <a16:creationId xmlns:a16="http://schemas.microsoft.com/office/drawing/2014/main" id="{DCB6FDD4-DDE9-493B-B944-8FCC86C973D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23" name="Flowchart: Connector 12522">
                          <a:extLst>
                            <a:ext uri="{FF2B5EF4-FFF2-40B4-BE49-F238E27FC236}">
                              <a16:creationId xmlns:a16="http://schemas.microsoft.com/office/drawing/2014/main" id="{F14F2234-1F15-4616-9F50-16A30DE8243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24" name="Flowchart: Connector 12523">
                          <a:extLst>
                            <a:ext uri="{FF2B5EF4-FFF2-40B4-BE49-F238E27FC236}">
                              <a16:creationId xmlns:a16="http://schemas.microsoft.com/office/drawing/2014/main" id="{96B25E2C-7D53-45F0-B6A1-E99CBDB0AFD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25" name="Flowchart: Connector 12524">
                          <a:extLst>
                            <a:ext uri="{FF2B5EF4-FFF2-40B4-BE49-F238E27FC236}">
                              <a16:creationId xmlns:a16="http://schemas.microsoft.com/office/drawing/2014/main" id="{9EE64C79-E076-4FBF-B9D3-F2AC62C58EA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26" name="Flowchart: Connector 12525">
                          <a:extLst>
                            <a:ext uri="{FF2B5EF4-FFF2-40B4-BE49-F238E27FC236}">
                              <a16:creationId xmlns:a16="http://schemas.microsoft.com/office/drawing/2014/main" id="{8646F8E5-21F6-4094-9FBB-462C794ADC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27" name="Flowchart: Connector 12526">
                          <a:extLst>
                            <a:ext uri="{FF2B5EF4-FFF2-40B4-BE49-F238E27FC236}">
                              <a16:creationId xmlns:a16="http://schemas.microsoft.com/office/drawing/2014/main" id="{06890CE4-70EB-4FB5-A476-A52F588D1933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28" name="Flowchart: Connector 12527">
                          <a:extLst>
                            <a:ext uri="{FF2B5EF4-FFF2-40B4-BE49-F238E27FC236}">
                              <a16:creationId xmlns:a16="http://schemas.microsoft.com/office/drawing/2014/main" id="{6713226F-279D-4AC2-B39F-C970AE1EAF6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529" name="3D Model 12528" descr="Sphere">
                              <a:extLst>
                                <a:ext uri="{FF2B5EF4-FFF2-40B4-BE49-F238E27FC236}">
                                  <a16:creationId xmlns:a16="http://schemas.microsoft.com/office/drawing/2014/main" id="{592424C7-A4FA-4E4A-9FB7-6AE0A6FC799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512800083"/>
                                </p:ext>
                              </p:extLst>
                            </p:nvPr>
                          </p:nvGraphicFramePr>
                          <p:xfrm>
                            <a:off x="2134543" y="1523034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7" name="3D Model 236" descr="Sphere">
                              <a:extLst>
                                <a:ext uri="{FF2B5EF4-FFF2-40B4-BE49-F238E27FC236}">
                                  <a16:creationId xmlns:a16="http://schemas.microsoft.com/office/drawing/2014/main" id="{2F0D892F-59C1-4508-BD59-D01758D7DEBD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84492" y="158950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530" name="Flowchart: Connector 12529">
                          <a:extLst>
                            <a:ext uri="{FF2B5EF4-FFF2-40B4-BE49-F238E27FC236}">
                              <a16:creationId xmlns:a16="http://schemas.microsoft.com/office/drawing/2014/main" id="{A0571E0A-1CC7-4739-9661-99B08AC60C8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531" name="3D Model 12530" descr="Sphere">
                              <a:extLst>
                                <a:ext uri="{FF2B5EF4-FFF2-40B4-BE49-F238E27FC236}">
                                  <a16:creationId xmlns:a16="http://schemas.microsoft.com/office/drawing/2014/main" id="{D59FD5A1-2373-43B0-A85B-5C720796E59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952338624"/>
                                </p:ext>
                              </p:extLst>
                            </p:nvPr>
                          </p:nvGraphicFramePr>
                          <p:xfrm>
                            <a:off x="2371307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39" name="3D Model 238" descr="Sphere">
                              <a:extLst>
                                <a:ext uri="{FF2B5EF4-FFF2-40B4-BE49-F238E27FC236}">
                                  <a16:creationId xmlns:a16="http://schemas.microsoft.com/office/drawing/2014/main" id="{0D1E6E50-302F-4BCA-816F-110EE28C52CE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21256" y="1646226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532" name="Flowchart: Connector 12531">
                          <a:extLst>
                            <a:ext uri="{FF2B5EF4-FFF2-40B4-BE49-F238E27FC236}">
                              <a16:creationId xmlns:a16="http://schemas.microsoft.com/office/drawing/2014/main" id="{0D80C11D-FC17-4ADA-8068-36844A1207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4559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533" name="3D Model 12532" descr="Sphere">
                              <a:extLst>
                                <a:ext uri="{FF2B5EF4-FFF2-40B4-BE49-F238E27FC236}">
                                  <a16:creationId xmlns:a16="http://schemas.microsoft.com/office/drawing/2014/main" id="{C3E7C0E4-4560-4D6E-8760-ACA251F6CA2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043994237"/>
                                </p:ext>
                              </p:extLst>
                            </p:nvPr>
                          </p:nvGraphicFramePr>
                          <p:xfrm>
                            <a:off x="2609177" y="164155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1" name="3D Model 240" descr="Sphere">
                              <a:extLst>
                                <a:ext uri="{FF2B5EF4-FFF2-40B4-BE49-F238E27FC236}">
                                  <a16:creationId xmlns:a16="http://schemas.microsoft.com/office/drawing/2014/main" id="{85593F80-CB26-4E68-9C68-9BF03B294983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659126" y="170802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534" name="Flowchart: Connector 12533">
                          <a:extLst>
                            <a:ext uri="{FF2B5EF4-FFF2-40B4-BE49-F238E27FC236}">
                              <a16:creationId xmlns:a16="http://schemas.microsoft.com/office/drawing/2014/main" id="{8A6A6E2D-849F-492F-ADA7-35052D89F71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535" name="3D Model 12534" descr="Sphere">
                              <a:extLst>
                                <a:ext uri="{FF2B5EF4-FFF2-40B4-BE49-F238E27FC236}">
                                  <a16:creationId xmlns:a16="http://schemas.microsoft.com/office/drawing/2014/main" id="{10094847-DC92-4A06-AC28-F5A2B22323A5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63651239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243" name="3D Model 242" descr="Sphere">
                              <a:extLst>
                                <a:ext uri="{FF2B5EF4-FFF2-40B4-BE49-F238E27FC236}">
                                  <a16:creationId xmlns:a16="http://schemas.microsoft.com/office/drawing/2014/main" id="{B2AEC8C4-AAAA-42C6-A233-BE886B83815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927544" y="1795064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2296" name="Group 12295">
                      <a:extLst>
                        <a:ext uri="{FF2B5EF4-FFF2-40B4-BE49-F238E27FC236}">
                          <a16:creationId xmlns:a16="http://schemas.microsoft.com/office/drawing/2014/main" id="{82A37117-1378-4394-826C-FD4212AB5C8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73325" y="2268938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2513" name="Flowchart: Connector 12512">
                        <a:extLst>
                          <a:ext uri="{FF2B5EF4-FFF2-40B4-BE49-F238E27FC236}">
                            <a16:creationId xmlns:a16="http://schemas.microsoft.com/office/drawing/2014/main" id="{AAFCF1AF-B8E8-46F5-B0F5-4E8405678D7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514" name="Flowchart: Connector 12513">
                        <a:extLst>
                          <a:ext uri="{FF2B5EF4-FFF2-40B4-BE49-F238E27FC236}">
                            <a16:creationId xmlns:a16="http://schemas.microsoft.com/office/drawing/2014/main" id="{D0AC8380-8658-43C7-95E1-1E1FD836D82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515" name="Flowchart: Connector 12514">
                        <a:extLst>
                          <a:ext uri="{FF2B5EF4-FFF2-40B4-BE49-F238E27FC236}">
                            <a16:creationId xmlns:a16="http://schemas.microsoft.com/office/drawing/2014/main" id="{03BA36CF-E9B4-4845-BDC5-D7CC4BD7487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2297" name="Flowchart: Connector 12296">
                      <a:extLst>
                        <a:ext uri="{FF2B5EF4-FFF2-40B4-BE49-F238E27FC236}">
                          <a16:creationId xmlns:a16="http://schemas.microsoft.com/office/drawing/2014/main" id="{C230FFFA-3D0D-4B48-B195-C334A80AC6C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37026" y="201261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2298" name="Flowchart: Connector 12297">
                      <a:extLst>
                        <a:ext uri="{FF2B5EF4-FFF2-40B4-BE49-F238E27FC236}">
                          <a16:creationId xmlns:a16="http://schemas.microsoft.com/office/drawing/2014/main" id="{CEBC89BA-BF00-4FF5-9400-2C9C5343268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588002" y="208727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2299" name="Group 12298">
                      <a:extLst>
                        <a:ext uri="{FF2B5EF4-FFF2-40B4-BE49-F238E27FC236}">
                          <a16:creationId xmlns:a16="http://schemas.microsoft.com/office/drawing/2014/main" id="{3C6F8DA6-AFD6-4CFC-8DD0-BE447C7720E9}"/>
                        </a:ext>
                      </a:extLst>
                    </p:cNvPr>
                    <p:cNvGrpSpPr/>
                    <p:nvPr/>
                  </p:nvGrpSpPr>
                  <p:grpSpPr>
                    <a:xfrm rot="21228750">
                      <a:off x="1171220" y="1918660"/>
                      <a:ext cx="698062" cy="387533"/>
                      <a:chOff x="854933" y="2290871"/>
                      <a:chExt cx="698062" cy="387533"/>
                    </a:xfrm>
                  </p:grpSpPr>
                  <p:sp>
                    <p:nvSpPr>
                      <p:cNvPr id="12510" name="Flowchart: Connector 12509">
                        <a:extLst>
                          <a:ext uri="{FF2B5EF4-FFF2-40B4-BE49-F238E27FC236}">
                            <a16:creationId xmlns:a16="http://schemas.microsoft.com/office/drawing/2014/main" id="{5134264E-A0C5-40FD-AB39-BD33C2ACFC2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3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511" name="Flowchart: Connector 12510">
                        <a:extLst>
                          <a:ext uri="{FF2B5EF4-FFF2-40B4-BE49-F238E27FC236}">
                            <a16:creationId xmlns:a16="http://schemas.microsoft.com/office/drawing/2014/main" id="{2918C509-3BD7-4096-87A1-0EDCD47E3F1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5206" y="2377897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512" name="Flowchart: Connector 12511">
                        <a:extLst>
                          <a:ext uri="{FF2B5EF4-FFF2-40B4-BE49-F238E27FC236}">
                            <a16:creationId xmlns:a16="http://schemas.microsoft.com/office/drawing/2014/main" id="{82CE0967-75EC-4937-9C1F-011F7A8AC20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41136" y="2462404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2300" name="Group 12299">
                      <a:extLst>
                        <a:ext uri="{FF2B5EF4-FFF2-40B4-BE49-F238E27FC236}">
                          <a16:creationId xmlns:a16="http://schemas.microsoft.com/office/drawing/2014/main" id="{00C0D900-3B2A-4FF7-98C9-E67A7991B0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9741" y="1890320"/>
                      <a:ext cx="1098636" cy="1497980"/>
                      <a:chOff x="2089993" y="1501770"/>
                      <a:chExt cx="1098636" cy="1497980"/>
                    </a:xfrm>
                  </p:grpSpPr>
                  <p:grpSp>
                    <p:nvGrpSpPr>
                      <p:cNvPr id="12445" name="Group 12444">
                        <a:extLst>
                          <a:ext uri="{FF2B5EF4-FFF2-40B4-BE49-F238E27FC236}">
                            <a16:creationId xmlns:a16="http://schemas.microsoft.com/office/drawing/2014/main" id="{C9312D38-AA8B-4115-8AD4-AD0534B059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9993" y="1634990"/>
                        <a:ext cx="101484" cy="1051941"/>
                        <a:chOff x="1800622" y="2329236"/>
                        <a:chExt cx="101484" cy="1051941"/>
                      </a:xfrm>
                    </p:grpSpPr>
                    <p:sp>
                      <p:nvSpPr>
                        <p:cNvPr id="12506" name="Flowchart: Connector 12505">
                          <a:extLst>
                            <a:ext uri="{FF2B5EF4-FFF2-40B4-BE49-F238E27FC236}">
                              <a16:creationId xmlns:a16="http://schemas.microsoft.com/office/drawing/2014/main" id="{469BB54E-4E42-485D-9F96-0666D69A551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07" name="Flowchart: Connector 12506">
                          <a:extLst>
                            <a:ext uri="{FF2B5EF4-FFF2-40B4-BE49-F238E27FC236}">
                              <a16:creationId xmlns:a16="http://schemas.microsoft.com/office/drawing/2014/main" id="{292A99C6-ED76-42EE-BC80-1D9E85B1E9D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08" name="Flowchart: Connector 12507">
                          <a:extLst>
                            <a:ext uri="{FF2B5EF4-FFF2-40B4-BE49-F238E27FC236}">
                              <a16:creationId xmlns:a16="http://schemas.microsoft.com/office/drawing/2014/main" id="{97EE21B7-AAA5-470D-8F98-9B84C0E3AB7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509" name="Flowchart: Connector 12508">
                          <a:extLst>
                            <a:ext uri="{FF2B5EF4-FFF2-40B4-BE49-F238E27FC236}">
                              <a16:creationId xmlns:a16="http://schemas.microsoft.com/office/drawing/2014/main" id="{C1C45A84-5E4F-4C78-9E41-63BA9B8B921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32923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446" name="Group 12445">
                        <a:extLst>
                          <a:ext uri="{FF2B5EF4-FFF2-40B4-BE49-F238E27FC236}">
                            <a16:creationId xmlns:a16="http://schemas.microsoft.com/office/drawing/2014/main" id="{4CD4B63B-4EAD-4245-B422-2CC1705E149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01770"/>
                        <a:ext cx="1074397" cy="1497980"/>
                        <a:chOff x="2114232" y="1501770"/>
                        <a:chExt cx="1074397" cy="1497980"/>
                      </a:xfrm>
                    </p:grpSpPr>
                    <p:grpSp>
                      <p:nvGrpSpPr>
                        <p:cNvPr id="12447" name="Group 12446">
                          <a:extLst>
                            <a:ext uri="{FF2B5EF4-FFF2-40B4-BE49-F238E27FC236}">
                              <a16:creationId xmlns:a16="http://schemas.microsoft.com/office/drawing/2014/main" id="{AE24654D-018A-4AE3-A89F-9ABE8AE935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2498" name="Flowchart: Connector 12497">
                            <a:extLst>
                              <a:ext uri="{FF2B5EF4-FFF2-40B4-BE49-F238E27FC236}">
                                <a16:creationId xmlns:a16="http://schemas.microsoft.com/office/drawing/2014/main" id="{E757233D-46A1-47AC-A655-E7D1392A25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99" name="3D Model 12498" descr="Sphere">
                                <a:extLst>
                                  <a:ext uri="{FF2B5EF4-FFF2-40B4-BE49-F238E27FC236}">
                                    <a16:creationId xmlns:a16="http://schemas.microsoft.com/office/drawing/2014/main" id="{72EB3312-605E-4B7F-9DBB-0D4F30C5673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918592692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00" name="Flowchart: Connector 12499">
                            <a:extLst>
                              <a:ext uri="{FF2B5EF4-FFF2-40B4-BE49-F238E27FC236}">
                                <a16:creationId xmlns:a16="http://schemas.microsoft.com/office/drawing/2014/main" id="{F918AEB5-C453-492C-9523-DE08B3ECC0D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01" name="3D Model 12500" descr="Sphere">
                                <a:extLst>
                                  <a:ext uri="{FF2B5EF4-FFF2-40B4-BE49-F238E27FC236}">
                                    <a16:creationId xmlns:a16="http://schemas.microsoft.com/office/drawing/2014/main" id="{B936F606-3AC8-41AF-9A84-9644018AD7C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48211010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02" name="Flowchart: Connector 12501">
                            <a:extLst>
                              <a:ext uri="{FF2B5EF4-FFF2-40B4-BE49-F238E27FC236}">
                                <a16:creationId xmlns:a16="http://schemas.microsoft.com/office/drawing/2014/main" id="{6C6E7D7D-204A-4F93-8189-44B8DCAB948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03" name="3D Model 12502" descr="Sphere">
                                <a:extLst>
                                  <a:ext uri="{FF2B5EF4-FFF2-40B4-BE49-F238E27FC236}">
                                    <a16:creationId xmlns:a16="http://schemas.microsoft.com/office/drawing/2014/main" id="{A41A1297-7C45-49BD-BF57-218CD25D7AA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60561231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504" name="Flowchart: Connector 12503">
                            <a:extLst>
                              <a:ext uri="{FF2B5EF4-FFF2-40B4-BE49-F238E27FC236}">
                                <a16:creationId xmlns:a16="http://schemas.microsoft.com/office/drawing/2014/main" id="{31CDE23C-404F-48BA-ADDC-0241442141D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505" name="3D Model 12504" descr="Sphere">
                                <a:extLst>
                                  <a:ext uri="{FF2B5EF4-FFF2-40B4-BE49-F238E27FC236}">
                                    <a16:creationId xmlns:a16="http://schemas.microsoft.com/office/drawing/2014/main" id="{179D12B6-2035-48E5-86F7-EE243D75D3F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300337827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448" name="Group 12447">
                          <a:extLst>
                            <a:ext uri="{FF2B5EF4-FFF2-40B4-BE49-F238E27FC236}">
                              <a16:creationId xmlns:a16="http://schemas.microsoft.com/office/drawing/2014/main" id="{8323C7FE-9B4A-4B0A-ACD6-609DF231A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2482" name="Flowchart: Connector 12481">
                            <a:extLst>
                              <a:ext uri="{FF2B5EF4-FFF2-40B4-BE49-F238E27FC236}">
                                <a16:creationId xmlns:a16="http://schemas.microsoft.com/office/drawing/2014/main" id="{21207464-4F5D-439B-BC95-F09CF8A0ACE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83" name="Flowchart: Connector 12482">
                            <a:extLst>
                              <a:ext uri="{FF2B5EF4-FFF2-40B4-BE49-F238E27FC236}">
                                <a16:creationId xmlns:a16="http://schemas.microsoft.com/office/drawing/2014/main" id="{6657C040-A29F-49A3-86F7-93772FC3990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84" name="Flowchart: Connector 12483">
                            <a:extLst>
                              <a:ext uri="{FF2B5EF4-FFF2-40B4-BE49-F238E27FC236}">
                                <a16:creationId xmlns:a16="http://schemas.microsoft.com/office/drawing/2014/main" id="{7CFA8623-F675-46B7-A33E-138781FF5FA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85" name="Flowchart: Connector 12484">
                            <a:extLst>
                              <a:ext uri="{FF2B5EF4-FFF2-40B4-BE49-F238E27FC236}">
                                <a16:creationId xmlns:a16="http://schemas.microsoft.com/office/drawing/2014/main" id="{C044911B-8565-46DA-A7BB-57E0564F011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86" name="Flowchart: Connector 12485">
                            <a:extLst>
                              <a:ext uri="{FF2B5EF4-FFF2-40B4-BE49-F238E27FC236}">
                                <a16:creationId xmlns:a16="http://schemas.microsoft.com/office/drawing/2014/main" id="{4DA94CE1-A14F-4336-A133-666A5189BD9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87" name="Flowchart: Connector 12486">
                            <a:extLst>
                              <a:ext uri="{FF2B5EF4-FFF2-40B4-BE49-F238E27FC236}">
                                <a16:creationId xmlns:a16="http://schemas.microsoft.com/office/drawing/2014/main" id="{B43A25C9-A8C1-4A2F-8CA5-AC5A03CD0D0C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88" name="Flowchart: Connector 12487">
                            <a:extLst>
                              <a:ext uri="{FF2B5EF4-FFF2-40B4-BE49-F238E27FC236}">
                                <a16:creationId xmlns:a16="http://schemas.microsoft.com/office/drawing/2014/main" id="{96E678A1-5B8B-4768-AE13-4DC9437CCF0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89" name="Flowchart: Connector 12488">
                            <a:extLst>
                              <a:ext uri="{FF2B5EF4-FFF2-40B4-BE49-F238E27FC236}">
                                <a16:creationId xmlns:a16="http://schemas.microsoft.com/office/drawing/2014/main" id="{C8CF11BB-69C2-4962-96D0-C0969A9368E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90" name="Flowchart: Connector 12489">
                            <a:extLst>
                              <a:ext uri="{FF2B5EF4-FFF2-40B4-BE49-F238E27FC236}">
                                <a16:creationId xmlns:a16="http://schemas.microsoft.com/office/drawing/2014/main" id="{12EE0C85-C52E-4F52-990E-7874EB5EB09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91" name="3D Model 12490" descr="Sphere">
                                <a:extLst>
                                  <a:ext uri="{FF2B5EF4-FFF2-40B4-BE49-F238E27FC236}">
                                    <a16:creationId xmlns:a16="http://schemas.microsoft.com/office/drawing/2014/main" id="{E942EF04-05DF-4E0C-8D9A-B0370D3249F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12657663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92" name="Flowchart: Connector 12491">
                            <a:extLst>
                              <a:ext uri="{FF2B5EF4-FFF2-40B4-BE49-F238E27FC236}">
                                <a16:creationId xmlns:a16="http://schemas.microsoft.com/office/drawing/2014/main" id="{C679ADD4-EABF-4875-8277-F7F49DA5A42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93" name="3D Model 12492" descr="Sphere">
                                <a:extLst>
                                  <a:ext uri="{FF2B5EF4-FFF2-40B4-BE49-F238E27FC236}">
                                    <a16:creationId xmlns:a16="http://schemas.microsoft.com/office/drawing/2014/main" id="{7414C00B-A077-4F68-B7C5-524332C5775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870787713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94" name="Flowchart: Connector 12493">
                            <a:extLst>
                              <a:ext uri="{FF2B5EF4-FFF2-40B4-BE49-F238E27FC236}">
                                <a16:creationId xmlns:a16="http://schemas.microsoft.com/office/drawing/2014/main" id="{130A0D3A-0457-4CEC-AACC-C0062BC6996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95" name="3D Model 12494" descr="Sphere">
                                <a:extLst>
                                  <a:ext uri="{FF2B5EF4-FFF2-40B4-BE49-F238E27FC236}">
                                    <a16:creationId xmlns:a16="http://schemas.microsoft.com/office/drawing/2014/main" id="{2D58F9B7-0652-4B06-8B5B-8EE09ECB3909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8743987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96" name="Flowchart: Connector 12495">
                            <a:extLst>
                              <a:ext uri="{FF2B5EF4-FFF2-40B4-BE49-F238E27FC236}">
                                <a16:creationId xmlns:a16="http://schemas.microsoft.com/office/drawing/2014/main" id="{1F745704-30FC-4F32-83D7-AAF3BA2DBED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97" name="3D Model 12496" descr="Sphere">
                                <a:extLst>
                                  <a:ext uri="{FF2B5EF4-FFF2-40B4-BE49-F238E27FC236}">
                                    <a16:creationId xmlns:a16="http://schemas.microsoft.com/office/drawing/2014/main" id="{51D05CAE-085B-485F-9021-FEE1E45C505E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4166000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449" name="Group 12448">
                          <a:extLst>
                            <a:ext uri="{FF2B5EF4-FFF2-40B4-BE49-F238E27FC236}">
                              <a16:creationId xmlns:a16="http://schemas.microsoft.com/office/drawing/2014/main" id="{D6E402E3-6618-451E-B58A-9FF543700F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2466" name="Flowchart: Connector 12465">
                            <a:extLst>
                              <a:ext uri="{FF2B5EF4-FFF2-40B4-BE49-F238E27FC236}">
                                <a16:creationId xmlns:a16="http://schemas.microsoft.com/office/drawing/2014/main" id="{DB1247A0-95CB-4EB8-A012-0D928DB49989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67" name="Flowchart: Connector 12466">
                            <a:extLst>
                              <a:ext uri="{FF2B5EF4-FFF2-40B4-BE49-F238E27FC236}">
                                <a16:creationId xmlns:a16="http://schemas.microsoft.com/office/drawing/2014/main" id="{27C025DA-F5A6-491F-AC0B-FE673B1B652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68" name="Flowchart: Connector 12467">
                            <a:extLst>
                              <a:ext uri="{FF2B5EF4-FFF2-40B4-BE49-F238E27FC236}">
                                <a16:creationId xmlns:a16="http://schemas.microsoft.com/office/drawing/2014/main" id="{87B71D4A-A6C1-42E9-9B21-15431F9FBCC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69" name="Flowchart: Connector 12468">
                            <a:extLst>
                              <a:ext uri="{FF2B5EF4-FFF2-40B4-BE49-F238E27FC236}">
                                <a16:creationId xmlns:a16="http://schemas.microsoft.com/office/drawing/2014/main" id="{7B7D7CC4-B4C5-43FE-8F45-E55A37532FCD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70" name="Flowchart: Connector 12469">
                            <a:extLst>
                              <a:ext uri="{FF2B5EF4-FFF2-40B4-BE49-F238E27FC236}">
                                <a16:creationId xmlns:a16="http://schemas.microsoft.com/office/drawing/2014/main" id="{5B9D2E01-4D3E-467B-80F9-0E599099D4F4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71" name="Flowchart: Connector 12470">
                            <a:extLst>
                              <a:ext uri="{FF2B5EF4-FFF2-40B4-BE49-F238E27FC236}">
                                <a16:creationId xmlns:a16="http://schemas.microsoft.com/office/drawing/2014/main" id="{4E385459-7439-4EA2-BA8A-5A9FF5907E3E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72" name="Flowchart: Connector 12471">
                            <a:extLst>
                              <a:ext uri="{FF2B5EF4-FFF2-40B4-BE49-F238E27FC236}">
                                <a16:creationId xmlns:a16="http://schemas.microsoft.com/office/drawing/2014/main" id="{4591E906-9C87-4D2C-85CA-59E7A83C34D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73" name="Flowchart: Connector 12472">
                            <a:extLst>
                              <a:ext uri="{FF2B5EF4-FFF2-40B4-BE49-F238E27FC236}">
                                <a16:creationId xmlns:a16="http://schemas.microsoft.com/office/drawing/2014/main" id="{114D4D73-606E-4257-8D1A-B28DA80B11B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74" name="Flowchart: Connector 12473">
                            <a:extLst>
                              <a:ext uri="{FF2B5EF4-FFF2-40B4-BE49-F238E27FC236}">
                                <a16:creationId xmlns:a16="http://schemas.microsoft.com/office/drawing/2014/main" id="{53820CDC-F562-460D-A826-91D89A97291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75" name="3D Model 12474" descr="Sphere">
                                <a:extLst>
                                  <a:ext uri="{FF2B5EF4-FFF2-40B4-BE49-F238E27FC236}">
                                    <a16:creationId xmlns:a16="http://schemas.microsoft.com/office/drawing/2014/main" id="{1B4F2303-CFCD-4478-8F47-DF253EF0961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005063780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76" name="Flowchart: Connector 12475">
                            <a:extLst>
                              <a:ext uri="{FF2B5EF4-FFF2-40B4-BE49-F238E27FC236}">
                                <a16:creationId xmlns:a16="http://schemas.microsoft.com/office/drawing/2014/main" id="{1933301A-4F8B-43D4-A016-831DB4C6F9E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77" name="3D Model 12476" descr="Sphere">
                                <a:extLst>
                                  <a:ext uri="{FF2B5EF4-FFF2-40B4-BE49-F238E27FC236}">
                                    <a16:creationId xmlns:a16="http://schemas.microsoft.com/office/drawing/2014/main" id="{E88C5E02-215B-4491-A388-73C5184D1D37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14067068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78" name="Flowchart: Connector 12477">
                            <a:extLst>
                              <a:ext uri="{FF2B5EF4-FFF2-40B4-BE49-F238E27FC236}">
                                <a16:creationId xmlns:a16="http://schemas.microsoft.com/office/drawing/2014/main" id="{203CE999-6FCA-44E6-AAE0-CD3246F48B4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79" name="3D Model 12478" descr="Sphere">
                                <a:extLst>
                                  <a:ext uri="{FF2B5EF4-FFF2-40B4-BE49-F238E27FC236}">
                                    <a16:creationId xmlns:a16="http://schemas.microsoft.com/office/drawing/2014/main" id="{8834B911-00D5-46F2-8D51-F5E7DC783AC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27377853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80" name="Flowchart: Connector 12479">
                            <a:extLst>
                              <a:ext uri="{FF2B5EF4-FFF2-40B4-BE49-F238E27FC236}">
                                <a16:creationId xmlns:a16="http://schemas.microsoft.com/office/drawing/2014/main" id="{D66C0433-E621-4207-804D-0F074627CE0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81" name="3D Model 12480" descr="Sphere">
                                <a:extLst>
                                  <a:ext uri="{FF2B5EF4-FFF2-40B4-BE49-F238E27FC236}">
                                    <a16:creationId xmlns:a16="http://schemas.microsoft.com/office/drawing/2014/main" id="{54A6BA92-4575-4BC2-910E-3B2148E5D36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102655589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450" name="Flowchart: Connector 12449">
                          <a:extLst>
                            <a:ext uri="{FF2B5EF4-FFF2-40B4-BE49-F238E27FC236}">
                              <a16:creationId xmlns:a16="http://schemas.microsoft.com/office/drawing/2014/main" id="{BD46D447-E289-450E-BDD3-2352B8BC348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51" name="Flowchart: Connector 12450">
                          <a:extLst>
                            <a:ext uri="{FF2B5EF4-FFF2-40B4-BE49-F238E27FC236}">
                              <a16:creationId xmlns:a16="http://schemas.microsoft.com/office/drawing/2014/main" id="{A4EADF16-170D-4500-BB6F-92D6E34AE5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52" name="Flowchart: Connector 12451">
                          <a:extLst>
                            <a:ext uri="{FF2B5EF4-FFF2-40B4-BE49-F238E27FC236}">
                              <a16:creationId xmlns:a16="http://schemas.microsoft.com/office/drawing/2014/main" id="{D2E46193-CEF9-42B4-A00A-6B651361458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53" name="Flowchart: Connector 12452">
                          <a:extLst>
                            <a:ext uri="{FF2B5EF4-FFF2-40B4-BE49-F238E27FC236}">
                              <a16:creationId xmlns:a16="http://schemas.microsoft.com/office/drawing/2014/main" id="{FD07B667-4225-448C-9C55-B2C82825A10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54" name="Flowchart: Connector 12453">
                          <a:extLst>
                            <a:ext uri="{FF2B5EF4-FFF2-40B4-BE49-F238E27FC236}">
                              <a16:creationId xmlns:a16="http://schemas.microsoft.com/office/drawing/2014/main" id="{BBEBE36A-D5F9-4568-94AE-1FFD05D90E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55" name="Flowchart: Connector 12454">
                          <a:extLst>
                            <a:ext uri="{FF2B5EF4-FFF2-40B4-BE49-F238E27FC236}">
                              <a16:creationId xmlns:a16="http://schemas.microsoft.com/office/drawing/2014/main" id="{00A2A3C8-D588-4E98-9D29-FD3EFAC97297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56" name="Flowchart: Connector 12455">
                          <a:extLst>
                            <a:ext uri="{FF2B5EF4-FFF2-40B4-BE49-F238E27FC236}">
                              <a16:creationId xmlns:a16="http://schemas.microsoft.com/office/drawing/2014/main" id="{CAF729B5-452B-4770-88CC-47A7BD316A0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57" name="Flowchart: Connector 12456">
                          <a:extLst>
                            <a:ext uri="{FF2B5EF4-FFF2-40B4-BE49-F238E27FC236}">
                              <a16:creationId xmlns:a16="http://schemas.microsoft.com/office/drawing/2014/main" id="{8EA6E605-77AF-4013-8304-C801554A5E7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58" name="Flowchart: Connector 12457">
                          <a:extLst>
                            <a:ext uri="{FF2B5EF4-FFF2-40B4-BE49-F238E27FC236}">
                              <a16:creationId xmlns:a16="http://schemas.microsoft.com/office/drawing/2014/main" id="{3635B9B4-663D-4C72-88FF-6B14CD70153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459" name="3D Model 12458" descr="Sphere">
                              <a:extLst>
                                <a:ext uri="{FF2B5EF4-FFF2-40B4-BE49-F238E27FC236}">
                                  <a16:creationId xmlns:a16="http://schemas.microsoft.com/office/drawing/2014/main" id="{97AB5E17-541E-44EB-9292-DCB0D45A9EF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64352029"/>
                                </p:ext>
                              </p:extLst>
                            </p:nvPr>
                          </p:nvGraphicFramePr>
                          <p:xfrm>
                            <a:off x="2123911" y="1501770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7" name="3D Model 166" descr="Sphere">
                              <a:extLst>
                                <a:ext uri="{FF2B5EF4-FFF2-40B4-BE49-F238E27FC236}">
                                  <a16:creationId xmlns:a16="http://schemas.microsoft.com/office/drawing/2014/main" id="{C661BCB8-DDD8-42C4-854C-2E772B95368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54029" y="169506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460" name="Flowchart: Connector 12459">
                          <a:extLst>
                            <a:ext uri="{FF2B5EF4-FFF2-40B4-BE49-F238E27FC236}">
                              <a16:creationId xmlns:a16="http://schemas.microsoft.com/office/drawing/2014/main" id="{876D06AB-16CD-4C50-A390-AB81A4EF049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461" name="3D Model 12460" descr="Sphere">
                              <a:extLst>
                                <a:ext uri="{FF2B5EF4-FFF2-40B4-BE49-F238E27FC236}">
                                  <a16:creationId xmlns:a16="http://schemas.microsoft.com/office/drawing/2014/main" id="{8D60D98B-5AD1-4101-8122-E16180C17082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77121104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69" name="3D Model 168" descr="Sphere">
                              <a:extLst>
                                <a:ext uri="{FF2B5EF4-FFF2-40B4-BE49-F238E27FC236}">
                                  <a16:creationId xmlns:a16="http://schemas.microsoft.com/office/drawing/2014/main" id="{BE427722-2C48-467F-80AF-4F7E028B191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194799" y="177304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462" name="Flowchart: Connector 12461">
                          <a:extLst>
                            <a:ext uri="{FF2B5EF4-FFF2-40B4-BE49-F238E27FC236}">
                              <a16:creationId xmlns:a16="http://schemas.microsoft.com/office/drawing/2014/main" id="{AFD5D9A7-4831-4A95-9958-CD7B8FFAEE9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93292" y="171776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463" name="3D Model 12462" descr="Sphere">
                              <a:extLst>
                                <a:ext uri="{FF2B5EF4-FFF2-40B4-BE49-F238E27FC236}">
                                  <a16:creationId xmlns:a16="http://schemas.microsoft.com/office/drawing/2014/main" id="{16C6001A-8DF8-42B1-8D60-E9C404131A64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126345515"/>
                                </p:ext>
                              </p:extLst>
                            </p:nvPr>
                          </p:nvGraphicFramePr>
                          <p:xfrm>
                            <a:off x="2622429" y="163823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1" name="3D Model 170" descr="Sphere">
                              <a:extLst>
                                <a:ext uri="{FF2B5EF4-FFF2-40B4-BE49-F238E27FC236}">
                                  <a16:creationId xmlns:a16="http://schemas.microsoft.com/office/drawing/2014/main" id="{91449AE4-7E59-4D2C-9395-FF6F7268EA7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52547" y="1831528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464" name="Flowchart: Connector 12463">
                          <a:extLst>
                            <a:ext uri="{FF2B5EF4-FFF2-40B4-BE49-F238E27FC236}">
                              <a16:creationId xmlns:a16="http://schemas.microsoft.com/office/drawing/2014/main" id="{78B230F1-725B-4A5A-A311-E983B5CAE8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465" name="3D Model 12464" descr="Sphere">
                              <a:extLst>
                                <a:ext uri="{FF2B5EF4-FFF2-40B4-BE49-F238E27FC236}">
                                  <a16:creationId xmlns:a16="http://schemas.microsoft.com/office/drawing/2014/main" id="{FC999842-C12B-46CD-AC12-E5871F5F983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74234655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73" name="3D Model 172" descr="Sphere">
                              <a:extLst>
                                <a:ext uri="{FF2B5EF4-FFF2-40B4-BE49-F238E27FC236}">
                                  <a16:creationId xmlns:a16="http://schemas.microsoft.com/office/drawing/2014/main" id="{57D57B2E-EC1F-42ED-B3E0-B74E3B77E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5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707713" y="1921880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grpSp>
                  <p:nvGrpSpPr>
                    <p:cNvPr id="12301" name="Group 12300">
                      <a:extLst>
                        <a:ext uri="{FF2B5EF4-FFF2-40B4-BE49-F238E27FC236}">
                          <a16:creationId xmlns:a16="http://schemas.microsoft.com/office/drawing/2014/main" id="{E09421DD-480F-4F3E-943F-A9C23F4F3D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47436" y="2361226"/>
                      <a:ext cx="222323" cy="860409"/>
                      <a:chOff x="1473033" y="2656490"/>
                      <a:chExt cx="222323" cy="860409"/>
                    </a:xfrm>
                  </p:grpSpPr>
                  <p:sp>
                    <p:nvSpPr>
                      <p:cNvPr id="12442" name="Flowchart: Connector 12441">
                        <a:extLst>
                          <a:ext uri="{FF2B5EF4-FFF2-40B4-BE49-F238E27FC236}">
                            <a16:creationId xmlns:a16="http://schemas.microsoft.com/office/drawing/2014/main" id="{92543CBF-BB87-4F28-B949-6D566AA6B4B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2672" y="2656490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443" name="Flowchart: Connector 12442">
                        <a:extLst>
                          <a:ext uri="{FF2B5EF4-FFF2-40B4-BE49-F238E27FC236}">
                            <a16:creationId xmlns:a16="http://schemas.microsoft.com/office/drawing/2014/main" id="{13C6A96A-AB2B-4498-B240-AD562BF5BE7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73033" y="2982505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444" name="Flowchart: Connector 12443">
                        <a:extLst>
                          <a:ext uri="{FF2B5EF4-FFF2-40B4-BE49-F238E27FC236}">
                            <a16:creationId xmlns:a16="http://schemas.microsoft.com/office/drawing/2014/main" id="{A2BC9CFA-38D3-41B7-BCE3-7DC711532BF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483497" y="330089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sp>
                  <p:nvSpPr>
                    <p:cNvPr id="12302" name="Flowchart: Connector 12301">
                      <a:extLst>
                        <a:ext uri="{FF2B5EF4-FFF2-40B4-BE49-F238E27FC236}">
                          <a16:creationId xmlns:a16="http://schemas.microsoft.com/office/drawing/2014/main" id="{6082E761-6D83-4838-B768-C74F13E42A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19794" y="212254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2303" name="Flowchart: Connector 12302">
                      <a:extLst>
                        <a:ext uri="{FF2B5EF4-FFF2-40B4-BE49-F238E27FC236}">
                          <a16:creationId xmlns:a16="http://schemas.microsoft.com/office/drawing/2014/main" id="{F08303F7-DA8F-46D4-B122-745643EF14E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374020" y="218539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grpSp>
                  <p:nvGrpSpPr>
                    <p:cNvPr id="12304" name="Group 12303">
                      <a:extLst>
                        <a:ext uri="{FF2B5EF4-FFF2-40B4-BE49-F238E27FC236}">
                          <a16:creationId xmlns:a16="http://schemas.microsoft.com/office/drawing/2014/main" id="{33147CF7-A40F-4C32-8BF0-82E50799A3BE}"/>
                        </a:ext>
                      </a:extLst>
                    </p:cNvPr>
                    <p:cNvGrpSpPr/>
                    <p:nvPr/>
                  </p:nvGrpSpPr>
                  <p:grpSpPr>
                    <a:xfrm rot="21418957">
                      <a:off x="941432" y="2025443"/>
                      <a:ext cx="710250" cy="369080"/>
                      <a:chOff x="854932" y="2290871"/>
                      <a:chExt cx="710250" cy="369080"/>
                    </a:xfrm>
                  </p:grpSpPr>
                  <p:sp>
                    <p:nvSpPr>
                      <p:cNvPr id="12439" name="Flowchart: Connector 12438">
                        <a:extLst>
                          <a:ext uri="{FF2B5EF4-FFF2-40B4-BE49-F238E27FC236}">
                            <a16:creationId xmlns:a16="http://schemas.microsoft.com/office/drawing/2014/main" id="{EC1974E8-5949-4FA7-BA9D-0C214560476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54932" y="229087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440" name="Flowchart: Connector 12439">
                        <a:extLst>
                          <a:ext uri="{FF2B5EF4-FFF2-40B4-BE49-F238E27FC236}">
                            <a16:creationId xmlns:a16="http://schemas.microsoft.com/office/drawing/2014/main" id="{E8ADB4C2-D4FD-45A8-8018-35D6ED0A1EE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101897" y="2377722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441" name="Flowchart: Connector 12440">
                        <a:extLst>
                          <a:ext uri="{FF2B5EF4-FFF2-40B4-BE49-F238E27FC236}">
                            <a16:creationId xmlns:a16="http://schemas.microsoft.com/office/drawing/2014/main" id="{4DEE1BFB-4BFA-424E-9F56-DB0D1423EC3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353323" y="244395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</p:grpSp>
                <p:grpSp>
                  <p:nvGrpSpPr>
                    <p:cNvPr id="12305" name="Group 12304">
                      <a:extLst>
                        <a:ext uri="{FF2B5EF4-FFF2-40B4-BE49-F238E27FC236}">
                          <a16:creationId xmlns:a16="http://schemas.microsoft.com/office/drawing/2014/main" id="{055AAD90-5B9A-4E89-91E4-17B73604CF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287" y="1995259"/>
                      <a:ext cx="1102917" cy="1484052"/>
                      <a:chOff x="2085712" y="1515698"/>
                      <a:chExt cx="1102917" cy="1484052"/>
                    </a:xfrm>
                  </p:grpSpPr>
                  <p:grpSp>
                    <p:nvGrpSpPr>
                      <p:cNvPr id="12374" name="Group 12373">
                        <a:extLst>
                          <a:ext uri="{FF2B5EF4-FFF2-40B4-BE49-F238E27FC236}">
                            <a16:creationId xmlns:a16="http://schemas.microsoft.com/office/drawing/2014/main" id="{5C316548-6DB9-4B3B-A634-F3988C2A5D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85712" y="1648950"/>
                        <a:ext cx="105765" cy="1037981"/>
                        <a:chOff x="1796341" y="2343196"/>
                        <a:chExt cx="105765" cy="1037981"/>
                      </a:xfrm>
                    </p:grpSpPr>
                    <p:sp>
                      <p:nvSpPr>
                        <p:cNvPr id="12435" name="Flowchart: Connector 12434">
                          <a:extLst>
                            <a:ext uri="{FF2B5EF4-FFF2-40B4-BE49-F238E27FC236}">
                              <a16:creationId xmlns:a16="http://schemas.microsoft.com/office/drawing/2014/main" id="{85895820-8C56-4A12-B94E-29EAC60D505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328757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36" name="Flowchart: Connector 12435">
                          <a:extLst>
                            <a:ext uri="{FF2B5EF4-FFF2-40B4-BE49-F238E27FC236}">
                              <a16:creationId xmlns:a16="http://schemas.microsoft.com/office/drawing/2014/main" id="{00B8458A-ECE3-4425-802C-835A2227021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10301" y="296789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37" name="Flowchart: Connector 12436">
                          <a:extLst>
                            <a:ext uri="{FF2B5EF4-FFF2-40B4-BE49-F238E27FC236}">
                              <a16:creationId xmlns:a16="http://schemas.microsoft.com/office/drawing/2014/main" id="{2D92D9D7-4563-4C4A-8459-F2E80C70878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800622" y="265099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438" name="Flowchart: Connector 12437">
                          <a:extLst>
                            <a:ext uri="{FF2B5EF4-FFF2-40B4-BE49-F238E27FC236}">
                              <a16:creationId xmlns:a16="http://schemas.microsoft.com/office/drawing/2014/main" id="{F1E8B05E-268B-43CC-949B-9049F16F614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1796341" y="2343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</p:grpSp>
                  <p:grpSp>
                    <p:nvGrpSpPr>
                      <p:cNvPr id="12375" name="Group 12374">
                        <a:extLst>
                          <a:ext uri="{FF2B5EF4-FFF2-40B4-BE49-F238E27FC236}">
                            <a16:creationId xmlns:a16="http://schemas.microsoft.com/office/drawing/2014/main" id="{DBFADECF-B5D3-4A6F-9353-279813212A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232" y="1515698"/>
                        <a:ext cx="1074397" cy="1484052"/>
                        <a:chOff x="2114232" y="1515698"/>
                        <a:chExt cx="1074397" cy="1484052"/>
                      </a:xfrm>
                    </p:grpSpPr>
                    <p:grpSp>
                      <p:nvGrpSpPr>
                        <p:cNvPr id="12376" name="Group 12375">
                          <a:extLst>
                            <a:ext uri="{FF2B5EF4-FFF2-40B4-BE49-F238E27FC236}">
                              <a16:creationId xmlns:a16="http://schemas.microsoft.com/office/drawing/2014/main" id="{B12E88BF-A4C4-46EF-A326-FF02C28709E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460111"/>
                          <a:ext cx="1064718" cy="539639"/>
                          <a:chOff x="3717189" y="1719497"/>
                          <a:chExt cx="1064718" cy="539639"/>
                        </a:xfrm>
                      </p:grpSpPr>
                      <p:sp>
                        <p:nvSpPr>
                          <p:cNvPr id="12427" name="Flowchart: Connector 12426">
                            <a:extLst>
                              <a:ext uri="{FF2B5EF4-FFF2-40B4-BE49-F238E27FC236}">
                                <a16:creationId xmlns:a16="http://schemas.microsoft.com/office/drawing/2014/main" id="{BE5CA76B-E7B2-49D1-83B8-F5576E5B8AE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28" name="3D Model 12427" descr="Sphere">
                                <a:extLst>
                                  <a:ext uri="{FF2B5EF4-FFF2-40B4-BE49-F238E27FC236}">
                                    <a16:creationId xmlns:a16="http://schemas.microsoft.com/office/drawing/2014/main" id="{A9ED2CC0-92C4-4AE8-8956-E033601C6EEB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87487729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39" name="3D Model 538" descr="Sphere">
                                <a:extLst>
                                  <a:ext uri="{FF2B5EF4-FFF2-40B4-BE49-F238E27FC236}">
                                    <a16:creationId xmlns:a16="http://schemas.microsoft.com/office/drawing/2014/main" id="{989EAF3D-01F6-44C6-8257-DE398685513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5882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29" name="Flowchart: Connector 12428">
                            <a:extLst>
                              <a:ext uri="{FF2B5EF4-FFF2-40B4-BE49-F238E27FC236}">
                                <a16:creationId xmlns:a16="http://schemas.microsoft.com/office/drawing/2014/main" id="{87CD2235-8355-4495-B02F-CC2FF88A33AC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30" name="3D Model 12429" descr="Sphere">
                                <a:extLst>
                                  <a:ext uri="{FF2B5EF4-FFF2-40B4-BE49-F238E27FC236}">
                                    <a16:creationId xmlns:a16="http://schemas.microsoft.com/office/drawing/2014/main" id="{2F9A3550-8B21-4750-9018-F90DB976A7C0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2361600850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1" name="3D Model 540" descr="Sphere">
                                <a:extLst>
                                  <a:ext uri="{FF2B5EF4-FFF2-40B4-BE49-F238E27FC236}">
                                    <a16:creationId xmlns:a16="http://schemas.microsoft.com/office/drawing/2014/main" id="{AB17CB10-4F93-4434-BA14-50AFAFF49467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666235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31" name="Flowchart: Connector 12430">
                            <a:extLst>
                              <a:ext uri="{FF2B5EF4-FFF2-40B4-BE49-F238E27FC236}">
                                <a16:creationId xmlns:a16="http://schemas.microsoft.com/office/drawing/2014/main" id="{D6890AC7-971A-4CBC-905F-BB124A84A86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32" name="3D Model 12431" descr="Sphere">
                                <a:extLst>
                                  <a:ext uri="{FF2B5EF4-FFF2-40B4-BE49-F238E27FC236}">
                                    <a16:creationId xmlns:a16="http://schemas.microsoft.com/office/drawing/2014/main" id="{FB5B9BE5-446B-42BB-8792-99991E8C826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935207580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3" name="3D Model 542" descr="Sphere">
                                <a:extLst>
                                  <a:ext uri="{FF2B5EF4-FFF2-40B4-BE49-F238E27FC236}">
                                    <a16:creationId xmlns:a16="http://schemas.microsoft.com/office/drawing/2014/main" id="{503D28F6-C92A-40B9-96B8-4050B0C4C9A8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728034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33" name="Flowchart: Connector 12432">
                            <a:extLst>
                              <a:ext uri="{FF2B5EF4-FFF2-40B4-BE49-F238E27FC236}">
                                <a16:creationId xmlns:a16="http://schemas.microsoft.com/office/drawing/2014/main" id="{54838750-18D3-4D35-9D26-FE6E2C831AA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34" name="3D Model 12433" descr="Sphere">
                                <a:extLst>
                                  <a:ext uri="{FF2B5EF4-FFF2-40B4-BE49-F238E27FC236}">
                                    <a16:creationId xmlns:a16="http://schemas.microsoft.com/office/drawing/2014/main" id="{12956886-58DA-46D4-AEC6-D38404ECA69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725252460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45" name="3D Model 544" descr="Sphere">
                                <a:extLst>
                                  <a:ext uri="{FF2B5EF4-FFF2-40B4-BE49-F238E27FC236}">
                                    <a16:creationId xmlns:a16="http://schemas.microsoft.com/office/drawing/2014/main" id="{226A18F8-2383-4285-9223-CF3CEC25C574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815073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377" name="Group 12376">
                          <a:extLst>
                            <a:ext uri="{FF2B5EF4-FFF2-40B4-BE49-F238E27FC236}">
                              <a16:creationId xmlns:a16="http://schemas.microsoft.com/office/drawing/2014/main" id="{DA02F318-43D3-4732-A1B2-C5F63D28B9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23911" y="2140429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2411" name="Flowchart: Connector 12410">
                            <a:extLst>
                              <a:ext uri="{FF2B5EF4-FFF2-40B4-BE49-F238E27FC236}">
                                <a16:creationId xmlns:a16="http://schemas.microsoft.com/office/drawing/2014/main" id="{FA59316E-997D-474A-9AD3-CF69D9D0A29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2" name="Flowchart: Connector 12411">
                            <a:extLst>
                              <a:ext uri="{FF2B5EF4-FFF2-40B4-BE49-F238E27FC236}">
                                <a16:creationId xmlns:a16="http://schemas.microsoft.com/office/drawing/2014/main" id="{57F2E69D-B0F8-4550-A8CC-A1F086AC653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3" name="Flowchart: Connector 12412">
                            <a:extLst>
                              <a:ext uri="{FF2B5EF4-FFF2-40B4-BE49-F238E27FC236}">
                                <a16:creationId xmlns:a16="http://schemas.microsoft.com/office/drawing/2014/main" id="{5E9C0F6C-F7AA-4723-805A-3D534D62E85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4" name="Flowchart: Connector 12413">
                            <a:extLst>
                              <a:ext uri="{FF2B5EF4-FFF2-40B4-BE49-F238E27FC236}">
                                <a16:creationId xmlns:a16="http://schemas.microsoft.com/office/drawing/2014/main" id="{A8D7005A-86BB-423A-AE5F-16693FA3B9B0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5" name="Flowchart: Connector 12414">
                            <a:extLst>
                              <a:ext uri="{FF2B5EF4-FFF2-40B4-BE49-F238E27FC236}">
                                <a16:creationId xmlns:a16="http://schemas.microsoft.com/office/drawing/2014/main" id="{D53FCD37-5FE3-41E9-8164-F7C3FDA9A9E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6" name="Flowchart: Connector 12415">
                            <a:extLst>
                              <a:ext uri="{FF2B5EF4-FFF2-40B4-BE49-F238E27FC236}">
                                <a16:creationId xmlns:a16="http://schemas.microsoft.com/office/drawing/2014/main" id="{E35FD823-DB74-4F52-8D95-3FE11B23BC91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7" name="Flowchart: Connector 12416">
                            <a:extLst>
                              <a:ext uri="{FF2B5EF4-FFF2-40B4-BE49-F238E27FC236}">
                                <a16:creationId xmlns:a16="http://schemas.microsoft.com/office/drawing/2014/main" id="{EC22F622-E89C-45C7-B238-02F63E2D861A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8" name="Flowchart: Connector 12417">
                            <a:extLst>
                              <a:ext uri="{FF2B5EF4-FFF2-40B4-BE49-F238E27FC236}">
                                <a16:creationId xmlns:a16="http://schemas.microsoft.com/office/drawing/2014/main" id="{D2D8DCBC-F804-4024-B67C-084961D6E508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19" name="Flowchart: Connector 12418">
                            <a:extLst>
                              <a:ext uri="{FF2B5EF4-FFF2-40B4-BE49-F238E27FC236}">
                                <a16:creationId xmlns:a16="http://schemas.microsoft.com/office/drawing/2014/main" id="{A7FC26D4-8125-4CB2-8BD2-1CE3369F230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20" name="3D Model 12419" descr="Sphere">
                                <a:extLst>
                                  <a:ext uri="{FF2B5EF4-FFF2-40B4-BE49-F238E27FC236}">
                                    <a16:creationId xmlns:a16="http://schemas.microsoft.com/office/drawing/2014/main" id="{BB57369C-7562-489B-ABE9-F46683D2BFF4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633106354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5" name="3D Model 554" descr="Sphere">
                                <a:extLst>
                                  <a:ext uri="{FF2B5EF4-FFF2-40B4-BE49-F238E27FC236}">
                                    <a16:creationId xmlns:a16="http://schemas.microsoft.com/office/drawing/2014/main" id="{B10B1F59-68DB-45EF-85AF-5C8351B14029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27973" y="3268571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21" name="Flowchart: Connector 12420">
                            <a:extLst>
                              <a:ext uri="{FF2B5EF4-FFF2-40B4-BE49-F238E27FC236}">
                                <a16:creationId xmlns:a16="http://schemas.microsoft.com/office/drawing/2014/main" id="{719201FC-7234-4816-A3D8-1DB4309A619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22" name="3D Model 12421" descr="Sphere">
                                <a:extLst>
                                  <a:ext uri="{FF2B5EF4-FFF2-40B4-BE49-F238E27FC236}">
                                    <a16:creationId xmlns:a16="http://schemas.microsoft.com/office/drawing/2014/main" id="{C7A2CED4-EC59-4897-809E-A3960AA242C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03750572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7" name="3D Model 556" descr="Sphere">
                                <a:extLst>
                                  <a:ext uri="{FF2B5EF4-FFF2-40B4-BE49-F238E27FC236}">
                                    <a16:creationId xmlns:a16="http://schemas.microsoft.com/office/drawing/2014/main" id="{A2534F90-63A2-4E00-9F6F-62444BCD921C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68743" y="3346553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23" name="Flowchart: Connector 12422">
                            <a:extLst>
                              <a:ext uri="{FF2B5EF4-FFF2-40B4-BE49-F238E27FC236}">
                                <a16:creationId xmlns:a16="http://schemas.microsoft.com/office/drawing/2014/main" id="{83286921-6EF0-4912-911F-03A8018F930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24" name="3D Model 12423" descr="Sphere">
                                <a:extLst>
                                  <a:ext uri="{FF2B5EF4-FFF2-40B4-BE49-F238E27FC236}">
                                    <a16:creationId xmlns:a16="http://schemas.microsoft.com/office/drawing/2014/main" id="{C84BBCB5-6F60-4E4B-867B-A4E791712953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875900926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59" name="3D Model 558" descr="Sphere">
                                <a:extLst>
                                  <a:ext uri="{FF2B5EF4-FFF2-40B4-BE49-F238E27FC236}">
                                    <a16:creationId xmlns:a16="http://schemas.microsoft.com/office/drawing/2014/main" id="{3144521F-B4C2-4106-B2F3-D31F5890AAB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13239" y="3408352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25" name="Flowchart: Connector 12424">
                            <a:extLst>
                              <a:ext uri="{FF2B5EF4-FFF2-40B4-BE49-F238E27FC236}">
                                <a16:creationId xmlns:a16="http://schemas.microsoft.com/office/drawing/2014/main" id="{D2CF417C-F935-444C-BE8B-AC7666D7277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26" name="3D Model 12425" descr="Sphere">
                                <a:extLst>
                                  <a:ext uri="{FF2B5EF4-FFF2-40B4-BE49-F238E27FC236}">
                                    <a16:creationId xmlns:a16="http://schemas.microsoft.com/office/drawing/2014/main" id="{2BBF446F-6F74-42B2-BAB3-7AE518148E5C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878005588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61" name="3D Model 560" descr="Sphere">
                                <a:extLst>
                                  <a:ext uri="{FF2B5EF4-FFF2-40B4-BE49-F238E27FC236}">
                                    <a16:creationId xmlns:a16="http://schemas.microsoft.com/office/drawing/2014/main" id="{81B1584C-E839-495C-A926-920C4CB7DA9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81657" y="3495391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grpSp>
                      <p:nvGrpSpPr>
                        <p:cNvPr id="12378" name="Group 12377">
                          <a:extLst>
                            <a:ext uri="{FF2B5EF4-FFF2-40B4-BE49-F238E27FC236}">
                              <a16:creationId xmlns:a16="http://schemas.microsoft.com/office/drawing/2014/main" id="{2590F1FC-F977-484F-9E6E-937BA9C9A0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14232" y="1823526"/>
                          <a:ext cx="1064718" cy="637179"/>
                          <a:chOff x="3717189" y="1719497"/>
                          <a:chExt cx="1064718" cy="637179"/>
                        </a:xfrm>
                      </p:grpSpPr>
                      <p:sp>
                        <p:nvSpPr>
                          <p:cNvPr id="12395" name="Flowchart: Connector 12394">
                            <a:extLst>
                              <a:ext uri="{FF2B5EF4-FFF2-40B4-BE49-F238E27FC236}">
                                <a16:creationId xmlns:a16="http://schemas.microsoft.com/office/drawing/2014/main" id="{0631A489-4B0F-480B-B43C-4FD85540F6CF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15437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96" name="Flowchart: Connector 12395">
                            <a:extLst>
                              <a:ext uri="{FF2B5EF4-FFF2-40B4-BE49-F238E27FC236}">
                                <a16:creationId xmlns:a16="http://schemas.microsoft.com/office/drawing/2014/main" id="{E218FE67-CCEA-4038-AAC0-B62CFAB121D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690102" y="2001983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97" name="Flowchart: Connector 12396">
                            <a:extLst>
                              <a:ext uri="{FF2B5EF4-FFF2-40B4-BE49-F238E27FC236}">
                                <a16:creationId xmlns:a16="http://schemas.microsoft.com/office/drawing/2014/main" id="{725607D0-83F7-4726-BF0D-A0AF2E116A7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833585" y="1998052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98" name="Flowchart: Connector 12397">
                            <a:extLst>
                              <a:ext uri="{FF2B5EF4-FFF2-40B4-BE49-F238E27FC236}">
                                <a16:creationId xmlns:a16="http://schemas.microsoft.com/office/drawing/2014/main" id="{BC94F56A-D239-47D4-BBAD-9A0945AD726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3876577" y="196999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399" name="Flowchart: Connector 12398">
                            <a:extLst>
                              <a:ext uri="{FF2B5EF4-FFF2-40B4-BE49-F238E27FC236}">
                                <a16:creationId xmlns:a16="http://schemas.microsoft.com/office/drawing/2014/main" id="{5E8DC0CC-D410-4C00-8572-0B30EC03DE4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065288" y="206237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00" name="Flowchart: Connector 12399">
                            <a:extLst>
                              <a:ext uri="{FF2B5EF4-FFF2-40B4-BE49-F238E27FC236}">
                                <a16:creationId xmlns:a16="http://schemas.microsoft.com/office/drawing/2014/main" id="{99D6E70F-7060-4020-88E5-1A193D2DF1A6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120956" y="2053208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01" name="Flowchart: Connector 12400">
                            <a:extLst>
                              <a:ext uri="{FF2B5EF4-FFF2-40B4-BE49-F238E27FC236}">
                                <a16:creationId xmlns:a16="http://schemas.microsoft.com/office/drawing/2014/main" id="{0BFAFB97-5C10-4DF9-AF47-EC16F9983DC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309784" y="2139196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02" name="Flowchart: Connector 12401">
                            <a:extLst>
                              <a:ext uri="{FF2B5EF4-FFF2-40B4-BE49-F238E27FC236}">
                                <a16:creationId xmlns:a16="http://schemas.microsoft.com/office/drawing/2014/main" id="{D5D4219C-4552-4B1D-B909-CABB66D972F3}"/>
                              </a:ext>
                            </a:extLst>
                          </p:cNvPr>
                          <p:cNvSpPr>
                            <a:spLocks noChangeAspect="1"/>
                          </p:cNvSpPr>
                          <p:nvPr/>
                        </p:nvSpPr>
                        <p:spPr>
                          <a:xfrm>
                            <a:off x="4381325" y="2140676"/>
                            <a:ext cx="211859" cy="216000"/>
                          </a:xfrm>
                          <a:prstGeom prst="flowChartConnector">
                            <a:avLst/>
                          </a:prstGeom>
                          <a:solidFill>
                            <a:srgbClr val="00FFFF"/>
                          </a:solidFill>
                          <a:ln>
                            <a:solidFill>
                              <a:srgbClr val="00FF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p:sp>
                        <p:nvSpPr>
                          <p:cNvPr id="12403" name="Flowchart: Connector 12402">
                            <a:extLst>
                              <a:ext uri="{FF2B5EF4-FFF2-40B4-BE49-F238E27FC236}">
                                <a16:creationId xmlns:a16="http://schemas.microsoft.com/office/drawing/2014/main" id="{73366C68-789C-476B-AF55-93A83C1C0CB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574683" y="2222408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04" name="3D Model 12403" descr="Sphere">
                                <a:extLst>
                                  <a:ext uri="{FF2B5EF4-FFF2-40B4-BE49-F238E27FC236}">
                                    <a16:creationId xmlns:a16="http://schemas.microsoft.com/office/drawing/2014/main" id="{B04F0FEA-A28C-4E87-A6CF-2FE9295D22F6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542253955"/>
                                  </p:ext>
                                </p:extLst>
                              </p:nvPr>
                            </p:nvGraphicFramePr>
                            <p:xfrm>
                              <a:off x="3717189" y="1719497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1" name="3D Model 570" descr="Sphere">
                                <a:extLst>
                                  <a:ext uri="{FF2B5EF4-FFF2-40B4-BE49-F238E27FC236}">
                                    <a16:creationId xmlns:a16="http://schemas.microsoft.com/office/drawing/2014/main" id="{431CAFD4-B5D8-40F0-860A-3D38F1F2E4D1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318294" y="2951668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05" name="Flowchart: Connector 12404">
                            <a:extLst>
                              <a:ext uri="{FF2B5EF4-FFF2-40B4-BE49-F238E27FC236}">
                                <a16:creationId xmlns:a16="http://schemas.microsoft.com/office/drawing/2014/main" id="{B37E010F-61B5-4C67-AA4C-332AA5533DFD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3938658" y="1871027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 dirty="0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06" name="3D Model 12405" descr="Sphere">
                                <a:extLst>
                                  <a:ext uri="{FF2B5EF4-FFF2-40B4-BE49-F238E27FC236}">
                                    <a16:creationId xmlns:a16="http://schemas.microsoft.com/office/drawing/2014/main" id="{8B235373-8DF1-40B7-A0AD-BC3FC8154598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4125989877"/>
                                  </p:ext>
                                </p:extLst>
                              </p:nvPr>
                            </p:nvGraphicFramePr>
                            <p:xfrm>
                              <a:off x="3957959" y="1797479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3" name="3D Model 572" descr="Sphere">
                                <a:extLst>
                                  <a:ext uri="{FF2B5EF4-FFF2-40B4-BE49-F238E27FC236}">
                                    <a16:creationId xmlns:a16="http://schemas.microsoft.com/office/drawing/2014/main" id="{D6220843-76D7-4B68-A4C7-3C63A7751E1F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559064" y="3029650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07" name="Flowchart: Connector 12406">
                            <a:extLst>
                              <a:ext uri="{FF2B5EF4-FFF2-40B4-BE49-F238E27FC236}">
                                <a16:creationId xmlns:a16="http://schemas.microsoft.com/office/drawing/2014/main" id="{9DF365B9-12A2-4E2F-AE42-BBC44018B18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177837" y="1940159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08" name="3D Model 12407" descr="Sphere">
                                <a:extLst>
                                  <a:ext uri="{FF2B5EF4-FFF2-40B4-BE49-F238E27FC236}">
                                    <a16:creationId xmlns:a16="http://schemas.microsoft.com/office/drawing/2014/main" id="{46F8043D-9A05-4B0C-83ED-7243A7E4EAAA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1875616892"/>
                                  </p:ext>
                                </p:extLst>
                              </p:nvPr>
                            </p:nvGraphicFramePr>
                            <p:xfrm>
                              <a:off x="4202455" y="1859278"/>
                              <a:ext cx="306464" cy="32759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7055" cy="64300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6465115" ay="2901164" az="-4008504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2"/>
                                  </am3d:raster>
                                  <am3d:objViewport viewportSz="72293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5" name="3D Model 574" descr="Sphere">
                                <a:extLst>
                                  <a:ext uri="{FF2B5EF4-FFF2-40B4-BE49-F238E27FC236}">
                                    <a16:creationId xmlns:a16="http://schemas.microsoft.com/office/drawing/2014/main" id="{A31C2113-6FBF-4DA7-9B5E-8D9B60E9FEAB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2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2803560" y="3091449"/>
                                <a:ext cx="306464" cy="32759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  <p:sp>
                        <p:nvSpPr>
                          <p:cNvPr id="12409" name="Flowchart: Connector 12408">
                            <a:extLst>
                              <a:ext uri="{FF2B5EF4-FFF2-40B4-BE49-F238E27FC236}">
                                <a16:creationId xmlns:a16="http://schemas.microsoft.com/office/drawing/2014/main" id="{FE3FD51F-525D-4C9D-ADD1-D2A795B8F66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>
                          <a:xfrm>
                            <a:off x="4441353" y="2022774"/>
                            <a:ext cx="91805" cy="93600"/>
                          </a:xfrm>
                          <a:prstGeom prst="flowChartConnector">
                            <a:avLst/>
                          </a:prstGeom>
                          <a:solidFill>
                            <a:srgbClr val="FF66FF"/>
                          </a:solidFill>
                          <a:ln>
                            <a:solidFill>
                              <a:srgbClr val="FF66FF"/>
                            </a:solidFill>
                          </a:ln>
                          <a:scene3d>
                            <a:camera prst="orthographicFront"/>
                            <a:lightRig rig="threePt" dir="t"/>
                          </a:scene3d>
                          <a:sp3d>
                            <a:bevelT/>
                          </a:sp3d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IN" b="1"/>
                          </a:p>
                        </p:txBody>
                      </p:sp>
                      <mc:AlternateContent xmlns:mc="http://schemas.openxmlformats.org/markup-compatibility/2006" xmlns:am3d="http://schemas.microsoft.com/office/drawing/2017/model3d">
                        <mc:Choice Requires="am3d">
                          <p:graphicFrame>
                            <p:nvGraphicFramePr>
                              <p:cNvPr id="12410" name="3D Model 12409" descr="Sphere">
                                <a:extLst>
                                  <a:ext uri="{FF2B5EF4-FFF2-40B4-BE49-F238E27FC236}">
                                    <a16:creationId xmlns:a16="http://schemas.microsoft.com/office/drawing/2014/main" id="{8C11C462-97E1-419E-A63E-1395ACF4C012}"/>
                                  </a:ext>
                                </a:extLst>
                              </p:cNvPr>
                              <p:cNvGraphicFramePr>
                                <a:graphicFrameLocks noChangeAspect="1"/>
                              </p:cNvGraphicFramePr>
                              <p:nvPr>
                                <p:extLst>
                                  <p:ext uri="{D42A27DB-BD31-4B8C-83A1-F6EECF244321}">
                                    <p14:modId xmlns:p14="http://schemas.microsoft.com/office/powerpoint/2010/main" val="3080636226"/>
                                  </p:ext>
                                </p:extLst>
                              </p:nvPr>
                            </p:nvGraphicFramePr>
                            <p:xfrm>
                              <a:off x="4470873" y="1946317"/>
                              <a:ext cx="293860" cy="312819"/>
                            </p:xfrm>
                            <a:graphic>
                              <a:graphicData uri="http://schemas.microsoft.com/office/drawing/2017/model3d">
                                <am3d:model3d r:embed="rId2">
                                  <am3d:spPr>
                                    <a:xfrm>
                                      <a:off x="0" y="0"/>
                                      <a:ext cx="64297" cy="61399"/>
                                    </a:xfrm>
                                    <a:prstGeom prst="rect">
                                      <a:avLst/>
                                    </a:prstGeom>
                                  </am3d:spPr>
                                  <am3d:camera>
                                    <am3d:pos x="0" y="0" z="81469184"/>
                                    <am3d:up dx="0" dy="36000000" dz="0"/>
                                    <am3d:lookAt x="0" y="0" z="0"/>
                                    <am3d:perspective fov="2700000"/>
                                  </am3d:camera>
                                  <am3d:trans>
                                    <am3d:meterPerModelUnit n="7143146" d="1000000"/>
                                    <am3d:preTrans dx="-2" dy="-18000000" dz="3"/>
                                    <am3d:scale>
                                      <am3d:sx n="1000000" d="1000000"/>
                                      <am3d:sy n="1000000" d="1000000"/>
                                      <am3d:sz n="1000000" d="1000000"/>
                                    </am3d:scale>
                                    <am3d:rot ax="8329655" ay="3593320" az="-2226581"/>
                                    <am3d:postTrans dx="0" dy="0" dz="0"/>
                                  </am3d:trans>
                                  <am3d:attrSrcUrl r:id="rId3"/>
                                  <am3d:raster rName="Office3DRenderer" rVer="16.0.8326">
                                    <am3d:blip r:embed="rId33"/>
                                  </am3d:raster>
                                  <am3d:objViewport viewportSz="66659"/>
                                  <am3d:ambientLight>
                                    <am3d:clr>
                                      <a:scrgbClr r="50000" g="50000" b="50000"/>
                                    </am3d:clr>
                                    <am3d:illuminance n="500000" d="1000000"/>
                                  </am3d:ambientLight>
                                  <am3d:ptLight rad="0">
                                    <am3d:clr>
                                      <a:scrgbClr r="100000" g="75000" b="50000"/>
                                    </am3d:clr>
                                    <am3d:intensity n="9765625" d="1000000"/>
                                    <am3d:pos x="21959998" y="70920001" z="16344003"/>
                                  </am3d:ptLight>
                                  <am3d:ptLight rad="0">
                                    <am3d:clr>
                                      <a:scrgbClr r="40000" g="60000" b="95000"/>
                                    </am3d:clr>
                                    <am3d:intensity n="12250000" d="1000000"/>
                                    <am3d:pos x="-37964106" y="51130435" z="57631972"/>
                                  </am3d:ptLight>
                                  <am3d:ptLight rad="0">
                                    <am3d:clr>
                                      <a:scrgbClr r="86837" g="72700" b="100000"/>
                                    </am3d:clr>
                                    <am3d:intensity n="3125000" d="1000000"/>
                                    <am3d:pos x="-37739122" y="58056624" z="-34769649"/>
                                  </am3d:ptLight>
                                </am3d:model3d>
                              </a:graphicData>
                            </a:graphic>
                          </p:graphicFrame>
                        </mc:Choice>
                        <mc:Fallback xmlns="">
                          <p:pic>
                            <p:nvPicPr>
                              <p:cNvPr id="577" name="3D Model 576" descr="Sphere">
                                <a:extLst>
                                  <a:ext uri="{FF2B5EF4-FFF2-40B4-BE49-F238E27FC236}">
                                    <a16:creationId xmlns:a16="http://schemas.microsoft.com/office/drawing/2014/main" id="{69CA7D75-9569-459B-AA3F-BFD6D15B2576}"/>
                                  </a:ext>
                                </a:extLst>
                              </p:cNvPr>
                              <p:cNvPicPr>
                                <a:picLocks noGrp="1" noRot="1" noChangeAspect="1" noMove="1" noResize="1" noEditPoints="1" noAdjustHandles="1" noChangeArrowheads="1" noChangeShapeType="1" noCrop="1"/>
                              </p:cNvPicPr>
                              <p:nvPr/>
                            </p:nvPicPr>
                            <p:blipFill>
                              <a:blip r:embed="rId24"/>
                              <a:stretch>
                                <a:fillRect/>
                              </a:stretch>
                            </p:blipFill>
                            <p:spPr>
                              <a:xfrm>
                                <a:off x="3071978" y="3178488"/>
                                <a:ext cx="293860" cy="312819"/>
                              </a:xfrm>
                              <a:prstGeom prst="rect">
                                <a:avLst/>
                              </a:prstGeom>
                            </p:spPr>
                          </p:pic>
                        </mc:Fallback>
                      </mc:AlternateContent>
                    </p:grpSp>
                    <p:sp>
                      <p:nvSpPr>
                        <p:cNvPr id="12379" name="Flowchart: Connector 12378">
                          <a:extLst>
                            <a:ext uri="{FF2B5EF4-FFF2-40B4-BE49-F238E27FC236}">
                              <a16:creationId xmlns:a16="http://schemas.microsoft.com/office/drawing/2014/main" id="{A7952765-8134-4EBC-9863-E5DC0078654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22159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80" name="Flowchart: Connector 12379">
                          <a:extLst>
                            <a:ext uri="{FF2B5EF4-FFF2-40B4-BE49-F238E27FC236}">
                              <a16:creationId xmlns:a16="http://schemas.microsoft.com/office/drawing/2014/main" id="{77080855-5A27-46BD-8C21-A4684D0E77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096824" y="178425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81" name="Flowchart: Connector 12380">
                          <a:extLst>
                            <a:ext uri="{FF2B5EF4-FFF2-40B4-BE49-F238E27FC236}">
                              <a16:creationId xmlns:a16="http://schemas.microsoft.com/office/drawing/2014/main" id="{801AF172-9B5B-4A66-A31E-17C3296CDB1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240307" y="1780325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82" name="Flowchart: Connector 12381">
                          <a:extLst>
                            <a:ext uri="{FF2B5EF4-FFF2-40B4-BE49-F238E27FC236}">
                              <a16:creationId xmlns:a16="http://schemas.microsoft.com/office/drawing/2014/main" id="{99FFF1E2-C096-4029-B2CF-CDF2029D0BB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283299" y="175226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83" name="Flowchart: Connector 12382">
                          <a:extLst>
                            <a:ext uri="{FF2B5EF4-FFF2-40B4-BE49-F238E27FC236}">
                              <a16:creationId xmlns:a16="http://schemas.microsoft.com/office/drawing/2014/main" id="{77CF2C9C-4921-49B4-9419-80727764156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472010" y="184465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84" name="Flowchart: Connector 12383">
                          <a:extLst>
                            <a:ext uri="{FF2B5EF4-FFF2-40B4-BE49-F238E27FC236}">
                              <a16:creationId xmlns:a16="http://schemas.microsoft.com/office/drawing/2014/main" id="{64D4826B-8364-4405-B069-F769486A864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527678" y="1835481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85" name="Flowchart: Connector 12384">
                          <a:extLst>
                            <a:ext uri="{FF2B5EF4-FFF2-40B4-BE49-F238E27FC236}">
                              <a16:creationId xmlns:a16="http://schemas.microsoft.com/office/drawing/2014/main" id="{F2D53BA0-8580-4118-9666-9EFD96ABB41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716506" y="192146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86" name="Flowchart: Connector 12385">
                          <a:extLst>
                            <a:ext uri="{FF2B5EF4-FFF2-40B4-BE49-F238E27FC236}">
                              <a16:creationId xmlns:a16="http://schemas.microsoft.com/office/drawing/2014/main" id="{D1CEEBB6-570D-460D-9AB4-A83D61193D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2788047" y="1922949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87" name="Flowchart: Connector 12386">
                          <a:extLst>
                            <a:ext uri="{FF2B5EF4-FFF2-40B4-BE49-F238E27FC236}">
                              <a16:creationId xmlns:a16="http://schemas.microsoft.com/office/drawing/2014/main" id="{A0329407-03C5-4465-9F15-2C5A520CD75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981405" y="2004681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88" name="3D Model 12387" descr="Sphere">
                              <a:extLst>
                                <a:ext uri="{FF2B5EF4-FFF2-40B4-BE49-F238E27FC236}">
                                  <a16:creationId xmlns:a16="http://schemas.microsoft.com/office/drawing/2014/main" id="{21E367A1-E642-4091-AE6B-CE18A19DC546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708121325"/>
                                </p:ext>
                              </p:extLst>
                            </p:nvPr>
                          </p:nvGraphicFramePr>
                          <p:xfrm>
                            <a:off x="2127272" y="1515698"/>
                            <a:ext cx="299738" cy="29973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3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6" name="3D Model 95" descr="Sphere">
                              <a:extLst>
                                <a:ext uri="{FF2B5EF4-FFF2-40B4-BE49-F238E27FC236}">
                                  <a16:creationId xmlns:a16="http://schemas.microsoft.com/office/drawing/2014/main" id="{1B8D53DB-0EDE-4E92-901B-0D632DE7C42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733217" y="1799999"/>
                              <a:ext cx="299738" cy="29973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389" name="Flowchart: Connector 12388">
                          <a:extLst>
                            <a:ext uri="{FF2B5EF4-FFF2-40B4-BE49-F238E27FC236}">
                              <a16:creationId xmlns:a16="http://schemas.microsoft.com/office/drawing/2014/main" id="{61684CB8-4074-441F-BE76-B12220706D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345380" y="1653300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90" name="3D Model 12389" descr="Sphere">
                              <a:extLst>
                                <a:ext uri="{FF2B5EF4-FFF2-40B4-BE49-F238E27FC236}">
                                  <a16:creationId xmlns:a16="http://schemas.microsoft.com/office/drawing/2014/main" id="{AF340E67-EACC-44D2-97F0-B3F97D6F7CC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473758717"/>
                                </p:ext>
                              </p:extLst>
                            </p:nvPr>
                          </p:nvGraphicFramePr>
                          <p:xfrm>
                            <a:off x="2364681" y="1579752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98" name="3D Model 97" descr="Sphere">
                              <a:extLst>
                                <a:ext uri="{FF2B5EF4-FFF2-40B4-BE49-F238E27FC236}">
                                  <a16:creationId xmlns:a16="http://schemas.microsoft.com/office/drawing/2014/main" id="{887C411F-00D1-4C4A-B424-801E40D4045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970626" y="18640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391" name="Flowchart: Connector 12390">
                          <a:extLst>
                            <a:ext uri="{FF2B5EF4-FFF2-40B4-BE49-F238E27FC236}">
                              <a16:creationId xmlns:a16="http://schemas.microsoft.com/office/drawing/2014/main" id="{FFFA7172-0487-469A-A9FD-8FC35DA819F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586940" y="172243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92" name="3D Model 12391" descr="Sphere">
                              <a:extLst>
                                <a:ext uri="{FF2B5EF4-FFF2-40B4-BE49-F238E27FC236}">
                                  <a16:creationId xmlns:a16="http://schemas.microsoft.com/office/drawing/2014/main" id="{A7BDB0E6-E189-4BA0-8846-8B579445CA8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610703056"/>
                                </p:ext>
                              </p:extLst>
                            </p:nvPr>
                          </p:nvGraphicFramePr>
                          <p:xfrm>
                            <a:off x="2609177" y="164853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0" name="3D Model 99" descr="Sphere">
                              <a:extLst>
                                <a:ext uri="{FF2B5EF4-FFF2-40B4-BE49-F238E27FC236}">
                                  <a16:creationId xmlns:a16="http://schemas.microsoft.com/office/drawing/2014/main" id="{E74ABACD-B6F6-4A10-BA6B-DC3797D731B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215122" y="193283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393" name="Flowchart: Connector 12392">
                          <a:extLst>
                            <a:ext uri="{FF2B5EF4-FFF2-40B4-BE49-F238E27FC236}">
                              <a16:creationId xmlns:a16="http://schemas.microsoft.com/office/drawing/2014/main" id="{CDB40B29-1B32-4076-BA78-A3AD9F88D71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2848075" y="180504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94" name="3D Model 12393" descr="Sphere">
                              <a:extLst>
                                <a:ext uri="{FF2B5EF4-FFF2-40B4-BE49-F238E27FC236}">
                                  <a16:creationId xmlns:a16="http://schemas.microsoft.com/office/drawing/2014/main" id="{2A3FA447-3054-4770-A9B5-42199E526D38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33367294"/>
                                </p:ext>
                              </p:extLst>
                            </p:nvPr>
                          </p:nvGraphicFramePr>
                          <p:xfrm>
                            <a:off x="2877595" y="1728590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102" name="3D Model 101" descr="Sphere">
                              <a:extLst>
                                <a:ext uri="{FF2B5EF4-FFF2-40B4-BE49-F238E27FC236}">
                                  <a16:creationId xmlns:a16="http://schemas.microsoft.com/office/drawing/2014/main" id="{07D24548-0104-418F-ABB7-E46E7BA8A92A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483540" y="20128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</p:grpSp>
                <p:sp>
                  <p:nvSpPr>
                    <p:cNvPr id="12306" name="Flowchart: Connector 12305">
                      <a:extLst>
                        <a:ext uri="{FF2B5EF4-FFF2-40B4-BE49-F238E27FC236}">
                          <a16:creationId xmlns:a16="http://schemas.microsoft.com/office/drawing/2014/main" id="{63FB7B0A-5AD6-4DED-988E-EF4ACB937DC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706374" y="213847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307" name="Flowchart: Connector 12306">
                      <a:extLst>
                        <a:ext uri="{FF2B5EF4-FFF2-40B4-BE49-F238E27FC236}">
                          <a16:creationId xmlns:a16="http://schemas.microsoft.com/office/drawing/2014/main" id="{DE91CF8A-0799-4468-B01A-0149861BF41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886236" y="22322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308" name="Flowchart: Connector 12307">
                      <a:extLst>
                        <a:ext uri="{FF2B5EF4-FFF2-40B4-BE49-F238E27FC236}">
                          <a16:creationId xmlns:a16="http://schemas.microsoft.com/office/drawing/2014/main" id="{6134279B-8350-4085-BFD9-C8C4BAE9DE2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952806" y="2225497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309" name="Flowchart: Connector 12308">
                      <a:extLst>
                        <a:ext uri="{FF2B5EF4-FFF2-40B4-BE49-F238E27FC236}">
                          <a16:creationId xmlns:a16="http://schemas.microsoft.com/office/drawing/2014/main" id="{0BD18FF0-712D-489C-BA88-C8403A49673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0272" y="2504090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310" name="Flowchart: Connector 12309">
                      <a:extLst>
                        <a:ext uri="{FF2B5EF4-FFF2-40B4-BE49-F238E27FC236}">
                          <a16:creationId xmlns:a16="http://schemas.microsoft.com/office/drawing/2014/main" id="{A38186BD-C0A0-47A6-B9E2-621791C6A22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20633" y="2830105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311" name="Flowchart: Connector 12310">
                      <a:extLst>
                        <a:ext uri="{FF2B5EF4-FFF2-40B4-BE49-F238E27FC236}">
                          <a16:creationId xmlns:a16="http://schemas.microsoft.com/office/drawing/2014/main" id="{54B53118-E11C-47A7-9B9D-46EA7F7A4A6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129128" y="231321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p:sp>
                  <p:nvSpPr>
                    <p:cNvPr id="12312" name="Flowchart: Connector 12311">
                      <a:extLst>
                        <a:ext uri="{FF2B5EF4-FFF2-40B4-BE49-F238E27FC236}">
                          <a16:creationId xmlns:a16="http://schemas.microsoft.com/office/drawing/2014/main" id="{9566899E-2001-49B1-897B-19177BADEBD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211385" y="230237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313" name="Flowchart: Connector 12312">
                      <a:extLst>
                        <a:ext uri="{FF2B5EF4-FFF2-40B4-BE49-F238E27FC236}">
                          <a16:creationId xmlns:a16="http://schemas.microsoft.com/office/drawing/2014/main" id="{9AB24C48-A2F3-44F3-93B8-DDB19CE9735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331097" y="314849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grpSp>
                  <p:nvGrpSpPr>
                    <p:cNvPr id="12314" name="Group 12313">
                      <a:extLst>
                        <a:ext uri="{FF2B5EF4-FFF2-40B4-BE49-F238E27FC236}">
                          <a16:creationId xmlns:a16="http://schemas.microsoft.com/office/drawing/2014/main" id="{B6BBD9D3-EC09-4576-A9BC-43315CC319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511" y="2127869"/>
                      <a:ext cx="1073693" cy="1496391"/>
                      <a:chOff x="2114936" y="1503359"/>
                      <a:chExt cx="1073693" cy="1496391"/>
                    </a:xfrm>
                  </p:grpSpPr>
                  <p:grpSp>
                    <p:nvGrpSpPr>
                      <p:cNvPr id="12315" name="Group 12314">
                        <a:extLst>
                          <a:ext uri="{FF2B5EF4-FFF2-40B4-BE49-F238E27FC236}">
                            <a16:creationId xmlns:a16="http://schemas.microsoft.com/office/drawing/2014/main" id="{AA90BC33-A0F8-4891-999A-7D494ED18D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7974" y="2474038"/>
                        <a:ext cx="1060655" cy="525712"/>
                        <a:chOff x="3721252" y="1733424"/>
                        <a:chExt cx="1060655" cy="525712"/>
                      </a:xfrm>
                    </p:grpSpPr>
                    <p:sp>
                      <p:nvSpPr>
                        <p:cNvPr id="12366" name="Flowchart: Connector 12365">
                          <a:extLst>
                            <a:ext uri="{FF2B5EF4-FFF2-40B4-BE49-F238E27FC236}">
                              <a16:creationId xmlns:a16="http://schemas.microsoft.com/office/drawing/2014/main" id="{7368541B-B147-4419-BC06-4546BF96D07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67" name="3D Model 12366" descr="Sphere">
                              <a:extLst>
                                <a:ext uri="{FF2B5EF4-FFF2-40B4-BE49-F238E27FC236}">
                                  <a16:creationId xmlns:a16="http://schemas.microsoft.com/office/drawing/2014/main" id="{A2B18C8C-85A5-46CC-B02A-3D9308BA653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64988328"/>
                                </p:ext>
                              </p:extLst>
                            </p:nvPr>
                          </p:nvGraphicFramePr>
                          <p:xfrm>
                            <a:off x="3721252" y="1733424"/>
                            <a:ext cx="299739" cy="299738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5584" cy="58832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4"/>
                                </am3d:raster>
                                <am3d:objViewport viewportSz="66145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75" name="3D Model 74" descr="Sphere">
                              <a:extLst>
                                <a:ext uri="{FF2B5EF4-FFF2-40B4-BE49-F238E27FC236}">
                                  <a16:creationId xmlns:a16="http://schemas.microsoft.com/office/drawing/2014/main" id="{EDD495A5-3E84-4559-BA09-7154A73066E2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7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3919" y="2903288"/>
                              <a:ext cx="299739" cy="299738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368" name="Flowchart: Connector 12367">
                          <a:extLst>
                            <a:ext uri="{FF2B5EF4-FFF2-40B4-BE49-F238E27FC236}">
                              <a16:creationId xmlns:a16="http://schemas.microsoft.com/office/drawing/2014/main" id="{B67BA86B-97AA-467D-91E3-AF040B5F0A4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69" name="3D Model 12368" descr="Sphere">
                              <a:extLst>
                                <a:ext uri="{FF2B5EF4-FFF2-40B4-BE49-F238E27FC236}">
                                  <a16:creationId xmlns:a16="http://schemas.microsoft.com/office/drawing/2014/main" id="{7FE997B8-1CA7-4929-B5C1-1597B973B8A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1504176171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1" name="3D Model 540" descr="Sphere">
                              <a:extLst>
                                <a:ext uri="{FF2B5EF4-FFF2-40B4-BE49-F238E27FC236}">
                                  <a16:creationId xmlns:a16="http://schemas.microsoft.com/office/drawing/2014/main" id="{AB17CB10-4F93-4434-BA14-50AFAFF49467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666235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370" name="Flowchart: Connector 12369">
                          <a:extLst>
                            <a:ext uri="{FF2B5EF4-FFF2-40B4-BE49-F238E27FC236}">
                              <a16:creationId xmlns:a16="http://schemas.microsoft.com/office/drawing/2014/main" id="{FDC83724-AC26-42EF-8154-8EBD5FA8293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71" name="3D Model 12370" descr="Sphere">
                              <a:extLst>
                                <a:ext uri="{FF2B5EF4-FFF2-40B4-BE49-F238E27FC236}">
                                  <a16:creationId xmlns:a16="http://schemas.microsoft.com/office/drawing/2014/main" id="{E5268F2F-53BB-4268-996C-9B68406EAF57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377123290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3" name="3D Model 542" descr="Sphere">
                              <a:extLst>
                                <a:ext uri="{FF2B5EF4-FFF2-40B4-BE49-F238E27FC236}">
                                  <a16:creationId xmlns:a16="http://schemas.microsoft.com/office/drawing/2014/main" id="{503D28F6-C92A-40B9-96B8-4050B0C4C9A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728034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372" name="Flowchart: Connector 12371">
                          <a:extLst>
                            <a:ext uri="{FF2B5EF4-FFF2-40B4-BE49-F238E27FC236}">
                              <a16:creationId xmlns:a16="http://schemas.microsoft.com/office/drawing/2014/main" id="{2AEBBB84-34FC-4AAA-883E-4F0C22CE08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73" name="3D Model 12372" descr="Sphere">
                              <a:extLst>
                                <a:ext uri="{FF2B5EF4-FFF2-40B4-BE49-F238E27FC236}">
                                  <a16:creationId xmlns:a16="http://schemas.microsoft.com/office/drawing/2014/main" id="{4B14CFF5-BD4E-4916-8CF6-0043BBEEBCB9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55641896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45" name="3D Model 544" descr="Sphere">
                              <a:extLst>
                                <a:ext uri="{FF2B5EF4-FFF2-40B4-BE49-F238E27FC236}">
                                  <a16:creationId xmlns:a16="http://schemas.microsoft.com/office/drawing/2014/main" id="{226A18F8-2383-4285-9223-CF3CEC25C574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815073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2316" name="Group 12315">
                        <a:extLst>
                          <a:ext uri="{FF2B5EF4-FFF2-40B4-BE49-F238E27FC236}">
                            <a16:creationId xmlns:a16="http://schemas.microsoft.com/office/drawing/2014/main" id="{02936E4B-CA8C-4A1F-AB64-3657A2A752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24615" y="2140429"/>
                        <a:ext cx="1064014" cy="637179"/>
                        <a:chOff x="3717893" y="1719497"/>
                        <a:chExt cx="1064014" cy="637179"/>
                      </a:xfrm>
                    </p:grpSpPr>
                    <p:sp>
                      <p:nvSpPr>
                        <p:cNvPr id="12350" name="Flowchart: Connector 12349">
                          <a:extLst>
                            <a:ext uri="{FF2B5EF4-FFF2-40B4-BE49-F238E27FC236}">
                              <a16:creationId xmlns:a16="http://schemas.microsoft.com/office/drawing/2014/main" id="{D3E70163-B8B3-4AB8-9F27-0CA7759E912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51" name="Flowchart: Connector 12350">
                          <a:extLst>
                            <a:ext uri="{FF2B5EF4-FFF2-40B4-BE49-F238E27FC236}">
                              <a16:creationId xmlns:a16="http://schemas.microsoft.com/office/drawing/2014/main" id="{348EA026-B983-4BF8-B7D8-9EBFD499D32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52" name="Flowchart: Connector 12351">
                          <a:extLst>
                            <a:ext uri="{FF2B5EF4-FFF2-40B4-BE49-F238E27FC236}">
                              <a16:creationId xmlns:a16="http://schemas.microsoft.com/office/drawing/2014/main" id="{328C7885-5A15-4D86-9B98-89F2718FAC8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53" name="Flowchart: Connector 12352">
                          <a:extLst>
                            <a:ext uri="{FF2B5EF4-FFF2-40B4-BE49-F238E27FC236}">
                              <a16:creationId xmlns:a16="http://schemas.microsoft.com/office/drawing/2014/main" id="{EF877D8D-A004-4A90-8D27-5D0FCD66655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54" name="Flowchart: Connector 12353">
                          <a:extLst>
                            <a:ext uri="{FF2B5EF4-FFF2-40B4-BE49-F238E27FC236}">
                              <a16:creationId xmlns:a16="http://schemas.microsoft.com/office/drawing/2014/main" id="{0816CE0B-8ED6-4B45-97F1-2EA2C691A3D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55" name="Flowchart: Connector 12354">
                          <a:extLst>
                            <a:ext uri="{FF2B5EF4-FFF2-40B4-BE49-F238E27FC236}">
                              <a16:creationId xmlns:a16="http://schemas.microsoft.com/office/drawing/2014/main" id="{F2C9190B-DB24-4CE7-91B5-D3DB5B471D62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56" name="Flowchart: Connector 12355">
                          <a:extLst>
                            <a:ext uri="{FF2B5EF4-FFF2-40B4-BE49-F238E27FC236}">
                              <a16:creationId xmlns:a16="http://schemas.microsoft.com/office/drawing/2014/main" id="{A631D02D-CB4A-41AD-8096-2EBE39601AC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57" name="Flowchart: Connector 12356">
                          <a:extLst>
                            <a:ext uri="{FF2B5EF4-FFF2-40B4-BE49-F238E27FC236}">
                              <a16:creationId xmlns:a16="http://schemas.microsoft.com/office/drawing/2014/main" id="{C1FE2805-47F8-4A57-B998-E8C51ABA036F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58" name="Flowchart: Connector 12357">
                          <a:extLst>
                            <a:ext uri="{FF2B5EF4-FFF2-40B4-BE49-F238E27FC236}">
                              <a16:creationId xmlns:a16="http://schemas.microsoft.com/office/drawing/2014/main" id="{8B2CC459-721D-4905-A117-C80A7AA022E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59" name="3D Model 12358" descr="Sphere">
                              <a:extLst>
                                <a:ext uri="{FF2B5EF4-FFF2-40B4-BE49-F238E27FC236}">
                                  <a16:creationId xmlns:a16="http://schemas.microsoft.com/office/drawing/2014/main" id="{EF2E25D0-BC01-4661-ACCD-77954F6402D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159127353"/>
                                </p:ext>
                              </p:extLst>
                            </p:nvPr>
                          </p:nvGraphicFramePr>
                          <p:xfrm>
                            <a:off x="3717893" y="1719497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67" name="3D Model 66" descr="Sphere">
                              <a:extLst>
                                <a:ext uri="{FF2B5EF4-FFF2-40B4-BE49-F238E27FC236}">
                                  <a16:creationId xmlns:a16="http://schemas.microsoft.com/office/drawing/2014/main" id="{676ED806-8CEC-4BCB-9183-36C19FC27C3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500560" y="256967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360" name="Flowchart: Connector 12359">
                          <a:extLst>
                            <a:ext uri="{FF2B5EF4-FFF2-40B4-BE49-F238E27FC236}">
                              <a16:creationId xmlns:a16="http://schemas.microsoft.com/office/drawing/2014/main" id="{06B07A29-2E0C-4CDC-B8AD-2710D67F764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61" name="3D Model 12360" descr="Sphere">
                              <a:extLst>
                                <a:ext uri="{FF2B5EF4-FFF2-40B4-BE49-F238E27FC236}">
                                  <a16:creationId xmlns:a16="http://schemas.microsoft.com/office/drawing/2014/main" id="{4FB3873E-6492-42DF-BDAB-2451C149CDE3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036310978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7" name="3D Model 556" descr="Sphere">
                              <a:extLst>
                                <a:ext uri="{FF2B5EF4-FFF2-40B4-BE49-F238E27FC236}">
                                  <a16:creationId xmlns:a16="http://schemas.microsoft.com/office/drawing/2014/main" id="{A2534F90-63A2-4E00-9F6F-62444BCD921C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68743" y="3346553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362" name="Flowchart: Connector 12361">
                          <a:extLst>
                            <a:ext uri="{FF2B5EF4-FFF2-40B4-BE49-F238E27FC236}">
                              <a16:creationId xmlns:a16="http://schemas.microsoft.com/office/drawing/2014/main" id="{3972C7D1-5C1C-4B25-A0E2-5FBCC4AE905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63" name="3D Model 12362" descr="Sphere">
                              <a:extLst>
                                <a:ext uri="{FF2B5EF4-FFF2-40B4-BE49-F238E27FC236}">
                                  <a16:creationId xmlns:a16="http://schemas.microsoft.com/office/drawing/2014/main" id="{BA13C5BD-4E64-45BE-9C21-E2DF988D09E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97701393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59" name="3D Model 558" descr="Sphere">
                              <a:extLst>
                                <a:ext uri="{FF2B5EF4-FFF2-40B4-BE49-F238E27FC236}">
                                  <a16:creationId xmlns:a16="http://schemas.microsoft.com/office/drawing/2014/main" id="{3144521F-B4C2-4106-B2F3-D31F5890AAB1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13239" y="3408352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364" name="Flowchart: Connector 12363">
                          <a:extLst>
                            <a:ext uri="{FF2B5EF4-FFF2-40B4-BE49-F238E27FC236}">
                              <a16:creationId xmlns:a16="http://schemas.microsoft.com/office/drawing/2014/main" id="{F4EEEB4B-79B2-43F5-9672-56A693B4597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65" name="3D Model 12364" descr="Sphere">
                              <a:extLst>
                                <a:ext uri="{FF2B5EF4-FFF2-40B4-BE49-F238E27FC236}">
                                  <a16:creationId xmlns:a16="http://schemas.microsoft.com/office/drawing/2014/main" id="{E0C0AB5D-0498-4D9C-B16D-52F8E5ECDF5F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2779763222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61" name="3D Model 560" descr="Sphere">
                              <a:extLst>
                                <a:ext uri="{FF2B5EF4-FFF2-40B4-BE49-F238E27FC236}">
                                  <a16:creationId xmlns:a16="http://schemas.microsoft.com/office/drawing/2014/main" id="{81B1584C-E839-495C-A926-920C4CB7DA9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81657" y="3495391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grpSp>
                    <p:nvGrpSpPr>
                      <p:cNvPr id="12317" name="Group 12316">
                        <a:extLst>
                          <a:ext uri="{FF2B5EF4-FFF2-40B4-BE49-F238E27FC236}">
                            <a16:creationId xmlns:a16="http://schemas.microsoft.com/office/drawing/2014/main" id="{7C1CC0FF-1176-4859-A1AB-EEEC5B47A4C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14936" y="1817250"/>
                        <a:ext cx="1064014" cy="643455"/>
                        <a:chOff x="3717893" y="1713221"/>
                        <a:chExt cx="1064014" cy="643455"/>
                      </a:xfrm>
                    </p:grpSpPr>
                    <p:sp>
                      <p:nvSpPr>
                        <p:cNvPr id="12334" name="Flowchart: Connector 12333">
                          <a:extLst>
                            <a:ext uri="{FF2B5EF4-FFF2-40B4-BE49-F238E27FC236}">
                              <a16:creationId xmlns:a16="http://schemas.microsoft.com/office/drawing/2014/main" id="{315547DC-57DC-414C-9861-45F7818F35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15437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35" name="Flowchart: Connector 12334">
                          <a:extLst>
                            <a:ext uri="{FF2B5EF4-FFF2-40B4-BE49-F238E27FC236}">
                              <a16:creationId xmlns:a16="http://schemas.microsoft.com/office/drawing/2014/main" id="{857EB412-C00C-4546-BC01-48116C84671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690102" y="2001983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36" name="Flowchart: Connector 12335">
                          <a:extLst>
                            <a:ext uri="{FF2B5EF4-FFF2-40B4-BE49-F238E27FC236}">
                              <a16:creationId xmlns:a16="http://schemas.microsoft.com/office/drawing/2014/main" id="{93C536EA-57A6-401B-9679-0678ADFBBBC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833585" y="1998052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37" name="Flowchart: Connector 12336">
                          <a:extLst>
                            <a:ext uri="{FF2B5EF4-FFF2-40B4-BE49-F238E27FC236}">
                              <a16:creationId xmlns:a16="http://schemas.microsoft.com/office/drawing/2014/main" id="{6C36CDAD-CB06-42B9-B7BF-9DAF0C1820C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876577" y="196999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38" name="Flowchart: Connector 12337">
                          <a:extLst>
                            <a:ext uri="{FF2B5EF4-FFF2-40B4-BE49-F238E27FC236}">
                              <a16:creationId xmlns:a16="http://schemas.microsoft.com/office/drawing/2014/main" id="{B4756D87-1F66-494C-BCB9-960ED2F992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065288" y="206237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39" name="Flowchart: Connector 12338">
                          <a:extLst>
                            <a:ext uri="{FF2B5EF4-FFF2-40B4-BE49-F238E27FC236}">
                              <a16:creationId xmlns:a16="http://schemas.microsoft.com/office/drawing/2014/main" id="{D4F32995-3104-4491-9C1D-5A06A898527D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120956" y="2053208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40" name="Flowchart: Connector 12339">
                          <a:extLst>
                            <a:ext uri="{FF2B5EF4-FFF2-40B4-BE49-F238E27FC236}">
                              <a16:creationId xmlns:a16="http://schemas.microsoft.com/office/drawing/2014/main" id="{9C4D0652-6119-44CB-B42F-C0A79B6AF3B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309784" y="2139196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41" name="Flowchart: Connector 12340">
                          <a:extLst>
                            <a:ext uri="{FF2B5EF4-FFF2-40B4-BE49-F238E27FC236}">
                              <a16:creationId xmlns:a16="http://schemas.microsoft.com/office/drawing/2014/main" id="{9584800B-AB77-4B0B-BCFA-7D3250E7DDCA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4381325" y="2140676"/>
                          <a:ext cx="211859" cy="216000"/>
                        </a:xfrm>
                        <a:prstGeom prst="flowChartConnector">
                          <a:avLst/>
                        </a:prstGeom>
                        <a:solidFill>
                          <a:srgbClr val="00FFFF"/>
                        </a:solidFill>
                        <a:ln>
                          <a:solidFill>
                            <a:srgbClr val="00FF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p:sp>
                      <p:nvSpPr>
                        <p:cNvPr id="12342" name="Flowchart: Connector 12341">
                          <a:extLst>
                            <a:ext uri="{FF2B5EF4-FFF2-40B4-BE49-F238E27FC236}">
                              <a16:creationId xmlns:a16="http://schemas.microsoft.com/office/drawing/2014/main" id="{49E6F318-3444-4B2C-A788-E2C7414EDBB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574683" y="2222408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43" name="3D Model 12342" descr="Sphere">
                              <a:extLst>
                                <a:ext uri="{FF2B5EF4-FFF2-40B4-BE49-F238E27FC236}">
                                  <a16:creationId xmlns:a16="http://schemas.microsoft.com/office/drawing/2014/main" id="{2E64BA05-6463-4A80-A1D6-8892C701DF2E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192751975"/>
                                </p:ext>
                              </p:extLst>
                            </p:nvPr>
                          </p:nvGraphicFramePr>
                          <p:xfrm>
                            <a:off x="3717893" y="1713221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1" name="3D Model 50" descr="Sphere">
                              <a:extLst>
                                <a:ext uri="{FF2B5EF4-FFF2-40B4-BE49-F238E27FC236}">
                                  <a16:creationId xmlns:a16="http://schemas.microsoft.com/office/drawing/2014/main" id="{230F4963-8B47-4886-A572-B33D8E5ED018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1490881" y="224650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344" name="Flowchart: Connector 12343">
                          <a:extLst>
                            <a:ext uri="{FF2B5EF4-FFF2-40B4-BE49-F238E27FC236}">
                              <a16:creationId xmlns:a16="http://schemas.microsoft.com/office/drawing/2014/main" id="{C28AA425-33E0-4794-AE68-6FCDA0F817F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3938658" y="1871027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 dirty="0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45" name="3D Model 12344" descr="Sphere">
                              <a:extLst>
                                <a:ext uri="{FF2B5EF4-FFF2-40B4-BE49-F238E27FC236}">
                                  <a16:creationId xmlns:a16="http://schemas.microsoft.com/office/drawing/2014/main" id="{A01F5F4B-1380-49E1-B288-0841E61B40DC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807566703"/>
                                </p:ext>
                              </p:extLst>
                            </p:nvPr>
                          </p:nvGraphicFramePr>
                          <p:xfrm>
                            <a:off x="3957959" y="1797479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3" name="3D Model 572" descr="Sphere">
                              <a:extLst>
                                <a:ext uri="{FF2B5EF4-FFF2-40B4-BE49-F238E27FC236}">
                                  <a16:creationId xmlns:a16="http://schemas.microsoft.com/office/drawing/2014/main" id="{D6220843-76D7-4B68-A4C7-3C63A7751E1F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559064" y="3029650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346" name="Flowchart: Connector 12345">
                          <a:extLst>
                            <a:ext uri="{FF2B5EF4-FFF2-40B4-BE49-F238E27FC236}">
                              <a16:creationId xmlns:a16="http://schemas.microsoft.com/office/drawing/2014/main" id="{5FA206A9-E740-4406-BBCF-EF85D80B89D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177837" y="1940159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47" name="3D Model 12346" descr="Sphere">
                              <a:extLst>
                                <a:ext uri="{FF2B5EF4-FFF2-40B4-BE49-F238E27FC236}">
                                  <a16:creationId xmlns:a16="http://schemas.microsoft.com/office/drawing/2014/main" id="{0B5C046E-EA27-4D57-8B90-9F94A702C971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47960162"/>
                                </p:ext>
                              </p:extLst>
                            </p:nvPr>
                          </p:nvGraphicFramePr>
                          <p:xfrm>
                            <a:off x="4202455" y="1859278"/>
                            <a:ext cx="306464" cy="32759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7055" cy="64300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6465115" ay="2901164" az="-4008504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2"/>
                                </am3d:raster>
                                <am3d:objViewport viewportSz="72293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5" name="3D Model 574" descr="Sphere">
                              <a:extLst>
                                <a:ext uri="{FF2B5EF4-FFF2-40B4-BE49-F238E27FC236}">
                                  <a16:creationId xmlns:a16="http://schemas.microsoft.com/office/drawing/2014/main" id="{A31C2113-6FBF-4DA7-9B5E-8D9B60E9FEAB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2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2803560" y="3091449"/>
                              <a:ext cx="306464" cy="32759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  <p:sp>
                      <p:nvSpPr>
                        <p:cNvPr id="12348" name="Flowchart: Connector 12347">
                          <a:extLst>
                            <a:ext uri="{FF2B5EF4-FFF2-40B4-BE49-F238E27FC236}">
                              <a16:creationId xmlns:a16="http://schemas.microsoft.com/office/drawing/2014/main" id="{B8DB9C67-22E9-4E6C-8055-9F9C3902C2F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>
                        <a:xfrm>
                          <a:off x="4441353" y="2022774"/>
                          <a:ext cx="91805" cy="93600"/>
                        </a:xfrm>
                        <a:prstGeom prst="flowChartConnector">
                          <a:avLst/>
                        </a:prstGeom>
                        <a:solidFill>
                          <a:srgbClr val="FF66FF"/>
                        </a:solidFill>
                        <a:ln>
                          <a:solidFill>
                            <a:srgbClr val="FF66FF"/>
                          </a:solidFill>
                        </a:ln>
                        <a:scene3d>
                          <a:camera prst="orthographicFront"/>
                          <a:lightRig rig="threePt" dir="t"/>
                        </a:scene3d>
                        <a:sp3d>
                          <a:bevelT/>
                        </a:sp3d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IN" b="1"/>
                        </a:p>
                      </p:txBody>
                    </p:sp>
                    <mc:AlternateContent xmlns:mc="http://schemas.openxmlformats.org/markup-compatibility/2006" xmlns:am3d="http://schemas.microsoft.com/office/drawing/2017/model3d">
                      <mc:Choice Requires="am3d">
                        <p:graphicFrame>
                          <p:nvGraphicFramePr>
                            <p:cNvPr id="12349" name="3D Model 12348" descr="Sphere">
                              <a:extLst>
                                <a:ext uri="{FF2B5EF4-FFF2-40B4-BE49-F238E27FC236}">
                                  <a16:creationId xmlns:a16="http://schemas.microsoft.com/office/drawing/2014/main" id="{C47A0C29-4BFF-4D86-807C-8067BBB0061D}"/>
                                </a:ext>
                              </a:extLst>
                            </p:cNvPr>
                            <p:cNvGraphicFramePr>
                              <a:graphicFrameLocks noChangeAspect="1"/>
                            </p:cNvGraphicFramePr>
                            <p:nvPr>
                              <p:extLst>
                                <p:ext uri="{D42A27DB-BD31-4B8C-83A1-F6EECF244321}">
                                  <p14:modId xmlns:p14="http://schemas.microsoft.com/office/powerpoint/2010/main" val="3219254793"/>
                                </p:ext>
                              </p:extLst>
                            </p:nvPr>
                          </p:nvGraphicFramePr>
                          <p:xfrm>
                            <a:off x="4470873" y="1946317"/>
                            <a:ext cx="293860" cy="312819"/>
                          </p:xfrm>
                          <a:graphic>
                            <a:graphicData uri="http://schemas.microsoft.com/office/drawing/2017/model3d">
                              <am3d:model3d r:embed="rId2">
                                <am3d:spPr>
                                  <a:xfrm>
                                    <a:off x="0" y="0"/>
                                    <a:ext cx="64297" cy="61399"/>
                                  </a:xfrm>
                                  <a:prstGeom prst="rect">
                                    <a:avLst/>
                                  </a:prstGeom>
                                </am3d:spPr>
                                <am3d:camera>
                                  <am3d:pos x="0" y="0" z="81469184"/>
                                  <am3d:up dx="0" dy="36000000" dz="0"/>
                                  <am3d:lookAt x="0" y="0" z="0"/>
                                  <am3d:perspective fov="2700000"/>
                                </am3d:camera>
                                <am3d:trans>
                                  <am3d:meterPerModelUnit n="7143146" d="1000000"/>
                                  <am3d:preTrans dx="-2" dy="-18000000" dz="3"/>
                                  <am3d:scale>
                                    <am3d:sx n="1000000" d="1000000"/>
                                    <am3d:sy n="1000000" d="1000000"/>
                                    <am3d:sz n="1000000" d="1000000"/>
                                  </am3d:scale>
                                  <am3d:rot ax="8329655" ay="3593320" az="-2226581"/>
                                  <am3d:postTrans dx="0" dy="0" dz="0"/>
                                </am3d:trans>
                                <am3d:attrSrcUrl r:id="rId3"/>
                                <am3d:raster rName="Office3DRenderer" rVer="16.0.8326">
                                  <am3d:blip r:embed="rId33"/>
                                </am3d:raster>
                                <am3d:objViewport viewportSz="66659"/>
                                <am3d:ambientLight>
                                  <am3d:clr>
                                    <a:scrgbClr r="50000" g="50000" b="50000"/>
                                  </am3d:clr>
                                  <am3d:illuminance n="500000" d="1000000"/>
                                </am3d:ambientLight>
                                <am3d:ptLight rad="0">
                                  <am3d:clr>
                                    <a:scrgbClr r="100000" g="75000" b="50000"/>
                                  </am3d:clr>
                                  <am3d:intensity n="9765625" d="1000000"/>
                                  <am3d:pos x="21959998" y="70920001" z="16344003"/>
                                </am3d:ptLight>
                                <am3d:ptLight rad="0">
                                  <am3d:clr>
                                    <a:scrgbClr r="40000" g="60000" b="95000"/>
                                  </am3d:clr>
                                  <am3d:intensity n="12250000" d="1000000"/>
                                  <am3d:pos x="-37964106" y="51130435" z="57631972"/>
                                </am3d:ptLight>
                                <am3d:ptLight rad="0">
                                  <am3d:clr>
                                    <a:scrgbClr r="86837" g="72700" b="100000"/>
                                  </am3d:clr>
                                  <am3d:intensity n="3125000" d="1000000"/>
                                  <am3d:pos x="-37739122" y="58056624" z="-34769649"/>
                                </am3d:ptLight>
                              </am3d:model3d>
                            </a:graphicData>
                          </a:graphic>
                        </p:graphicFrame>
                      </mc:Choice>
                      <mc:Fallback xmlns="">
                        <p:pic>
                          <p:nvPicPr>
                            <p:cNvPr id="577" name="3D Model 576" descr="Sphere">
                              <a:extLst>
                                <a:ext uri="{FF2B5EF4-FFF2-40B4-BE49-F238E27FC236}">
                                  <a16:creationId xmlns:a16="http://schemas.microsoft.com/office/drawing/2014/main" id="{69CA7D75-9569-459B-AA3F-BFD6D15B2576}"/>
                                </a:ext>
                              </a:extLst>
                            </p:cNvPr>
                            <p:cNvPicPr>
                              <a:picLocks noGrp="1" noRot="1" noChangeAspect="1" noMove="1" noResize="1" noEditPoints="1" noAdjustHandles="1" noChangeArrowheads="1" noChangeShapeType="1" noCrop="1"/>
                            </p:cNvPicPr>
                            <p:nvPr/>
                          </p:nvPicPr>
                          <p:blipFill>
                            <a:blip r:embed="rId24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071978" y="3178488"/>
                              <a:ext cx="293860" cy="312819"/>
                            </a:xfrm>
                            <a:prstGeom prst="rect">
                              <a:avLst/>
                            </a:prstGeom>
                          </p:spPr>
                        </p:pic>
                      </mc:Fallback>
                    </mc:AlternateContent>
                  </p:grpSp>
                  <p:sp>
                    <p:nvSpPr>
                      <p:cNvPr id="12318" name="Flowchart: Connector 12317">
                        <a:extLst>
                          <a:ext uri="{FF2B5EF4-FFF2-40B4-BE49-F238E27FC236}">
                            <a16:creationId xmlns:a16="http://schemas.microsoft.com/office/drawing/2014/main" id="{B9FF86B3-08F1-49CA-8221-5B9C4BE4515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22159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319" name="Flowchart: Connector 12318">
                        <a:extLst>
                          <a:ext uri="{FF2B5EF4-FFF2-40B4-BE49-F238E27FC236}">
                            <a16:creationId xmlns:a16="http://schemas.microsoft.com/office/drawing/2014/main" id="{15BBDCE0-399B-4E19-B93F-E7FE72EF721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096824" y="178425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320" name="Flowchart: Connector 12319">
                        <a:extLst>
                          <a:ext uri="{FF2B5EF4-FFF2-40B4-BE49-F238E27FC236}">
                            <a16:creationId xmlns:a16="http://schemas.microsoft.com/office/drawing/2014/main" id="{A919ABCE-5030-42FF-B0DA-92DD61E51F1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226347" y="1773345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321" name="Flowchart: Connector 12320">
                        <a:extLst>
                          <a:ext uri="{FF2B5EF4-FFF2-40B4-BE49-F238E27FC236}">
                            <a16:creationId xmlns:a16="http://schemas.microsoft.com/office/drawing/2014/main" id="{6C68CC55-4466-4C04-8593-995EFB3135F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283299" y="175226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322" name="Flowchart: Connector 12321">
                        <a:extLst>
                          <a:ext uri="{FF2B5EF4-FFF2-40B4-BE49-F238E27FC236}">
                            <a16:creationId xmlns:a16="http://schemas.microsoft.com/office/drawing/2014/main" id="{6A309986-BE62-4B86-8BBE-B56C60CB185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472010" y="184465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323" name="Flowchart: Connector 12322">
                        <a:extLst>
                          <a:ext uri="{FF2B5EF4-FFF2-40B4-BE49-F238E27FC236}">
                            <a16:creationId xmlns:a16="http://schemas.microsoft.com/office/drawing/2014/main" id="{EB0FC071-A998-4EC1-9C7C-029B4C1C5B6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527678" y="1835481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324" name="Flowchart: Connector 12323">
                        <a:extLst>
                          <a:ext uri="{FF2B5EF4-FFF2-40B4-BE49-F238E27FC236}">
                            <a16:creationId xmlns:a16="http://schemas.microsoft.com/office/drawing/2014/main" id="{CAC049C9-8084-44CF-AC62-030DAA8778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716506" y="192146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325" name="Flowchart: Connector 12324">
                        <a:extLst>
                          <a:ext uri="{FF2B5EF4-FFF2-40B4-BE49-F238E27FC236}">
                            <a16:creationId xmlns:a16="http://schemas.microsoft.com/office/drawing/2014/main" id="{8580BBCA-D86C-4755-BFA4-4D4BC9EF6F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2788047" y="1922949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2326" name="Flowchart: Connector 12325">
                        <a:extLst>
                          <a:ext uri="{FF2B5EF4-FFF2-40B4-BE49-F238E27FC236}">
                            <a16:creationId xmlns:a16="http://schemas.microsoft.com/office/drawing/2014/main" id="{8CF5F07C-4BAD-432D-A018-23335EB6DFA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981405" y="2004681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327" name="3D Model 12326" descr="Sphere">
                            <a:extLst>
                              <a:ext uri="{FF2B5EF4-FFF2-40B4-BE49-F238E27FC236}">
                                <a16:creationId xmlns:a16="http://schemas.microsoft.com/office/drawing/2014/main" id="{0D62AEA3-683E-4EBD-B1F7-3DCA0BE5359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31631090"/>
                              </p:ext>
                            </p:extLst>
                          </p:nvPr>
                        </p:nvGraphicFramePr>
                        <p:xfrm>
                          <a:off x="2122087" y="1503359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433448" ay="1433014" az="-1105299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5"/>
                              </am3d:raster>
                              <am3d:objViewport viewportSz="60601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5" name="3D Model 34" descr="Sphere">
                            <a:extLst>
                              <a:ext uri="{FF2B5EF4-FFF2-40B4-BE49-F238E27FC236}">
                                <a16:creationId xmlns:a16="http://schemas.microsoft.com/office/drawing/2014/main" id="{E543A355-5472-4511-BF4A-5370E6B4408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0"/>
                          <a:stretch>
                            <a:fillRect/>
                          </a:stretch>
                        </p:blipFill>
                        <p:spPr>
                          <a:xfrm>
                            <a:off x="1498032" y="1932609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2328" name="Flowchart: Connector 12327">
                        <a:extLst>
                          <a:ext uri="{FF2B5EF4-FFF2-40B4-BE49-F238E27FC236}">
                            <a16:creationId xmlns:a16="http://schemas.microsoft.com/office/drawing/2014/main" id="{22FED36E-581E-41F2-B40D-ED638BB0673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345380" y="1653300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329" name="3D Model 12328" descr="Sphere">
                            <a:extLst>
                              <a:ext uri="{FF2B5EF4-FFF2-40B4-BE49-F238E27FC236}">
                                <a16:creationId xmlns:a16="http://schemas.microsoft.com/office/drawing/2014/main" id="{38E67D46-586B-46D3-8B3C-A7530D8246F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45520440"/>
                              </p:ext>
                            </p:extLst>
                          </p:nvPr>
                        </p:nvGraphicFramePr>
                        <p:xfrm>
                          <a:off x="2368043" y="1593681"/>
                          <a:ext cx="299738" cy="29973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5584" cy="58832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4"/>
                              </am3d:raster>
                              <am3d:objViewport viewportSz="66145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7" name="3D Model 36" descr="Sphere">
                            <a:extLst>
                              <a:ext uri="{FF2B5EF4-FFF2-40B4-BE49-F238E27FC236}">
                                <a16:creationId xmlns:a16="http://schemas.microsoft.com/office/drawing/2014/main" id="{B171DEB2-2C1E-4E1B-861C-5003E06D790A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7"/>
                          <a:stretch>
                            <a:fillRect/>
                          </a:stretch>
                        </p:blipFill>
                        <p:spPr>
                          <a:xfrm>
                            <a:off x="1743988" y="2022931"/>
                            <a:ext cx="299738" cy="29973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2330" name="Flowchart: Connector 12329">
                        <a:extLst>
                          <a:ext uri="{FF2B5EF4-FFF2-40B4-BE49-F238E27FC236}">
                            <a16:creationId xmlns:a16="http://schemas.microsoft.com/office/drawing/2014/main" id="{CCB6FF9D-5618-4DAF-9669-1290A94103E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584559" y="172243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331" name="3D Model 12330" descr="Sphere">
                            <a:extLst>
                              <a:ext uri="{FF2B5EF4-FFF2-40B4-BE49-F238E27FC236}">
                                <a16:creationId xmlns:a16="http://schemas.microsoft.com/office/drawing/2014/main" id="{8B644AE2-B034-40FE-BFC0-FE83D3731697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93042562"/>
                              </p:ext>
                            </p:extLst>
                          </p:nvPr>
                        </p:nvGraphicFramePr>
                        <p:xfrm>
                          <a:off x="2609177" y="1641551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7055" cy="64300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2"/>
                              </am3d:raster>
                              <am3d:objViewport viewportSz="7229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39" name="3D Model 38" descr="Sphere">
                            <a:extLst>
                              <a:ext uri="{FF2B5EF4-FFF2-40B4-BE49-F238E27FC236}">
                                <a16:creationId xmlns:a16="http://schemas.microsoft.com/office/drawing/2014/main" id="{8739D819-B136-4B98-99C9-E94CF78ECC3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31"/>
                          <a:stretch>
                            <a:fillRect/>
                          </a:stretch>
                        </p:blipFill>
                        <p:spPr>
                          <a:xfrm>
                            <a:off x="1985122" y="207080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2332" name="Flowchart: Connector 12331">
                        <a:extLst>
                          <a:ext uri="{FF2B5EF4-FFF2-40B4-BE49-F238E27FC236}">
                            <a16:creationId xmlns:a16="http://schemas.microsoft.com/office/drawing/2014/main" id="{9DA455C2-BC80-45D2-A538-79195906300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2848075" y="180504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2333" name="3D Model 12332" descr="Sphere">
                            <a:extLst>
                              <a:ext uri="{FF2B5EF4-FFF2-40B4-BE49-F238E27FC236}">
                                <a16:creationId xmlns:a16="http://schemas.microsoft.com/office/drawing/2014/main" id="{8ADAEFE3-F0C8-4B49-80C9-EB39FF02C0D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71212898"/>
                              </p:ext>
                            </p:extLst>
                          </p:nvPr>
                        </p:nvGraphicFramePr>
                        <p:xfrm>
                          <a:off x="2877595" y="1728590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64297" cy="61399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33"/>
                              </am3d:raster>
                              <am3d:objViewport viewportSz="66659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41" name="3D Model 40" descr="Sphere">
                            <a:extLst>
                              <a:ext uri="{FF2B5EF4-FFF2-40B4-BE49-F238E27FC236}">
                                <a16:creationId xmlns:a16="http://schemas.microsoft.com/office/drawing/2014/main" id="{FE12BA90-C2D3-4138-93B5-8A9C4922F570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25"/>
                          <a:stretch>
                            <a:fillRect/>
                          </a:stretch>
                        </p:blipFill>
                        <p:spPr>
                          <a:xfrm>
                            <a:off x="2253540" y="2157840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</p:grpSp>
              <p:sp>
                <p:nvSpPr>
                  <p:cNvPr id="12283" name="Freeform: Shape 12282">
                    <a:extLst>
                      <a:ext uri="{FF2B5EF4-FFF2-40B4-BE49-F238E27FC236}">
                        <a16:creationId xmlns:a16="http://schemas.microsoft.com/office/drawing/2014/main" id="{AD771140-AC28-44C1-BF76-C086BF0DD167}"/>
                      </a:ext>
                    </a:extLst>
                  </p:cNvPr>
                  <p:cNvSpPr/>
                  <p:nvPr/>
                </p:nvSpPr>
                <p:spPr>
                  <a:xfrm rot="20125192">
                    <a:off x="558227" y="5833606"/>
                    <a:ext cx="499240" cy="8990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284" name="Freeform: Shape 12283">
                    <a:extLst>
                      <a:ext uri="{FF2B5EF4-FFF2-40B4-BE49-F238E27FC236}">
                        <a16:creationId xmlns:a16="http://schemas.microsoft.com/office/drawing/2014/main" id="{FCC4D4F2-6791-4A20-BB54-70C1FA030934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2417361" y="4658644"/>
                    <a:ext cx="407347" cy="12791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285" name="Freeform: Shape 12284">
                    <a:extLst>
                      <a:ext uri="{FF2B5EF4-FFF2-40B4-BE49-F238E27FC236}">
                        <a16:creationId xmlns:a16="http://schemas.microsoft.com/office/drawing/2014/main" id="{D9DA474D-2069-4216-A3F7-4F48A14400D8}"/>
                      </a:ext>
                    </a:extLst>
                  </p:cNvPr>
                  <p:cNvSpPr/>
                  <p:nvPr/>
                </p:nvSpPr>
                <p:spPr>
                  <a:xfrm rot="20218489">
                    <a:off x="2578012" y="5463904"/>
                    <a:ext cx="336647" cy="2098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286" name="Freeform: Shape 12285">
                    <a:extLst>
                      <a:ext uri="{FF2B5EF4-FFF2-40B4-BE49-F238E27FC236}">
                        <a16:creationId xmlns:a16="http://schemas.microsoft.com/office/drawing/2014/main" id="{54836962-1A3E-4453-9E7E-81F566605916}"/>
                      </a:ext>
                    </a:extLst>
                  </p:cNvPr>
                  <p:cNvSpPr/>
                  <p:nvPr/>
                </p:nvSpPr>
                <p:spPr>
                  <a:xfrm rot="14787804">
                    <a:off x="864596" y="4769039"/>
                    <a:ext cx="405204" cy="12279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287" name="Freeform: Shape 12286">
                    <a:extLst>
                      <a:ext uri="{FF2B5EF4-FFF2-40B4-BE49-F238E27FC236}">
                        <a16:creationId xmlns:a16="http://schemas.microsoft.com/office/drawing/2014/main" id="{599FA18E-6B69-4878-956A-B3BB818968A6}"/>
                      </a:ext>
                    </a:extLst>
                  </p:cNvPr>
                  <p:cNvSpPr/>
                  <p:nvPr/>
                </p:nvSpPr>
                <p:spPr>
                  <a:xfrm rot="17087410" flipV="1">
                    <a:off x="1516512" y="4493672"/>
                    <a:ext cx="476023" cy="6736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288" name="Freeform: Shape 12287">
                    <a:extLst>
                      <a:ext uri="{FF2B5EF4-FFF2-40B4-BE49-F238E27FC236}">
                        <a16:creationId xmlns:a16="http://schemas.microsoft.com/office/drawing/2014/main" id="{652566EA-CBF6-49BE-9DB6-23880FC76CA8}"/>
                      </a:ext>
                    </a:extLst>
                  </p:cNvPr>
                  <p:cNvSpPr/>
                  <p:nvPr/>
                </p:nvSpPr>
                <p:spPr>
                  <a:xfrm rot="20414584">
                    <a:off x="2339790" y="5272202"/>
                    <a:ext cx="602938" cy="102365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289" name="Freeform: Shape 12288">
                    <a:extLst>
                      <a:ext uri="{FF2B5EF4-FFF2-40B4-BE49-F238E27FC236}">
                        <a16:creationId xmlns:a16="http://schemas.microsoft.com/office/drawing/2014/main" id="{977817EC-C445-473E-8E08-503CCA2F96D4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766078" y="6154946"/>
                    <a:ext cx="338665" cy="141721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290" name="Freeform: Shape 12289">
                    <a:extLst>
                      <a:ext uri="{FF2B5EF4-FFF2-40B4-BE49-F238E27FC236}">
                        <a16:creationId xmlns:a16="http://schemas.microsoft.com/office/drawing/2014/main" id="{606C05C1-65E5-45C7-B1F5-440E2725F041}"/>
                      </a:ext>
                    </a:extLst>
                  </p:cNvPr>
                  <p:cNvSpPr/>
                  <p:nvPr/>
                </p:nvSpPr>
                <p:spPr>
                  <a:xfrm rot="1258066">
                    <a:off x="1849191" y="6336045"/>
                    <a:ext cx="322820" cy="45719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291" name="Freeform: Shape 12290">
                    <a:extLst>
                      <a:ext uri="{FF2B5EF4-FFF2-40B4-BE49-F238E27FC236}">
                        <a16:creationId xmlns:a16="http://schemas.microsoft.com/office/drawing/2014/main" id="{71F27FA5-3E8E-415E-B7D0-C149DF72EC3B}"/>
                      </a:ext>
                    </a:extLst>
                  </p:cNvPr>
                  <p:cNvSpPr/>
                  <p:nvPr/>
                </p:nvSpPr>
                <p:spPr>
                  <a:xfrm rot="11086754">
                    <a:off x="2308049" y="5740446"/>
                    <a:ext cx="435309" cy="185622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292" name="Freeform: Shape 12291">
                    <a:extLst>
                      <a:ext uri="{FF2B5EF4-FFF2-40B4-BE49-F238E27FC236}">
                        <a16:creationId xmlns:a16="http://schemas.microsoft.com/office/drawing/2014/main" id="{0E8BCE90-B221-4A10-AC52-7EC92E83E8DF}"/>
                      </a:ext>
                    </a:extLst>
                  </p:cNvPr>
                  <p:cNvSpPr/>
                  <p:nvPr/>
                </p:nvSpPr>
                <p:spPr>
                  <a:xfrm rot="2604464">
                    <a:off x="814759" y="5231879"/>
                    <a:ext cx="550636" cy="102037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293" name="Freeform: Shape 12292">
                    <a:extLst>
                      <a:ext uri="{FF2B5EF4-FFF2-40B4-BE49-F238E27FC236}">
                        <a16:creationId xmlns:a16="http://schemas.microsoft.com/office/drawing/2014/main" id="{7E800EC8-C7D4-40F0-8175-5DC517D5039A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738254" y="5125073"/>
                    <a:ext cx="315171" cy="71864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  <p:sp>
                <p:nvSpPr>
                  <p:cNvPr id="12294" name="Freeform: Shape 12293">
                    <a:extLst>
                      <a:ext uri="{FF2B5EF4-FFF2-40B4-BE49-F238E27FC236}">
                        <a16:creationId xmlns:a16="http://schemas.microsoft.com/office/drawing/2014/main" id="{CADDD04B-3369-48D8-8CE2-586B5805E5BC}"/>
                      </a:ext>
                    </a:extLst>
                  </p:cNvPr>
                  <p:cNvSpPr/>
                  <p:nvPr/>
                </p:nvSpPr>
                <p:spPr>
                  <a:xfrm rot="17087410">
                    <a:off x="1242641" y="6027039"/>
                    <a:ext cx="406336" cy="101298"/>
                  </a:xfrm>
                  <a:custGeom>
                    <a:avLst/>
                    <a:gdLst>
                      <a:gd name="connsiteX0" fmla="*/ 0 w 8101013"/>
                      <a:gd name="connsiteY0" fmla="*/ 0 h 700094"/>
                      <a:gd name="connsiteX1" fmla="*/ 2714625 w 8101013"/>
                      <a:gd name="connsiteY1" fmla="*/ 700088 h 700094"/>
                      <a:gd name="connsiteX2" fmla="*/ 5414963 w 8101013"/>
                      <a:gd name="connsiteY2" fmla="*/ 14288 h 700094"/>
                      <a:gd name="connsiteX3" fmla="*/ 8101013 w 8101013"/>
                      <a:gd name="connsiteY3" fmla="*/ 700088 h 70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013" h="700094">
                        <a:moveTo>
                          <a:pt x="0" y="0"/>
                        </a:moveTo>
                        <a:cubicBezTo>
                          <a:pt x="906065" y="348853"/>
                          <a:pt x="1812131" y="697707"/>
                          <a:pt x="2714625" y="700088"/>
                        </a:cubicBezTo>
                        <a:cubicBezTo>
                          <a:pt x="3617119" y="702469"/>
                          <a:pt x="4517232" y="14288"/>
                          <a:pt x="5414963" y="14288"/>
                        </a:cubicBezTo>
                        <a:cubicBezTo>
                          <a:pt x="6312694" y="14288"/>
                          <a:pt x="7577138" y="578644"/>
                          <a:pt x="8101013" y="700088"/>
                        </a:cubicBezTo>
                      </a:path>
                    </a:pathLst>
                  </a:custGeom>
                  <a:ln w="19050"/>
                </p:spPr>
                <p:style>
                  <a:lnRef idx="1">
                    <a:schemeClr val="accent2"/>
                  </a:lnRef>
                  <a:fillRef idx="0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/>
                  </a:p>
                </p:txBody>
              </p:sp>
            </p:grpSp>
            <p:sp>
              <p:nvSpPr>
                <p:cNvPr id="12279" name="Freeform: Shape 12278">
                  <a:extLst>
                    <a:ext uri="{FF2B5EF4-FFF2-40B4-BE49-F238E27FC236}">
                      <a16:creationId xmlns:a16="http://schemas.microsoft.com/office/drawing/2014/main" id="{C81593BA-68FD-4FEE-A990-2B15B9C38C66}"/>
                    </a:ext>
                  </a:extLst>
                </p:cNvPr>
                <p:cNvSpPr/>
                <p:nvPr/>
              </p:nvSpPr>
              <p:spPr>
                <a:xfrm rot="15448713">
                  <a:off x="1400127" y="4688299"/>
                  <a:ext cx="476023" cy="115271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2280" name="Freeform: Shape 12279">
                  <a:extLst>
                    <a:ext uri="{FF2B5EF4-FFF2-40B4-BE49-F238E27FC236}">
                      <a16:creationId xmlns:a16="http://schemas.microsoft.com/office/drawing/2014/main" id="{9A5AC2C7-814F-4853-9ED9-2225F8FE9D52}"/>
                    </a:ext>
                  </a:extLst>
                </p:cNvPr>
                <p:cNvSpPr/>
                <p:nvPr/>
              </p:nvSpPr>
              <p:spPr>
                <a:xfrm rot="19529819">
                  <a:off x="1082624" y="628768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12281" name="Freeform: Shape 12280">
                  <a:extLst>
                    <a:ext uri="{FF2B5EF4-FFF2-40B4-BE49-F238E27FC236}">
                      <a16:creationId xmlns:a16="http://schemas.microsoft.com/office/drawing/2014/main" id="{15315D75-D799-4881-BD42-F2148553E250}"/>
                    </a:ext>
                  </a:extLst>
                </p:cNvPr>
                <p:cNvSpPr/>
                <p:nvPr/>
              </p:nvSpPr>
              <p:spPr>
                <a:xfrm rot="17730574">
                  <a:off x="1939899" y="4714420"/>
                  <a:ext cx="499240" cy="89904"/>
                </a:xfrm>
                <a:custGeom>
                  <a:avLst/>
                  <a:gdLst>
                    <a:gd name="connsiteX0" fmla="*/ 0 w 8101013"/>
                    <a:gd name="connsiteY0" fmla="*/ 0 h 700094"/>
                    <a:gd name="connsiteX1" fmla="*/ 2714625 w 8101013"/>
                    <a:gd name="connsiteY1" fmla="*/ 700088 h 700094"/>
                    <a:gd name="connsiteX2" fmla="*/ 5414963 w 8101013"/>
                    <a:gd name="connsiteY2" fmla="*/ 14288 h 700094"/>
                    <a:gd name="connsiteX3" fmla="*/ 8101013 w 8101013"/>
                    <a:gd name="connsiteY3" fmla="*/ 700088 h 70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013" h="700094">
                      <a:moveTo>
                        <a:pt x="0" y="0"/>
                      </a:moveTo>
                      <a:cubicBezTo>
                        <a:pt x="906065" y="348853"/>
                        <a:pt x="1812131" y="697707"/>
                        <a:pt x="2714625" y="700088"/>
                      </a:cubicBezTo>
                      <a:cubicBezTo>
                        <a:pt x="3617119" y="702469"/>
                        <a:pt x="4517232" y="14288"/>
                        <a:pt x="5414963" y="14288"/>
                      </a:cubicBezTo>
                      <a:cubicBezTo>
                        <a:pt x="6312694" y="14288"/>
                        <a:pt x="7577138" y="578644"/>
                        <a:pt x="8101013" y="700088"/>
                      </a:cubicBezTo>
                    </a:path>
                  </a:pathLst>
                </a:custGeom>
                <a:ln w="19050"/>
              </p:spPr>
              <p:style>
                <a:lnRef idx="1">
                  <a:schemeClr val="accent2"/>
                </a:lnRef>
                <a:fillRef idx="0">
                  <a:schemeClr val="accent2"/>
                </a:fillRef>
                <a:effectRef idx="0">
                  <a:schemeClr val="accent2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</p:grpSp>
      </p:grpSp>
      <p:sp>
        <p:nvSpPr>
          <p:cNvPr id="15567" name="Freeform: Shape 15566">
            <a:extLst>
              <a:ext uri="{FF2B5EF4-FFF2-40B4-BE49-F238E27FC236}">
                <a16:creationId xmlns:a16="http://schemas.microsoft.com/office/drawing/2014/main" id="{E3898797-8339-450D-9116-1EE307C415E8}"/>
              </a:ext>
            </a:extLst>
          </p:cNvPr>
          <p:cNvSpPr/>
          <p:nvPr/>
        </p:nvSpPr>
        <p:spPr>
          <a:xfrm rot="15219450">
            <a:off x="6481142" y="2278297"/>
            <a:ext cx="270805" cy="72715"/>
          </a:xfrm>
          <a:custGeom>
            <a:avLst/>
            <a:gdLst>
              <a:gd name="connsiteX0" fmla="*/ 0 w 6375163"/>
              <a:gd name="connsiteY0" fmla="*/ 51274 h 1521167"/>
              <a:gd name="connsiteX1" fmla="*/ 1128045 w 6375163"/>
              <a:gd name="connsiteY1" fmla="*/ 1512605 h 1521167"/>
              <a:gd name="connsiteX2" fmla="*/ 2273182 w 6375163"/>
              <a:gd name="connsiteY2" fmla="*/ 34183 h 1521167"/>
              <a:gd name="connsiteX3" fmla="*/ 3452501 w 6375163"/>
              <a:gd name="connsiteY3" fmla="*/ 1461330 h 1521167"/>
              <a:gd name="connsiteX4" fmla="*/ 4554909 w 6375163"/>
              <a:gd name="connsiteY4" fmla="*/ 34183 h 1521167"/>
              <a:gd name="connsiteX5" fmla="*/ 5776957 w 6375163"/>
              <a:gd name="connsiteY5" fmla="*/ 1521151 h 1521167"/>
              <a:gd name="connsiteX6" fmla="*/ 6375163 w 6375163"/>
              <a:gd name="connsiteY6" fmla="*/ 0 h 1521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75163" h="1521167">
                <a:moveTo>
                  <a:pt x="0" y="51274"/>
                </a:moveTo>
                <a:cubicBezTo>
                  <a:pt x="374590" y="783364"/>
                  <a:pt x="749181" y="1515454"/>
                  <a:pt x="1128045" y="1512605"/>
                </a:cubicBezTo>
                <a:cubicBezTo>
                  <a:pt x="1506909" y="1509757"/>
                  <a:pt x="1885773" y="42729"/>
                  <a:pt x="2273182" y="34183"/>
                </a:cubicBezTo>
                <a:cubicBezTo>
                  <a:pt x="2660591" y="25637"/>
                  <a:pt x="3072213" y="1461330"/>
                  <a:pt x="3452501" y="1461330"/>
                </a:cubicBezTo>
                <a:cubicBezTo>
                  <a:pt x="3832789" y="1461330"/>
                  <a:pt x="4167500" y="24213"/>
                  <a:pt x="4554909" y="34183"/>
                </a:cubicBezTo>
                <a:cubicBezTo>
                  <a:pt x="4942318" y="44153"/>
                  <a:pt x="5473581" y="1526848"/>
                  <a:pt x="5776957" y="1521151"/>
                </a:cubicBezTo>
                <a:cubicBezTo>
                  <a:pt x="6080333" y="1515454"/>
                  <a:pt x="6227748" y="757727"/>
                  <a:pt x="6375163" y="0"/>
                </a:cubicBezTo>
              </a:path>
            </a:pathLst>
          </a:cu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568" name="Freeform: Shape 15567">
            <a:extLst>
              <a:ext uri="{FF2B5EF4-FFF2-40B4-BE49-F238E27FC236}">
                <a16:creationId xmlns:a16="http://schemas.microsoft.com/office/drawing/2014/main" id="{CD0674A7-086F-4D65-869F-7B98715C199B}"/>
              </a:ext>
            </a:extLst>
          </p:cNvPr>
          <p:cNvSpPr/>
          <p:nvPr/>
        </p:nvSpPr>
        <p:spPr>
          <a:xfrm rot="15219450">
            <a:off x="6945191" y="2399249"/>
            <a:ext cx="235869" cy="93157"/>
          </a:xfrm>
          <a:custGeom>
            <a:avLst/>
            <a:gdLst>
              <a:gd name="connsiteX0" fmla="*/ 0 w 6375163"/>
              <a:gd name="connsiteY0" fmla="*/ 51274 h 1521167"/>
              <a:gd name="connsiteX1" fmla="*/ 1128045 w 6375163"/>
              <a:gd name="connsiteY1" fmla="*/ 1512605 h 1521167"/>
              <a:gd name="connsiteX2" fmla="*/ 2273182 w 6375163"/>
              <a:gd name="connsiteY2" fmla="*/ 34183 h 1521167"/>
              <a:gd name="connsiteX3" fmla="*/ 3452501 w 6375163"/>
              <a:gd name="connsiteY3" fmla="*/ 1461330 h 1521167"/>
              <a:gd name="connsiteX4" fmla="*/ 4554909 w 6375163"/>
              <a:gd name="connsiteY4" fmla="*/ 34183 h 1521167"/>
              <a:gd name="connsiteX5" fmla="*/ 5776957 w 6375163"/>
              <a:gd name="connsiteY5" fmla="*/ 1521151 h 1521167"/>
              <a:gd name="connsiteX6" fmla="*/ 6375163 w 6375163"/>
              <a:gd name="connsiteY6" fmla="*/ 0 h 1521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75163" h="1521167">
                <a:moveTo>
                  <a:pt x="0" y="51274"/>
                </a:moveTo>
                <a:cubicBezTo>
                  <a:pt x="374590" y="783364"/>
                  <a:pt x="749181" y="1515454"/>
                  <a:pt x="1128045" y="1512605"/>
                </a:cubicBezTo>
                <a:cubicBezTo>
                  <a:pt x="1506909" y="1509757"/>
                  <a:pt x="1885773" y="42729"/>
                  <a:pt x="2273182" y="34183"/>
                </a:cubicBezTo>
                <a:cubicBezTo>
                  <a:pt x="2660591" y="25637"/>
                  <a:pt x="3072213" y="1461330"/>
                  <a:pt x="3452501" y="1461330"/>
                </a:cubicBezTo>
                <a:cubicBezTo>
                  <a:pt x="3832789" y="1461330"/>
                  <a:pt x="4167500" y="24213"/>
                  <a:pt x="4554909" y="34183"/>
                </a:cubicBezTo>
                <a:cubicBezTo>
                  <a:pt x="4942318" y="44153"/>
                  <a:pt x="5473581" y="1526848"/>
                  <a:pt x="5776957" y="1521151"/>
                </a:cubicBezTo>
                <a:cubicBezTo>
                  <a:pt x="6080333" y="1515454"/>
                  <a:pt x="6227748" y="757727"/>
                  <a:pt x="6375163" y="0"/>
                </a:cubicBezTo>
              </a:path>
            </a:pathLst>
          </a:cu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569" name="Freeform: Shape 15568">
            <a:extLst>
              <a:ext uri="{FF2B5EF4-FFF2-40B4-BE49-F238E27FC236}">
                <a16:creationId xmlns:a16="http://schemas.microsoft.com/office/drawing/2014/main" id="{D5E763CF-C587-497F-B697-255A32FC35BF}"/>
              </a:ext>
            </a:extLst>
          </p:cNvPr>
          <p:cNvSpPr/>
          <p:nvPr/>
        </p:nvSpPr>
        <p:spPr>
          <a:xfrm rot="15219450">
            <a:off x="6710318" y="2474670"/>
            <a:ext cx="328787" cy="111483"/>
          </a:xfrm>
          <a:custGeom>
            <a:avLst/>
            <a:gdLst>
              <a:gd name="connsiteX0" fmla="*/ 0 w 6375163"/>
              <a:gd name="connsiteY0" fmla="*/ 51274 h 1521167"/>
              <a:gd name="connsiteX1" fmla="*/ 1128045 w 6375163"/>
              <a:gd name="connsiteY1" fmla="*/ 1512605 h 1521167"/>
              <a:gd name="connsiteX2" fmla="*/ 2273182 w 6375163"/>
              <a:gd name="connsiteY2" fmla="*/ 34183 h 1521167"/>
              <a:gd name="connsiteX3" fmla="*/ 3452501 w 6375163"/>
              <a:gd name="connsiteY3" fmla="*/ 1461330 h 1521167"/>
              <a:gd name="connsiteX4" fmla="*/ 4554909 w 6375163"/>
              <a:gd name="connsiteY4" fmla="*/ 34183 h 1521167"/>
              <a:gd name="connsiteX5" fmla="*/ 5776957 w 6375163"/>
              <a:gd name="connsiteY5" fmla="*/ 1521151 h 1521167"/>
              <a:gd name="connsiteX6" fmla="*/ 6375163 w 6375163"/>
              <a:gd name="connsiteY6" fmla="*/ 0 h 1521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75163" h="1521167">
                <a:moveTo>
                  <a:pt x="0" y="51274"/>
                </a:moveTo>
                <a:cubicBezTo>
                  <a:pt x="374590" y="783364"/>
                  <a:pt x="749181" y="1515454"/>
                  <a:pt x="1128045" y="1512605"/>
                </a:cubicBezTo>
                <a:cubicBezTo>
                  <a:pt x="1506909" y="1509757"/>
                  <a:pt x="1885773" y="42729"/>
                  <a:pt x="2273182" y="34183"/>
                </a:cubicBezTo>
                <a:cubicBezTo>
                  <a:pt x="2660591" y="25637"/>
                  <a:pt x="3072213" y="1461330"/>
                  <a:pt x="3452501" y="1461330"/>
                </a:cubicBezTo>
                <a:cubicBezTo>
                  <a:pt x="3832789" y="1461330"/>
                  <a:pt x="4167500" y="24213"/>
                  <a:pt x="4554909" y="34183"/>
                </a:cubicBezTo>
                <a:cubicBezTo>
                  <a:pt x="4942318" y="44153"/>
                  <a:pt x="5473581" y="1526848"/>
                  <a:pt x="5776957" y="1521151"/>
                </a:cubicBezTo>
                <a:cubicBezTo>
                  <a:pt x="6080333" y="1515454"/>
                  <a:pt x="6227748" y="757727"/>
                  <a:pt x="6375163" y="0"/>
                </a:cubicBezTo>
              </a:path>
            </a:pathLst>
          </a:cu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570" name="Freeform: Shape 15569">
            <a:extLst>
              <a:ext uri="{FF2B5EF4-FFF2-40B4-BE49-F238E27FC236}">
                <a16:creationId xmlns:a16="http://schemas.microsoft.com/office/drawing/2014/main" id="{22F67C4B-7CE3-4FB1-91C2-3A3AEFF99328}"/>
              </a:ext>
            </a:extLst>
          </p:cNvPr>
          <p:cNvSpPr/>
          <p:nvPr/>
        </p:nvSpPr>
        <p:spPr>
          <a:xfrm rot="15219450">
            <a:off x="6862718" y="2627070"/>
            <a:ext cx="328787" cy="111483"/>
          </a:xfrm>
          <a:custGeom>
            <a:avLst/>
            <a:gdLst>
              <a:gd name="connsiteX0" fmla="*/ 0 w 6375163"/>
              <a:gd name="connsiteY0" fmla="*/ 51274 h 1521167"/>
              <a:gd name="connsiteX1" fmla="*/ 1128045 w 6375163"/>
              <a:gd name="connsiteY1" fmla="*/ 1512605 h 1521167"/>
              <a:gd name="connsiteX2" fmla="*/ 2273182 w 6375163"/>
              <a:gd name="connsiteY2" fmla="*/ 34183 h 1521167"/>
              <a:gd name="connsiteX3" fmla="*/ 3452501 w 6375163"/>
              <a:gd name="connsiteY3" fmla="*/ 1461330 h 1521167"/>
              <a:gd name="connsiteX4" fmla="*/ 4554909 w 6375163"/>
              <a:gd name="connsiteY4" fmla="*/ 34183 h 1521167"/>
              <a:gd name="connsiteX5" fmla="*/ 5776957 w 6375163"/>
              <a:gd name="connsiteY5" fmla="*/ 1521151 h 1521167"/>
              <a:gd name="connsiteX6" fmla="*/ 6375163 w 6375163"/>
              <a:gd name="connsiteY6" fmla="*/ 0 h 1521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75163" h="1521167">
                <a:moveTo>
                  <a:pt x="0" y="51274"/>
                </a:moveTo>
                <a:cubicBezTo>
                  <a:pt x="374590" y="783364"/>
                  <a:pt x="749181" y="1515454"/>
                  <a:pt x="1128045" y="1512605"/>
                </a:cubicBezTo>
                <a:cubicBezTo>
                  <a:pt x="1506909" y="1509757"/>
                  <a:pt x="1885773" y="42729"/>
                  <a:pt x="2273182" y="34183"/>
                </a:cubicBezTo>
                <a:cubicBezTo>
                  <a:pt x="2660591" y="25637"/>
                  <a:pt x="3072213" y="1461330"/>
                  <a:pt x="3452501" y="1461330"/>
                </a:cubicBezTo>
                <a:cubicBezTo>
                  <a:pt x="3832789" y="1461330"/>
                  <a:pt x="4167500" y="24213"/>
                  <a:pt x="4554909" y="34183"/>
                </a:cubicBezTo>
                <a:cubicBezTo>
                  <a:pt x="4942318" y="44153"/>
                  <a:pt x="5473581" y="1526848"/>
                  <a:pt x="5776957" y="1521151"/>
                </a:cubicBezTo>
                <a:cubicBezTo>
                  <a:pt x="6080333" y="1515454"/>
                  <a:pt x="6227748" y="757727"/>
                  <a:pt x="6375163" y="0"/>
                </a:cubicBezTo>
              </a:path>
            </a:pathLst>
          </a:cu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571" name="Freeform: Shape 15570">
            <a:extLst>
              <a:ext uri="{FF2B5EF4-FFF2-40B4-BE49-F238E27FC236}">
                <a16:creationId xmlns:a16="http://schemas.microsoft.com/office/drawing/2014/main" id="{8C36DE7F-68F3-4564-9374-4080F2B58C98}"/>
              </a:ext>
            </a:extLst>
          </p:cNvPr>
          <p:cNvSpPr/>
          <p:nvPr/>
        </p:nvSpPr>
        <p:spPr>
          <a:xfrm rot="19333037">
            <a:off x="8501853" y="2663230"/>
            <a:ext cx="328787" cy="111483"/>
          </a:xfrm>
          <a:custGeom>
            <a:avLst/>
            <a:gdLst>
              <a:gd name="connsiteX0" fmla="*/ 0 w 6375163"/>
              <a:gd name="connsiteY0" fmla="*/ 51274 h 1521167"/>
              <a:gd name="connsiteX1" fmla="*/ 1128045 w 6375163"/>
              <a:gd name="connsiteY1" fmla="*/ 1512605 h 1521167"/>
              <a:gd name="connsiteX2" fmla="*/ 2273182 w 6375163"/>
              <a:gd name="connsiteY2" fmla="*/ 34183 h 1521167"/>
              <a:gd name="connsiteX3" fmla="*/ 3452501 w 6375163"/>
              <a:gd name="connsiteY3" fmla="*/ 1461330 h 1521167"/>
              <a:gd name="connsiteX4" fmla="*/ 4554909 w 6375163"/>
              <a:gd name="connsiteY4" fmla="*/ 34183 h 1521167"/>
              <a:gd name="connsiteX5" fmla="*/ 5776957 w 6375163"/>
              <a:gd name="connsiteY5" fmla="*/ 1521151 h 1521167"/>
              <a:gd name="connsiteX6" fmla="*/ 6375163 w 6375163"/>
              <a:gd name="connsiteY6" fmla="*/ 0 h 1521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75163" h="1521167">
                <a:moveTo>
                  <a:pt x="0" y="51274"/>
                </a:moveTo>
                <a:cubicBezTo>
                  <a:pt x="374590" y="783364"/>
                  <a:pt x="749181" y="1515454"/>
                  <a:pt x="1128045" y="1512605"/>
                </a:cubicBezTo>
                <a:cubicBezTo>
                  <a:pt x="1506909" y="1509757"/>
                  <a:pt x="1885773" y="42729"/>
                  <a:pt x="2273182" y="34183"/>
                </a:cubicBezTo>
                <a:cubicBezTo>
                  <a:pt x="2660591" y="25637"/>
                  <a:pt x="3072213" y="1461330"/>
                  <a:pt x="3452501" y="1461330"/>
                </a:cubicBezTo>
                <a:cubicBezTo>
                  <a:pt x="3832789" y="1461330"/>
                  <a:pt x="4167500" y="24213"/>
                  <a:pt x="4554909" y="34183"/>
                </a:cubicBezTo>
                <a:cubicBezTo>
                  <a:pt x="4942318" y="44153"/>
                  <a:pt x="5473581" y="1526848"/>
                  <a:pt x="5776957" y="1521151"/>
                </a:cubicBezTo>
                <a:cubicBezTo>
                  <a:pt x="6080333" y="1515454"/>
                  <a:pt x="6227748" y="757727"/>
                  <a:pt x="6375163" y="0"/>
                </a:cubicBezTo>
              </a:path>
            </a:pathLst>
          </a:cu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572" name="Freeform: Shape 15571">
            <a:extLst>
              <a:ext uri="{FF2B5EF4-FFF2-40B4-BE49-F238E27FC236}">
                <a16:creationId xmlns:a16="http://schemas.microsoft.com/office/drawing/2014/main" id="{0EB46C47-6ACD-4D7E-87DB-15C0E6EC8890}"/>
              </a:ext>
            </a:extLst>
          </p:cNvPr>
          <p:cNvSpPr/>
          <p:nvPr/>
        </p:nvSpPr>
        <p:spPr>
          <a:xfrm rot="16427697">
            <a:off x="7531846" y="2316337"/>
            <a:ext cx="188446" cy="75507"/>
          </a:xfrm>
          <a:custGeom>
            <a:avLst/>
            <a:gdLst>
              <a:gd name="connsiteX0" fmla="*/ 0 w 6375163"/>
              <a:gd name="connsiteY0" fmla="*/ 51274 h 1521167"/>
              <a:gd name="connsiteX1" fmla="*/ 1128045 w 6375163"/>
              <a:gd name="connsiteY1" fmla="*/ 1512605 h 1521167"/>
              <a:gd name="connsiteX2" fmla="*/ 2273182 w 6375163"/>
              <a:gd name="connsiteY2" fmla="*/ 34183 h 1521167"/>
              <a:gd name="connsiteX3" fmla="*/ 3452501 w 6375163"/>
              <a:gd name="connsiteY3" fmla="*/ 1461330 h 1521167"/>
              <a:gd name="connsiteX4" fmla="*/ 4554909 w 6375163"/>
              <a:gd name="connsiteY4" fmla="*/ 34183 h 1521167"/>
              <a:gd name="connsiteX5" fmla="*/ 5776957 w 6375163"/>
              <a:gd name="connsiteY5" fmla="*/ 1521151 h 1521167"/>
              <a:gd name="connsiteX6" fmla="*/ 6375163 w 6375163"/>
              <a:gd name="connsiteY6" fmla="*/ 0 h 1521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75163" h="1521167">
                <a:moveTo>
                  <a:pt x="0" y="51274"/>
                </a:moveTo>
                <a:cubicBezTo>
                  <a:pt x="374590" y="783364"/>
                  <a:pt x="749181" y="1515454"/>
                  <a:pt x="1128045" y="1512605"/>
                </a:cubicBezTo>
                <a:cubicBezTo>
                  <a:pt x="1506909" y="1509757"/>
                  <a:pt x="1885773" y="42729"/>
                  <a:pt x="2273182" y="34183"/>
                </a:cubicBezTo>
                <a:cubicBezTo>
                  <a:pt x="2660591" y="25637"/>
                  <a:pt x="3072213" y="1461330"/>
                  <a:pt x="3452501" y="1461330"/>
                </a:cubicBezTo>
                <a:cubicBezTo>
                  <a:pt x="3832789" y="1461330"/>
                  <a:pt x="4167500" y="24213"/>
                  <a:pt x="4554909" y="34183"/>
                </a:cubicBezTo>
                <a:cubicBezTo>
                  <a:pt x="4942318" y="44153"/>
                  <a:pt x="5473581" y="1526848"/>
                  <a:pt x="5776957" y="1521151"/>
                </a:cubicBezTo>
                <a:cubicBezTo>
                  <a:pt x="6080333" y="1515454"/>
                  <a:pt x="6227748" y="757727"/>
                  <a:pt x="6375163" y="0"/>
                </a:cubicBezTo>
              </a:path>
            </a:pathLst>
          </a:cu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573" name="Freeform: Shape 15572">
            <a:extLst>
              <a:ext uri="{FF2B5EF4-FFF2-40B4-BE49-F238E27FC236}">
                <a16:creationId xmlns:a16="http://schemas.microsoft.com/office/drawing/2014/main" id="{211052E4-A205-45BD-A57D-E13614D71A61}"/>
              </a:ext>
            </a:extLst>
          </p:cNvPr>
          <p:cNvSpPr/>
          <p:nvPr/>
        </p:nvSpPr>
        <p:spPr>
          <a:xfrm rot="18359917">
            <a:off x="8117585" y="2297322"/>
            <a:ext cx="328787" cy="111483"/>
          </a:xfrm>
          <a:custGeom>
            <a:avLst/>
            <a:gdLst>
              <a:gd name="connsiteX0" fmla="*/ 0 w 6375163"/>
              <a:gd name="connsiteY0" fmla="*/ 51274 h 1521167"/>
              <a:gd name="connsiteX1" fmla="*/ 1128045 w 6375163"/>
              <a:gd name="connsiteY1" fmla="*/ 1512605 h 1521167"/>
              <a:gd name="connsiteX2" fmla="*/ 2273182 w 6375163"/>
              <a:gd name="connsiteY2" fmla="*/ 34183 h 1521167"/>
              <a:gd name="connsiteX3" fmla="*/ 3452501 w 6375163"/>
              <a:gd name="connsiteY3" fmla="*/ 1461330 h 1521167"/>
              <a:gd name="connsiteX4" fmla="*/ 4554909 w 6375163"/>
              <a:gd name="connsiteY4" fmla="*/ 34183 h 1521167"/>
              <a:gd name="connsiteX5" fmla="*/ 5776957 w 6375163"/>
              <a:gd name="connsiteY5" fmla="*/ 1521151 h 1521167"/>
              <a:gd name="connsiteX6" fmla="*/ 6375163 w 6375163"/>
              <a:gd name="connsiteY6" fmla="*/ 0 h 1521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75163" h="1521167">
                <a:moveTo>
                  <a:pt x="0" y="51274"/>
                </a:moveTo>
                <a:cubicBezTo>
                  <a:pt x="374590" y="783364"/>
                  <a:pt x="749181" y="1515454"/>
                  <a:pt x="1128045" y="1512605"/>
                </a:cubicBezTo>
                <a:cubicBezTo>
                  <a:pt x="1506909" y="1509757"/>
                  <a:pt x="1885773" y="42729"/>
                  <a:pt x="2273182" y="34183"/>
                </a:cubicBezTo>
                <a:cubicBezTo>
                  <a:pt x="2660591" y="25637"/>
                  <a:pt x="3072213" y="1461330"/>
                  <a:pt x="3452501" y="1461330"/>
                </a:cubicBezTo>
                <a:cubicBezTo>
                  <a:pt x="3832789" y="1461330"/>
                  <a:pt x="4167500" y="24213"/>
                  <a:pt x="4554909" y="34183"/>
                </a:cubicBezTo>
                <a:cubicBezTo>
                  <a:pt x="4942318" y="44153"/>
                  <a:pt x="5473581" y="1526848"/>
                  <a:pt x="5776957" y="1521151"/>
                </a:cubicBezTo>
                <a:cubicBezTo>
                  <a:pt x="6080333" y="1515454"/>
                  <a:pt x="6227748" y="757727"/>
                  <a:pt x="6375163" y="0"/>
                </a:cubicBezTo>
              </a:path>
            </a:pathLst>
          </a:cu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574" name="Freeform: Shape 15573">
            <a:extLst>
              <a:ext uri="{FF2B5EF4-FFF2-40B4-BE49-F238E27FC236}">
                <a16:creationId xmlns:a16="http://schemas.microsoft.com/office/drawing/2014/main" id="{17AACDEE-4AB0-4A38-B883-A167F02B5D50}"/>
              </a:ext>
            </a:extLst>
          </p:cNvPr>
          <p:cNvSpPr/>
          <p:nvPr/>
        </p:nvSpPr>
        <p:spPr>
          <a:xfrm rot="2604464">
            <a:off x="6489802" y="2623353"/>
            <a:ext cx="120481" cy="20028"/>
          </a:xfrm>
          <a:custGeom>
            <a:avLst/>
            <a:gdLst>
              <a:gd name="connsiteX0" fmla="*/ 0 w 8101013"/>
              <a:gd name="connsiteY0" fmla="*/ 0 h 700094"/>
              <a:gd name="connsiteX1" fmla="*/ 2714625 w 8101013"/>
              <a:gd name="connsiteY1" fmla="*/ 700088 h 700094"/>
              <a:gd name="connsiteX2" fmla="*/ 5414963 w 8101013"/>
              <a:gd name="connsiteY2" fmla="*/ 14288 h 700094"/>
              <a:gd name="connsiteX3" fmla="*/ 8101013 w 8101013"/>
              <a:gd name="connsiteY3" fmla="*/ 700088 h 70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01013" h="700094">
                <a:moveTo>
                  <a:pt x="0" y="0"/>
                </a:moveTo>
                <a:cubicBezTo>
                  <a:pt x="906065" y="348853"/>
                  <a:pt x="1812131" y="697707"/>
                  <a:pt x="2714625" y="700088"/>
                </a:cubicBezTo>
                <a:cubicBezTo>
                  <a:pt x="3617119" y="702469"/>
                  <a:pt x="4517232" y="14288"/>
                  <a:pt x="5414963" y="14288"/>
                </a:cubicBezTo>
                <a:cubicBezTo>
                  <a:pt x="6312694" y="14288"/>
                  <a:pt x="7577138" y="578644"/>
                  <a:pt x="8101013" y="700088"/>
                </a:cubicBezTo>
              </a:path>
            </a:pathLst>
          </a:custGeom>
          <a:ln w="19050"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575" name="Freeform: Shape 15574">
            <a:extLst>
              <a:ext uri="{FF2B5EF4-FFF2-40B4-BE49-F238E27FC236}">
                <a16:creationId xmlns:a16="http://schemas.microsoft.com/office/drawing/2014/main" id="{54E291CB-08A8-4290-B821-913C4E0F7A06}"/>
              </a:ext>
            </a:extLst>
          </p:cNvPr>
          <p:cNvSpPr/>
          <p:nvPr/>
        </p:nvSpPr>
        <p:spPr>
          <a:xfrm rot="2604464">
            <a:off x="6642202" y="2775753"/>
            <a:ext cx="120481" cy="20028"/>
          </a:xfrm>
          <a:custGeom>
            <a:avLst/>
            <a:gdLst>
              <a:gd name="connsiteX0" fmla="*/ 0 w 8101013"/>
              <a:gd name="connsiteY0" fmla="*/ 0 h 700094"/>
              <a:gd name="connsiteX1" fmla="*/ 2714625 w 8101013"/>
              <a:gd name="connsiteY1" fmla="*/ 700088 h 700094"/>
              <a:gd name="connsiteX2" fmla="*/ 5414963 w 8101013"/>
              <a:gd name="connsiteY2" fmla="*/ 14288 h 700094"/>
              <a:gd name="connsiteX3" fmla="*/ 8101013 w 8101013"/>
              <a:gd name="connsiteY3" fmla="*/ 700088 h 70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01013" h="700094">
                <a:moveTo>
                  <a:pt x="0" y="0"/>
                </a:moveTo>
                <a:cubicBezTo>
                  <a:pt x="906065" y="348853"/>
                  <a:pt x="1812131" y="697707"/>
                  <a:pt x="2714625" y="700088"/>
                </a:cubicBezTo>
                <a:cubicBezTo>
                  <a:pt x="3617119" y="702469"/>
                  <a:pt x="4517232" y="14288"/>
                  <a:pt x="5414963" y="14288"/>
                </a:cubicBezTo>
                <a:cubicBezTo>
                  <a:pt x="6312694" y="14288"/>
                  <a:pt x="7577138" y="578644"/>
                  <a:pt x="8101013" y="700088"/>
                </a:cubicBezTo>
              </a:path>
            </a:pathLst>
          </a:custGeom>
          <a:ln w="19050"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576" name="Freeform: Shape 15575">
            <a:extLst>
              <a:ext uri="{FF2B5EF4-FFF2-40B4-BE49-F238E27FC236}">
                <a16:creationId xmlns:a16="http://schemas.microsoft.com/office/drawing/2014/main" id="{1EA11BE0-49B9-4B76-84EB-AD689C7552A6}"/>
              </a:ext>
            </a:extLst>
          </p:cNvPr>
          <p:cNvSpPr/>
          <p:nvPr/>
        </p:nvSpPr>
        <p:spPr>
          <a:xfrm rot="2604464">
            <a:off x="6794602" y="2928153"/>
            <a:ext cx="120481" cy="20028"/>
          </a:xfrm>
          <a:custGeom>
            <a:avLst/>
            <a:gdLst>
              <a:gd name="connsiteX0" fmla="*/ 0 w 8101013"/>
              <a:gd name="connsiteY0" fmla="*/ 0 h 700094"/>
              <a:gd name="connsiteX1" fmla="*/ 2714625 w 8101013"/>
              <a:gd name="connsiteY1" fmla="*/ 700088 h 700094"/>
              <a:gd name="connsiteX2" fmla="*/ 5414963 w 8101013"/>
              <a:gd name="connsiteY2" fmla="*/ 14288 h 700094"/>
              <a:gd name="connsiteX3" fmla="*/ 8101013 w 8101013"/>
              <a:gd name="connsiteY3" fmla="*/ 700088 h 70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01013" h="700094">
                <a:moveTo>
                  <a:pt x="0" y="0"/>
                </a:moveTo>
                <a:cubicBezTo>
                  <a:pt x="906065" y="348853"/>
                  <a:pt x="1812131" y="697707"/>
                  <a:pt x="2714625" y="700088"/>
                </a:cubicBezTo>
                <a:cubicBezTo>
                  <a:pt x="3617119" y="702469"/>
                  <a:pt x="4517232" y="14288"/>
                  <a:pt x="5414963" y="14288"/>
                </a:cubicBezTo>
                <a:cubicBezTo>
                  <a:pt x="6312694" y="14288"/>
                  <a:pt x="7577138" y="578644"/>
                  <a:pt x="8101013" y="700088"/>
                </a:cubicBezTo>
              </a:path>
            </a:pathLst>
          </a:custGeom>
          <a:ln w="19050"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577" name="Freeform: Shape 15576">
            <a:extLst>
              <a:ext uri="{FF2B5EF4-FFF2-40B4-BE49-F238E27FC236}">
                <a16:creationId xmlns:a16="http://schemas.microsoft.com/office/drawing/2014/main" id="{13AEAAAC-45C1-4FE2-A4CD-7F2D2214C7DE}"/>
              </a:ext>
            </a:extLst>
          </p:cNvPr>
          <p:cNvSpPr/>
          <p:nvPr/>
        </p:nvSpPr>
        <p:spPr>
          <a:xfrm rot="2604464">
            <a:off x="6947002" y="3080553"/>
            <a:ext cx="120481" cy="20028"/>
          </a:xfrm>
          <a:custGeom>
            <a:avLst/>
            <a:gdLst>
              <a:gd name="connsiteX0" fmla="*/ 0 w 8101013"/>
              <a:gd name="connsiteY0" fmla="*/ 0 h 700094"/>
              <a:gd name="connsiteX1" fmla="*/ 2714625 w 8101013"/>
              <a:gd name="connsiteY1" fmla="*/ 700088 h 700094"/>
              <a:gd name="connsiteX2" fmla="*/ 5414963 w 8101013"/>
              <a:gd name="connsiteY2" fmla="*/ 14288 h 700094"/>
              <a:gd name="connsiteX3" fmla="*/ 8101013 w 8101013"/>
              <a:gd name="connsiteY3" fmla="*/ 700088 h 70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01013" h="700094">
                <a:moveTo>
                  <a:pt x="0" y="0"/>
                </a:moveTo>
                <a:cubicBezTo>
                  <a:pt x="906065" y="348853"/>
                  <a:pt x="1812131" y="697707"/>
                  <a:pt x="2714625" y="700088"/>
                </a:cubicBezTo>
                <a:cubicBezTo>
                  <a:pt x="3617119" y="702469"/>
                  <a:pt x="4517232" y="14288"/>
                  <a:pt x="5414963" y="14288"/>
                </a:cubicBezTo>
                <a:cubicBezTo>
                  <a:pt x="6312694" y="14288"/>
                  <a:pt x="7577138" y="578644"/>
                  <a:pt x="8101013" y="700088"/>
                </a:cubicBezTo>
              </a:path>
            </a:pathLst>
          </a:custGeom>
          <a:ln w="19050"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578" name="Freeform: Shape 15577">
            <a:extLst>
              <a:ext uri="{FF2B5EF4-FFF2-40B4-BE49-F238E27FC236}">
                <a16:creationId xmlns:a16="http://schemas.microsoft.com/office/drawing/2014/main" id="{51F4248A-FCB9-4992-A291-3E077D9B34B9}"/>
              </a:ext>
            </a:extLst>
          </p:cNvPr>
          <p:cNvSpPr/>
          <p:nvPr/>
        </p:nvSpPr>
        <p:spPr>
          <a:xfrm rot="18359917">
            <a:off x="7707754" y="2585033"/>
            <a:ext cx="328787" cy="111483"/>
          </a:xfrm>
          <a:custGeom>
            <a:avLst/>
            <a:gdLst>
              <a:gd name="connsiteX0" fmla="*/ 0 w 6375163"/>
              <a:gd name="connsiteY0" fmla="*/ 51274 h 1521167"/>
              <a:gd name="connsiteX1" fmla="*/ 1128045 w 6375163"/>
              <a:gd name="connsiteY1" fmla="*/ 1512605 h 1521167"/>
              <a:gd name="connsiteX2" fmla="*/ 2273182 w 6375163"/>
              <a:gd name="connsiteY2" fmla="*/ 34183 h 1521167"/>
              <a:gd name="connsiteX3" fmla="*/ 3452501 w 6375163"/>
              <a:gd name="connsiteY3" fmla="*/ 1461330 h 1521167"/>
              <a:gd name="connsiteX4" fmla="*/ 4554909 w 6375163"/>
              <a:gd name="connsiteY4" fmla="*/ 34183 h 1521167"/>
              <a:gd name="connsiteX5" fmla="*/ 5776957 w 6375163"/>
              <a:gd name="connsiteY5" fmla="*/ 1521151 h 1521167"/>
              <a:gd name="connsiteX6" fmla="*/ 6375163 w 6375163"/>
              <a:gd name="connsiteY6" fmla="*/ 0 h 1521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75163" h="1521167">
                <a:moveTo>
                  <a:pt x="0" y="51274"/>
                </a:moveTo>
                <a:cubicBezTo>
                  <a:pt x="374590" y="783364"/>
                  <a:pt x="749181" y="1515454"/>
                  <a:pt x="1128045" y="1512605"/>
                </a:cubicBezTo>
                <a:cubicBezTo>
                  <a:pt x="1506909" y="1509757"/>
                  <a:pt x="1885773" y="42729"/>
                  <a:pt x="2273182" y="34183"/>
                </a:cubicBezTo>
                <a:cubicBezTo>
                  <a:pt x="2660591" y="25637"/>
                  <a:pt x="3072213" y="1461330"/>
                  <a:pt x="3452501" y="1461330"/>
                </a:cubicBezTo>
                <a:cubicBezTo>
                  <a:pt x="3832789" y="1461330"/>
                  <a:pt x="4167500" y="24213"/>
                  <a:pt x="4554909" y="34183"/>
                </a:cubicBezTo>
                <a:cubicBezTo>
                  <a:pt x="4942318" y="44153"/>
                  <a:pt x="5473581" y="1526848"/>
                  <a:pt x="5776957" y="1521151"/>
                </a:cubicBezTo>
                <a:cubicBezTo>
                  <a:pt x="6080333" y="1515454"/>
                  <a:pt x="6227748" y="757727"/>
                  <a:pt x="6375163" y="0"/>
                </a:cubicBezTo>
              </a:path>
            </a:pathLst>
          </a:cu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579" name="Curved Up Arrow 1">
            <a:extLst>
              <a:ext uri="{FF2B5EF4-FFF2-40B4-BE49-F238E27FC236}">
                <a16:creationId xmlns:a16="http://schemas.microsoft.com/office/drawing/2014/main" id="{05588A49-48B2-4F28-8D9D-DF7567BEBE52}"/>
              </a:ext>
            </a:extLst>
          </p:cNvPr>
          <p:cNvSpPr/>
          <p:nvPr/>
        </p:nvSpPr>
        <p:spPr>
          <a:xfrm rot="9442209" flipH="1">
            <a:off x="8562353" y="1359375"/>
            <a:ext cx="1383136" cy="640191"/>
          </a:xfrm>
          <a:custGeom>
            <a:avLst/>
            <a:gdLst>
              <a:gd name="connsiteX0" fmla="*/ 467810 w 635736"/>
              <a:gd name="connsiteY0" fmla="*/ 0 h 731523"/>
              <a:gd name="connsiteX1" fmla="*/ 635736 w 635736"/>
              <a:gd name="connsiteY1" fmla="*/ 182880 h 731523"/>
              <a:gd name="connsiteX2" fmla="*/ 544296 w 635736"/>
              <a:gd name="connsiteY2" fmla="*/ 182880 h 731523"/>
              <a:gd name="connsiteX3" fmla="*/ 87404 w 635736"/>
              <a:gd name="connsiteY3" fmla="*/ 731520 h 731523"/>
              <a:gd name="connsiteX4" fmla="*/ 0 w 635736"/>
              <a:gd name="connsiteY4" fmla="*/ 731520 h 731523"/>
              <a:gd name="connsiteX5" fmla="*/ 0 w 635736"/>
              <a:gd name="connsiteY5" fmla="*/ 718075 h 731523"/>
              <a:gd name="connsiteX6" fmla="*/ 0 w 635736"/>
              <a:gd name="connsiteY6" fmla="*/ 716278 h 731523"/>
              <a:gd name="connsiteX7" fmla="*/ 361416 w 635736"/>
              <a:gd name="connsiteY7" fmla="*/ 182880 h 731523"/>
              <a:gd name="connsiteX8" fmla="*/ 269976 w 635736"/>
              <a:gd name="connsiteY8" fmla="*/ 182880 h 731523"/>
              <a:gd name="connsiteX9" fmla="*/ 467810 w 635736"/>
              <a:gd name="connsiteY9" fmla="*/ 0 h 731523"/>
              <a:gd name="connsiteX0" fmla="*/ 467810 w 635736"/>
              <a:gd name="connsiteY0" fmla="*/ 0 h 731523"/>
              <a:gd name="connsiteX1" fmla="*/ 635736 w 635736"/>
              <a:gd name="connsiteY1" fmla="*/ 182880 h 731523"/>
              <a:gd name="connsiteX2" fmla="*/ 544296 w 635736"/>
              <a:gd name="connsiteY2" fmla="*/ 182880 h 731523"/>
              <a:gd name="connsiteX3" fmla="*/ 87404 w 635736"/>
              <a:gd name="connsiteY3" fmla="*/ 731520 h 731523"/>
              <a:gd name="connsiteX4" fmla="*/ 0 w 635736"/>
              <a:gd name="connsiteY4" fmla="*/ 731520 h 731523"/>
              <a:gd name="connsiteX5" fmla="*/ 0 w 635736"/>
              <a:gd name="connsiteY5" fmla="*/ 716278 h 731523"/>
              <a:gd name="connsiteX6" fmla="*/ 361416 w 635736"/>
              <a:gd name="connsiteY6" fmla="*/ 182880 h 731523"/>
              <a:gd name="connsiteX7" fmla="*/ 269976 w 635736"/>
              <a:gd name="connsiteY7" fmla="*/ 182880 h 731523"/>
              <a:gd name="connsiteX8" fmla="*/ 467810 w 635736"/>
              <a:gd name="connsiteY8" fmla="*/ 0 h 731523"/>
              <a:gd name="connsiteX0" fmla="*/ 582986 w 750912"/>
              <a:gd name="connsiteY0" fmla="*/ 0 h 736598"/>
              <a:gd name="connsiteX1" fmla="*/ 750912 w 750912"/>
              <a:gd name="connsiteY1" fmla="*/ 182880 h 736598"/>
              <a:gd name="connsiteX2" fmla="*/ 659472 w 750912"/>
              <a:gd name="connsiteY2" fmla="*/ 182880 h 736598"/>
              <a:gd name="connsiteX3" fmla="*/ 202580 w 750912"/>
              <a:gd name="connsiteY3" fmla="*/ 731520 h 736598"/>
              <a:gd name="connsiteX4" fmla="*/ 0 w 750912"/>
              <a:gd name="connsiteY4" fmla="*/ 736598 h 736598"/>
              <a:gd name="connsiteX5" fmla="*/ 115176 w 750912"/>
              <a:gd name="connsiteY5" fmla="*/ 716278 h 736598"/>
              <a:gd name="connsiteX6" fmla="*/ 476592 w 750912"/>
              <a:gd name="connsiteY6" fmla="*/ 182880 h 736598"/>
              <a:gd name="connsiteX7" fmla="*/ 385152 w 750912"/>
              <a:gd name="connsiteY7" fmla="*/ 182880 h 736598"/>
              <a:gd name="connsiteX8" fmla="*/ 582986 w 750912"/>
              <a:gd name="connsiteY8" fmla="*/ 0 h 736598"/>
              <a:gd name="connsiteX0" fmla="*/ 582986 w 750912"/>
              <a:gd name="connsiteY0" fmla="*/ 0 h 736598"/>
              <a:gd name="connsiteX1" fmla="*/ 750912 w 750912"/>
              <a:gd name="connsiteY1" fmla="*/ 182880 h 736598"/>
              <a:gd name="connsiteX2" fmla="*/ 659472 w 750912"/>
              <a:gd name="connsiteY2" fmla="*/ 182880 h 736598"/>
              <a:gd name="connsiteX3" fmla="*/ 202580 w 750912"/>
              <a:gd name="connsiteY3" fmla="*/ 731520 h 736598"/>
              <a:gd name="connsiteX4" fmla="*/ 0 w 750912"/>
              <a:gd name="connsiteY4" fmla="*/ 736598 h 736598"/>
              <a:gd name="connsiteX5" fmla="*/ 115176 w 750912"/>
              <a:gd name="connsiteY5" fmla="*/ 716278 h 736598"/>
              <a:gd name="connsiteX6" fmla="*/ 476592 w 750912"/>
              <a:gd name="connsiteY6" fmla="*/ 182880 h 736598"/>
              <a:gd name="connsiteX7" fmla="*/ 385152 w 750912"/>
              <a:gd name="connsiteY7" fmla="*/ 182880 h 736598"/>
              <a:gd name="connsiteX8" fmla="*/ 582986 w 750912"/>
              <a:gd name="connsiteY8" fmla="*/ 0 h 736598"/>
              <a:gd name="connsiteX0" fmla="*/ 582986 w 750912"/>
              <a:gd name="connsiteY0" fmla="*/ 0 h 736598"/>
              <a:gd name="connsiteX1" fmla="*/ 750912 w 750912"/>
              <a:gd name="connsiteY1" fmla="*/ 182880 h 736598"/>
              <a:gd name="connsiteX2" fmla="*/ 659472 w 750912"/>
              <a:gd name="connsiteY2" fmla="*/ 182880 h 736598"/>
              <a:gd name="connsiteX3" fmla="*/ 202580 w 750912"/>
              <a:gd name="connsiteY3" fmla="*/ 731520 h 736598"/>
              <a:gd name="connsiteX4" fmla="*/ 0 w 750912"/>
              <a:gd name="connsiteY4" fmla="*/ 736598 h 736598"/>
              <a:gd name="connsiteX5" fmla="*/ 115176 w 750912"/>
              <a:gd name="connsiteY5" fmla="*/ 716278 h 736598"/>
              <a:gd name="connsiteX6" fmla="*/ 476592 w 750912"/>
              <a:gd name="connsiteY6" fmla="*/ 182880 h 736598"/>
              <a:gd name="connsiteX7" fmla="*/ 385152 w 750912"/>
              <a:gd name="connsiteY7" fmla="*/ 182880 h 736598"/>
              <a:gd name="connsiteX8" fmla="*/ 582986 w 750912"/>
              <a:gd name="connsiteY8" fmla="*/ 0 h 736598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35657 w 883989"/>
              <a:gd name="connsiteY3" fmla="*/ 731520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8253 w 883989"/>
              <a:gd name="connsiteY5" fmla="*/ 716278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2470 w 883989"/>
              <a:gd name="connsiteY5" fmla="*/ 741896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2470 w 883989"/>
              <a:gd name="connsiteY5" fmla="*/ 741896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42470 w 883989"/>
              <a:gd name="connsiteY5" fmla="*/ 741896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  <a:gd name="connsiteX0" fmla="*/ 716063 w 883989"/>
              <a:gd name="connsiteY0" fmla="*/ 0 h 946640"/>
              <a:gd name="connsiteX1" fmla="*/ 883989 w 883989"/>
              <a:gd name="connsiteY1" fmla="*/ 182880 h 946640"/>
              <a:gd name="connsiteX2" fmla="*/ 792549 w 883989"/>
              <a:gd name="connsiteY2" fmla="*/ 182880 h 946640"/>
              <a:gd name="connsiteX3" fmla="*/ 356126 w 883989"/>
              <a:gd name="connsiteY3" fmla="*/ 790228 h 946640"/>
              <a:gd name="connsiteX4" fmla="*/ 0 w 883989"/>
              <a:gd name="connsiteY4" fmla="*/ 946640 h 946640"/>
              <a:gd name="connsiteX5" fmla="*/ 255597 w 883989"/>
              <a:gd name="connsiteY5" fmla="*/ 758442 h 946640"/>
              <a:gd name="connsiteX6" fmla="*/ 609669 w 883989"/>
              <a:gd name="connsiteY6" fmla="*/ 182880 h 946640"/>
              <a:gd name="connsiteX7" fmla="*/ 518229 w 883989"/>
              <a:gd name="connsiteY7" fmla="*/ 182880 h 946640"/>
              <a:gd name="connsiteX8" fmla="*/ 716063 w 883989"/>
              <a:gd name="connsiteY8" fmla="*/ 0 h 946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3989" h="946640">
                <a:moveTo>
                  <a:pt x="716063" y="0"/>
                </a:moveTo>
                <a:lnTo>
                  <a:pt x="883989" y="182880"/>
                </a:lnTo>
                <a:lnTo>
                  <a:pt x="792549" y="182880"/>
                </a:lnTo>
                <a:cubicBezTo>
                  <a:pt x="737882" y="511774"/>
                  <a:pt x="601892" y="655886"/>
                  <a:pt x="356126" y="790228"/>
                </a:cubicBezTo>
                <a:cubicBezTo>
                  <a:pt x="248733" y="843028"/>
                  <a:pt x="67527" y="944947"/>
                  <a:pt x="0" y="946640"/>
                </a:cubicBezTo>
                <a:cubicBezTo>
                  <a:pt x="38392" y="939867"/>
                  <a:pt x="169929" y="830850"/>
                  <a:pt x="255597" y="758442"/>
                </a:cubicBezTo>
                <a:cubicBezTo>
                  <a:pt x="451071" y="611157"/>
                  <a:pt x="564690" y="453492"/>
                  <a:pt x="609669" y="182880"/>
                </a:cubicBezTo>
                <a:lnTo>
                  <a:pt x="518229" y="182880"/>
                </a:lnTo>
                <a:lnTo>
                  <a:pt x="716063" y="0"/>
                </a:lnTo>
                <a:close/>
              </a:path>
            </a:pathLst>
          </a:cu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 w="114300" prst="artDeco"/>
          </a:sp3d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/>
          </a:p>
        </p:txBody>
      </p:sp>
      <p:sp>
        <p:nvSpPr>
          <p:cNvPr id="741" name="TextBox 740">
            <a:extLst>
              <a:ext uri="{FF2B5EF4-FFF2-40B4-BE49-F238E27FC236}">
                <a16:creationId xmlns:a16="http://schemas.microsoft.com/office/drawing/2014/main" id="{B555AC74-833A-457A-B1E3-A154D8B18499}"/>
              </a:ext>
            </a:extLst>
          </p:cNvPr>
          <p:cNvSpPr txBox="1"/>
          <p:nvPr/>
        </p:nvSpPr>
        <p:spPr>
          <a:xfrm>
            <a:off x="7009" y="1097798"/>
            <a:ext cx="37061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b="1" dirty="0"/>
              <a:t>a)</a:t>
            </a:r>
          </a:p>
        </p:txBody>
      </p:sp>
      <p:sp>
        <p:nvSpPr>
          <p:cNvPr id="742" name="Rectangle 741">
            <a:extLst>
              <a:ext uri="{FF2B5EF4-FFF2-40B4-BE49-F238E27FC236}">
                <a16:creationId xmlns:a16="http://schemas.microsoft.com/office/drawing/2014/main" id="{48A533B3-52F4-49F0-996A-06EF4CB486D2}"/>
              </a:ext>
            </a:extLst>
          </p:cNvPr>
          <p:cNvSpPr/>
          <p:nvPr/>
        </p:nvSpPr>
        <p:spPr>
          <a:xfrm>
            <a:off x="53347" y="4108838"/>
            <a:ext cx="38023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b="1" dirty="0"/>
              <a:t>b)</a:t>
            </a:r>
            <a:endParaRPr lang="en-IN" dirty="0"/>
          </a:p>
        </p:txBody>
      </p:sp>
      <p:sp>
        <p:nvSpPr>
          <p:cNvPr id="743" name="Rectangle 742">
            <a:extLst>
              <a:ext uri="{FF2B5EF4-FFF2-40B4-BE49-F238E27FC236}">
                <a16:creationId xmlns:a16="http://schemas.microsoft.com/office/drawing/2014/main" id="{574B6F57-CF19-4BAC-BF85-7350EB4C47EF}"/>
              </a:ext>
            </a:extLst>
          </p:cNvPr>
          <p:cNvSpPr/>
          <p:nvPr/>
        </p:nvSpPr>
        <p:spPr>
          <a:xfrm>
            <a:off x="1949257" y="1096034"/>
            <a:ext cx="179241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b="1" dirty="0"/>
              <a:t>CQDs Deposition</a:t>
            </a:r>
          </a:p>
        </p:txBody>
      </p:sp>
      <p:sp>
        <p:nvSpPr>
          <p:cNvPr id="744" name="Rectangle 743">
            <a:extLst>
              <a:ext uri="{FF2B5EF4-FFF2-40B4-BE49-F238E27FC236}">
                <a16:creationId xmlns:a16="http://schemas.microsoft.com/office/drawing/2014/main" id="{B2EB2C55-413F-4AE2-BFA1-2DEA77B4CFE1}"/>
              </a:ext>
            </a:extLst>
          </p:cNvPr>
          <p:cNvSpPr/>
          <p:nvPr/>
        </p:nvSpPr>
        <p:spPr>
          <a:xfrm>
            <a:off x="4763145" y="1125652"/>
            <a:ext cx="217457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b="1" dirty="0"/>
              <a:t>Short organic ligands</a:t>
            </a:r>
          </a:p>
        </p:txBody>
      </p:sp>
      <p:sp>
        <p:nvSpPr>
          <p:cNvPr id="745" name="Rectangle 744">
            <a:extLst>
              <a:ext uri="{FF2B5EF4-FFF2-40B4-BE49-F238E27FC236}">
                <a16:creationId xmlns:a16="http://schemas.microsoft.com/office/drawing/2014/main" id="{7D18270D-67D4-4C8D-8013-D9F225F5A84E}"/>
              </a:ext>
            </a:extLst>
          </p:cNvPr>
          <p:cNvSpPr/>
          <p:nvPr/>
        </p:nvSpPr>
        <p:spPr>
          <a:xfrm>
            <a:off x="8552387" y="1125652"/>
            <a:ext cx="159107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b="1" dirty="0"/>
              <a:t>Solvent rinsing</a:t>
            </a:r>
          </a:p>
        </p:txBody>
      </p:sp>
      <p:sp>
        <p:nvSpPr>
          <p:cNvPr id="747" name="Rectangle 746">
            <a:extLst>
              <a:ext uri="{FF2B5EF4-FFF2-40B4-BE49-F238E27FC236}">
                <a16:creationId xmlns:a16="http://schemas.microsoft.com/office/drawing/2014/main" id="{F5C06F8A-8E9A-464B-80D7-13A2F434392D}"/>
              </a:ext>
            </a:extLst>
          </p:cNvPr>
          <p:cNvSpPr/>
          <p:nvPr/>
        </p:nvSpPr>
        <p:spPr>
          <a:xfrm>
            <a:off x="4276581" y="3971419"/>
            <a:ext cx="13483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b="1" dirty="0"/>
              <a:t>Spin coating</a:t>
            </a:r>
          </a:p>
        </p:txBody>
      </p:sp>
      <p:sp>
        <p:nvSpPr>
          <p:cNvPr id="748" name="Rectangle 747">
            <a:extLst>
              <a:ext uri="{FF2B5EF4-FFF2-40B4-BE49-F238E27FC236}">
                <a16:creationId xmlns:a16="http://schemas.microsoft.com/office/drawing/2014/main" id="{9B7896FF-86FB-4F0D-B5D4-052D2680501C}"/>
              </a:ext>
            </a:extLst>
          </p:cNvPr>
          <p:cNvSpPr/>
          <p:nvPr/>
        </p:nvSpPr>
        <p:spPr>
          <a:xfrm>
            <a:off x="1838795" y="3766230"/>
            <a:ext cx="307860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b="1" dirty="0"/>
              <a:t> Solution state</a:t>
            </a:r>
          </a:p>
          <a:p>
            <a:r>
              <a:rPr lang="en-IN" b="1" dirty="0"/>
              <a:t> ligand exchange</a:t>
            </a:r>
          </a:p>
        </p:txBody>
      </p:sp>
      <p:grpSp>
        <p:nvGrpSpPr>
          <p:cNvPr id="15580" name="Group 15579">
            <a:extLst>
              <a:ext uri="{FF2B5EF4-FFF2-40B4-BE49-F238E27FC236}">
                <a16:creationId xmlns:a16="http://schemas.microsoft.com/office/drawing/2014/main" id="{8A8E7549-8452-484D-9F99-8918C5A05C0F}"/>
              </a:ext>
            </a:extLst>
          </p:cNvPr>
          <p:cNvGrpSpPr>
            <a:grpSpLocks noChangeAspect="1"/>
          </p:cNvGrpSpPr>
          <p:nvPr/>
        </p:nvGrpSpPr>
        <p:grpSpPr>
          <a:xfrm>
            <a:off x="8281978" y="4340751"/>
            <a:ext cx="567000" cy="504000"/>
            <a:chOff x="420511" y="1784768"/>
            <a:chExt cx="1730523" cy="1839492"/>
          </a:xfrm>
        </p:grpSpPr>
        <p:grpSp>
          <p:nvGrpSpPr>
            <p:cNvPr id="15581" name="Group 15580">
              <a:extLst>
                <a:ext uri="{FF2B5EF4-FFF2-40B4-BE49-F238E27FC236}">
                  <a16:creationId xmlns:a16="http://schemas.microsoft.com/office/drawing/2014/main" id="{79D84B0A-7E0E-4898-9208-86FDF8EC4C02}"/>
                </a:ext>
              </a:extLst>
            </p:cNvPr>
            <p:cNvGrpSpPr/>
            <p:nvPr/>
          </p:nvGrpSpPr>
          <p:grpSpPr>
            <a:xfrm>
              <a:off x="1069572" y="1784768"/>
              <a:ext cx="1081462" cy="1476716"/>
              <a:chOff x="2089993" y="1523034"/>
              <a:chExt cx="1081462" cy="1476716"/>
            </a:xfrm>
          </p:grpSpPr>
          <p:grpSp>
            <p:nvGrpSpPr>
              <p:cNvPr id="15802" name="Group 15801">
                <a:extLst>
                  <a:ext uri="{FF2B5EF4-FFF2-40B4-BE49-F238E27FC236}">
                    <a16:creationId xmlns:a16="http://schemas.microsoft.com/office/drawing/2014/main" id="{20AD95B3-A61E-44A0-A4B8-8B865C8AC5A5}"/>
                  </a:ext>
                </a:extLst>
              </p:cNvPr>
              <p:cNvGrpSpPr/>
              <p:nvPr/>
            </p:nvGrpSpPr>
            <p:grpSpPr>
              <a:xfrm>
                <a:off x="2089993" y="1670705"/>
                <a:ext cx="101484" cy="1016226"/>
                <a:chOff x="1800622" y="2364951"/>
                <a:chExt cx="101484" cy="1016226"/>
              </a:xfrm>
            </p:grpSpPr>
            <p:sp>
              <p:nvSpPr>
                <p:cNvPr id="15859" name="Flowchart: Connector 15858">
                  <a:extLst>
                    <a:ext uri="{FF2B5EF4-FFF2-40B4-BE49-F238E27FC236}">
                      <a16:creationId xmlns:a16="http://schemas.microsoft.com/office/drawing/2014/main" id="{F8A86C91-8504-4555-813A-3415A4A0F625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810301" y="3287577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860" name="Flowchart: Connector 15859">
                  <a:extLst>
                    <a:ext uri="{FF2B5EF4-FFF2-40B4-BE49-F238E27FC236}">
                      <a16:creationId xmlns:a16="http://schemas.microsoft.com/office/drawing/2014/main" id="{816E3448-CB1F-4303-9B56-8917233014B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810301" y="2967895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861" name="Flowchart: Connector 15860">
                  <a:extLst>
                    <a:ext uri="{FF2B5EF4-FFF2-40B4-BE49-F238E27FC236}">
                      <a16:creationId xmlns:a16="http://schemas.microsoft.com/office/drawing/2014/main" id="{923DC142-B6AD-4846-AEC8-739DEB64DF8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800622" y="2650992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862" name="Flowchart: Connector 15861">
                  <a:extLst>
                    <a:ext uri="{FF2B5EF4-FFF2-40B4-BE49-F238E27FC236}">
                      <a16:creationId xmlns:a16="http://schemas.microsoft.com/office/drawing/2014/main" id="{2CB55B4A-54BF-453F-BF22-651C5235B56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810301" y="2364951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</p:grpSp>
          <p:grpSp>
            <p:nvGrpSpPr>
              <p:cNvPr id="15803" name="Group 15802">
                <a:extLst>
                  <a:ext uri="{FF2B5EF4-FFF2-40B4-BE49-F238E27FC236}">
                    <a16:creationId xmlns:a16="http://schemas.microsoft.com/office/drawing/2014/main" id="{4BA881FC-6770-48D8-97E2-23C300AA590E}"/>
                  </a:ext>
                </a:extLst>
              </p:cNvPr>
              <p:cNvGrpSpPr/>
              <p:nvPr/>
            </p:nvGrpSpPr>
            <p:grpSpPr>
              <a:xfrm>
                <a:off x="2114232" y="1523034"/>
                <a:ext cx="1057223" cy="1476716"/>
                <a:chOff x="2114232" y="1523034"/>
                <a:chExt cx="1057223" cy="1476716"/>
              </a:xfrm>
            </p:grpSpPr>
            <p:grpSp>
              <p:nvGrpSpPr>
                <p:cNvPr id="15804" name="Group 15803">
                  <a:extLst>
                    <a:ext uri="{FF2B5EF4-FFF2-40B4-BE49-F238E27FC236}">
                      <a16:creationId xmlns:a16="http://schemas.microsoft.com/office/drawing/2014/main" id="{6F8F71D7-C12F-4E0E-B1A6-C9F22CD30B8C}"/>
                    </a:ext>
                  </a:extLst>
                </p:cNvPr>
                <p:cNvGrpSpPr/>
                <p:nvPr/>
              </p:nvGrpSpPr>
              <p:grpSpPr>
                <a:xfrm>
                  <a:off x="2123911" y="2460111"/>
                  <a:ext cx="1047544" cy="539639"/>
                  <a:chOff x="3717189" y="1719497"/>
                  <a:chExt cx="1047544" cy="539639"/>
                </a:xfrm>
              </p:grpSpPr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52" name="3D Model 15851" descr="Sphere">
                        <a:extLst>
                          <a:ext uri="{FF2B5EF4-FFF2-40B4-BE49-F238E27FC236}">
                            <a16:creationId xmlns:a16="http://schemas.microsoft.com/office/drawing/2014/main" id="{AA62B6F7-2011-42A4-B630-FC212D6F9FD9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606232411"/>
                          </p:ext>
                        </p:extLst>
                      </p:nvPr>
                    </p:nvGraphicFramePr>
                    <p:xfrm>
                      <a:off x="3717189" y="1719497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5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39" name="3D Model 538" descr="Sphere">
                        <a:extLst>
                          <a:ext uri="{FF2B5EF4-FFF2-40B4-BE49-F238E27FC236}">
                            <a16:creationId xmlns:a16="http://schemas.microsoft.com/office/drawing/2014/main" id="{989EAF3D-01F6-44C6-8257-DE3986855137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327973" y="3588253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853" name="Flowchart: Connector 15852">
                    <a:extLst>
                      <a:ext uri="{FF2B5EF4-FFF2-40B4-BE49-F238E27FC236}">
                        <a16:creationId xmlns:a16="http://schemas.microsoft.com/office/drawing/2014/main" id="{3B1210DF-39E1-4961-BCDB-86ADA774611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938658" y="187102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54" name="3D Model 15853" descr="Sphere">
                        <a:extLst>
                          <a:ext uri="{FF2B5EF4-FFF2-40B4-BE49-F238E27FC236}">
                            <a16:creationId xmlns:a16="http://schemas.microsoft.com/office/drawing/2014/main" id="{C25DEEE2-CE7B-4522-BC8B-8777284E865A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994773787"/>
                          </p:ext>
                        </p:extLst>
                      </p:nvPr>
                    </p:nvGraphicFramePr>
                    <p:xfrm>
                      <a:off x="3957959" y="1797479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5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41" name="3D Model 540" descr="Sphere">
                        <a:extLst>
                          <a:ext uri="{FF2B5EF4-FFF2-40B4-BE49-F238E27FC236}">
                            <a16:creationId xmlns:a16="http://schemas.microsoft.com/office/drawing/2014/main" id="{AB17CB10-4F93-4434-BA14-50AFAFF49467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568743" y="3666235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855" name="Flowchart: Connector 15854">
                    <a:extLst>
                      <a:ext uri="{FF2B5EF4-FFF2-40B4-BE49-F238E27FC236}">
                        <a16:creationId xmlns:a16="http://schemas.microsoft.com/office/drawing/2014/main" id="{9DAD322C-5833-4968-B531-B57F43289F4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177837" y="194015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56" name="3D Model 15855" descr="Sphere">
                        <a:extLst>
                          <a:ext uri="{FF2B5EF4-FFF2-40B4-BE49-F238E27FC236}">
                            <a16:creationId xmlns:a16="http://schemas.microsoft.com/office/drawing/2014/main" id="{59845D0A-9475-4DAD-AD4A-2F93677B2098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85331987"/>
                          </p:ext>
                        </p:extLst>
                      </p:nvPr>
                    </p:nvGraphicFramePr>
                    <p:xfrm>
                      <a:off x="4202455" y="1859278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5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43" name="3D Model 542" descr="Sphere">
                        <a:extLst>
                          <a:ext uri="{FF2B5EF4-FFF2-40B4-BE49-F238E27FC236}">
                            <a16:creationId xmlns:a16="http://schemas.microsoft.com/office/drawing/2014/main" id="{503D28F6-C92A-40B9-96B8-4050B0C4C9A8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813239" y="3728034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857" name="Flowchart: Connector 15856">
                    <a:extLst>
                      <a:ext uri="{FF2B5EF4-FFF2-40B4-BE49-F238E27FC236}">
                        <a16:creationId xmlns:a16="http://schemas.microsoft.com/office/drawing/2014/main" id="{C6256E04-55EC-45EE-8A6F-56E969EFF39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441353" y="202277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58" name="3D Model 15857" descr="Sphere">
                        <a:extLst>
                          <a:ext uri="{FF2B5EF4-FFF2-40B4-BE49-F238E27FC236}">
                            <a16:creationId xmlns:a16="http://schemas.microsoft.com/office/drawing/2014/main" id="{89CF68B6-E000-4FED-97A3-4EF98A1854F6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841465648"/>
                          </p:ext>
                        </p:extLst>
                      </p:nvPr>
                    </p:nvGraphicFramePr>
                    <p:xfrm>
                      <a:off x="4470873" y="1946317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96282" cy="8570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8"/>
                          </am3d:raster>
                          <am3d:objViewport viewportSz="93052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45" name="3D Model 544" descr="Sphere">
                        <a:extLst>
                          <a:ext uri="{FF2B5EF4-FFF2-40B4-BE49-F238E27FC236}">
                            <a16:creationId xmlns:a16="http://schemas.microsoft.com/office/drawing/2014/main" id="{226A18F8-2383-4285-9223-CF3CEC25C574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9"/>
                      <a:stretch>
                        <a:fillRect/>
                      </a:stretch>
                    </p:blipFill>
                    <p:spPr>
                      <a:xfrm>
                        <a:off x="3081657" y="3815073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  <p:grpSp>
              <p:nvGrpSpPr>
                <p:cNvPr id="15805" name="Group 15804">
                  <a:extLst>
                    <a:ext uri="{FF2B5EF4-FFF2-40B4-BE49-F238E27FC236}">
                      <a16:creationId xmlns:a16="http://schemas.microsoft.com/office/drawing/2014/main" id="{9B89FFA0-3AC2-44E9-91FE-8AF408821284}"/>
                    </a:ext>
                  </a:extLst>
                </p:cNvPr>
                <p:cNvGrpSpPr/>
                <p:nvPr/>
              </p:nvGrpSpPr>
              <p:grpSpPr>
                <a:xfrm>
                  <a:off x="2123911" y="2140429"/>
                  <a:ext cx="1047544" cy="637179"/>
                  <a:chOff x="3717189" y="1719497"/>
                  <a:chExt cx="1047544" cy="637179"/>
                </a:xfrm>
              </p:grpSpPr>
              <p:sp>
                <p:nvSpPr>
                  <p:cNvPr id="15837" name="Flowchart: Connector 15836">
                    <a:extLst>
                      <a:ext uri="{FF2B5EF4-FFF2-40B4-BE49-F238E27FC236}">
                        <a16:creationId xmlns:a16="http://schemas.microsoft.com/office/drawing/2014/main" id="{0609C4DF-408F-4DBD-B790-CCD0B6D3A5A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315437" y="205320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38" name="Flowchart: Connector 15837">
                    <a:extLst>
                      <a:ext uri="{FF2B5EF4-FFF2-40B4-BE49-F238E27FC236}">
                        <a16:creationId xmlns:a16="http://schemas.microsoft.com/office/drawing/2014/main" id="{00F03891-2FF6-451D-8130-F56D55A2583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833585" y="199805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39" name="Flowchart: Connector 15838">
                    <a:extLst>
                      <a:ext uri="{FF2B5EF4-FFF2-40B4-BE49-F238E27FC236}">
                        <a16:creationId xmlns:a16="http://schemas.microsoft.com/office/drawing/2014/main" id="{67093A36-EF82-490D-9D0C-66C02AA8BF1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876577" y="1969996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40" name="Flowchart: Connector 15839">
                    <a:extLst>
                      <a:ext uri="{FF2B5EF4-FFF2-40B4-BE49-F238E27FC236}">
                        <a16:creationId xmlns:a16="http://schemas.microsoft.com/office/drawing/2014/main" id="{4D2AF32C-A1AE-45BE-B29D-04B9BA6C23E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065288" y="2062378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41" name="Flowchart: Connector 15840">
                    <a:extLst>
                      <a:ext uri="{FF2B5EF4-FFF2-40B4-BE49-F238E27FC236}">
                        <a16:creationId xmlns:a16="http://schemas.microsoft.com/office/drawing/2014/main" id="{ED0D3B4B-996F-4198-98AD-15F4CBD6E0B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120956" y="205320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42" name="Flowchart: Connector 15841">
                    <a:extLst>
                      <a:ext uri="{FF2B5EF4-FFF2-40B4-BE49-F238E27FC236}">
                        <a16:creationId xmlns:a16="http://schemas.microsoft.com/office/drawing/2014/main" id="{ABB7751D-ABE3-4322-BB18-AB4B5468E0F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309784" y="213919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43" name="Flowchart: Connector 15842">
                    <a:extLst>
                      <a:ext uri="{FF2B5EF4-FFF2-40B4-BE49-F238E27FC236}">
                        <a16:creationId xmlns:a16="http://schemas.microsoft.com/office/drawing/2014/main" id="{A416D9C3-EA93-4857-8B3A-A8610895383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381325" y="2140676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44" name="Flowchart: Connector 15843">
                    <a:extLst>
                      <a:ext uri="{FF2B5EF4-FFF2-40B4-BE49-F238E27FC236}">
                        <a16:creationId xmlns:a16="http://schemas.microsoft.com/office/drawing/2014/main" id="{F665943C-BF5C-4DFF-8552-561DA5B28D2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574683" y="2222408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45" name="3D Model 15844" descr="Sphere">
                        <a:extLst>
                          <a:ext uri="{FF2B5EF4-FFF2-40B4-BE49-F238E27FC236}">
                            <a16:creationId xmlns:a16="http://schemas.microsoft.com/office/drawing/2014/main" id="{4E4F68A8-926A-4B7F-812C-AB32619EC297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177876911"/>
                          </p:ext>
                        </p:extLst>
                      </p:nvPr>
                    </p:nvGraphicFramePr>
                    <p:xfrm>
                      <a:off x="3717189" y="1719497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55" name="3D Model 554" descr="Sphere">
                        <a:extLst>
                          <a:ext uri="{FF2B5EF4-FFF2-40B4-BE49-F238E27FC236}">
                            <a16:creationId xmlns:a16="http://schemas.microsoft.com/office/drawing/2014/main" id="{B10B1F59-68DB-45EF-85AF-5C8351B14029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327973" y="3268571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846" name="Flowchart: Connector 15845">
                    <a:extLst>
                      <a:ext uri="{FF2B5EF4-FFF2-40B4-BE49-F238E27FC236}">
                        <a16:creationId xmlns:a16="http://schemas.microsoft.com/office/drawing/2014/main" id="{04E65FB3-484F-45DE-B6EA-9036743ABF0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938658" y="187102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47" name="3D Model 15846" descr="Sphere">
                        <a:extLst>
                          <a:ext uri="{FF2B5EF4-FFF2-40B4-BE49-F238E27FC236}">
                            <a16:creationId xmlns:a16="http://schemas.microsoft.com/office/drawing/2014/main" id="{3D9E65F8-C965-40AD-B328-0B5F9D832CE8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92585133"/>
                          </p:ext>
                        </p:extLst>
                      </p:nvPr>
                    </p:nvGraphicFramePr>
                    <p:xfrm>
                      <a:off x="3957959" y="1797479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57" name="3D Model 556" descr="Sphere">
                        <a:extLst>
                          <a:ext uri="{FF2B5EF4-FFF2-40B4-BE49-F238E27FC236}">
                            <a16:creationId xmlns:a16="http://schemas.microsoft.com/office/drawing/2014/main" id="{A2534F90-63A2-4E00-9F6F-62444BCD921C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568743" y="3346553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848" name="Flowchart: Connector 15847">
                    <a:extLst>
                      <a:ext uri="{FF2B5EF4-FFF2-40B4-BE49-F238E27FC236}">
                        <a16:creationId xmlns:a16="http://schemas.microsoft.com/office/drawing/2014/main" id="{8F994DD3-8814-4BBE-A7DF-0A1E8A74C55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177837" y="194015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49" name="3D Model 15848" descr="Sphere">
                        <a:extLst>
                          <a:ext uri="{FF2B5EF4-FFF2-40B4-BE49-F238E27FC236}">
                            <a16:creationId xmlns:a16="http://schemas.microsoft.com/office/drawing/2014/main" id="{38D5940A-75A1-4397-ABB4-4A46881E9BEC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899743827"/>
                          </p:ext>
                        </p:extLst>
                      </p:nvPr>
                    </p:nvGraphicFramePr>
                    <p:xfrm>
                      <a:off x="4202455" y="1859278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59" name="3D Model 558" descr="Sphere">
                        <a:extLst>
                          <a:ext uri="{FF2B5EF4-FFF2-40B4-BE49-F238E27FC236}">
                            <a16:creationId xmlns:a16="http://schemas.microsoft.com/office/drawing/2014/main" id="{3144521F-B4C2-4106-B2F3-D31F5890AAB1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813239" y="3408352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850" name="Flowchart: Connector 15849">
                    <a:extLst>
                      <a:ext uri="{FF2B5EF4-FFF2-40B4-BE49-F238E27FC236}">
                        <a16:creationId xmlns:a16="http://schemas.microsoft.com/office/drawing/2014/main" id="{590B03EC-1089-4768-B2FD-FB31CDAA8C89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441353" y="202277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51" name="3D Model 15850" descr="Sphere">
                        <a:extLst>
                          <a:ext uri="{FF2B5EF4-FFF2-40B4-BE49-F238E27FC236}">
                            <a16:creationId xmlns:a16="http://schemas.microsoft.com/office/drawing/2014/main" id="{BB449460-BBD7-4251-A14C-21C8B4918FE1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794933597"/>
                          </p:ext>
                        </p:extLst>
                      </p:nvPr>
                    </p:nvGraphicFramePr>
                    <p:xfrm>
                      <a:off x="4470873" y="1946317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96282" cy="8570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8"/>
                          </am3d:raster>
                          <am3d:objViewport viewportSz="93052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61" name="3D Model 560" descr="Sphere">
                        <a:extLst>
                          <a:ext uri="{FF2B5EF4-FFF2-40B4-BE49-F238E27FC236}">
                            <a16:creationId xmlns:a16="http://schemas.microsoft.com/office/drawing/2014/main" id="{81B1584C-E839-495C-A926-920C4CB7DA96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9"/>
                      <a:stretch>
                        <a:fillRect/>
                      </a:stretch>
                    </p:blipFill>
                    <p:spPr>
                      <a:xfrm>
                        <a:off x="3081657" y="3495391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  <p:grpSp>
              <p:nvGrpSpPr>
                <p:cNvPr id="15806" name="Group 15805">
                  <a:extLst>
                    <a:ext uri="{FF2B5EF4-FFF2-40B4-BE49-F238E27FC236}">
                      <a16:creationId xmlns:a16="http://schemas.microsoft.com/office/drawing/2014/main" id="{354B7E8A-892F-4C0F-9897-BDF334FE411C}"/>
                    </a:ext>
                  </a:extLst>
                </p:cNvPr>
                <p:cNvGrpSpPr/>
                <p:nvPr/>
              </p:nvGrpSpPr>
              <p:grpSpPr>
                <a:xfrm>
                  <a:off x="2114232" y="1823526"/>
                  <a:ext cx="1047544" cy="637179"/>
                  <a:chOff x="3717189" y="1719497"/>
                  <a:chExt cx="1047544" cy="637179"/>
                </a:xfrm>
              </p:grpSpPr>
              <p:sp>
                <p:nvSpPr>
                  <p:cNvPr id="15822" name="Flowchart: Connector 15821">
                    <a:extLst>
                      <a:ext uri="{FF2B5EF4-FFF2-40B4-BE49-F238E27FC236}">
                        <a16:creationId xmlns:a16="http://schemas.microsoft.com/office/drawing/2014/main" id="{BA4E9486-0825-4C55-9D35-71A85883DF6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315437" y="205320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23" name="Flowchart: Connector 15822">
                    <a:extLst>
                      <a:ext uri="{FF2B5EF4-FFF2-40B4-BE49-F238E27FC236}">
                        <a16:creationId xmlns:a16="http://schemas.microsoft.com/office/drawing/2014/main" id="{B19CB5A8-D318-4373-94EB-0D0CD066A88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833585" y="199805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24" name="Flowchart: Connector 15823">
                    <a:extLst>
                      <a:ext uri="{FF2B5EF4-FFF2-40B4-BE49-F238E27FC236}">
                        <a16:creationId xmlns:a16="http://schemas.microsoft.com/office/drawing/2014/main" id="{78D3280E-8295-4292-BE9D-D5CB40EAB67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876577" y="1969996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25" name="Flowchart: Connector 15824">
                    <a:extLst>
                      <a:ext uri="{FF2B5EF4-FFF2-40B4-BE49-F238E27FC236}">
                        <a16:creationId xmlns:a16="http://schemas.microsoft.com/office/drawing/2014/main" id="{AEBFBA9F-F0F3-41BD-8B83-5D1E6CCF7B0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065288" y="2062378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26" name="Flowchart: Connector 15825">
                    <a:extLst>
                      <a:ext uri="{FF2B5EF4-FFF2-40B4-BE49-F238E27FC236}">
                        <a16:creationId xmlns:a16="http://schemas.microsoft.com/office/drawing/2014/main" id="{5B5D0BA7-97A1-49B3-A6FA-A626FDB1298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120956" y="205320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27" name="Flowchart: Connector 15826">
                    <a:extLst>
                      <a:ext uri="{FF2B5EF4-FFF2-40B4-BE49-F238E27FC236}">
                        <a16:creationId xmlns:a16="http://schemas.microsoft.com/office/drawing/2014/main" id="{F84F8735-4B27-4099-913B-E698DF5BEDC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309784" y="213919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28" name="Flowchart: Connector 15827">
                    <a:extLst>
                      <a:ext uri="{FF2B5EF4-FFF2-40B4-BE49-F238E27FC236}">
                        <a16:creationId xmlns:a16="http://schemas.microsoft.com/office/drawing/2014/main" id="{5BC76577-CF83-4CB5-82D9-952AB1C2EC3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381325" y="2140676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829" name="Flowchart: Connector 15828">
                    <a:extLst>
                      <a:ext uri="{FF2B5EF4-FFF2-40B4-BE49-F238E27FC236}">
                        <a16:creationId xmlns:a16="http://schemas.microsoft.com/office/drawing/2014/main" id="{1E7A876F-7F8E-4E80-B97E-FEB6E40789C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574683" y="2222408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30" name="3D Model 15829" descr="Sphere">
                        <a:extLst>
                          <a:ext uri="{FF2B5EF4-FFF2-40B4-BE49-F238E27FC236}">
                            <a16:creationId xmlns:a16="http://schemas.microsoft.com/office/drawing/2014/main" id="{E9575CAB-9517-455E-9333-DC8843090EE6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453188309"/>
                          </p:ext>
                        </p:extLst>
                      </p:nvPr>
                    </p:nvGraphicFramePr>
                    <p:xfrm>
                      <a:off x="3717189" y="1719497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71" name="3D Model 570" descr="Sphere">
                        <a:extLst>
                          <a:ext uri="{FF2B5EF4-FFF2-40B4-BE49-F238E27FC236}">
                            <a16:creationId xmlns:a16="http://schemas.microsoft.com/office/drawing/2014/main" id="{431CAFD4-B5D8-40F0-860A-3D38F1F2E4D1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318294" y="2951668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831" name="Flowchart: Connector 15830">
                    <a:extLst>
                      <a:ext uri="{FF2B5EF4-FFF2-40B4-BE49-F238E27FC236}">
                        <a16:creationId xmlns:a16="http://schemas.microsoft.com/office/drawing/2014/main" id="{5D5AA722-8C0B-4FEE-B742-2B6D954DC53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938658" y="187102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32" name="3D Model 15831" descr="Sphere">
                        <a:extLst>
                          <a:ext uri="{FF2B5EF4-FFF2-40B4-BE49-F238E27FC236}">
                            <a16:creationId xmlns:a16="http://schemas.microsoft.com/office/drawing/2014/main" id="{0BF81ACD-7447-42EF-9A49-4192481DD421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441585694"/>
                          </p:ext>
                        </p:extLst>
                      </p:nvPr>
                    </p:nvGraphicFramePr>
                    <p:xfrm>
                      <a:off x="3957959" y="1797479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73" name="3D Model 572" descr="Sphere">
                        <a:extLst>
                          <a:ext uri="{FF2B5EF4-FFF2-40B4-BE49-F238E27FC236}">
                            <a16:creationId xmlns:a16="http://schemas.microsoft.com/office/drawing/2014/main" id="{D6220843-76D7-4B68-A4C7-3C63A7751E1F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559064" y="3029650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833" name="Flowchart: Connector 15832">
                    <a:extLst>
                      <a:ext uri="{FF2B5EF4-FFF2-40B4-BE49-F238E27FC236}">
                        <a16:creationId xmlns:a16="http://schemas.microsoft.com/office/drawing/2014/main" id="{4D776BC4-0E54-469E-ACA7-4F327EE140B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177837" y="194015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34" name="3D Model 15833" descr="Sphere">
                        <a:extLst>
                          <a:ext uri="{FF2B5EF4-FFF2-40B4-BE49-F238E27FC236}">
                            <a16:creationId xmlns:a16="http://schemas.microsoft.com/office/drawing/2014/main" id="{F44AB858-75FD-4D8D-884B-6AA36B300AE7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198043263"/>
                          </p:ext>
                        </p:extLst>
                      </p:nvPr>
                    </p:nvGraphicFramePr>
                    <p:xfrm>
                      <a:off x="4202455" y="1859278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75" name="3D Model 574" descr="Sphere">
                        <a:extLst>
                          <a:ext uri="{FF2B5EF4-FFF2-40B4-BE49-F238E27FC236}">
                            <a16:creationId xmlns:a16="http://schemas.microsoft.com/office/drawing/2014/main" id="{A31C2113-6FBF-4DA7-9B5E-8D9B60E9FEAB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803560" y="3091449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835" name="Flowchart: Connector 15834">
                    <a:extLst>
                      <a:ext uri="{FF2B5EF4-FFF2-40B4-BE49-F238E27FC236}">
                        <a16:creationId xmlns:a16="http://schemas.microsoft.com/office/drawing/2014/main" id="{8E8E76E9-56AD-41CA-9C76-5847CA2A5EC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441353" y="202277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836" name="3D Model 15835" descr="Sphere">
                        <a:extLst>
                          <a:ext uri="{FF2B5EF4-FFF2-40B4-BE49-F238E27FC236}">
                            <a16:creationId xmlns:a16="http://schemas.microsoft.com/office/drawing/2014/main" id="{A61C6271-42FC-4B77-9EAA-BEB3647442A8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575722823"/>
                          </p:ext>
                        </p:extLst>
                      </p:nvPr>
                    </p:nvGraphicFramePr>
                    <p:xfrm>
                      <a:off x="4470873" y="1946317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96282" cy="8570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8"/>
                          </am3d:raster>
                          <am3d:objViewport viewportSz="93052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77" name="3D Model 576" descr="Sphere">
                        <a:extLst>
                          <a:ext uri="{FF2B5EF4-FFF2-40B4-BE49-F238E27FC236}">
                            <a16:creationId xmlns:a16="http://schemas.microsoft.com/office/drawing/2014/main" id="{69CA7D75-9569-459B-AA3F-BFD6D15B2576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9"/>
                      <a:stretch>
                        <a:fillRect/>
                      </a:stretch>
                    </p:blipFill>
                    <p:spPr>
                      <a:xfrm>
                        <a:off x="3071978" y="3178488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  <p:sp>
              <p:nvSpPr>
                <p:cNvPr id="15807" name="Flowchart: Connector 15806">
                  <a:extLst>
                    <a:ext uri="{FF2B5EF4-FFF2-40B4-BE49-F238E27FC236}">
                      <a16:creationId xmlns:a16="http://schemas.microsoft.com/office/drawing/2014/main" id="{1ED8F87E-B5AD-4AD5-A617-A5C4FE778A1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722159" y="183548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808" name="Flowchart: Connector 15807">
                  <a:extLst>
                    <a:ext uri="{FF2B5EF4-FFF2-40B4-BE49-F238E27FC236}">
                      <a16:creationId xmlns:a16="http://schemas.microsoft.com/office/drawing/2014/main" id="{392F4F88-BC5F-4ECB-8E85-1AB94DC92E7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240307" y="1780325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809" name="Flowchart: Connector 15808">
                  <a:extLst>
                    <a:ext uri="{FF2B5EF4-FFF2-40B4-BE49-F238E27FC236}">
                      <a16:creationId xmlns:a16="http://schemas.microsoft.com/office/drawing/2014/main" id="{7BDB1F1B-6CDC-4A00-82D0-469C545B98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283299" y="175226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810" name="Flowchart: Connector 15809">
                  <a:extLst>
                    <a:ext uri="{FF2B5EF4-FFF2-40B4-BE49-F238E27FC236}">
                      <a16:creationId xmlns:a16="http://schemas.microsoft.com/office/drawing/2014/main" id="{005C8AF4-B912-47BD-888C-2DAC5962FDD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472010" y="1844651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811" name="Flowchart: Connector 15810">
                  <a:extLst>
                    <a:ext uri="{FF2B5EF4-FFF2-40B4-BE49-F238E27FC236}">
                      <a16:creationId xmlns:a16="http://schemas.microsoft.com/office/drawing/2014/main" id="{72C74105-CC3E-4FF1-A50D-AA654F705DA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527678" y="183548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812" name="Flowchart: Connector 15811">
                  <a:extLst>
                    <a:ext uri="{FF2B5EF4-FFF2-40B4-BE49-F238E27FC236}">
                      <a16:creationId xmlns:a16="http://schemas.microsoft.com/office/drawing/2014/main" id="{BADFD7F6-2968-4F19-9578-B7431B6FA31D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716506" y="192146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813" name="Flowchart: Connector 15812">
                  <a:extLst>
                    <a:ext uri="{FF2B5EF4-FFF2-40B4-BE49-F238E27FC236}">
                      <a16:creationId xmlns:a16="http://schemas.microsoft.com/office/drawing/2014/main" id="{349206C0-F18F-456A-A835-6E3965A838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788047" y="192294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814" name="Flowchart: Connector 15813">
                  <a:extLst>
                    <a:ext uri="{FF2B5EF4-FFF2-40B4-BE49-F238E27FC236}">
                      <a16:creationId xmlns:a16="http://schemas.microsoft.com/office/drawing/2014/main" id="{3187D7FD-7A75-44B8-B0EB-39D54766B91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981405" y="2004681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815" name="3D Model 15814" descr="Sphere">
                      <a:extLst>
                        <a:ext uri="{FF2B5EF4-FFF2-40B4-BE49-F238E27FC236}">
                          <a16:creationId xmlns:a16="http://schemas.microsoft.com/office/drawing/2014/main" id="{EF1D4604-A162-4886-B487-CC6DA258BB5E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3356567145"/>
                        </p:ext>
                      </p:extLst>
                    </p:nvPr>
                  </p:nvGraphicFramePr>
                  <p:xfrm>
                    <a:off x="2134543" y="1523034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8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5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237" name="3D Model 236" descr="Sphere">
                      <a:extLst>
                        <a:ext uri="{FF2B5EF4-FFF2-40B4-BE49-F238E27FC236}">
                          <a16:creationId xmlns:a16="http://schemas.microsoft.com/office/drawing/2014/main" id="{2F0D892F-59C1-4508-BD59-D01758D7DEBD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2184492" y="1589508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816" name="Flowchart: Connector 15815">
                  <a:extLst>
                    <a:ext uri="{FF2B5EF4-FFF2-40B4-BE49-F238E27FC236}">
                      <a16:creationId xmlns:a16="http://schemas.microsoft.com/office/drawing/2014/main" id="{6A0AB740-2CC0-4AE9-BEC0-7286CA5B724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345380" y="165330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817" name="3D Model 15816" descr="Sphere">
                      <a:extLst>
                        <a:ext uri="{FF2B5EF4-FFF2-40B4-BE49-F238E27FC236}">
                          <a16:creationId xmlns:a16="http://schemas.microsoft.com/office/drawing/2014/main" id="{4C925C55-D780-44AC-8FA3-E8456D39094F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1748542306"/>
                        </p:ext>
                      </p:extLst>
                    </p:nvPr>
                  </p:nvGraphicFramePr>
                  <p:xfrm>
                    <a:off x="2371307" y="1579752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8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5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239" name="3D Model 238" descr="Sphere">
                      <a:extLst>
                        <a:ext uri="{FF2B5EF4-FFF2-40B4-BE49-F238E27FC236}">
                          <a16:creationId xmlns:a16="http://schemas.microsoft.com/office/drawing/2014/main" id="{0D1E6E50-302F-4BCA-816F-110EE28C52CE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2421256" y="1646226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818" name="Flowchart: Connector 15817">
                  <a:extLst>
                    <a:ext uri="{FF2B5EF4-FFF2-40B4-BE49-F238E27FC236}">
                      <a16:creationId xmlns:a16="http://schemas.microsoft.com/office/drawing/2014/main" id="{90DB5EA6-DA9D-4E2A-AB5F-C1194D3552C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584559" y="1722432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819" name="3D Model 15818" descr="Sphere">
                      <a:extLst>
                        <a:ext uri="{FF2B5EF4-FFF2-40B4-BE49-F238E27FC236}">
                          <a16:creationId xmlns:a16="http://schemas.microsoft.com/office/drawing/2014/main" id="{DD8C8165-6F80-4533-BEE4-8B66ABB4F550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3083572516"/>
                        </p:ext>
                      </p:extLst>
                    </p:nvPr>
                  </p:nvGraphicFramePr>
                  <p:xfrm>
                    <a:off x="2609177" y="1641551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8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5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241" name="3D Model 240" descr="Sphere">
                      <a:extLst>
                        <a:ext uri="{FF2B5EF4-FFF2-40B4-BE49-F238E27FC236}">
                          <a16:creationId xmlns:a16="http://schemas.microsoft.com/office/drawing/2014/main" id="{85593F80-CB26-4E68-9C68-9BF03B294983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2659126" y="1708025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820" name="Flowchart: Connector 15819">
                  <a:extLst>
                    <a:ext uri="{FF2B5EF4-FFF2-40B4-BE49-F238E27FC236}">
                      <a16:creationId xmlns:a16="http://schemas.microsoft.com/office/drawing/2014/main" id="{1AAB45D2-0B56-4495-B15F-D118537C582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848075" y="1805047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821" name="3D Model 15820" descr="Sphere">
                      <a:extLst>
                        <a:ext uri="{FF2B5EF4-FFF2-40B4-BE49-F238E27FC236}">
                          <a16:creationId xmlns:a16="http://schemas.microsoft.com/office/drawing/2014/main" id="{CE0E8FA5-1B95-4D86-BC5A-39CBCEA70C78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2701428545"/>
                        </p:ext>
                      </p:extLst>
                    </p:nvPr>
                  </p:nvGraphicFramePr>
                  <p:xfrm>
                    <a:off x="2877595" y="1728590"/>
                    <a:ext cx="293860" cy="31281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96282" cy="85709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8329655" ay="3593320" az="-2226581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8"/>
                        </am3d:raster>
                        <am3d:objViewport viewportSz="93052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243" name="3D Model 242" descr="Sphere">
                      <a:extLst>
                        <a:ext uri="{FF2B5EF4-FFF2-40B4-BE49-F238E27FC236}">
                          <a16:creationId xmlns:a16="http://schemas.microsoft.com/office/drawing/2014/main" id="{B2AEC8C4-AAAA-42C6-A233-BE886B83815C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9"/>
                    <a:stretch>
                      <a:fillRect/>
                    </a:stretch>
                  </p:blipFill>
                  <p:spPr>
                    <a:xfrm>
                      <a:off x="2927544" y="1795064"/>
                      <a:ext cx="293860" cy="312819"/>
                    </a:xfrm>
                    <a:prstGeom prst="rect">
                      <a:avLst/>
                    </a:prstGeom>
                  </p:spPr>
                </p:pic>
              </mc:Fallback>
            </mc:AlternateContent>
          </p:grpSp>
        </p:grpSp>
        <p:grpSp>
          <p:nvGrpSpPr>
            <p:cNvPr id="15582" name="Group 15581">
              <a:extLst>
                <a:ext uri="{FF2B5EF4-FFF2-40B4-BE49-F238E27FC236}">
                  <a16:creationId xmlns:a16="http://schemas.microsoft.com/office/drawing/2014/main" id="{D58CB9ED-3052-47FC-86FD-57EEAEE5D1C8}"/>
                </a:ext>
              </a:extLst>
            </p:cNvPr>
            <p:cNvGrpSpPr/>
            <p:nvPr/>
          </p:nvGrpSpPr>
          <p:grpSpPr>
            <a:xfrm>
              <a:off x="1773325" y="2268938"/>
              <a:ext cx="222323" cy="860409"/>
              <a:chOff x="1473033" y="2656490"/>
              <a:chExt cx="222323" cy="860409"/>
            </a:xfrm>
          </p:grpSpPr>
          <p:sp>
            <p:nvSpPr>
              <p:cNvPr id="15799" name="Flowchart: Connector 15798">
                <a:extLst>
                  <a:ext uri="{FF2B5EF4-FFF2-40B4-BE49-F238E27FC236}">
                    <a16:creationId xmlns:a16="http://schemas.microsoft.com/office/drawing/2014/main" id="{9F762A78-4E2D-4733-B099-374F6F83D6E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82672" y="2656490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800" name="Flowchart: Connector 15799">
                <a:extLst>
                  <a:ext uri="{FF2B5EF4-FFF2-40B4-BE49-F238E27FC236}">
                    <a16:creationId xmlns:a16="http://schemas.microsoft.com/office/drawing/2014/main" id="{CA244B01-8EA6-45BA-9F81-B30ADD441E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73033" y="2982505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801" name="Flowchart: Connector 15800">
                <a:extLst>
                  <a:ext uri="{FF2B5EF4-FFF2-40B4-BE49-F238E27FC236}">
                    <a16:creationId xmlns:a16="http://schemas.microsoft.com/office/drawing/2014/main" id="{D45E0A7C-1759-45EC-9EA9-ACF7E6EC387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83497" y="3300899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</p:grpSp>
        <p:sp>
          <p:nvSpPr>
            <p:cNvPr id="15583" name="Flowchart: Connector 15582">
              <a:extLst>
                <a:ext uri="{FF2B5EF4-FFF2-40B4-BE49-F238E27FC236}">
                  <a16:creationId xmlns:a16="http://schemas.microsoft.com/office/drawing/2014/main" id="{BE0B5A55-A40C-4BC1-8CED-8B707A7DA454}"/>
                </a:ext>
              </a:extLst>
            </p:cNvPr>
            <p:cNvSpPr>
              <a:spLocks/>
            </p:cNvSpPr>
            <p:nvPr/>
          </p:nvSpPr>
          <p:spPr>
            <a:xfrm>
              <a:off x="1337026" y="2012614"/>
              <a:ext cx="91805" cy="93600"/>
            </a:xfrm>
            <a:prstGeom prst="flowChartConnector">
              <a:avLst/>
            </a:prstGeom>
            <a:solidFill>
              <a:srgbClr val="FF66FF"/>
            </a:solidFill>
            <a:ln>
              <a:solidFill>
                <a:srgbClr val="FF66FF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b="1"/>
            </a:p>
          </p:txBody>
        </p:sp>
        <p:sp>
          <p:nvSpPr>
            <p:cNvPr id="15584" name="Flowchart: Connector 15583">
              <a:extLst>
                <a:ext uri="{FF2B5EF4-FFF2-40B4-BE49-F238E27FC236}">
                  <a16:creationId xmlns:a16="http://schemas.microsoft.com/office/drawing/2014/main" id="{3BDE4224-75BD-4F1C-B8ED-8B306233E70D}"/>
                </a:ext>
              </a:extLst>
            </p:cNvPr>
            <p:cNvSpPr>
              <a:spLocks/>
            </p:cNvSpPr>
            <p:nvPr/>
          </p:nvSpPr>
          <p:spPr>
            <a:xfrm>
              <a:off x="1588002" y="2087270"/>
              <a:ext cx="91805" cy="93600"/>
            </a:xfrm>
            <a:prstGeom prst="flowChartConnector">
              <a:avLst/>
            </a:prstGeom>
            <a:solidFill>
              <a:srgbClr val="FF66FF"/>
            </a:solidFill>
            <a:ln>
              <a:solidFill>
                <a:srgbClr val="FF66FF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b="1"/>
            </a:p>
          </p:txBody>
        </p:sp>
        <p:grpSp>
          <p:nvGrpSpPr>
            <p:cNvPr id="15585" name="Group 15584">
              <a:extLst>
                <a:ext uri="{FF2B5EF4-FFF2-40B4-BE49-F238E27FC236}">
                  <a16:creationId xmlns:a16="http://schemas.microsoft.com/office/drawing/2014/main" id="{6C9F2B28-F814-4615-850B-61AECDA76DEA}"/>
                </a:ext>
              </a:extLst>
            </p:cNvPr>
            <p:cNvGrpSpPr/>
            <p:nvPr/>
          </p:nvGrpSpPr>
          <p:grpSpPr>
            <a:xfrm rot="21228750">
              <a:off x="1171220" y="1918660"/>
              <a:ext cx="698062" cy="387533"/>
              <a:chOff x="854933" y="2290871"/>
              <a:chExt cx="698062" cy="387533"/>
            </a:xfrm>
          </p:grpSpPr>
          <p:sp>
            <p:nvSpPr>
              <p:cNvPr id="15796" name="Flowchart: Connector 15795">
                <a:extLst>
                  <a:ext uri="{FF2B5EF4-FFF2-40B4-BE49-F238E27FC236}">
                    <a16:creationId xmlns:a16="http://schemas.microsoft.com/office/drawing/2014/main" id="{23BE7B81-D5EE-454A-BB37-A4DF65AC681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54933" y="2290871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797" name="Flowchart: Connector 15796">
                <a:extLst>
                  <a:ext uri="{FF2B5EF4-FFF2-40B4-BE49-F238E27FC236}">
                    <a16:creationId xmlns:a16="http://schemas.microsoft.com/office/drawing/2014/main" id="{812D6DA2-3182-4038-A5AF-93F0C7AA894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05206" y="2377897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798" name="Flowchart: Connector 15797">
                <a:extLst>
                  <a:ext uri="{FF2B5EF4-FFF2-40B4-BE49-F238E27FC236}">
                    <a16:creationId xmlns:a16="http://schemas.microsoft.com/office/drawing/2014/main" id="{8951C847-C9B0-4346-9B96-3CA2F451B8C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41136" y="2462404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</p:grpSp>
        <p:grpSp>
          <p:nvGrpSpPr>
            <p:cNvPr id="15586" name="Group 15585">
              <a:extLst>
                <a:ext uri="{FF2B5EF4-FFF2-40B4-BE49-F238E27FC236}">
                  <a16:creationId xmlns:a16="http://schemas.microsoft.com/office/drawing/2014/main" id="{300957DF-E262-45F9-832A-D0D2FDE11181}"/>
                </a:ext>
              </a:extLst>
            </p:cNvPr>
            <p:cNvGrpSpPr/>
            <p:nvPr/>
          </p:nvGrpSpPr>
          <p:grpSpPr>
            <a:xfrm>
              <a:off x="849741" y="1890320"/>
              <a:ext cx="1098636" cy="1497980"/>
              <a:chOff x="2089993" y="1501770"/>
              <a:chExt cx="1098636" cy="1497980"/>
            </a:xfrm>
          </p:grpSpPr>
          <p:grpSp>
            <p:nvGrpSpPr>
              <p:cNvPr id="15731" name="Group 15730">
                <a:extLst>
                  <a:ext uri="{FF2B5EF4-FFF2-40B4-BE49-F238E27FC236}">
                    <a16:creationId xmlns:a16="http://schemas.microsoft.com/office/drawing/2014/main" id="{D857E4BD-AC6F-414A-B404-D2F06783FBD2}"/>
                  </a:ext>
                </a:extLst>
              </p:cNvPr>
              <p:cNvGrpSpPr/>
              <p:nvPr/>
            </p:nvGrpSpPr>
            <p:grpSpPr>
              <a:xfrm>
                <a:off x="2089993" y="1634990"/>
                <a:ext cx="101484" cy="1051941"/>
                <a:chOff x="1800622" y="2329236"/>
                <a:chExt cx="101484" cy="1051941"/>
              </a:xfrm>
            </p:grpSpPr>
            <p:sp>
              <p:nvSpPr>
                <p:cNvPr id="15792" name="Flowchart: Connector 15791">
                  <a:extLst>
                    <a:ext uri="{FF2B5EF4-FFF2-40B4-BE49-F238E27FC236}">
                      <a16:creationId xmlns:a16="http://schemas.microsoft.com/office/drawing/2014/main" id="{2BA0CEA4-F7ED-4520-8DAC-F497AE74C2E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810301" y="3287577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93" name="Flowchart: Connector 15792">
                  <a:extLst>
                    <a:ext uri="{FF2B5EF4-FFF2-40B4-BE49-F238E27FC236}">
                      <a16:creationId xmlns:a16="http://schemas.microsoft.com/office/drawing/2014/main" id="{6F79AC5B-E18E-446B-A6C2-9895CB90509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810301" y="2967895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94" name="Flowchart: Connector 15793">
                  <a:extLst>
                    <a:ext uri="{FF2B5EF4-FFF2-40B4-BE49-F238E27FC236}">
                      <a16:creationId xmlns:a16="http://schemas.microsoft.com/office/drawing/2014/main" id="{CE615023-4B23-42A3-AB0A-7656232EC46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800622" y="2650992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95" name="Flowchart: Connector 15794">
                  <a:extLst>
                    <a:ext uri="{FF2B5EF4-FFF2-40B4-BE49-F238E27FC236}">
                      <a16:creationId xmlns:a16="http://schemas.microsoft.com/office/drawing/2014/main" id="{6E5950CE-1963-4F70-B78F-4EFF1137CB9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810301" y="2329236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</p:grpSp>
          <p:grpSp>
            <p:nvGrpSpPr>
              <p:cNvPr id="15732" name="Group 15731">
                <a:extLst>
                  <a:ext uri="{FF2B5EF4-FFF2-40B4-BE49-F238E27FC236}">
                    <a16:creationId xmlns:a16="http://schemas.microsoft.com/office/drawing/2014/main" id="{8402402B-4712-4231-B8BE-9D12C16C2959}"/>
                  </a:ext>
                </a:extLst>
              </p:cNvPr>
              <p:cNvGrpSpPr/>
              <p:nvPr/>
            </p:nvGrpSpPr>
            <p:grpSpPr>
              <a:xfrm>
                <a:off x="2114232" y="1501770"/>
                <a:ext cx="1074397" cy="1497980"/>
                <a:chOff x="2114232" y="1501770"/>
                <a:chExt cx="1074397" cy="1497980"/>
              </a:xfrm>
            </p:grpSpPr>
            <p:grpSp>
              <p:nvGrpSpPr>
                <p:cNvPr id="15733" name="Group 15732">
                  <a:extLst>
                    <a:ext uri="{FF2B5EF4-FFF2-40B4-BE49-F238E27FC236}">
                      <a16:creationId xmlns:a16="http://schemas.microsoft.com/office/drawing/2014/main" id="{64605DC9-D1CD-4BE1-A974-8AC61D1C93F2}"/>
                    </a:ext>
                  </a:extLst>
                </p:cNvPr>
                <p:cNvGrpSpPr/>
                <p:nvPr/>
              </p:nvGrpSpPr>
              <p:grpSpPr>
                <a:xfrm>
                  <a:off x="2123911" y="2460111"/>
                  <a:ext cx="1064718" cy="539639"/>
                  <a:chOff x="3717189" y="1719497"/>
                  <a:chExt cx="1064718" cy="539639"/>
                </a:xfrm>
              </p:grpSpPr>
              <p:sp>
                <p:nvSpPr>
                  <p:cNvPr id="15784" name="Flowchart: Connector 15783">
                    <a:extLst>
                      <a:ext uri="{FF2B5EF4-FFF2-40B4-BE49-F238E27FC236}">
                        <a16:creationId xmlns:a16="http://schemas.microsoft.com/office/drawing/2014/main" id="{4BC0174B-2085-42D9-85B0-97902AD1315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690102" y="200198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85" name="3D Model 15784" descr="Sphere">
                        <a:extLst>
                          <a:ext uri="{FF2B5EF4-FFF2-40B4-BE49-F238E27FC236}">
                            <a16:creationId xmlns:a16="http://schemas.microsoft.com/office/drawing/2014/main" id="{97D6970D-AF3A-4C33-903E-1BFCA5F141FC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886538166"/>
                          </p:ext>
                        </p:extLst>
                      </p:nvPr>
                    </p:nvGraphicFramePr>
                    <p:xfrm>
                      <a:off x="3717189" y="1719497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5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39" name="3D Model 538" descr="Sphere">
                        <a:extLst>
                          <a:ext uri="{FF2B5EF4-FFF2-40B4-BE49-F238E27FC236}">
                            <a16:creationId xmlns:a16="http://schemas.microsoft.com/office/drawing/2014/main" id="{989EAF3D-01F6-44C6-8257-DE3986855137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327973" y="3588253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86" name="Flowchart: Connector 15785">
                    <a:extLst>
                      <a:ext uri="{FF2B5EF4-FFF2-40B4-BE49-F238E27FC236}">
                        <a16:creationId xmlns:a16="http://schemas.microsoft.com/office/drawing/2014/main" id="{77633D46-C8A6-44AC-B3C4-568BD7205AE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938658" y="187102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87" name="3D Model 15786" descr="Sphere">
                        <a:extLst>
                          <a:ext uri="{FF2B5EF4-FFF2-40B4-BE49-F238E27FC236}">
                            <a16:creationId xmlns:a16="http://schemas.microsoft.com/office/drawing/2014/main" id="{8C473655-8064-4999-A0E9-7AAA9B0EB234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803577373"/>
                          </p:ext>
                        </p:extLst>
                      </p:nvPr>
                    </p:nvGraphicFramePr>
                    <p:xfrm>
                      <a:off x="3957959" y="1797479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5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41" name="3D Model 540" descr="Sphere">
                        <a:extLst>
                          <a:ext uri="{FF2B5EF4-FFF2-40B4-BE49-F238E27FC236}">
                            <a16:creationId xmlns:a16="http://schemas.microsoft.com/office/drawing/2014/main" id="{AB17CB10-4F93-4434-BA14-50AFAFF49467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568743" y="3666235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88" name="Flowchart: Connector 15787">
                    <a:extLst>
                      <a:ext uri="{FF2B5EF4-FFF2-40B4-BE49-F238E27FC236}">
                        <a16:creationId xmlns:a16="http://schemas.microsoft.com/office/drawing/2014/main" id="{A3760078-E76A-40D0-9312-D9C72852D2D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177837" y="194015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89" name="3D Model 15788" descr="Sphere">
                        <a:extLst>
                          <a:ext uri="{FF2B5EF4-FFF2-40B4-BE49-F238E27FC236}">
                            <a16:creationId xmlns:a16="http://schemas.microsoft.com/office/drawing/2014/main" id="{9420031C-6267-4F05-945C-60D9B390AD01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853191411"/>
                          </p:ext>
                        </p:extLst>
                      </p:nvPr>
                    </p:nvGraphicFramePr>
                    <p:xfrm>
                      <a:off x="4202455" y="1859278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5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43" name="3D Model 542" descr="Sphere">
                        <a:extLst>
                          <a:ext uri="{FF2B5EF4-FFF2-40B4-BE49-F238E27FC236}">
                            <a16:creationId xmlns:a16="http://schemas.microsoft.com/office/drawing/2014/main" id="{503D28F6-C92A-40B9-96B8-4050B0C4C9A8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813239" y="3728034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90" name="Flowchart: Connector 15789">
                    <a:extLst>
                      <a:ext uri="{FF2B5EF4-FFF2-40B4-BE49-F238E27FC236}">
                        <a16:creationId xmlns:a16="http://schemas.microsoft.com/office/drawing/2014/main" id="{6F5B8F84-9AC1-47B7-9C67-662C9173EBD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441353" y="202277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91" name="3D Model 15790" descr="Sphere">
                        <a:extLst>
                          <a:ext uri="{FF2B5EF4-FFF2-40B4-BE49-F238E27FC236}">
                            <a16:creationId xmlns:a16="http://schemas.microsoft.com/office/drawing/2014/main" id="{F0C5AA75-0036-4A94-88C7-9A41978CF931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139189874"/>
                          </p:ext>
                        </p:extLst>
                      </p:nvPr>
                    </p:nvGraphicFramePr>
                    <p:xfrm>
                      <a:off x="4470873" y="1946317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96282" cy="8570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8"/>
                          </am3d:raster>
                          <am3d:objViewport viewportSz="93052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45" name="3D Model 544" descr="Sphere">
                        <a:extLst>
                          <a:ext uri="{FF2B5EF4-FFF2-40B4-BE49-F238E27FC236}">
                            <a16:creationId xmlns:a16="http://schemas.microsoft.com/office/drawing/2014/main" id="{226A18F8-2383-4285-9223-CF3CEC25C574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9"/>
                      <a:stretch>
                        <a:fillRect/>
                      </a:stretch>
                    </p:blipFill>
                    <p:spPr>
                      <a:xfrm>
                        <a:off x="3081657" y="3815073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  <p:grpSp>
              <p:nvGrpSpPr>
                <p:cNvPr id="15734" name="Group 15733">
                  <a:extLst>
                    <a:ext uri="{FF2B5EF4-FFF2-40B4-BE49-F238E27FC236}">
                      <a16:creationId xmlns:a16="http://schemas.microsoft.com/office/drawing/2014/main" id="{06E53FDC-6181-4295-9E0A-B0CD56A94627}"/>
                    </a:ext>
                  </a:extLst>
                </p:cNvPr>
                <p:cNvGrpSpPr/>
                <p:nvPr/>
              </p:nvGrpSpPr>
              <p:grpSpPr>
                <a:xfrm>
                  <a:off x="2123911" y="2140429"/>
                  <a:ext cx="1064718" cy="637179"/>
                  <a:chOff x="3717189" y="1719497"/>
                  <a:chExt cx="1064718" cy="637179"/>
                </a:xfrm>
              </p:grpSpPr>
              <p:sp>
                <p:nvSpPr>
                  <p:cNvPr id="15768" name="Flowchart: Connector 15767">
                    <a:extLst>
                      <a:ext uri="{FF2B5EF4-FFF2-40B4-BE49-F238E27FC236}">
                        <a16:creationId xmlns:a16="http://schemas.microsoft.com/office/drawing/2014/main" id="{E92121B3-5488-4CB1-A621-7830E6F1835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315437" y="205320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69" name="Flowchart: Connector 15768">
                    <a:extLst>
                      <a:ext uri="{FF2B5EF4-FFF2-40B4-BE49-F238E27FC236}">
                        <a16:creationId xmlns:a16="http://schemas.microsoft.com/office/drawing/2014/main" id="{18C1B7F4-9F58-48C5-A78D-4D3E2B0D0B4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690102" y="200198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70" name="Flowchart: Connector 15769">
                    <a:extLst>
                      <a:ext uri="{FF2B5EF4-FFF2-40B4-BE49-F238E27FC236}">
                        <a16:creationId xmlns:a16="http://schemas.microsoft.com/office/drawing/2014/main" id="{533F4CAB-8F8C-4A3A-A528-540685552C2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833585" y="199805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71" name="Flowchart: Connector 15770">
                    <a:extLst>
                      <a:ext uri="{FF2B5EF4-FFF2-40B4-BE49-F238E27FC236}">
                        <a16:creationId xmlns:a16="http://schemas.microsoft.com/office/drawing/2014/main" id="{1DA96E18-6766-4813-A5CF-7DEAA5FE3F5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876577" y="1969996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72" name="Flowchart: Connector 15771">
                    <a:extLst>
                      <a:ext uri="{FF2B5EF4-FFF2-40B4-BE49-F238E27FC236}">
                        <a16:creationId xmlns:a16="http://schemas.microsoft.com/office/drawing/2014/main" id="{3FD698F9-620A-49A9-AA13-180CD744C44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065288" y="2062378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73" name="Flowchart: Connector 15772">
                    <a:extLst>
                      <a:ext uri="{FF2B5EF4-FFF2-40B4-BE49-F238E27FC236}">
                        <a16:creationId xmlns:a16="http://schemas.microsoft.com/office/drawing/2014/main" id="{DC672FD5-8D38-4679-B0F8-19066FAAA0A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120956" y="205320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74" name="Flowchart: Connector 15773">
                    <a:extLst>
                      <a:ext uri="{FF2B5EF4-FFF2-40B4-BE49-F238E27FC236}">
                        <a16:creationId xmlns:a16="http://schemas.microsoft.com/office/drawing/2014/main" id="{6838B8E1-580E-47E9-8870-FE29F1C5A03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309784" y="213919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75" name="Flowchart: Connector 15774">
                    <a:extLst>
                      <a:ext uri="{FF2B5EF4-FFF2-40B4-BE49-F238E27FC236}">
                        <a16:creationId xmlns:a16="http://schemas.microsoft.com/office/drawing/2014/main" id="{12FF3F20-7D2E-4902-A3B1-847F137546B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381325" y="2140676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76" name="Flowchart: Connector 15775">
                    <a:extLst>
                      <a:ext uri="{FF2B5EF4-FFF2-40B4-BE49-F238E27FC236}">
                        <a16:creationId xmlns:a16="http://schemas.microsoft.com/office/drawing/2014/main" id="{F65032A7-F74E-4142-9504-3A32132F0EF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574683" y="2222408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77" name="3D Model 15776" descr="Sphere">
                        <a:extLst>
                          <a:ext uri="{FF2B5EF4-FFF2-40B4-BE49-F238E27FC236}">
                            <a16:creationId xmlns:a16="http://schemas.microsoft.com/office/drawing/2014/main" id="{8DED4B94-BD99-4DA7-82CB-7F5F3264D210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593186294"/>
                          </p:ext>
                        </p:extLst>
                      </p:nvPr>
                    </p:nvGraphicFramePr>
                    <p:xfrm>
                      <a:off x="3717189" y="1719497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55" name="3D Model 554" descr="Sphere">
                        <a:extLst>
                          <a:ext uri="{FF2B5EF4-FFF2-40B4-BE49-F238E27FC236}">
                            <a16:creationId xmlns:a16="http://schemas.microsoft.com/office/drawing/2014/main" id="{B10B1F59-68DB-45EF-85AF-5C8351B14029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327973" y="3268571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78" name="Flowchart: Connector 15777">
                    <a:extLst>
                      <a:ext uri="{FF2B5EF4-FFF2-40B4-BE49-F238E27FC236}">
                        <a16:creationId xmlns:a16="http://schemas.microsoft.com/office/drawing/2014/main" id="{765EDA1C-71E7-48E3-926E-231A92F6645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938658" y="187102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79" name="3D Model 15778" descr="Sphere">
                        <a:extLst>
                          <a:ext uri="{FF2B5EF4-FFF2-40B4-BE49-F238E27FC236}">
                            <a16:creationId xmlns:a16="http://schemas.microsoft.com/office/drawing/2014/main" id="{C037A2C3-30EB-419B-9947-4C3156AC9260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325604915"/>
                          </p:ext>
                        </p:extLst>
                      </p:nvPr>
                    </p:nvGraphicFramePr>
                    <p:xfrm>
                      <a:off x="3957959" y="1797479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57" name="3D Model 556" descr="Sphere">
                        <a:extLst>
                          <a:ext uri="{FF2B5EF4-FFF2-40B4-BE49-F238E27FC236}">
                            <a16:creationId xmlns:a16="http://schemas.microsoft.com/office/drawing/2014/main" id="{A2534F90-63A2-4E00-9F6F-62444BCD921C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568743" y="3346553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80" name="Flowchart: Connector 15779">
                    <a:extLst>
                      <a:ext uri="{FF2B5EF4-FFF2-40B4-BE49-F238E27FC236}">
                        <a16:creationId xmlns:a16="http://schemas.microsoft.com/office/drawing/2014/main" id="{476C9FA0-8DEF-4B9A-AA50-C3B37D53AC9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177837" y="194015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81" name="3D Model 15780" descr="Sphere">
                        <a:extLst>
                          <a:ext uri="{FF2B5EF4-FFF2-40B4-BE49-F238E27FC236}">
                            <a16:creationId xmlns:a16="http://schemas.microsoft.com/office/drawing/2014/main" id="{B26370F2-0A49-4A89-B88A-DBBBAC4EFC26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306723338"/>
                          </p:ext>
                        </p:extLst>
                      </p:nvPr>
                    </p:nvGraphicFramePr>
                    <p:xfrm>
                      <a:off x="4202455" y="1859278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59" name="3D Model 558" descr="Sphere">
                        <a:extLst>
                          <a:ext uri="{FF2B5EF4-FFF2-40B4-BE49-F238E27FC236}">
                            <a16:creationId xmlns:a16="http://schemas.microsoft.com/office/drawing/2014/main" id="{3144521F-B4C2-4106-B2F3-D31F5890AAB1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813239" y="3408352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82" name="Flowchart: Connector 15781">
                    <a:extLst>
                      <a:ext uri="{FF2B5EF4-FFF2-40B4-BE49-F238E27FC236}">
                        <a16:creationId xmlns:a16="http://schemas.microsoft.com/office/drawing/2014/main" id="{351F83B2-ACAD-4C3A-92B9-BD81D065730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441353" y="202277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83" name="3D Model 15782" descr="Sphere">
                        <a:extLst>
                          <a:ext uri="{FF2B5EF4-FFF2-40B4-BE49-F238E27FC236}">
                            <a16:creationId xmlns:a16="http://schemas.microsoft.com/office/drawing/2014/main" id="{3BE7B4E9-53F8-4414-AB7B-12232117C08B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777444363"/>
                          </p:ext>
                        </p:extLst>
                      </p:nvPr>
                    </p:nvGraphicFramePr>
                    <p:xfrm>
                      <a:off x="4470873" y="1946317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96282" cy="8570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8"/>
                          </am3d:raster>
                          <am3d:objViewport viewportSz="93052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61" name="3D Model 560" descr="Sphere">
                        <a:extLst>
                          <a:ext uri="{FF2B5EF4-FFF2-40B4-BE49-F238E27FC236}">
                            <a16:creationId xmlns:a16="http://schemas.microsoft.com/office/drawing/2014/main" id="{81B1584C-E839-495C-A926-920C4CB7DA96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9"/>
                      <a:stretch>
                        <a:fillRect/>
                      </a:stretch>
                    </p:blipFill>
                    <p:spPr>
                      <a:xfrm>
                        <a:off x="3081657" y="3495391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  <p:grpSp>
              <p:nvGrpSpPr>
                <p:cNvPr id="15735" name="Group 15734">
                  <a:extLst>
                    <a:ext uri="{FF2B5EF4-FFF2-40B4-BE49-F238E27FC236}">
                      <a16:creationId xmlns:a16="http://schemas.microsoft.com/office/drawing/2014/main" id="{08F976AF-DB5C-4641-BA62-018EFC72967A}"/>
                    </a:ext>
                  </a:extLst>
                </p:cNvPr>
                <p:cNvGrpSpPr/>
                <p:nvPr/>
              </p:nvGrpSpPr>
              <p:grpSpPr>
                <a:xfrm>
                  <a:off x="2114232" y="1823526"/>
                  <a:ext cx="1064718" cy="637179"/>
                  <a:chOff x="3717189" y="1719497"/>
                  <a:chExt cx="1064718" cy="637179"/>
                </a:xfrm>
              </p:grpSpPr>
              <p:sp>
                <p:nvSpPr>
                  <p:cNvPr id="15752" name="Flowchart: Connector 15751">
                    <a:extLst>
                      <a:ext uri="{FF2B5EF4-FFF2-40B4-BE49-F238E27FC236}">
                        <a16:creationId xmlns:a16="http://schemas.microsoft.com/office/drawing/2014/main" id="{1F9E3C5D-9F6C-4716-87E4-256CA848BE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315437" y="205320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53" name="Flowchart: Connector 15752">
                    <a:extLst>
                      <a:ext uri="{FF2B5EF4-FFF2-40B4-BE49-F238E27FC236}">
                        <a16:creationId xmlns:a16="http://schemas.microsoft.com/office/drawing/2014/main" id="{E4D4AC05-007F-4136-89EC-62BDC551026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690102" y="200198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54" name="Flowchart: Connector 15753">
                    <a:extLst>
                      <a:ext uri="{FF2B5EF4-FFF2-40B4-BE49-F238E27FC236}">
                        <a16:creationId xmlns:a16="http://schemas.microsoft.com/office/drawing/2014/main" id="{3963FEB1-2D9A-488F-9B97-10A84BE07E0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833585" y="199805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55" name="Flowchart: Connector 15754">
                    <a:extLst>
                      <a:ext uri="{FF2B5EF4-FFF2-40B4-BE49-F238E27FC236}">
                        <a16:creationId xmlns:a16="http://schemas.microsoft.com/office/drawing/2014/main" id="{4EEBA695-473A-4474-BD6B-F2B1EFFDB44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876577" y="1969996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56" name="Flowchart: Connector 15755">
                    <a:extLst>
                      <a:ext uri="{FF2B5EF4-FFF2-40B4-BE49-F238E27FC236}">
                        <a16:creationId xmlns:a16="http://schemas.microsoft.com/office/drawing/2014/main" id="{043DC86F-BE02-4DAF-8ABF-CF93D96AB25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065288" y="2062378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57" name="Flowchart: Connector 15756">
                    <a:extLst>
                      <a:ext uri="{FF2B5EF4-FFF2-40B4-BE49-F238E27FC236}">
                        <a16:creationId xmlns:a16="http://schemas.microsoft.com/office/drawing/2014/main" id="{83ED70AE-8A97-4A7C-A002-CF39D1411F6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120956" y="205320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58" name="Flowchart: Connector 15757">
                    <a:extLst>
                      <a:ext uri="{FF2B5EF4-FFF2-40B4-BE49-F238E27FC236}">
                        <a16:creationId xmlns:a16="http://schemas.microsoft.com/office/drawing/2014/main" id="{CCF5EBDD-9C14-45A6-8C02-7D72790FDD5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309784" y="213919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59" name="Flowchart: Connector 15758">
                    <a:extLst>
                      <a:ext uri="{FF2B5EF4-FFF2-40B4-BE49-F238E27FC236}">
                        <a16:creationId xmlns:a16="http://schemas.microsoft.com/office/drawing/2014/main" id="{AD3D480B-4485-4EC5-AF30-8AB373ED919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381325" y="2140676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60" name="Flowchart: Connector 15759">
                    <a:extLst>
                      <a:ext uri="{FF2B5EF4-FFF2-40B4-BE49-F238E27FC236}">
                        <a16:creationId xmlns:a16="http://schemas.microsoft.com/office/drawing/2014/main" id="{C9076DFE-5839-47EC-89BA-1ECC2E166A68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574683" y="2222408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61" name="3D Model 15760" descr="Sphere">
                        <a:extLst>
                          <a:ext uri="{FF2B5EF4-FFF2-40B4-BE49-F238E27FC236}">
                            <a16:creationId xmlns:a16="http://schemas.microsoft.com/office/drawing/2014/main" id="{B951C82A-5258-4746-B6F7-0D94004E6B5E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417772522"/>
                          </p:ext>
                        </p:extLst>
                      </p:nvPr>
                    </p:nvGraphicFramePr>
                    <p:xfrm>
                      <a:off x="3717189" y="1719497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71" name="3D Model 570" descr="Sphere">
                        <a:extLst>
                          <a:ext uri="{FF2B5EF4-FFF2-40B4-BE49-F238E27FC236}">
                            <a16:creationId xmlns:a16="http://schemas.microsoft.com/office/drawing/2014/main" id="{431CAFD4-B5D8-40F0-860A-3D38F1F2E4D1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318294" y="2951668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62" name="Flowchart: Connector 15761">
                    <a:extLst>
                      <a:ext uri="{FF2B5EF4-FFF2-40B4-BE49-F238E27FC236}">
                        <a16:creationId xmlns:a16="http://schemas.microsoft.com/office/drawing/2014/main" id="{6FE249E1-E63B-4784-9F29-38649AA164A0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938658" y="187102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63" name="3D Model 15762" descr="Sphere">
                        <a:extLst>
                          <a:ext uri="{FF2B5EF4-FFF2-40B4-BE49-F238E27FC236}">
                            <a16:creationId xmlns:a16="http://schemas.microsoft.com/office/drawing/2014/main" id="{5933F468-A6FF-4C04-B460-66CB2E29B729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380283544"/>
                          </p:ext>
                        </p:extLst>
                      </p:nvPr>
                    </p:nvGraphicFramePr>
                    <p:xfrm>
                      <a:off x="3957959" y="1797479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73" name="3D Model 572" descr="Sphere">
                        <a:extLst>
                          <a:ext uri="{FF2B5EF4-FFF2-40B4-BE49-F238E27FC236}">
                            <a16:creationId xmlns:a16="http://schemas.microsoft.com/office/drawing/2014/main" id="{D6220843-76D7-4B68-A4C7-3C63A7751E1F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559064" y="3029650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64" name="Flowchart: Connector 15763">
                    <a:extLst>
                      <a:ext uri="{FF2B5EF4-FFF2-40B4-BE49-F238E27FC236}">
                        <a16:creationId xmlns:a16="http://schemas.microsoft.com/office/drawing/2014/main" id="{CB0BE14B-CBEC-4C75-B4CB-65975476E71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177837" y="194015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65" name="3D Model 15764" descr="Sphere">
                        <a:extLst>
                          <a:ext uri="{FF2B5EF4-FFF2-40B4-BE49-F238E27FC236}">
                            <a16:creationId xmlns:a16="http://schemas.microsoft.com/office/drawing/2014/main" id="{23A54124-5C41-408F-98A0-F2ADC0FC46C4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775071379"/>
                          </p:ext>
                        </p:extLst>
                      </p:nvPr>
                    </p:nvGraphicFramePr>
                    <p:xfrm>
                      <a:off x="4202455" y="1859278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75" name="3D Model 574" descr="Sphere">
                        <a:extLst>
                          <a:ext uri="{FF2B5EF4-FFF2-40B4-BE49-F238E27FC236}">
                            <a16:creationId xmlns:a16="http://schemas.microsoft.com/office/drawing/2014/main" id="{A31C2113-6FBF-4DA7-9B5E-8D9B60E9FEAB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803560" y="3091449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66" name="Flowchart: Connector 15765">
                    <a:extLst>
                      <a:ext uri="{FF2B5EF4-FFF2-40B4-BE49-F238E27FC236}">
                        <a16:creationId xmlns:a16="http://schemas.microsoft.com/office/drawing/2014/main" id="{8690B149-EA54-4C20-AA59-B39350BB2E29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441353" y="202277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67" name="3D Model 15766" descr="Sphere">
                        <a:extLst>
                          <a:ext uri="{FF2B5EF4-FFF2-40B4-BE49-F238E27FC236}">
                            <a16:creationId xmlns:a16="http://schemas.microsoft.com/office/drawing/2014/main" id="{348B4C8A-3A24-466D-A1AD-F1F7EF6DEBDA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101512376"/>
                          </p:ext>
                        </p:extLst>
                      </p:nvPr>
                    </p:nvGraphicFramePr>
                    <p:xfrm>
                      <a:off x="4470873" y="1946317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96282" cy="8570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8"/>
                          </am3d:raster>
                          <am3d:objViewport viewportSz="93052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77" name="3D Model 576" descr="Sphere">
                        <a:extLst>
                          <a:ext uri="{FF2B5EF4-FFF2-40B4-BE49-F238E27FC236}">
                            <a16:creationId xmlns:a16="http://schemas.microsoft.com/office/drawing/2014/main" id="{69CA7D75-9569-459B-AA3F-BFD6D15B2576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9"/>
                      <a:stretch>
                        <a:fillRect/>
                      </a:stretch>
                    </p:blipFill>
                    <p:spPr>
                      <a:xfrm>
                        <a:off x="3071978" y="3178488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  <p:sp>
              <p:nvSpPr>
                <p:cNvPr id="15736" name="Flowchart: Connector 15735">
                  <a:extLst>
                    <a:ext uri="{FF2B5EF4-FFF2-40B4-BE49-F238E27FC236}">
                      <a16:creationId xmlns:a16="http://schemas.microsoft.com/office/drawing/2014/main" id="{58E4B101-5A8E-4C01-801E-0ADD3A9B12A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722159" y="183548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37" name="Flowchart: Connector 15736">
                  <a:extLst>
                    <a:ext uri="{FF2B5EF4-FFF2-40B4-BE49-F238E27FC236}">
                      <a16:creationId xmlns:a16="http://schemas.microsoft.com/office/drawing/2014/main" id="{4A0E2B89-6AC5-4C06-BB10-F503E64E074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096824" y="1784256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38" name="Flowchart: Connector 15737">
                  <a:extLst>
                    <a:ext uri="{FF2B5EF4-FFF2-40B4-BE49-F238E27FC236}">
                      <a16:creationId xmlns:a16="http://schemas.microsoft.com/office/drawing/2014/main" id="{A6771FE3-7BBE-4B1F-A3E1-DA5738B5323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240307" y="1780325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39" name="Flowchart: Connector 15738">
                  <a:extLst>
                    <a:ext uri="{FF2B5EF4-FFF2-40B4-BE49-F238E27FC236}">
                      <a16:creationId xmlns:a16="http://schemas.microsoft.com/office/drawing/2014/main" id="{84886E35-81D3-45CB-BA34-737F42FF9CB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283299" y="175226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40" name="Flowchart: Connector 15739">
                  <a:extLst>
                    <a:ext uri="{FF2B5EF4-FFF2-40B4-BE49-F238E27FC236}">
                      <a16:creationId xmlns:a16="http://schemas.microsoft.com/office/drawing/2014/main" id="{FA2FA44C-0B6E-421B-98D3-1DFA161F8D4D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472010" y="1844651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41" name="Flowchart: Connector 15740">
                  <a:extLst>
                    <a:ext uri="{FF2B5EF4-FFF2-40B4-BE49-F238E27FC236}">
                      <a16:creationId xmlns:a16="http://schemas.microsoft.com/office/drawing/2014/main" id="{BB45F2BD-B63B-423A-B084-E9509A32425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527678" y="183548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42" name="Flowchart: Connector 15741">
                  <a:extLst>
                    <a:ext uri="{FF2B5EF4-FFF2-40B4-BE49-F238E27FC236}">
                      <a16:creationId xmlns:a16="http://schemas.microsoft.com/office/drawing/2014/main" id="{62680938-3C01-4A44-BCC8-75ECEAFD7FC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716506" y="192146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43" name="Flowchart: Connector 15742">
                  <a:extLst>
                    <a:ext uri="{FF2B5EF4-FFF2-40B4-BE49-F238E27FC236}">
                      <a16:creationId xmlns:a16="http://schemas.microsoft.com/office/drawing/2014/main" id="{7E34ED52-725C-4897-AE3C-1D9F6E0141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788047" y="192294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44" name="Flowchart: Connector 15743">
                  <a:extLst>
                    <a:ext uri="{FF2B5EF4-FFF2-40B4-BE49-F238E27FC236}">
                      <a16:creationId xmlns:a16="http://schemas.microsoft.com/office/drawing/2014/main" id="{C58CF9A9-E265-4C63-8799-7C7F7FF6312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981405" y="2004681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745" name="3D Model 15744" descr="Sphere">
                      <a:extLst>
                        <a:ext uri="{FF2B5EF4-FFF2-40B4-BE49-F238E27FC236}">
                          <a16:creationId xmlns:a16="http://schemas.microsoft.com/office/drawing/2014/main" id="{B1FC5BE1-26C3-4D83-A55F-982C22E98E26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107207339"/>
                        </p:ext>
                      </p:extLst>
                    </p:nvPr>
                  </p:nvGraphicFramePr>
                  <p:xfrm>
                    <a:off x="2123911" y="1501770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9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6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167" name="3D Model 166" descr="Sphere">
                      <a:extLst>
                        <a:ext uri="{FF2B5EF4-FFF2-40B4-BE49-F238E27FC236}">
                          <a16:creationId xmlns:a16="http://schemas.microsoft.com/office/drawing/2014/main" id="{C661BCB8-DDD8-42C4-854C-2E772B953681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1954029" y="1695060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746" name="Flowchart: Connector 15745">
                  <a:extLst>
                    <a:ext uri="{FF2B5EF4-FFF2-40B4-BE49-F238E27FC236}">
                      <a16:creationId xmlns:a16="http://schemas.microsoft.com/office/drawing/2014/main" id="{0D55D167-F684-4383-85F0-4EF5A5ABB2C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345380" y="165330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747" name="3D Model 15746" descr="Sphere">
                      <a:extLst>
                        <a:ext uri="{FF2B5EF4-FFF2-40B4-BE49-F238E27FC236}">
                          <a16:creationId xmlns:a16="http://schemas.microsoft.com/office/drawing/2014/main" id="{B6D6C712-7F46-405B-8EE7-B1DE0695AB59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1971711923"/>
                        </p:ext>
                      </p:extLst>
                    </p:nvPr>
                  </p:nvGraphicFramePr>
                  <p:xfrm>
                    <a:off x="2364681" y="1579752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9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6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169" name="3D Model 168" descr="Sphere">
                      <a:extLst>
                        <a:ext uri="{FF2B5EF4-FFF2-40B4-BE49-F238E27FC236}">
                          <a16:creationId xmlns:a16="http://schemas.microsoft.com/office/drawing/2014/main" id="{BE427722-2C48-467F-80AF-4F7E028B1911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2194799" y="1773042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748" name="Flowchart: Connector 15747">
                  <a:extLst>
                    <a:ext uri="{FF2B5EF4-FFF2-40B4-BE49-F238E27FC236}">
                      <a16:creationId xmlns:a16="http://schemas.microsoft.com/office/drawing/2014/main" id="{3A98BC18-579F-48FA-95B8-7F507D06368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593292" y="1717763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749" name="3D Model 15748" descr="Sphere">
                      <a:extLst>
                        <a:ext uri="{FF2B5EF4-FFF2-40B4-BE49-F238E27FC236}">
                          <a16:creationId xmlns:a16="http://schemas.microsoft.com/office/drawing/2014/main" id="{7BC80C4C-BCF0-4AF6-8DE2-6365212B6205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3396731356"/>
                        </p:ext>
                      </p:extLst>
                    </p:nvPr>
                  </p:nvGraphicFramePr>
                  <p:xfrm>
                    <a:off x="2622429" y="1638238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9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6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171" name="3D Model 170" descr="Sphere">
                      <a:extLst>
                        <a:ext uri="{FF2B5EF4-FFF2-40B4-BE49-F238E27FC236}">
                          <a16:creationId xmlns:a16="http://schemas.microsoft.com/office/drawing/2014/main" id="{91449AE4-7E59-4D2C-9395-FF6F7268EA71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2452547" y="1831528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750" name="Flowchart: Connector 15749">
                  <a:extLst>
                    <a:ext uri="{FF2B5EF4-FFF2-40B4-BE49-F238E27FC236}">
                      <a16:creationId xmlns:a16="http://schemas.microsoft.com/office/drawing/2014/main" id="{1092173C-29CC-4450-8DC3-D6A80B4EA47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848075" y="1805047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751" name="3D Model 15750" descr="Sphere">
                      <a:extLst>
                        <a:ext uri="{FF2B5EF4-FFF2-40B4-BE49-F238E27FC236}">
                          <a16:creationId xmlns:a16="http://schemas.microsoft.com/office/drawing/2014/main" id="{CB49E8BC-EC24-4814-B877-454ED12CFE08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3736157363"/>
                        </p:ext>
                      </p:extLst>
                    </p:nvPr>
                  </p:nvGraphicFramePr>
                  <p:xfrm>
                    <a:off x="2877595" y="1728590"/>
                    <a:ext cx="293860" cy="31281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96282" cy="85709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8329655" ay="3593320" az="-2226581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8"/>
                        </am3d:raster>
                        <am3d:objViewport viewportSz="93052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173" name="3D Model 172" descr="Sphere">
                      <a:extLst>
                        <a:ext uri="{FF2B5EF4-FFF2-40B4-BE49-F238E27FC236}">
                          <a16:creationId xmlns:a16="http://schemas.microsoft.com/office/drawing/2014/main" id="{57D57B2E-EC1F-42ED-B3E0-B74E3B77EC38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40"/>
                    <a:stretch>
                      <a:fillRect/>
                    </a:stretch>
                  </p:blipFill>
                  <p:spPr>
                    <a:xfrm>
                      <a:off x="2707713" y="1921880"/>
                      <a:ext cx="293860" cy="312819"/>
                    </a:xfrm>
                    <a:prstGeom prst="rect">
                      <a:avLst/>
                    </a:prstGeom>
                  </p:spPr>
                </p:pic>
              </mc:Fallback>
            </mc:AlternateContent>
          </p:grpSp>
        </p:grpSp>
        <p:grpSp>
          <p:nvGrpSpPr>
            <p:cNvPr id="15587" name="Group 15586">
              <a:extLst>
                <a:ext uri="{FF2B5EF4-FFF2-40B4-BE49-F238E27FC236}">
                  <a16:creationId xmlns:a16="http://schemas.microsoft.com/office/drawing/2014/main" id="{9AFDD6BD-2678-4A7E-AE14-A6511EBC4FE5}"/>
                </a:ext>
              </a:extLst>
            </p:cNvPr>
            <p:cNvGrpSpPr/>
            <p:nvPr/>
          </p:nvGrpSpPr>
          <p:grpSpPr>
            <a:xfrm>
              <a:off x="1547436" y="2361226"/>
              <a:ext cx="222323" cy="860409"/>
              <a:chOff x="1473033" y="2656490"/>
              <a:chExt cx="222323" cy="860409"/>
            </a:xfrm>
          </p:grpSpPr>
          <p:sp>
            <p:nvSpPr>
              <p:cNvPr id="15728" name="Flowchart: Connector 15727">
                <a:extLst>
                  <a:ext uri="{FF2B5EF4-FFF2-40B4-BE49-F238E27FC236}">
                    <a16:creationId xmlns:a16="http://schemas.microsoft.com/office/drawing/2014/main" id="{1EA385E1-5E8F-4D82-9488-10138E11C4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82672" y="2656490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729" name="Flowchart: Connector 15728">
                <a:extLst>
                  <a:ext uri="{FF2B5EF4-FFF2-40B4-BE49-F238E27FC236}">
                    <a16:creationId xmlns:a16="http://schemas.microsoft.com/office/drawing/2014/main" id="{BE95E1B4-0A2D-474E-BE73-2BD6957538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73033" y="2982505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730" name="Flowchart: Connector 15729">
                <a:extLst>
                  <a:ext uri="{FF2B5EF4-FFF2-40B4-BE49-F238E27FC236}">
                    <a16:creationId xmlns:a16="http://schemas.microsoft.com/office/drawing/2014/main" id="{6906D5C9-5D0D-4156-BDD3-F2795FC5C1A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83497" y="3300899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</p:grpSp>
        <p:sp>
          <p:nvSpPr>
            <p:cNvPr id="15588" name="Flowchart: Connector 15587">
              <a:extLst>
                <a:ext uri="{FF2B5EF4-FFF2-40B4-BE49-F238E27FC236}">
                  <a16:creationId xmlns:a16="http://schemas.microsoft.com/office/drawing/2014/main" id="{9FBA7517-BFAD-4CAA-8FD6-403B86975AAD}"/>
                </a:ext>
              </a:extLst>
            </p:cNvPr>
            <p:cNvSpPr>
              <a:spLocks/>
            </p:cNvSpPr>
            <p:nvPr/>
          </p:nvSpPr>
          <p:spPr>
            <a:xfrm>
              <a:off x="1119794" y="2122544"/>
              <a:ext cx="91805" cy="93600"/>
            </a:xfrm>
            <a:prstGeom prst="flowChartConnector">
              <a:avLst/>
            </a:prstGeom>
            <a:solidFill>
              <a:srgbClr val="FF66FF"/>
            </a:solidFill>
            <a:ln>
              <a:solidFill>
                <a:srgbClr val="FF66FF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b="1"/>
            </a:p>
          </p:txBody>
        </p:sp>
        <p:sp>
          <p:nvSpPr>
            <p:cNvPr id="15589" name="Flowchart: Connector 15588">
              <a:extLst>
                <a:ext uri="{FF2B5EF4-FFF2-40B4-BE49-F238E27FC236}">
                  <a16:creationId xmlns:a16="http://schemas.microsoft.com/office/drawing/2014/main" id="{7C851907-2D55-4B93-BAD8-CEC2842749AD}"/>
                </a:ext>
              </a:extLst>
            </p:cNvPr>
            <p:cNvSpPr>
              <a:spLocks/>
            </p:cNvSpPr>
            <p:nvPr/>
          </p:nvSpPr>
          <p:spPr>
            <a:xfrm>
              <a:off x="1374020" y="2185390"/>
              <a:ext cx="91805" cy="93600"/>
            </a:xfrm>
            <a:prstGeom prst="flowChartConnector">
              <a:avLst/>
            </a:prstGeom>
            <a:solidFill>
              <a:srgbClr val="FF66FF"/>
            </a:solidFill>
            <a:ln>
              <a:solidFill>
                <a:srgbClr val="FF66FF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b="1"/>
            </a:p>
          </p:txBody>
        </p:sp>
        <p:grpSp>
          <p:nvGrpSpPr>
            <p:cNvPr id="15590" name="Group 15589">
              <a:extLst>
                <a:ext uri="{FF2B5EF4-FFF2-40B4-BE49-F238E27FC236}">
                  <a16:creationId xmlns:a16="http://schemas.microsoft.com/office/drawing/2014/main" id="{535A192C-1E01-4307-A591-D489F6B9818B}"/>
                </a:ext>
              </a:extLst>
            </p:cNvPr>
            <p:cNvGrpSpPr/>
            <p:nvPr/>
          </p:nvGrpSpPr>
          <p:grpSpPr>
            <a:xfrm rot="21418957">
              <a:off x="941432" y="2025443"/>
              <a:ext cx="710250" cy="369080"/>
              <a:chOff x="854932" y="2290871"/>
              <a:chExt cx="710250" cy="369080"/>
            </a:xfrm>
          </p:grpSpPr>
          <p:sp>
            <p:nvSpPr>
              <p:cNvPr id="15725" name="Flowchart: Connector 15724">
                <a:extLst>
                  <a:ext uri="{FF2B5EF4-FFF2-40B4-BE49-F238E27FC236}">
                    <a16:creationId xmlns:a16="http://schemas.microsoft.com/office/drawing/2014/main" id="{7A830879-0E36-4D2D-914A-F35CAB8A674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54932" y="2290871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726" name="Flowchart: Connector 15725">
                <a:extLst>
                  <a:ext uri="{FF2B5EF4-FFF2-40B4-BE49-F238E27FC236}">
                    <a16:creationId xmlns:a16="http://schemas.microsoft.com/office/drawing/2014/main" id="{56B266A1-B749-483E-84CA-DB4AF57CEB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01897" y="2377722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727" name="Flowchart: Connector 15726">
                <a:extLst>
                  <a:ext uri="{FF2B5EF4-FFF2-40B4-BE49-F238E27FC236}">
                    <a16:creationId xmlns:a16="http://schemas.microsoft.com/office/drawing/2014/main" id="{79B805A2-1E1F-4A05-806E-9FFE8C8A9EB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53323" y="2443951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</p:grpSp>
        <p:grpSp>
          <p:nvGrpSpPr>
            <p:cNvPr id="15591" name="Group 15590">
              <a:extLst>
                <a:ext uri="{FF2B5EF4-FFF2-40B4-BE49-F238E27FC236}">
                  <a16:creationId xmlns:a16="http://schemas.microsoft.com/office/drawing/2014/main" id="{CA27E2C1-17F7-447E-8121-9F47DD790770}"/>
                </a:ext>
              </a:extLst>
            </p:cNvPr>
            <p:cNvGrpSpPr/>
            <p:nvPr/>
          </p:nvGrpSpPr>
          <p:grpSpPr>
            <a:xfrm>
              <a:off x="621287" y="1995259"/>
              <a:ext cx="1102917" cy="1484052"/>
              <a:chOff x="2085712" y="1515698"/>
              <a:chExt cx="1102917" cy="1484052"/>
            </a:xfrm>
          </p:grpSpPr>
          <p:grpSp>
            <p:nvGrpSpPr>
              <p:cNvPr id="15660" name="Group 15659">
                <a:extLst>
                  <a:ext uri="{FF2B5EF4-FFF2-40B4-BE49-F238E27FC236}">
                    <a16:creationId xmlns:a16="http://schemas.microsoft.com/office/drawing/2014/main" id="{01F9AFBA-6FDF-49F7-9559-B7C945E2AEA3}"/>
                  </a:ext>
                </a:extLst>
              </p:cNvPr>
              <p:cNvGrpSpPr/>
              <p:nvPr/>
            </p:nvGrpSpPr>
            <p:grpSpPr>
              <a:xfrm>
                <a:off x="2085712" y="1648950"/>
                <a:ext cx="105765" cy="1037981"/>
                <a:chOff x="1796341" y="2343196"/>
                <a:chExt cx="105765" cy="1037981"/>
              </a:xfrm>
            </p:grpSpPr>
            <p:sp>
              <p:nvSpPr>
                <p:cNvPr id="15721" name="Flowchart: Connector 15720">
                  <a:extLst>
                    <a:ext uri="{FF2B5EF4-FFF2-40B4-BE49-F238E27FC236}">
                      <a16:creationId xmlns:a16="http://schemas.microsoft.com/office/drawing/2014/main" id="{85ECA33F-100A-4543-8651-ECA54D4E010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810301" y="3287577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22" name="Flowchart: Connector 15721">
                  <a:extLst>
                    <a:ext uri="{FF2B5EF4-FFF2-40B4-BE49-F238E27FC236}">
                      <a16:creationId xmlns:a16="http://schemas.microsoft.com/office/drawing/2014/main" id="{B65147F1-DD20-4660-BD23-5A47D35DA836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810301" y="2967895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23" name="Flowchart: Connector 15722">
                  <a:extLst>
                    <a:ext uri="{FF2B5EF4-FFF2-40B4-BE49-F238E27FC236}">
                      <a16:creationId xmlns:a16="http://schemas.microsoft.com/office/drawing/2014/main" id="{98D28540-868A-49AE-94C5-CC0486DFD705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800622" y="2650992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724" name="Flowchart: Connector 15723">
                  <a:extLst>
                    <a:ext uri="{FF2B5EF4-FFF2-40B4-BE49-F238E27FC236}">
                      <a16:creationId xmlns:a16="http://schemas.microsoft.com/office/drawing/2014/main" id="{C08EA502-A13A-4673-A55F-3B1654E4255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796341" y="2343196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</p:grpSp>
          <p:grpSp>
            <p:nvGrpSpPr>
              <p:cNvPr id="15661" name="Group 15660">
                <a:extLst>
                  <a:ext uri="{FF2B5EF4-FFF2-40B4-BE49-F238E27FC236}">
                    <a16:creationId xmlns:a16="http://schemas.microsoft.com/office/drawing/2014/main" id="{C87FBD18-ABCD-47EB-B9D8-90A9A44C803A}"/>
                  </a:ext>
                </a:extLst>
              </p:cNvPr>
              <p:cNvGrpSpPr/>
              <p:nvPr/>
            </p:nvGrpSpPr>
            <p:grpSpPr>
              <a:xfrm>
                <a:off x="2114232" y="1515698"/>
                <a:ext cx="1074397" cy="1484052"/>
                <a:chOff x="2114232" y="1515698"/>
                <a:chExt cx="1074397" cy="1484052"/>
              </a:xfrm>
            </p:grpSpPr>
            <p:grpSp>
              <p:nvGrpSpPr>
                <p:cNvPr id="15662" name="Group 15661">
                  <a:extLst>
                    <a:ext uri="{FF2B5EF4-FFF2-40B4-BE49-F238E27FC236}">
                      <a16:creationId xmlns:a16="http://schemas.microsoft.com/office/drawing/2014/main" id="{0C60CB2C-925C-4DB9-850E-EC788E3BF76B}"/>
                    </a:ext>
                  </a:extLst>
                </p:cNvPr>
                <p:cNvGrpSpPr/>
                <p:nvPr/>
              </p:nvGrpSpPr>
              <p:grpSpPr>
                <a:xfrm>
                  <a:off x="2123911" y="2460111"/>
                  <a:ext cx="1064718" cy="539639"/>
                  <a:chOff x="3717189" y="1719497"/>
                  <a:chExt cx="1064718" cy="539639"/>
                </a:xfrm>
              </p:grpSpPr>
              <p:sp>
                <p:nvSpPr>
                  <p:cNvPr id="15713" name="Flowchart: Connector 15712">
                    <a:extLst>
                      <a:ext uri="{FF2B5EF4-FFF2-40B4-BE49-F238E27FC236}">
                        <a16:creationId xmlns:a16="http://schemas.microsoft.com/office/drawing/2014/main" id="{7FE873AD-9E10-4F05-9B1A-BC1E7B8A94EF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690102" y="200198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14" name="3D Model 15713" descr="Sphere">
                        <a:extLst>
                          <a:ext uri="{FF2B5EF4-FFF2-40B4-BE49-F238E27FC236}">
                            <a16:creationId xmlns:a16="http://schemas.microsoft.com/office/drawing/2014/main" id="{B654F18A-4AEA-4B88-B93B-E4ECCBAF747F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760928965"/>
                          </p:ext>
                        </p:extLst>
                      </p:nvPr>
                    </p:nvGraphicFramePr>
                    <p:xfrm>
                      <a:off x="3717189" y="1719497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5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39" name="3D Model 538" descr="Sphere">
                        <a:extLst>
                          <a:ext uri="{FF2B5EF4-FFF2-40B4-BE49-F238E27FC236}">
                            <a16:creationId xmlns:a16="http://schemas.microsoft.com/office/drawing/2014/main" id="{989EAF3D-01F6-44C6-8257-DE3986855137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327973" y="3588253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15" name="Flowchart: Connector 15714">
                    <a:extLst>
                      <a:ext uri="{FF2B5EF4-FFF2-40B4-BE49-F238E27FC236}">
                        <a16:creationId xmlns:a16="http://schemas.microsoft.com/office/drawing/2014/main" id="{C8A24179-6326-477E-AC76-8A4B390B0807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938658" y="187102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16" name="3D Model 15715" descr="Sphere">
                        <a:extLst>
                          <a:ext uri="{FF2B5EF4-FFF2-40B4-BE49-F238E27FC236}">
                            <a16:creationId xmlns:a16="http://schemas.microsoft.com/office/drawing/2014/main" id="{61FF6249-E2DD-4C43-8712-71A9208A83F7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401356936"/>
                          </p:ext>
                        </p:extLst>
                      </p:nvPr>
                    </p:nvGraphicFramePr>
                    <p:xfrm>
                      <a:off x="3957959" y="1797479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5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41" name="3D Model 540" descr="Sphere">
                        <a:extLst>
                          <a:ext uri="{FF2B5EF4-FFF2-40B4-BE49-F238E27FC236}">
                            <a16:creationId xmlns:a16="http://schemas.microsoft.com/office/drawing/2014/main" id="{AB17CB10-4F93-4434-BA14-50AFAFF49467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568743" y="3666235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17" name="Flowchart: Connector 15716">
                    <a:extLst>
                      <a:ext uri="{FF2B5EF4-FFF2-40B4-BE49-F238E27FC236}">
                        <a16:creationId xmlns:a16="http://schemas.microsoft.com/office/drawing/2014/main" id="{250D2631-0F7A-4415-A408-8175E127D4D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177837" y="194015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18" name="3D Model 15717" descr="Sphere">
                        <a:extLst>
                          <a:ext uri="{FF2B5EF4-FFF2-40B4-BE49-F238E27FC236}">
                            <a16:creationId xmlns:a16="http://schemas.microsoft.com/office/drawing/2014/main" id="{9284E0D2-1E61-45F3-844D-279606362FD8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96430912"/>
                          </p:ext>
                        </p:extLst>
                      </p:nvPr>
                    </p:nvGraphicFramePr>
                    <p:xfrm>
                      <a:off x="4202455" y="1859278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5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43" name="3D Model 542" descr="Sphere">
                        <a:extLst>
                          <a:ext uri="{FF2B5EF4-FFF2-40B4-BE49-F238E27FC236}">
                            <a16:creationId xmlns:a16="http://schemas.microsoft.com/office/drawing/2014/main" id="{503D28F6-C92A-40B9-96B8-4050B0C4C9A8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813239" y="3728034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19" name="Flowchart: Connector 15718">
                    <a:extLst>
                      <a:ext uri="{FF2B5EF4-FFF2-40B4-BE49-F238E27FC236}">
                        <a16:creationId xmlns:a16="http://schemas.microsoft.com/office/drawing/2014/main" id="{BEC7AE64-8BE4-4DEF-A95A-FDA044F1919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441353" y="202277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20" name="3D Model 15719" descr="Sphere">
                        <a:extLst>
                          <a:ext uri="{FF2B5EF4-FFF2-40B4-BE49-F238E27FC236}">
                            <a16:creationId xmlns:a16="http://schemas.microsoft.com/office/drawing/2014/main" id="{0BD9D4E9-2C2A-4455-A565-D2AFDB10269B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291508844"/>
                          </p:ext>
                        </p:extLst>
                      </p:nvPr>
                    </p:nvGraphicFramePr>
                    <p:xfrm>
                      <a:off x="4470873" y="1946317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96282" cy="8570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8"/>
                          </am3d:raster>
                          <am3d:objViewport viewportSz="93052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45" name="3D Model 544" descr="Sphere">
                        <a:extLst>
                          <a:ext uri="{FF2B5EF4-FFF2-40B4-BE49-F238E27FC236}">
                            <a16:creationId xmlns:a16="http://schemas.microsoft.com/office/drawing/2014/main" id="{226A18F8-2383-4285-9223-CF3CEC25C574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9"/>
                      <a:stretch>
                        <a:fillRect/>
                      </a:stretch>
                    </p:blipFill>
                    <p:spPr>
                      <a:xfrm>
                        <a:off x="3081657" y="3815073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  <p:grpSp>
              <p:nvGrpSpPr>
                <p:cNvPr id="15663" name="Group 15662">
                  <a:extLst>
                    <a:ext uri="{FF2B5EF4-FFF2-40B4-BE49-F238E27FC236}">
                      <a16:creationId xmlns:a16="http://schemas.microsoft.com/office/drawing/2014/main" id="{9DEB5AFC-833B-4B67-8950-9F7BFD5BDDF8}"/>
                    </a:ext>
                  </a:extLst>
                </p:cNvPr>
                <p:cNvGrpSpPr/>
                <p:nvPr/>
              </p:nvGrpSpPr>
              <p:grpSpPr>
                <a:xfrm>
                  <a:off x="2123911" y="2140429"/>
                  <a:ext cx="1064718" cy="637179"/>
                  <a:chOff x="3717189" y="1719497"/>
                  <a:chExt cx="1064718" cy="637179"/>
                </a:xfrm>
              </p:grpSpPr>
              <p:sp>
                <p:nvSpPr>
                  <p:cNvPr id="15697" name="Flowchart: Connector 15696">
                    <a:extLst>
                      <a:ext uri="{FF2B5EF4-FFF2-40B4-BE49-F238E27FC236}">
                        <a16:creationId xmlns:a16="http://schemas.microsoft.com/office/drawing/2014/main" id="{5897D88C-A1AA-4C47-A0CA-B47198B1055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315437" y="205320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698" name="Flowchart: Connector 15697">
                    <a:extLst>
                      <a:ext uri="{FF2B5EF4-FFF2-40B4-BE49-F238E27FC236}">
                        <a16:creationId xmlns:a16="http://schemas.microsoft.com/office/drawing/2014/main" id="{A6D2093E-F90D-459D-9976-914DDC83F779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690102" y="200198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699" name="Flowchart: Connector 15698">
                    <a:extLst>
                      <a:ext uri="{FF2B5EF4-FFF2-40B4-BE49-F238E27FC236}">
                        <a16:creationId xmlns:a16="http://schemas.microsoft.com/office/drawing/2014/main" id="{292814ED-300D-4B4D-BCCE-B7B0EB6BC08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833585" y="199805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00" name="Flowchart: Connector 15699">
                    <a:extLst>
                      <a:ext uri="{FF2B5EF4-FFF2-40B4-BE49-F238E27FC236}">
                        <a16:creationId xmlns:a16="http://schemas.microsoft.com/office/drawing/2014/main" id="{9F27B6C1-A8C8-4797-9AF6-5D2DD31C54B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876577" y="1969996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01" name="Flowchart: Connector 15700">
                    <a:extLst>
                      <a:ext uri="{FF2B5EF4-FFF2-40B4-BE49-F238E27FC236}">
                        <a16:creationId xmlns:a16="http://schemas.microsoft.com/office/drawing/2014/main" id="{E4984B6B-8286-4525-A33C-3537F19278A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065288" y="2062378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02" name="Flowchart: Connector 15701">
                    <a:extLst>
                      <a:ext uri="{FF2B5EF4-FFF2-40B4-BE49-F238E27FC236}">
                        <a16:creationId xmlns:a16="http://schemas.microsoft.com/office/drawing/2014/main" id="{A9363260-A7B6-42D6-A089-9646E46BB25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120956" y="205320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03" name="Flowchart: Connector 15702">
                    <a:extLst>
                      <a:ext uri="{FF2B5EF4-FFF2-40B4-BE49-F238E27FC236}">
                        <a16:creationId xmlns:a16="http://schemas.microsoft.com/office/drawing/2014/main" id="{1B3A03F8-C6CF-4D4E-8B74-082DFE9C09D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309784" y="213919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04" name="Flowchart: Connector 15703">
                    <a:extLst>
                      <a:ext uri="{FF2B5EF4-FFF2-40B4-BE49-F238E27FC236}">
                        <a16:creationId xmlns:a16="http://schemas.microsoft.com/office/drawing/2014/main" id="{C57A1F2B-686A-4E78-8918-890B388F9ED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381325" y="2140676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705" name="Flowchart: Connector 15704">
                    <a:extLst>
                      <a:ext uri="{FF2B5EF4-FFF2-40B4-BE49-F238E27FC236}">
                        <a16:creationId xmlns:a16="http://schemas.microsoft.com/office/drawing/2014/main" id="{C97FCEA0-116F-49A2-835A-45178C656F03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574683" y="2222408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06" name="3D Model 15705" descr="Sphere">
                        <a:extLst>
                          <a:ext uri="{FF2B5EF4-FFF2-40B4-BE49-F238E27FC236}">
                            <a16:creationId xmlns:a16="http://schemas.microsoft.com/office/drawing/2014/main" id="{AC9D2D1A-48FA-46DB-B094-75FAF8705F48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058138513"/>
                          </p:ext>
                        </p:extLst>
                      </p:nvPr>
                    </p:nvGraphicFramePr>
                    <p:xfrm>
                      <a:off x="3717189" y="1719497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55" name="3D Model 554" descr="Sphere">
                        <a:extLst>
                          <a:ext uri="{FF2B5EF4-FFF2-40B4-BE49-F238E27FC236}">
                            <a16:creationId xmlns:a16="http://schemas.microsoft.com/office/drawing/2014/main" id="{B10B1F59-68DB-45EF-85AF-5C8351B14029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327973" y="3268571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07" name="Flowchart: Connector 15706">
                    <a:extLst>
                      <a:ext uri="{FF2B5EF4-FFF2-40B4-BE49-F238E27FC236}">
                        <a16:creationId xmlns:a16="http://schemas.microsoft.com/office/drawing/2014/main" id="{62AE37B4-2FEE-4850-B715-7DA57579448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938658" y="187102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08" name="3D Model 15707" descr="Sphere">
                        <a:extLst>
                          <a:ext uri="{FF2B5EF4-FFF2-40B4-BE49-F238E27FC236}">
                            <a16:creationId xmlns:a16="http://schemas.microsoft.com/office/drawing/2014/main" id="{6BF26FDA-09B2-4BB6-97E0-C67A6E276671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221017694"/>
                          </p:ext>
                        </p:extLst>
                      </p:nvPr>
                    </p:nvGraphicFramePr>
                    <p:xfrm>
                      <a:off x="3957959" y="1797479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57" name="3D Model 556" descr="Sphere">
                        <a:extLst>
                          <a:ext uri="{FF2B5EF4-FFF2-40B4-BE49-F238E27FC236}">
                            <a16:creationId xmlns:a16="http://schemas.microsoft.com/office/drawing/2014/main" id="{A2534F90-63A2-4E00-9F6F-62444BCD921C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568743" y="3346553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09" name="Flowchart: Connector 15708">
                    <a:extLst>
                      <a:ext uri="{FF2B5EF4-FFF2-40B4-BE49-F238E27FC236}">
                        <a16:creationId xmlns:a16="http://schemas.microsoft.com/office/drawing/2014/main" id="{8FBB4702-35F9-4CC5-8378-B3CCAB6A632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177837" y="194015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10" name="3D Model 15709" descr="Sphere">
                        <a:extLst>
                          <a:ext uri="{FF2B5EF4-FFF2-40B4-BE49-F238E27FC236}">
                            <a16:creationId xmlns:a16="http://schemas.microsoft.com/office/drawing/2014/main" id="{ECCB931D-A81F-4B87-984B-0CF35C31ADD7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089877304"/>
                          </p:ext>
                        </p:extLst>
                      </p:nvPr>
                    </p:nvGraphicFramePr>
                    <p:xfrm>
                      <a:off x="4202455" y="1859278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59" name="3D Model 558" descr="Sphere">
                        <a:extLst>
                          <a:ext uri="{FF2B5EF4-FFF2-40B4-BE49-F238E27FC236}">
                            <a16:creationId xmlns:a16="http://schemas.microsoft.com/office/drawing/2014/main" id="{3144521F-B4C2-4106-B2F3-D31F5890AAB1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813239" y="3408352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711" name="Flowchart: Connector 15710">
                    <a:extLst>
                      <a:ext uri="{FF2B5EF4-FFF2-40B4-BE49-F238E27FC236}">
                        <a16:creationId xmlns:a16="http://schemas.microsoft.com/office/drawing/2014/main" id="{DFCF34AC-61FC-4DBA-A478-7AA9A560D27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441353" y="202277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712" name="3D Model 15711" descr="Sphere">
                        <a:extLst>
                          <a:ext uri="{FF2B5EF4-FFF2-40B4-BE49-F238E27FC236}">
                            <a16:creationId xmlns:a16="http://schemas.microsoft.com/office/drawing/2014/main" id="{DDC55BF9-BF92-49C7-8844-166B997B0E3D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702234053"/>
                          </p:ext>
                        </p:extLst>
                      </p:nvPr>
                    </p:nvGraphicFramePr>
                    <p:xfrm>
                      <a:off x="4470873" y="1946317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96282" cy="8570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8"/>
                          </am3d:raster>
                          <am3d:objViewport viewportSz="93052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61" name="3D Model 560" descr="Sphere">
                        <a:extLst>
                          <a:ext uri="{FF2B5EF4-FFF2-40B4-BE49-F238E27FC236}">
                            <a16:creationId xmlns:a16="http://schemas.microsoft.com/office/drawing/2014/main" id="{81B1584C-E839-495C-A926-920C4CB7DA96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9"/>
                      <a:stretch>
                        <a:fillRect/>
                      </a:stretch>
                    </p:blipFill>
                    <p:spPr>
                      <a:xfrm>
                        <a:off x="3081657" y="3495391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  <p:grpSp>
              <p:nvGrpSpPr>
                <p:cNvPr id="15664" name="Group 15663">
                  <a:extLst>
                    <a:ext uri="{FF2B5EF4-FFF2-40B4-BE49-F238E27FC236}">
                      <a16:creationId xmlns:a16="http://schemas.microsoft.com/office/drawing/2014/main" id="{173BA513-26AE-42D9-AB3E-54D922D0938D}"/>
                    </a:ext>
                  </a:extLst>
                </p:cNvPr>
                <p:cNvGrpSpPr/>
                <p:nvPr/>
              </p:nvGrpSpPr>
              <p:grpSpPr>
                <a:xfrm>
                  <a:off x="2114232" y="1823526"/>
                  <a:ext cx="1064718" cy="637179"/>
                  <a:chOff x="3717189" y="1719497"/>
                  <a:chExt cx="1064718" cy="637179"/>
                </a:xfrm>
              </p:grpSpPr>
              <p:sp>
                <p:nvSpPr>
                  <p:cNvPr id="15681" name="Flowchart: Connector 15680">
                    <a:extLst>
                      <a:ext uri="{FF2B5EF4-FFF2-40B4-BE49-F238E27FC236}">
                        <a16:creationId xmlns:a16="http://schemas.microsoft.com/office/drawing/2014/main" id="{EB54FA2C-8104-4212-A2CA-EBB367D6E44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315437" y="205320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682" name="Flowchart: Connector 15681">
                    <a:extLst>
                      <a:ext uri="{FF2B5EF4-FFF2-40B4-BE49-F238E27FC236}">
                        <a16:creationId xmlns:a16="http://schemas.microsoft.com/office/drawing/2014/main" id="{74CEF62A-96EC-4B82-B4F8-7D67D0AD960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690102" y="2001983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683" name="Flowchart: Connector 15682">
                    <a:extLst>
                      <a:ext uri="{FF2B5EF4-FFF2-40B4-BE49-F238E27FC236}">
                        <a16:creationId xmlns:a16="http://schemas.microsoft.com/office/drawing/2014/main" id="{5AAC0925-3622-4052-B4BB-72421C6D0C8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833585" y="199805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684" name="Flowchart: Connector 15683">
                    <a:extLst>
                      <a:ext uri="{FF2B5EF4-FFF2-40B4-BE49-F238E27FC236}">
                        <a16:creationId xmlns:a16="http://schemas.microsoft.com/office/drawing/2014/main" id="{BF3B2989-859A-429C-8187-3A916439507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876577" y="1969996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685" name="Flowchart: Connector 15684">
                    <a:extLst>
                      <a:ext uri="{FF2B5EF4-FFF2-40B4-BE49-F238E27FC236}">
                        <a16:creationId xmlns:a16="http://schemas.microsoft.com/office/drawing/2014/main" id="{54AD6187-1339-40E1-9D00-19366F43D34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065288" y="2062378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686" name="Flowchart: Connector 15685">
                    <a:extLst>
                      <a:ext uri="{FF2B5EF4-FFF2-40B4-BE49-F238E27FC236}">
                        <a16:creationId xmlns:a16="http://schemas.microsoft.com/office/drawing/2014/main" id="{1A8404A7-E80E-4CCD-AFC9-BCED7DCDF0D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120956" y="2053208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687" name="Flowchart: Connector 15686">
                    <a:extLst>
                      <a:ext uri="{FF2B5EF4-FFF2-40B4-BE49-F238E27FC236}">
                        <a16:creationId xmlns:a16="http://schemas.microsoft.com/office/drawing/2014/main" id="{B9866BFB-CE98-4CFC-ACFA-F5CA1FF4E93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309784" y="213919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688" name="Flowchart: Connector 15687">
                    <a:extLst>
                      <a:ext uri="{FF2B5EF4-FFF2-40B4-BE49-F238E27FC236}">
                        <a16:creationId xmlns:a16="http://schemas.microsoft.com/office/drawing/2014/main" id="{81E1ECB9-C300-4E52-9130-6919B9AFDEA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4381325" y="2140676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5689" name="Flowchart: Connector 15688">
                    <a:extLst>
                      <a:ext uri="{FF2B5EF4-FFF2-40B4-BE49-F238E27FC236}">
                        <a16:creationId xmlns:a16="http://schemas.microsoft.com/office/drawing/2014/main" id="{91453B7D-BA8C-4E13-AF40-7E0880E7FB0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574683" y="2222408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690" name="3D Model 15689" descr="Sphere">
                        <a:extLst>
                          <a:ext uri="{FF2B5EF4-FFF2-40B4-BE49-F238E27FC236}">
                            <a16:creationId xmlns:a16="http://schemas.microsoft.com/office/drawing/2014/main" id="{45310A65-3962-4DE4-ACF2-6DBCE07C1059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061339824"/>
                          </p:ext>
                        </p:extLst>
                      </p:nvPr>
                    </p:nvGraphicFramePr>
                    <p:xfrm>
                      <a:off x="3717189" y="1719497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71" name="3D Model 570" descr="Sphere">
                        <a:extLst>
                          <a:ext uri="{FF2B5EF4-FFF2-40B4-BE49-F238E27FC236}">
                            <a16:creationId xmlns:a16="http://schemas.microsoft.com/office/drawing/2014/main" id="{431CAFD4-B5D8-40F0-860A-3D38F1F2E4D1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318294" y="2951668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691" name="Flowchart: Connector 15690">
                    <a:extLst>
                      <a:ext uri="{FF2B5EF4-FFF2-40B4-BE49-F238E27FC236}">
                        <a16:creationId xmlns:a16="http://schemas.microsoft.com/office/drawing/2014/main" id="{D5E5099C-8D67-4934-99C9-23BA746ED3D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938658" y="187102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692" name="3D Model 15691" descr="Sphere">
                        <a:extLst>
                          <a:ext uri="{FF2B5EF4-FFF2-40B4-BE49-F238E27FC236}">
                            <a16:creationId xmlns:a16="http://schemas.microsoft.com/office/drawing/2014/main" id="{76396B77-AAB6-4708-9348-AE3B94CF104C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655166299"/>
                          </p:ext>
                        </p:extLst>
                      </p:nvPr>
                    </p:nvGraphicFramePr>
                    <p:xfrm>
                      <a:off x="3957959" y="1797479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73" name="3D Model 572" descr="Sphere">
                        <a:extLst>
                          <a:ext uri="{FF2B5EF4-FFF2-40B4-BE49-F238E27FC236}">
                            <a16:creationId xmlns:a16="http://schemas.microsoft.com/office/drawing/2014/main" id="{D6220843-76D7-4B68-A4C7-3C63A7751E1F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559064" y="3029650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693" name="Flowchart: Connector 15692">
                    <a:extLst>
                      <a:ext uri="{FF2B5EF4-FFF2-40B4-BE49-F238E27FC236}">
                        <a16:creationId xmlns:a16="http://schemas.microsoft.com/office/drawing/2014/main" id="{6C7BF7AF-F66B-4EF0-B167-77883DCC44A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177837" y="194015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694" name="3D Model 15693" descr="Sphere">
                        <a:extLst>
                          <a:ext uri="{FF2B5EF4-FFF2-40B4-BE49-F238E27FC236}">
                            <a16:creationId xmlns:a16="http://schemas.microsoft.com/office/drawing/2014/main" id="{8CA173C7-B369-4516-BBAD-F4EE032BDE9C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691402015"/>
                          </p:ext>
                        </p:extLst>
                      </p:nvPr>
                    </p:nvGraphicFramePr>
                    <p:xfrm>
                      <a:off x="4202455" y="1859278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00412" cy="8975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6"/>
                          </am3d:raster>
                          <am3d:objViewport viewportSz="100916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75" name="3D Model 574" descr="Sphere">
                        <a:extLst>
                          <a:ext uri="{FF2B5EF4-FFF2-40B4-BE49-F238E27FC236}">
                            <a16:creationId xmlns:a16="http://schemas.microsoft.com/office/drawing/2014/main" id="{A31C2113-6FBF-4DA7-9B5E-8D9B60E9FEAB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803560" y="3091449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5695" name="Flowchart: Connector 15694">
                    <a:extLst>
                      <a:ext uri="{FF2B5EF4-FFF2-40B4-BE49-F238E27FC236}">
                        <a16:creationId xmlns:a16="http://schemas.microsoft.com/office/drawing/2014/main" id="{7F3FB67E-613C-4ED8-B583-49CEAB01053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4441353" y="2022774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5696" name="3D Model 15695" descr="Sphere">
                        <a:extLst>
                          <a:ext uri="{FF2B5EF4-FFF2-40B4-BE49-F238E27FC236}">
                            <a16:creationId xmlns:a16="http://schemas.microsoft.com/office/drawing/2014/main" id="{87C33D4A-7A2F-467D-8D1B-51F3F97E3C59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091704836"/>
                          </p:ext>
                        </p:extLst>
                      </p:nvPr>
                    </p:nvGraphicFramePr>
                    <p:xfrm>
                      <a:off x="4470873" y="1946317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96282" cy="8570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38"/>
                          </am3d:raster>
                          <am3d:objViewport viewportSz="93052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577" name="3D Model 576" descr="Sphere">
                        <a:extLst>
                          <a:ext uri="{FF2B5EF4-FFF2-40B4-BE49-F238E27FC236}">
                            <a16:creationId xmlns:a16="http://schemas.microsoft.com/office/drawing/2014/main" id="{69CA7D75-9569-459B-AA3F-BFD6D15B2576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39"/>
                      <a:stretch>
                        <a:fillRect/>
                      </a:stretch>
                    </p:blipFill>
                    <p:spPr>
                      <a:xfrm>
                        <a:off x="3071978" y="3178488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  <p:sp>
              <p:nvSpPr>
                <p:cNvPr id="15665" name="Flowchart: Connector 15664">
                  <a:extLst>
                    <a:ext uri="{FF2B5EF4-FFF2-40B4-BE49-F238E27FC236}">
                      <a16:creationId xmlns:a16="http://schemas.microsoft.com/office/drawing/2014/main" id="{68881A77-1FE8-4BCC-8F24-3904FC17933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722159" y="183548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66" name="Flowchart: Connector 15665">
                  <a:extLst>
                    <a:ext uri="{FF2B5EF4-FFF2-40B4-BE49-F238E27FC236}">
                      <a16:creationId xmlns:a16="http://schemas.microsoft.com/office/drawing/2014/main" id="{E0D9F387-E579-425B-9315-DE1401BC3E6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096824" y="1784256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67" name="Flowchart: Connector 15666">
                  <a:extLst>
                    <a:ext uri="{FF2B5EF4-FFF2-40B4-BE49-F238E27FC236}">
                      <a16:creationId xmlns:a16="http://schemas.microsoft.com/office/drawing/2014/main" id="{F280EC37-C945-4317-825B-3F956C599D2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240307" y="1780325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68" name="Flowchart: Connector 15667">
                  <a:extLst>
                    <a:ext uri="{FF2B5EF4-FFF2-40B4-BE49-F238E27FC236}">
                      <a16:creationId xmlns:a16="http://schemas.microsoft.com/office/drawing/2014/main" id="{38008C9E-025F-4F0D-ABB5-2CF7C4B8A88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283299" y="175226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69" name="Flowchart: Connector 15668">
                  <a:extLst>
                    <a:ext uri="{FF2B5EF4-FFF2-40B4-BE49-F238E27FC236}">
                      <a16:creationId xmlns:a16="http://schemas.microsoft.com/office/drawing/2014/main" id="{2DE96FD4-F5F9-4F75-AADB-580D72CD986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472010" y="1844651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70" name="Flowchart: Connector 15669">
                  <a:extLst>
                    <a:ext uri="{FF2B5EF4-FFF2-40B4-BE49-F238E27FC236}">
                      <a16:creationId xmlns:a16="http://schemas.microsoft.com/office/drawing/2014/main" id="{493556DE-7226-4A21-8975-348E2086D12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527678" y="183548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71" name="Flowchart: Connector 15670">
                  <a:extLst>
                    <a:ext uri="{FF2B5EF4-FFF2-40B4-BE49-F238E27FC236}">
                      <a16:creationId xmlns:a16="http://schemas.microsoft.com/office/drawing/2014/main" id="{160647F8-C72C-489D-949D-45858320166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716506" y="192146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72" name="Flowchart: Connector 15671">
                  <a:extLst>
                    <a:ext uri="{FF2B5EF4-FFF2-40B4-BE49-F238E27FC236}">
                      <a16:creationId xmlns:a16="http://schemas.microsoft.com/office/drawing/2014/main" id="{D3CA431C-F3FD-4F2E-9458-EEB40D2B201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788047" y="192294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73" name="Flowchart: Connector 15672">
                  <a:extLst>
                    <a:ext uri="{FF2B5EF4-FFF2-40B4-BE49-F238E27FC236}">
                      <a16:creationId xmlns:a16="http://schemas.microsoft.com/office/drawing/2014/main" id="{288499C5-D9F8-43AA-AB77-700AE1BB75C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981405" y="2004681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74" name="3D Model 15673" descr="Sphere">
                      <a:extLst>
                        <a:ext uri="{FF2B5EF4-FFF2-40B4-BE49-F238E27FC236}">
                          <a16:creationId xmlns:a16="http://schemas.microsoft.com/office/drawing/2014/main" id="{85452E5C-C341-4FC7-B31A-5644F0B587F2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967574453"/>
                        </p:ext>
                      </p:extLst>
                    </p:nvPr>
                  </p:nvGraphicFramePr>
                  <p:xfrm>
                    <a:off x="2127272" y="1515698"/>
                    <a:ext cx="299738" cy="29973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98208" cy="82125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41"/>
                        </am3d:raster>
                        <am3d:objViewport viewportSz="92333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96" name="3D Model 95" descr="Sphere">
                      <a:extLst>
                        <a:ext uri="{FF2B5EF4-FFF2-40B4-BE49-F238E27FC236}">
                          <a16:creationId xmlns:a16="http://schemas.microsoft.com/office/drawing/2014/main" id="{1B8D53DB-0EDE-4E92-901B-0D632DE7C424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42"/>
                    <a:stretch>
                      <a:fillRect/>
                    </a:stretch>
                  </p:blipFill>
                  <p:spPr>
                    <a:xfrm>
                      <a:off x="1733217" y="1799999"/>
                      <a:ext cx="299738" cy="29973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675" name="Flowchart: Connector 15674">
                  <a:extLst>
                    <a:ext uri="{FF2B5EF4-FFF2-40B4-BE49-F238E27FC236}">
                      <a16:creationId xmlns:a16="http://schemas.microsoft.com/office/drawing/2014/main" id="{78B92D43-B23C-40D8-9B2F-27742CACC34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345380" y="165330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76" name="3D Model 15675" descr="Sphere">
                      <a:extLst>
                        <a:ext uri="{FF2B5EF4-FFF2-40B4-BE49-F238E27FC236}">
                          <a16:creationId xmlns:a16="http://schemas.microsoft.com/office/drawing/2014/main" id="{8DC99261-8C13-4088-883F-F8644A057E5E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1938278866"/>
                        </p:ext>
                      </p:extLst>
                    </p:nvPr>
                  </p:nvGraphicFramePr>
                  <p:xfrm>
                    <a:off x="2364681" y="1579752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8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5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98" name="3D Model 97" descr="Sphere">
                      <a:extLst>
                        <a:ext uri="{FF2B5EF4-FFF2-40B4-BE49-F238E27FC236}">
                          <a16:creationId xmlns:a16="http://schemas.microsoft.com/office/drawing/2014/main" id="{887C411F-00D1-4C4A-B424-801E40D40457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1970626" y="1864053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677" name="Flowchart: Connector 15676">
                  <a:extLst>
                    <a:ext uri="{FF2B5EF4-FFF2-40B4-BE49-F238E27FC236}">
                      <a16:creationId xmlns:a16="http://schemas.microsoft.com/office/drawing/2014/main" id="{31A7ADA1-5A41-4516-B718-359184E3174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586940" y="1722432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78" name="3D Model 15677" descr="Sphere">
                      <a:extLst>
                        <a:ext uri="{FF2B5EF4-FFF2-40B4-BE49-F238E27FC236}">
                          <a16:creationId xmlns:a16="http://schemas.microsoft.com/office/drawing/2014/main" id="{44A33CAF-6801-42B9-BB26-9FD521126F4B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2032940615"/>
                        </p:ext>
                      </p:extLst>
                    </p:nvPr>
                  </p:nvGraphicFramePr>
                  <p:xfrm>
                    <a:off x="2609177" y="1648531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8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5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100" name="3D Model 99" descr="Sphere">
                      <a:extLst>
                        <a:ext uri="{FF2B5EF4-FFF2-40B4-BE49-F238E27FC236}">
                          <a16:creationId xmlns:a16="http://schemas.microsoft.com/office/drawing/2014/main" id="{E74ABACD-B6F6-4A10-BA6B-DC3797D731B6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2215122" y="1932832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679" name="Flowchart: Connector 15678">
                  <a:extLst>
                    <a:ext uri="{FF2B5EF4-FFF2-40B4-BE49-F238E27FC236}">
                      <a16:creationId xmlns:a16="http://schemas.microsoft.com/office/drawing/2014/main" id="{847F310D-E742-4479-A1CB-3B75810C5B7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2848075" y="1805047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80" name="3D Model 15679" descr="Sphere">
                      <a:extLst>
                        <a:ext uri="{FF2B5EF4-FFF2-40B4-BE49-F238E27FC236}">
                          <a16:creationId xmlns:a16="http://schemas.microsoft.com/office/drawing/2014/main" id="{DFC6981E-2CC0-4692-9B1E-6AA6DC6A232C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69900205"/>
                        </p:ext>
                      </p:extLst>
                    </p:nvPr>
                  </p:nvGraphicFramePr>
                  <p:xfrm>
                    <a:off x="2877595" y="1728590"/>
                    <a:ext cx="293860" cy="31281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96282" cy="85709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8329655" ay="3593320" az="-2226581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8"/>
                        </am3d:raster>
                        <am3d:objViewport viewportSz="93052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102" name="3D Model 101" descr="Sphere">
                      <a:extLst>
                        <a:ext uri="{FF2B5EF4-FFF2-40B4-BE49-F238E27FC236}">
                          <a16:creationId xmlns:a16="http://schemas.microsoft.com/office/drawing/2014/main" id="{07D24548-0104-418F-ABB7-E46E7BA8A92A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9"/>
                    <a:stretch>
                      <a:fillRect/>
                    </a:stretch>
                  </p:blipFill>
                  <p:spPr>
                    <a:xfrm>
                      <a:off x="2483540" y="2012891"/>
                      <a:ext cx="293860" cy="312819"/>
                    </a:xfrm>
                    <a:prstGeom prst="rect">
                      <a:avLst/>
                    </a:prstGeom>
                  </p:spPr>
                </p:pic>
              </mc:Fallback>
            </mc:AlternateContent>
          </p:grpSp>
        </p:grpSp>
        <p:sp>
          <p:nvSpPr>
            <p:cNvPr id="15592" name="Flowchart: Connector 15591">
              <a:extLst>
                <a:ext uri="{FF2B5EF4-FFF2-40B4-BE49-F238E27FC236}">
                  <a16:creationId xmlns:a16="http://schemas.microsoft.com/office/drawing/2014/main" id="{AEC1445D-6239-4520-98E8-292C099F08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6374" y="2138471"/>
              <a:ext cx="211859" cy="216000"/>
            </a:xfrm>
            <a:prstGeom prst="flowChartConnector">
              <a:avLst/>
            </a:prstGeom>
            <a:solidFill>
              <a:srgbClr val="00FFFF"/>
            </a:solidFill>
            <a:ln>
              <a:solidFill>
                <a:srgbClr val="00FFFF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b="1" dirty="0"/>
            </a:p>
          </p:txBody>
        </p:sp>
        <p:sp>
          <p:nvSpPr>
            <p:cNvPr id="15593" name="Flowchart: Connector 15592">
              <a:extLst>
                <a:ext uri="{FF2B5EF4-FFF2-40B4-BE49-F238E27FC236}">
                  <a16:creationId xmlns:a16="http://schemas.microsoft.com/office/drawing/2014/main" id="{A411710F-3691-4549-B7A1-EFF817F83B37}"/>
                </a:ext>
              </a:extLst>
            </p:cNvPr>
            <p:cNvSpPr>
              <a:spLocks/>
            </p:cNvSpPr>
            <p:nvPr/>
          </p:nvSpPr>
          <p:spPr>
            <a:xfrm>
              <a:off x="886236" y="2232263"/>
              <a:ext cx="91805" cy="93600"/>
            </a:xfrm>
            <a:prstGeom prst="flowChartConnector">
              <a:avLst/>
            </a:prstGeom>
            <a:solidFill>
              <a:srgbClr val="FF66FF"/>
            </a:solidFill>
            <a:ln>
              <a:solidFill>
                <a:srgbClr val="FF66FF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b="1" dirty="0"/>
            </a:p>
          </p:txBody>
        </p:sp>
        <p:sp>
          <p:nvSpPr>
            <p:cNvPr id="15594" name="Flowchart: Connector 15593">
              <a:extLst>
                <a:ext uri="{FF2B5EF4-FFF2-40B4-BE49-F238E27FC236}">
                  <a16:creationId xmlns:a16="http://schemas.microsoft.com/office/drawing/2014/main" id="{90495C6D-D215-4A24-9BC6-214C6FB604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52806" y="2225497"/>
              <a:ext cx="211859" cy="216000"/>
            </a:xfrm>
            <a:prstGeom prst="flowChartConnector">
              <a:avLst/>
            </a:prstGeom>
            <a:solidFill>
              <a:srgbClr val="00FFFF"/>
            </a:solidFill>
            <a:ln>
              <a:solidFill>
                <a:srgbClr val="00FFFF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b="1" dirty="0"/>
            </a:p>
          </p:txBody>
        </p:sp>
        <p:sp>
          <p:nvSpPr>
            <p:cNvPr id="15595" name="Flowchart: Connector 15594">
              <a:extLst>
                <a:ext uri="{FF2B5EF4-FFF2-40B4-BE49-F238E27FC236}">
                  <a16:creationId xmlns:a16="http://schemas.microsoft.com/office/drawing/2014/main" id="{2E712A29-EC83-4DE4-AC6C-3C01FC2335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30272" y="2504090"/>
              <a:ext cx="211859" cy="216000"/>
            </a:xfrm>
            <a:prstGeom prst="flowChartConnector">
              <a:avLst/>
            </a:prstGeom>
            <a:solidFill>
              <a:srgbClr val="00FFFF"/>
            </a:solidFill>
            <a:ln>
              <a:solidFill>
                <a:srgbClr val="00FFFF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b="1" dirty="0"/>
            </a:p>
          </p:txBody>
        </p:sp>
        <p:sp>
          <p:nvSpPr>
            <p:cNvPr id="15596" name="Flowchart: Connector 15595">
              <a:extLst>
                <a:ext uri="{FF2B5EF4-FFF2-40B4-BE49-F238E27FC236}">
                  <a16:creationId xmlns:a16="http://schemas.microsoft.com/office/drawing/2014/main" id="{DF8349F4-798C-4D36-8584-3288D52FB2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20633" y="2830105"/>
              <a:ext cx="211859" cy="216000"/>
            </a:xfrm>
            <a:prstGeom prst="flowChartConnector">
              <a:avLst/>
            </a:prstGeom>
            <a:solidFill>
              <a:srgbClr val="00FFFF"/>
            </a:solidFill>
            <a:ln>
              <a:solidFill>
                <a:srgbClr val="00FFFF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b="1" dirty="0"/>
            </a:p>
          </p:txBody>
        </p:sp>
        <p:sp>
          <p:nvSpPr>
            <p:cNvPr id="15597" name="Flowchart: Connector 15596">
              <a:extLst>
                <a:ext uri="{FF2B5EF4-FFF2-40B4-BE49-F238E27FC236}">
                  <a16:creationId xmlns:a16="http://schemas.microsoft.com/office/drawing/2014/main" id="{393B8DE5-5343-46DB-9FD2-B591C84ECCBD}"/>
                </a:ext>
              </a:extLst>
            </p:cNvPr>
            <p:cNvSpPr>
              <a:spLocks/>
            </p:cNvSpPr>
            <p:nvPr/>
          </p:nvSpPr>
          <p:spPr>
            <a:xfrm>
              <a:off x="1129128" y="2313219"/>
              <a:ext cx="91805" cy="93600"/>
            </a:xfrm>
            <a:prstGeom prst="flowChartConnector">
              <a:avLst/>
            </a:prstGeom>
            <a:solidFill>
              <a:srgbClr val="FF66FF"/>
            </a:solidFill>
            <a:ln>
              <a:solidFill>
                <a:srgbClr val="FF66FF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b="1"/>
            </a:p>
          </p:txBody>
        </p:sp>
        <p:sp>
          <p:nvSpPr>
            <p:cNvPr id="15598" name="Flowchart: Connector 15597">
              <a:extLst>
                <a:ext uri="{FF2B5EF4-FFF2-40B4-BE49-F238E27FC236}">
                  <a16:creationId xmlns:a16="http://schemas.microsoft.com/office/drawing/2014/main" id="{FAC0658B-8C95-4A80-9EE9-B0B79A45535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11385" y="2302378"/>
              <a:ext cx="211859" cy="216000"/>
            </a:xfrm>
            <a:prstGeom prst="flowChartConnector">
              <a:avLst/>
            </a:prstGeom>
            <a:solidFill>
              <a:srgbClr val="00FFFF"/>
            </a:solidFill>
            <a:ln>
              <a:solidFill>
                <a:srgbClr val="00FFFF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b="1" dirty="0"/>
            </a:p>
          </p:txBody>
        </p:sp>
        <p:sp>
          <p:nvSpPr>
            <p:cNvPr id="15599" name="Flowchart: Connector 15598">
              <a:extLst>
                <a:ext uri="{FF2B5EF4-FFF2-40B4-BE49-F238E27FC236}">
                  <a16:creationId xmlns:a16="http://schemas.microsoft.com/office/drawing/2014/main" id="{D02BD6AD-5F0C-4FB2-8012-753D9DD20C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31097" y="3148499"/>
              <a:ext cx="211859" cy="216000"/>
            </a:xfrm>
            <a:prstGeom prst="flowChartConnector">
              <a:avLst/>
            </a:prstGeom>
            <a:solidFill>
              <a:srgbClr val="00FFFF"/>
            </a:solidFill>
            <a:ln>
              <a:solidFill>
                <a:srgbClr val="00FFFF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b="1" dirty="0"/>
            </a:p>
          </p:txBody>
        </p:sp>
        <p:grpSp>
          <p:nvGrpSpPr>
            <p:cNvPr id="15600" name="Group 15599">
              <a:extLst>
                <a:ext uri="{FF2B5EF4-FFF2-40B4-BE49-F238E27FC236}">
                  <a16:creationId xmlns:a16="http://schemas.microsoft.com/office/drawing/2014/main" id="{9CB974D0-85E1-4FC3-8C96-E3338F9D44F1}"/>
                </a:ext>
              </a:extLst>
            </p:cNvPr>
            <p:cNvGrpSpPr/>
            <p:nvPr/>
          </p:nvGrpSpPr>
          <p:grpSpPr>
            <a:xfrm>
              <a:off x="420511" y="2127869"/>
              <a:ext cx="1073693" cy="1496391"/>
              <a:chOff x="2114936" y="1503359"/>
              <a:chExt cx="1073693" cy="1496391"/>
            </a:xfrm>
          </p:grpSpPr>
          <p:grpSp>
            <p:nvGrpSpPr>
              <p:cNvPr id="15601" name="Group 15600">
                <a:extLst>
                  <a:ext uri="{FF2B5EF4-FFF2-40B4-BE49-F238E27FC236}">
                    <a16:creationId xmlns:a16="http://schemas.microsoft.com/office/drawing/2014/main" id="{8FD99CF1-C83A-46FF-A148-AA4E6FC3E638}"/>
                  </a:ext>
                </a:extLst>
              </p:cNvPr>
              <p:cNvGrpSpPr/>
              <p:nvPr/>
            </p:nvGrpSpPr>
            <p:grpSpPr>
              <a:xfrm>
                <a:off x="2127974" y="2474038"/>
                <a:ext cx="1060655" cy="525712"/>
                <a:chOff x="3721252" y="1733424"/>
                <a:chExt cx="1060655" cy="525712"/>
              </a:xfrm>
            </p:grpSpPr>
            <p:sp>
              <p:nvSpPr>
                <p:cNvPr id="15652" name="Flowchart: Connector 15651">
                  <a:extLst>
                    <a:ext uri="{FF2B5EF4-FFF2-40B4-BE49-F238E27FC236}">
                      <a16:creationId xmlns:a16="http://schemas.microsoft.com/office/drawing/2014/main" id="{6BE5AE1A-BE0E-423E-8683-732E6F284FE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690102" y="2001983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53" name="3D Model 15652" descr="Sphere">
                      <a:extLst>
                        <a:ext uri="{FF2B5EF4-FFF2-40B4-BE49-F238E27FC236}">
                          <a16:creationId xmlns:a16="http://schemas.microsoft.com/office/drawing/2014/main" id="{C0EBA4C1-AECA-422E-928A-EEDB9655DC7F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2804050020"/>
                        </p:ext>
                      </p:extLst>
                    </p:nvPr>
                  </p:nvGraphicFramePr>
                  <p:xfrm>
                    <a:off x="3721252" y="1733424"/>
                    <a:ext cx="299739" cy="299738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98208" cy="82125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41"/>
                        </am3d:raster>
                        <am3d:objViewport viewportSz="92333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75" name="3D Model 74" descr="Sphere">
                      <a:extLst>
                        <a:ext uri="{FF2B5EF4-FFF2-40B4-BE49-F238E27FC236}">
                          <a16:creationId xmlns:a16="http://schemas.microsoft.com/office/drawing/2014/main" id="{EDD495A5-3E84-4559-BA09-7154A73066E2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42"/>
                    <a:stretch>
                      <a:fillRect/>
                    </a:stretch>
                  </p:blipFill>
                  <p:spPr>
                    <a:xfrm>
                      <a:off x="1503919" y="2903288"/>
                      <a:ext cx="299739" cy="299738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654" name="Flowchart: Connector 15653">
                  <a:extLst>
                    <a:ext uri="{FF2B5EF4-FFF2-40B4-BE49-F238E27FC236}">
                      <a16:creationId xmlns:a16="http://schemas.microsoft.com/office/drawing/2014/main" id="{C794A130-006A-4D42-B5E8-E8FED8B49D7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938658" y="1871027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55" name="3D Model 15654" descr="Sphere">
                      <a:extLst>
                        <a:ext uri="{FF2B5EF4-FFF2-40B4-BE49-F238E27FC236}">
                          <a16:creationId xmlns:a16="http://schemas.microsoft.com/office/drawing/2014/main" id="{8D602E96-66C6-4C9C-BFF5-D59F2E593A4E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149198429"/>
                        </p:ext>
                      </p:extLst>
                    </p:nvPr>
                  </p:nvGraphicFramePr>
                  <p:xfrm>
                    <a:off x="3957959" y="1797479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8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5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541" name="3D Model 540" descr="Sphere">
                      <a:extLst>
                        <a:ext uri="{FF2B5EF4-FFF2-40B4-BE49-F238E27FC236}">
                          <a16:creationId xmlns:a16="http://schemas.microsoft.com/office/drawing/2014/main" id="{AB17CB10-4F93-4434-BA14-50AFAFF49467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2568743" y="3666235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656" name="Flowchart: Connector 15655">
                  <a:extLst>
                    <a:ext uri="{FF2B5EF4-FFF2-40B4-BE49-F238E27FC236}">
                      <a16:creationId xmlns:a16="http://schemas.microsoft.com/office/drawing/2014/main" id="{AB1092EE-5C29-4A8B-992C-DC556FE54D6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177837" y="194015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57" name="3D Model 15656" descr="Sphere">
                      <a:extLst>
                        <a:ext uri="{FF2B5EF4-FFF2-40B4-BE49-F238E27FC236}">
                          <a16:creationId xmlns:a16="http://schemas.microsoft.com/office/drawing/2014/main" id="{2205165E-CFB5-48DE-B532-29D9B015BB64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905602586"/>
                        </p:ext>
                      </p:extLst>
                    </p:nvPr>
                  </p:nvGraphicFramePr>
                  <p:xfrm>
                    <a:off x="4202455" y="1859278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8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5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543" name="3D Model 542" descr="Sphere">
                      <a:extLst>
                        <a:ext uri="{FF2B5EF4-FFF2-40B4-BE49-F238E27FC236}">
                          <a16:creationId xmlns:a16="http://schemas.microsoft.com/office/drawing/2014/main" id="{503D28F6-C92A-40B9-96B8-4050B0C4C9A8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2813239" y="3728034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658" name="Flowchart: Connector 15657">
                  <a:extLst>
                    <a:ext uri="{FF2B5EF4-FFF2-40B4-BE49-F238E27FC236}">
                      <a16:creationId xmlns:a16="http://schemas.microsoft.com/office/drawing/2014/main" id="{28C089C6-AA82-45C1-BA87-589E33D53C0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441353" y="202277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59" name="3D Model 15658" descr="Sphere">
                      <a:extLst>
                        <a:ext uri="{FF2B5EF4-FFF2-40B4-BE49-F238E27FC236}">
                          <a16:creationId xmlns:a16="http://schemas.microsoft.com/office/drawing/2014/main" id="{C64740B3-EB05-42E5-9417-1F7410D86DF5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3119446059"/>
                        </p:ext>
                      </p:extLst>
                    </p:nvPr>
                  </p:nvGraphicFramePr>
                  <p:xfrm>
                    <a:off x="4470873" y="1946317"/>
                    <a:ext cx="293860" cy="31281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96282" cy="85709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8329655" ay="3593320" az="-2226581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8"/>
                        </am3d:raster>
                        <am3d:objViewport viewportSz="93052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545" name="3D Model 544" descr="Sphere">
                      <a:extLst>
                        <a:ext uri="{FF2B5EF4-FFF2-40B4-BE49-F238E27FC236}">
                          <a16:creationId xmlns:a16="http://schemas.microsoft.com/office/drawing/2014/main" id="{226A18F8-2383-4285-9223-CF3CEC25C574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9"/>
                    <a:stretch>
                      <a:fillRect/>
                    </a:stretch>
                  </p:blipFill>
                  <p:spPr>
                    <a:xfrm>
                      <a:off x="3081657" y="3815073"/>
                      <a:ext cx="293860" cy="312819"/>
                    </a:xfrm>
                    <a:prstGeom prst="rect">
                      <a:avLst/>
                    </a:prstGeom>
                  </p:spPr>
                </p:pic>
              </mc:Fallback>
            </mc:AlternateContent>
          </p:grpSp>
          <p:grpSp>
            <p:nvGrpSpPr>
              <p:cNvPr id="15602" name="Group 15601">
                <a:extLst>
                  <a:ext uri="{FF2B5EF4-FFF2-40B4-BE49-F238E27FC236}">
                    <a16:creationId xmlns:a16="http://schemas.microsoft.com/office/drawing/2014/main" id="{6BEBCE2A-3B41-4D59-A78A-68C1F414BFB4}"/>
                  </a:ext>
                </a:extLst>
              </p:cNvPr>
              <p:cNvGrpSpPr/>
              <p:nvPr/>
            </p:nvGrpSpPr>
            <p:grpSpPr>
              <a:xfrm>
                <a:off x="2124615" y="2140429"/>
                <a:ext cx="1064014" cy="637179"/>
                <a:chOff x="3717893" y="1719497"/>
                <a:chExt cx="1064014" cy="637179"/>
              </a:xfrm>
            </p:grpSpPr>
            <p:sp>
              <p:nvSpPr>
                <p:cNvPr id="15636" name="Flowchart: Connector 15635">
                  <a:extLst>
                    <a:ext uri="{FF2B5EF4-FFF2-40B4-BE49-F238E27FC236}">
                      <a16:creationId xmlns:a16="http://schemas.microsoft.com/office/drawing/2014/main" id="{FF8D6EA8-9B79-46E5-B4C4-7AFA4C12400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315437" y="2053208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37" name="Flowchart: Connector 15636">
                  <a:extLst>
                    <a:ext uri="{FF2B5EF4-FFF2-40B4-BE49-F238E27FC236}">
                      <a16:creationId xmlns:a16="http://schemas.microsoft.com/office/drawing/2014/main" id="{FC4A5BD6-FB8F-4699-ACEF-26DB7AD1753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690102" y="2001983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38" name="Flowchart: Connector 15637">
                  <a:extLst>
                    <a:ext uri="{FF2B5EF4-FFF2-40B4-BE49-F238E27FC236}">
                      <a16:creationId xmlns:a16="http://schemas.microsoft.com/office/drawing/2014/main" id="{C675CA8E-5709-41E5-B3A9-BF0DDC85A62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833585" y="1998052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39" name="Flowchart: Connector 15638">
                  <a:extLst>
                    <a:ext uri="{FF2B5EF4-FFF2-40B4-BE49-F238E27FC236}">
                      <a16:creationId xmlns:a16="http://schemas.microsoft.com/office/drawing/2014/main" id="{389A3F16-8F68-4C4B-B924-4120EF13A56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876577" y="1969996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40" name="Flowchart: Connector 15639">
                  <a:extLst>
                    <a:ext uri="{FF2B5EF4-FFF2-40B4-BE49-F238E27FC236}">
                      <a16:creationId xmlns:a16="http://schemas.microsoft.com/office/drawing/2014/main" id="{A093D02A-FE5C-4292-9AF6-F4440C531FF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065288" y="2062378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41" name="Flowchart: Connector 15640">
                  <a:extLst>
                    <a:ext uri="{FF2B5EF4-FFF2-40B4-BE49-F238E27FC236}">
                      <a16:creationId xmlns:a16="http://schemas.microsoft.com/office/drawing/2014/main" id="{162856F2-EC2E-4F6C-909B-692F9FDF312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120956" y="2053208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42" name="Flowchart: Connector 15641">
                  <a:extLst>
                    <a:ext uri="{FF2B5EF4-FFF2-40B4-BE49-F238E27FC236}">
                      <a16:creationId xmlns:a16="http://schemas.microsoft.com/office/drawing/2014/main" id="{D06AE68D-CBE7-4D02-9EBD-11DD9CB0749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309784" y="2139196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43" name="Flowchart: Connector 15642">
                  <a:extLst>
                    <a:ext uri="{FF2B5EF4-FFF2-40B4-BE49-F238E27FC236}">
                      <a16:creationId xmlns:a16="http://schemas.microsoft.com/office/drawing/2014/main" id="{A1BB6F5A-DF0A-44AE-8A30-94741DE3E48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381325" y="2140676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44" name="Flowchart: Connector 15643">
                  <a:extLst>
                    <a:ext uri="{FF2B5EF4-FFF2-40B4-BE49-F238E27FC236}">
                      <a16:creationId xmlns:a16="http://schemas.microsoft.com/office/drawing/2014/main" id="{C7C98244-59D2-4524-9429-7CA0266FCD4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574683" y="2222408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45" name="3D Model 15644" descr="Sphere">
                      <a:extLst>
                        <a:ext uri="{FF2B5EF4-FFF2-40B4-BE49-F238E27FC236}">
                          <a16:creationId xmlns:a16="http://schemas.microsoft.com/office/drawing/2014/main" id="{CA102600-2CE4-44CE-83DB-CB046C6D6E0C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2184192350"/>
                        </p:ext>
                      </p:extLst>
                    </p:nvPr>
                  </p:nvGraphicFramePr>
                  <p:xfrm>
                    <a:off x="3717893" y="1719497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9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6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67" name="3D Model 66" descr="Sphere">
                      <a:extLst>
                        <a:ext uri="{FF2B5EF4-FFF2-40B4-BE49-F238E27FC236}">
                          <a16:creationId xmlns:a16="http://schemas.microsoft.com/office/drawing/2014/main" id="{676ED806-8CEC-4BCB-9183-36C19FC27C38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1500560" y="2569679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646" name="Flowchart: Connector 15645">
                  <a:extLst>
                    <a:ext uri="{FF2B5EF4-FFF2-40B4-BE49-F238E27FC236}">
                      <a16:creationId xmlns:a16="http://schemas.microsoft.com/office/drawing/2014/main" id="{73A01E2B-DACB-4D46-A67A-B66B1048918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938658" y="1871027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47" name="3D Model 15646" descr="Sphere">
                      <a:extLst>
                        <a:ext uri="{FF2B5EF4-FFF2-40B4-BE49-F238E27FC236}">
                          <a16:creationId xmlns:a16="http://schemas.microsoft.com/office/drawing/2014/main" id="{752BB3DB-D24A-4AD5-806A-20265269A28F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2312738411"/>
                        </p:ext>
                      </p:extLst>
                    </p:nvPr>
                  </p:nvGraphicFramePr>
                  <p:xfrm>
                    <a:off x="3957959" y="1797479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9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6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557" name="3D Model 556" descr="Sphere">
                      <a:extLst>
                        <a:ext uri="{FF2B5EF4-FFF2-40B4-BE49-F238E27FC236}">
                          <a16:creationId xmlns:a16="http://schemas.microsoft.com/office/drawing/2014/main" id="{A2534F90-63A2-4E00-9F6F-62444BCD921C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2568743" y="3346553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648" name="Flowchart: Connector 15647">
                  <a:extLst>
                    <a:ext uri="{FF2B5EF4-FFF2-40B4-BE49-F238E27FC236}">
                      <a16:creationId xmlns:a16="http://schemas.microsoft.com/office/drawing/2014/main" id="{E2107985-D6DD-4640-89B1-3C2B2551D2B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177837" y="194015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49" name="3D Model 15648" descr="Sphere">
                      <a:extLst>
                        <a:ext uri="{FF2B5EF4-FFF2-40B4-BE49-F238E27FC236}">
                          <a16:creationId xmlns:a16="http://schemas.microsoft.com/office/drawing/2014/main" id="{6DF53623-02A3-4FC7-9149-CECFF5B6569A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1276150954"/>
                        </p:ext>
                      </p:extLst>
                    </p:nvPr>
                  </p:nvGraphicFramePr>
                  <p:xfrm>
                    <a:off x="4202455" y="1859278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9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6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559" name="3D Model 558" descr="Sphere">
                      <a:extLst>
                        <a:ext uri="{FF2B5EF4-FFF2-40B4-BE49-F238E27FC236}">
                          <a16:creationId xmlns:a16="http://schemas.microsoft.com/office/drawing/2014/main" id="{3144521F-B4C2-4106-B2F3-D31F5890AAB1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2813239" y="3408352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650" name="Flowchart: Connector 15649">
                  <a:extLst>
                    <a:ext uri="{FF2B5EF4-FFF2-40B4-BE49-F238E27FC236}">
                      <a16:creationId xmlns:a16="http://schemas.microsoft.com/office/drawing/2014/main" id="{D4A4577F-F134-4584-9A83-7898967F213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441353" y="202277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51" name="3D Model 15650" descr="Sphere">
                      <a:extLst>
                        <a:ext uri="{FF2B5EF4-FFF2-40B4-BE49-F238E27FC236}">
                          <a16:creationId xmlns:a16="http://schemas.microsoft.com/office/drawing/2014/main" id="{6B4E1E8B-8E0F-4C1C-8657-A177E19CB2D0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2945299489"/>
                        </p:ext>
                      </p:extLst>
                    </p:nvPr>
                  </p:nvGraphicFramePr>
                  <p:xfrm>
                    <a:off x="4470873" y="1946317"/>
                    <a:ext cx="293860" cy="31281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96282" cy="85709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8329655" ay="3593320" az="-2226581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8"/>
                        </am3d:raster>
                        <am3d:objViewport viewportSz="93052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561" name="3D Model 560" descr="Sphere">
                      <a:extLst>
                        <a:ext uri="{FF2B5EF4-FFF2-40B4-BE49-F238E27FC236}">
                          <a16:creationId xmlns:a16="http://schemas.microsoft.com/office/drawing/2014/main" id="{81B1584C-E839-495C-A926-920C4CB7DA96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9"/>
                    <a:stretch>
                      <a:fillRect/>
                    </a:stretch>
                  </p:blipFill>
                  <p:spPr>
                    <a:xfrm>
                      <a:off x="3081657" y="3495391"/>
                      <a:ext cx="293860" cy="312819"/>
                    </a:xfrm>
                    <a:prstGeom prst="rect">
                      <a:avLst/>
                    </a:prstGeom>
                  </p:spPr>
                </p:pic>
              </mc:Fallback>
            </mc:AlternateContent>
          </p:grpSp>
          <p:grpSp>
            <p:nvGrpSpPr>
              <p:cNvPr id="15603" name="Group 15602">
                <a:extLst>
                  <a:ext uri="{FF2B5EF4-FFF2-40B4-BE49-F238E27FC236}">
                    <a16:creationId xmlns:a16="http://schemas.microsoft.com/office/drawing/2014/main" id="{419E18B7-F5C6-433F-9A72-2C6C7F7FCF83}"/>
                  </a:ext>
                </a:extLst>
              </p:cNvPr>
              <p:cNvGrpSpPr/>
              <p:nvPr/>
            </p:nvGrpSpPr>
            <p:grpSpPr>
              <a:xfrm>
                <a:off x="2114936" y="1817250"/>
                <a:ext cx="1064014" cy="643455"/>
                <a:chOff x="3717893" y="1713221"/>
                <a:chExt cx="1064014" cy="643455"/>
              </a:xfrm>
            </p:grpSpPr>
            <p:sp>
              <p:nvSpPr>
                <p:cNvPr id="15620" name="Flowchart: Connector 15619">
                  <a:extLst>
                    <a:ext uri="{FF2B5EF4-FFF2-40B4-BE49-F238E27FC236}">
                      <a16:creationId xmlns:a16="http://schemas.microsoft.com/office/drawing/2014/main" id="{52CD320E-3E9F-4F18-AC5E-710A34C723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315437" y="2053208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21" name="Flowchart: Connector 15620">
                  <a:extLst>
                    <a:ext uri="{FF2B5EF4-FFF2-40B4-BE49-F238E27FC236}">
                      <a16:creationId xmlns:a16="http://schemas.microsoft.com/office/drawing/2014/main" id="{8B337C1A-AFE0-4F08-BBB4-1A22D6F7C3B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690102" y="2001983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22" name="Flowchart: Connector 15621">
                  <a:extLst>
                    <a:ext uri="{FF2B5EF4-FFF2-40B4-BE49-F238E27FC236}">
                      <a16:creationId xmlns:a16="http://schemas.microsoft.com/office/drawing/2014/main" id="{A0233DCC-115E-496B-B698-D166C915501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833585" y="1998052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23" name="Flowchart: Connector 15622">
                  <a:extLst>
                    <a:ext uri="{FF2B5EF4-FFF2-40B4-BE49-F238E27FC236}">
                      <a16:creationId xmlns:a16="http://schemas.microsoft.com/office/drawing/2014/main" id="{7BD2B610-AC7B-4AF2-A2C2-613033FA969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876577" y="1969996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24" name="Flowchart: Connector 15623">
                  <a:extLst>
                    <a:ext uri="{FF2B5EF4-FFF2-40B4-BE49-F238E27FC236}">
                      <a16:creationId xmlns:a16="http://schemas.microsoft.com/office/drawing/2014/main" id="{7E6CBB61-5C91-4ABF-9CB5-C61910F7675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065288" y="2062378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25" name="Flowchart: Connector 15624">
                  <a:extLst>
                    <a:ext uri="{FF2B5EF4-FFF2-40B4-BE49-F238E27FC236}">
                      <a16:creationId xmlns:a16="http://schemas.microsoft.com/office/drawing/2014/main" id="{B34DAAB2-5BBA-4D82-9523-12C59AC8D3F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120956" y="2053208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26" name="Flowchart: Connector 15625">
                  <a:extLst>
                    <a:ext uri="{FF2B5EF4-FFF2-40B4-BE49-F238E27FC236}">
                      <a16:creationId xmlns:a16="http://schemas.microsoft.com/office/drawing/2014/main" id="{57CB80C7-79BD-420B-AF9A-2952972FD47D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309784" y="2139196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27" name="Flowchart: Connector 15626">
                  <a:extLst>
                    <a:ext uri="{FF2B5EF4-FFF2-40B4-BE49-F238E27FC236}">
                      <a16:creationId xmlns:a16="http://schemas.microsoft.com/office/drawing/2014/main" id="{1CDB6A01-BFAC-4B32-9446-D7E96D3ED1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381325" y="2140676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5628" name="Flowchart: Connector 15627">
                  <a:extLst>
                    <a:ext uri="{FF2B5EF4-FFF2-40B4-BE49-F238E27FC236}">
                      <a16:creationId xmlns:a16="http://schemas.microsoft.com/office/drawing/2014/main" id="{B81DD334-014B-4CBD-A10B-D7F4F0086FFD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574683" y="2222408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29" name="3D Model 15628" descr="Sphere">
                      <a:extLst>
                        <a:ext uri="{FF2B5EF4-FFF2-40B4-BE49-F238E27FC236}">
                          <a16:creationId xmlns:a16="http://schemas.microsoft.com/office/drawing/2014/main" id="{A27A484F-32AB-4B8B-9DA4-36BBE4595772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3202375484"/>
                        </p:ext>
                      </p:extLst>
                    </p:nvPr>
                  </p:nvGraphicFramePr>
                  <p:xfrm>
                    <a:off x="3717893" y="1713221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8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5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51" name="3D Model 50" descr="Sphere">
                      <a:extLst>
                        <a:ext uri="{FF2B5EF4-FFF2-40B4-BE49-F238E27FC236}">
                          <a16:creationId xmlns:a16="http://schemas.microsoft.com/office/drawing/2014/main" id="{230F4963-8B47-4886-A572-B33D8E5ED018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1490881" y="2246500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630" name="Flowchart: Connector 15629">
                  <a:extLst>
                    <a:ext uri="{FF2B5EF4-FFF2-40B4-BE49-F238E27FC236}">
                      <a16:creationId xmlns:a16="http://schemas.microsoft.com/office/drawing/2014/main" id="{A245663E-637A-4F2E-8516-07BE03ECE28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3938658" y="1871027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31" name="3D Model 15630" descr="Sphere">
                      <a:extLst>
                        <a:ext uri="{FF2B5EF4-FFF2-40B4-BE49-F238E27FC236}">
                          <a16:creationId xmlns:a16="http://schemas.microsoft.com/office/drawing/2014/main" id="{8B37B30E-CACB-4312-B561-BADA047486EF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3863354141"/>
                        </p:ext>
                      </p:extLst>
                    </p:nvPr>
                  </p:nvGraphicFramePr>
                  <p:xfrm>
                    <a:off x="3957959" y="1797479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8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5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573" name="3D Model 572" descr="Sphere">
                      <a:extLst>
                        <a:ext uri="{FF2B5EF4-FFF2-40B4-BE49-F238E27FC236}">
                          <a16:creationId xmlns:a16="http://schemas.microsoft.com/office/drawing/2014/main" id="{D6220843-76D7-4B68-A4C7-3C63A7751E1F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2559064" y="3029650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632" name="Flowchart: Connector 15631">
                  <a:extLst>
                    <a:ext uri="{FF2B5EF4-FFF2-40B4-BE49-F238E27FC236}">
                      <a16:creationId xmlns:a16="http://schemas.microsoft.com/office/drawing/2014/main" id="{A33F41EF-2FB9-4DFC-83DA-E0335B02AEA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177837" y="194015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33" name="3D Model 15632" descr="Sphere">
                      <a:extLst>
                        <a:ext uri="{FF2B5EF4-FFF2-40B4-BE49-F238E27FC236}">
                          <a16:creationId xmlns:a16="http://schemas.microsoft.com/office/drawing/2014/main" id="{6738A0CF-D308-4325-B6DC-4A378C76F887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1579048026"/>
                        </p:ext>
                      </p:extLst>
                    </p:nvPr>
                  </p:nvGraphicFramePr>
                  <p:xfrm>
                    <a:off x="4202455" y="1859278"/>
                    <a:ext cx="306464" cy="32759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100412" cy="89758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6465115" ay="2901164" az="-4008504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6"/>
                        </am3d:raster>
                        <am3d:objViewport viewportSz="100915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575" name="3D Model 574" descr="Sphere">
                      <a:extLst>
                        <a:ext uri="{FF2B5EF4-FFF2-40B4-BE49-F238E27FC236}">
                          <a16:creationId xmlns:a16="http://schemas.microsoft.com/office/drawing/2014/main" id="{A31C2113-6FBF-4DA7-9B5E-8D9B60E9FEAB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7"/>
                    <a:stretch>
                      <a:fillRect/>
                    </a:stretch>
                  </p:blipFill>
                  <p:spPr>
                    <a:xfrm>
                      <a:off x="2803560" y="3091449"/>
                      <a:ext cx="306464" cy="327599"/>
                    </a:xfrm>
                    <a:prstGeom prst="rect">
                      <a:avLst/>
                    </a:prstGeom>
                  </p:spPr>
                </p:pic>
              </mc:Fallback>
            </mc:AlternateContent>
            <p:sp>
              <p:nvSpPr>
                <p:cNvPr id="15634" name="Flowchart: Connector 15633">
                  <a:extLst>
                    <a:ext uri="{FF2B5EF4-FFF2-40B4-BE49-F238E27FC236}">
                      <a16:creationId xmlns:a16="http://schemas.microsoft.com/office/drawing/2014/main" id="{3D3E2C73-C42B-4017-A5AA-BF685241AB6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441353" y="202277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mc:AlternateContent xmlns:mc="http://schemas.openxmlformats.org/markup-compatibility/2006" xmlns:am3d="http://schemas.microsoft.com/office/drawing/2017/model3d">
              <mc:Choice Requires="am3d">
                <p:graphicFrame>
                  <p:nvGraphicFramePr>
                    <p:cNvPr id="15635" name="3D Model 15634" descr="Sphere">
                      <a:extLst>
                        <a:ext uri="{FF2B5EF4-FFF2-40B4-BE49-F238E27FC236}">
                          <a16:creationId xmlns:a16="http://schemas.microsoft.com/office/drawing/2014/main" id="{B146CF30-30EA-4E32-A32C-3464739F0028}"/>
                        </a:ext>
                      </a:extLst>
                    </p:cNvPr>
                    <p:cNvGraphicFramePr>
                      <a:graphicFrameLocks noChangeAspect="1"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2392977293"/>
                        </p:ext>
                      </p:extLst>
                    </p:nvPr>
                  </p:nvGraphicFramePr>
                  <p:xfrm>
                    <a:off x="4470873" y="1946317"/>
                    <a:ext cx="293860" cy="312819"/>
                  </p:xfrm>
                  <a:graphic>
                    <a:graphicData uri="http://schemas.microsoft.com/office/drawing/2017/model3d">
                      <am3d:model3d r:embed="rId2">
                        <am3d:spPr>
                          <a:xfrm>
                            <a:off x="0" y="0"/>
                            <a:ext cx="96282" cy="85709"/>
                          </a:xfrm>
                          <a:prstGeom prst="rect">
                            <a:avLst/>
                          </a:prstGeom>
                        </am3d:spPr>
                        <am3d:camera>
                          <am3d:pos x="0" y="0" z="81469184"/>
                          <am3d:up dx="0" dy="36000000" dz="0"/>
                          <am3d:lookAt x="0" y="0" z="0"/>
                          <am3d:perspective fov="2700000"/>
                        </am3d:camera>
                        <am3d:trans>
                          <am3d:meterPerModelUnit n="7143146" d="1000000"/>
                          <am3d:preTrans dx="-2" dy="-18000000" dz="3"/>
                          <am3d:scale>
                            <am3d:sx n="1000000" d="1000000"/>
                            <am3d:sy n="1000000" d="1000000"/>
                            <am3d:sz n="1000000" d="1000000"/>
                          </am3d:scale>
                          <am3d:rot ax="8329655" ay="3593320" az="-2226581"/>
                          <am3d:postTrans dx="0" dy="0" dz="0"/>
                        </am3d:trans>
                        <am3d:attrSrcUrl r:id="rId3"/>
                        <am3d:raster rName="Office3DRenderer" rVer="16.0.8326">
                          <am3d:blip r:embed="rId38"/>
                        </am3d:raster>
                        <am3d:objViewport viewportSz="93052"/>
                        <am3d:ambientLight>
                          <am3d:clr>
                            <a:scrgbClr r="50000" g="50000" b="50000"/>
                          </am3d:clr>
                          <am3d:illuminance n="500000" d="1000000"/>
                        </am3d:ambientLight>
                        <am3d:ptLight rad="0">
                          <am3d:clr>
                            <a:scrgbClr r="100000" g="75000" b="50000"/>
                          </am3d:clr>
                          <am3d:intensity n="9765625" d="1000000"/>
                          <am3d:pos x="21959998" y="70920001" z="16344003"/>
                        </am3d:ptLight>
                        <am3d:ptLight rad="0">
                          <am3d:clr>
                            <a:scrgbClr r="40000" g="60000" b="95000"/>
                          </am3d:clr>
                          <am3d:intensity n="12250000" d="1000000"/>
                          <am3d:pos x="-37964106" y="51130435" z="57631972"/>
                        </am3d:ptLight>
                        <am3d:ptLight rad="0">
                          <am3d:clr>
                            <a:scrgbClr r="86837" g="72700" b="100000"/>
                          </am3d:clr>
                          <am3d:intensity n="3125000" d="1000000"/>
                          <am3d:pos x="-37739122" y="58056624" z="-34769649"/>
                        </am3d:ptLight>
                      </am3d:model3d>
                    </a:graphicData>
                  </a:graphic>
                </p:graphicFrame>
              </mc:Choice>
              <mc:Fallback xmlns="">
                <p:pic>
                  <p:nvPicPr>
                    <p:cNvPr id="577" name="3D Model 576" descr="Sphere">
                      <a:extLst>
                        <a:ext uri="{FF2B5EF4-FFF2-40B4-BE49-F238E27FC236}">
                          <a16:creationId xmlns:a16="http://schemas.microsoft.com/office/drawing/2014/main" id="{69CA7D75-9569-459B-AA3F-BFD6D15B2576}"/>
                        </a:ext>
                      </a:extLst>
                    </p:cNvPr>
                    <p:cNvPicPr>
                      <a:picLocks noGrp="1" noRot="1" noChangeAspect="1" noMove="1" noResize="1" noEditPoints="1" noAdjustHandles="1" noChangeArrowheads="1" noChangeShapeType="1" noCrop="1"/>
                    </p:cNvPicPr>
                    <p:nvPr/>
                  </p:nvPicPr>
                  <p:blipFill>
                    <a:blip r:embed="rId39"/>
                    <a:stretch>
                      <a:fillRect/>
                    </a:stretch>
                  </p:blipFill>
                  <p:spPr>
                    <a:xfrm>
                      <a:off x="3071978" y="3178488"/>
                      <a:ext cx="293860" cy="312819"/>
                    </a:xfrm>
                    <a:prstGeom prst="rect">
                      <a:avLst/>
                    </a:prstGeom>
                  </p:spPr>
                </p:pic>
              </mc:Fallback>
            </mc:AlternateContent>
          </p:grpSp>
          <p:sp>
            <p:nvSpPr>
              <p:cNvPr id="15604" name="Flowchart: Connector 15603">
                <a:extLst>
                  <a:ext uri="{FF2B5EF4-FFF2-40B4-BE49-F238E27FC236}">
                    <a16:creationId xmlns:a16="http://schemas.microsoft.com/office/drawing/2014/main" id="{31C46F6B-8CE9-42E6-A83F-ECAA2D837CE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722159" y="1835481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605" name="Flowchart: Connector 15604">
                <a:extLst>
                  <a:ext uri="{FF2B5EF4-FFF2-40B4-BE49-F238E27FC236}">
                    <a16:creationId xmlns:a16="http://schemas.microsoft.com/office/drawing/2014/main" id="{4AF54601-FA6F-42EC-BA93-0169819A04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6824" y="1784256"/>
                <a:ext cx="91805" cy="93600"/>
              </a:xfrm>
              <a:prstGeom prst="flowChartConnector">
                <a:avLst/>
              </a:prstGeom>
              <a:solidFill>
                <a:srgbClr val="FF66FF"/>
              </a:solidFill>
              <a:ln>
                <a:solidFill>
                  <a:srgbClr val="FF66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606" name="Flowchart: Connector 15605">
                <a:extLst>
                  <a:ext uri="{FF2B5EF4-FFF2-40B4-BE49-F238E27FC236}">
                    <a16:creationId xmlns:a16="http://schemas.microsoft.com/office/drawing/2014/main" id="{1AA18087-B95D-450E-84D1-3D6CC54F3B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26347" y="1773345"/>
                <a:ext cx="91805" cy="93600"/>
              </a:xfrm>
              <a:prstGeom prst="flowChartConnector">
                <a:avLst/>
              </a:prstGeom>
              <a:solidFill>
                <a:srgbClr val="FF66FF"/>
              </a:solidFill>
              <a:ln>
                <a:solidFill>
                  <a:srgbClr val="FF66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607" name="Flowchart: Connector 15606">
                <a:extLst>
                  <a:ext uri="{FF2B5EF4-FFF2-40B4-BE49-F238E27FC236}">
                    <a16:creationId xmlns:a16="http://schemas.microsoft.com/office/drawing/2014/main" id="{45A1C520-C43F-45A4-A104-725D629B6ED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299" y="1752269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608" name="Flowchart: Connector 15607">
                <a:extLst>
                  <a:ext uri="{FF2B5EF4-FFF2-40B4-BE49-F238E27FC236}">
                    <a16:creationId xmlns:a16="http://schemas.microsoft.com/office/drawing/2014/main" id="{6580797B-9CD9-4F97-B7D1-DFAA1353EA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72010" y="1844651"/>
                <a:ext cx="91805" cy="93600"/>
              </a:xfrm>
              <a:prstGeom prst="flowChartConnector">
                <a:avLst/>
              </a:prstGeom>
              <a:solidFill>
                <a:srgbClr val="FF66FF"/>
              </a:solidFill>
              <a:ln>
                <a:solidFill>
                  <a:srgbClr val="FF66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609" name="Flowchart: Connector 15608">
                <a:extLst>
                  <a:ext uri="{FF2B5EF4-FFF2-40B4-BE49-F238E27FC236}">
                    <a16:creationId xmlns:a16="http://schemas.microsoft.com/office/drawing/2014/main" id="{6FE5C325-713E-47A1-974E-C2E47B24527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7678" y="1835481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610" name="Flowchart: Connector 15609">
                <a:extLst>
                  <a:ext uri="{FF2B5EF4-FFF2-40B4-BE49-F238E27FC236}">
                    <a16:creationId xmlns:a16="http://schemas.microsoft.com/office/drawing/2014/main" id="{5FAFAC49-91B6-4DD7-BC7D-D3ECC4F710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16506" y="1921469"/>
                <a:ext cx="91805" cy="93600"/>
              </a:xfrm>
              <a:prstGeom prst="flowChartConnector">
                <a:avLst/>
              </a:prstGeom>
              <a:solidFill>
                <a:srgbClr val="FF66FF"/>
              </a:solidFill>
              <a:ln>
                <a:solidFill>
                  <a:srgbClr val="FF66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611" name="Flowchart: Connector 15610">
                <a:extLst>
                  <a:ext uri="{FF2B5EF4-FFF2-40B4-BE49-F238E27FC236}">
                    <a16:creationId xmlns:a16="http://schemas.microsoft.com/office/drawing/2014/main" id="{64D61722-56FF-4F14-BBF4-BD7A8C143C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788047" y="1922949"/>
                <a:ext cx="211859" cy="216000"/>
              </a:xfrm>
              <a:prstGeom prst="flowChartConnector">
                <a:avLst/>
              </a:prstGeom>
              <a:solidFill>
                <a:srgbClr val="00FFFF"/>
              </a:solidFill>
              <a:ln>
                <a:solidFill>
                  <a:srgbClr val="00FF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p:sp>
            <p:nvSpPr>
              <p:cNvPr id="15612" name="Flowchart: Connector 15611">
                <a:extLst>
                  <a:ext uri="{FF2B5EF4-FFF2-40B4-BE49-F238E27FC236}">
                    <a16:creationId xmlns:a16="http://schemas.microsoft.com/office/drawing/2014/main" id="{210B563D-1A0B-4811-8677-E15DB0AB32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81405" y="2004681"/>
                <a:ext cx="91805" cy="93600"/>
              </a:xfrm>
              <a:prstGeom prst="flowChartConnector">
                <a:avLst/>
              </a:prstGeom>
              <a:solidFill>
                <a:srgbClr val="FF66FF"/>
              </a:solidFill>
              <a:ln>
                <a:solidFill>
                  <a:srgbClr val="FF66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mc:AlternateContent xmlns:mc="http://schemas.openxmlformats.org/markup-compatibility/2006" xmlns:am3d="http://schemas.microsoft.com/office/drawing/2017/model3d">
            <mc:Choice Requires="am3d">
              <p:graphicFrame>
                <p:nvGraphicFramePr>
                  <p:cNvPr id="15613" name="3D Model 15612" descr="Sphere">
                    <a:extLst>
                      <a:ext uri="{FF2B5EF4-FFF2-40B4-BE49-F238E27FC236}">
                        <a16:creationId xmlns:a16="http://schemas.microsoft.com/office/drawing/2014/main" id="{0DAA752D-7051-4251-8485-580524C78B58}"/>
                      </a:ext>
                    </a:extLst>
                  </p:cNvPr>
                  <p:cNvGraphicFramePr>
                    <a:graphicFrameLocks noChangeAspect="1"/>
                  </p:cNvGraphicFramePr>
                  <p:nvPr>
                    <p:extLst>
                      <p:ext uri="{D42A27DB-BD31-4B8C-83A1-F6EECF244321}">
                        <p14:modId xmlns:p14="http://schemas.microsoft.com/office/powerpoint/2010/main" val="3793192704"/>
                      </p:ext>
                    </p:extLst>
                  </p:nvPr>
                </p:nvGraphicFramePr>
                <p:xfrm>
                  <a:off x="2122087" y="1503359"/>
                  <a:ext cx="299738" cy="299739"/>
                </p:xfrm>
                <a:graphic>
                  <a:graphicData uri="http://schemas.microsoft.com/office/drawing/2017/model3d">
                    <am3d:model3d r:embed="rId2">
                      <am3d:spPr>
                        <a:xfrm>
                          <a:off x="0" y="0"/>
                          <a:ext cx="98208" cy="82125"/>
                        </a:xfrm>
                        <a:prstGeom prst="rect">
                          <a:avLst/>
                        </a:prstGeom>
                      </am3d:spPr>
                      <am3d:camera>
                        <am3d:pos x="0" y="0" z="81469184"/>
                        <am3d:up dx="0" dy="36000000" dz="0"/>
                        <am3d:lookAt x="0" y="0" z="0"/>
                        <am3d:perspective fov="2700000"/>
                      </am3d:camera>
                      <am3d:trans>
                        <am3d:meterPerModelUnit n="7143146" d="1000000"/>
                        <am3d:preTrans dx="-2" dy="-18000000" dz="3"/>
                        <am3d:scale>
                          <am3d:sx n="1000000" d="1000000"/>
                          <am3d:sy n="1000000" d="1000000"/>
                          <am3d:sz n="1000000" d="1000000"/>
                        </am3d:scale>
                        <am3d:rot ax="8433448" ay="1433014" az="-1105299"/>
                        <am3d:postTrans dx="0" dy="0" dz="0"/>
                      </am3d:trans>
                      <am3d:attrSrcUrl r:id="rId3"/>
                      <am3d:raster rName="Office3DRenderer" rVer="16.0.8326">
                        <am3d:blip r:embed="rId43"/>
                      </am3d:raster>
                      <am3d:objViewport viewportSz="84594"/>
                      <am3d:ambientLight>
                        <am3d:clr>
                          <a:scrgbClr r="50000" g="50000" b="50000"/>
                        </am3d:clr>
                        <am3d:illuminance n="500000" d="1000000"/>
                      </am3d:ambientLight>
                      <am3d:ptLight rad="0">
                        <am3d:clr>
                          <a:scrgbClr r="100000" g="75000" b="50000"/>
                        </am3d:clr>
                        <am3d:intensity n="9765625" d="1000000"/>
                        <am3d:pos x="21959998" y="70920001" z="16344003"/>
                      </am3d:ptLight>
                      <am3d:ptLight rad="0">
                        <am3d:clr>
                          <a:scrgbClr r="40000" g="60000" b="95000"/>
                        </am3d:clr>
                        <am3d:intensity n="12250000" d="1000000"/>
                        <am3d:pos x="-37964106" y="51130435" z="57631972"/>
                      </am3d:ptLight>
                      <am3d:ptLight rad="0">
                        <am3d:clr>
                          <a:scrgbClr r="86837" g="72700" b="100000"/>
                        </am3d:clr>
                        <am3d:intensity n="3125000" d="1000000"/>
                        <am3d:pos x="-37739122" y="58056624" z="-34769649"/>
                      </am3d:ptLight>
                    </am3d:model3d>
                  </a:graphicData>
                </a:graphic>
              </p:graphicFrame>
            </mc:Choice>
            <mc:Fallback xmlns="">
              <p:pic>
                <p:nvPicPr>
                  <p:cNvPr id="35" name="3D Model 34" descr="Sphere">
                    <a:extLst>
                      <a:ext uri="{FF2B5EF4-FFF2-40B4-BE49-F238E27FC236}">
                        <a16:creationId xmlns:a16="http://schemas.microsoft.com/office/drawing/2014/main" id="{E543A355-5472-4511-BF4A-5370E6B44081}"/>
                      </a:ext>
                    </a:extLst>
                  </p:cNvPr>
                  <p:cNvPicPr>
                    <a:picLocks noGrp="1" noRot="1" noChangeAspect="1" noMove="1" noResize="1" noEditPoints="1" noAdjustHandles="1" noChangeArrowheads="1" noChangeShapeType="1" noCrop="1"/>
                  </p:cNvPicPr>
                  <p:nvPr/>
                </p:nvPicPr>
                <p:blipFill>
                  <a:blip r:embed="rId44"/>
                  <a:stretch>
                    <a:fillRect/>
                  </a:stretch>
                </p:blipFill>
                <p:spPr>
                  <a:xfrm>
                    <a:off x="1498032" y="1932609"/>
                    <a:ext cx="299738" cy="299739"/>
                  </a:xfrm>
                  <a:prstGeom prst="rect">
                    <a:avLst/>
                  </a:prstGeom>
                </p:spPr>
              </p:pic>
            </mc:Fallback>
          </mc:AlternateContent>
          <p:sp>
            <p:nvSpPr>
              <p:cNvPr id="15614" name="Flowchart: Connector 15613">
                <a:extLst>
                  <a:ext uri="{FF2B5EF4-FFF2-40B4-BE49-F238E27FC236}">
                    <a16:creationId xmlns:a16="http://schemas.microsoft.com/office/drawing/2014/main" id="{126C5715-40BB-44EA-BEDE-9512D96601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45380" y="1653300"/>
                <a:ext cx="91805" cy="93600"/>
              </a:xfrm>
              <a:prstGeom prst="flowChartConnector">
                <a:avLst/>
              </a:prstGeom>
              <a:solidFill>
                <a:srgbClr val="FF66FF"/>
              </a:solidFill>
              <a:ln>
                <a:solidFill>
                  <a:srgbClr val="FF66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 dirty="0"/>
              </a:p>
            </p:txBody>
          </p:sp>
          <mc:AlternateContent xmlns:mc="http://schemas.openxmlformats.org/markup-compatibility/2006" xmlns:am3d="http://schemas.microsoft.com/office/drawing/2017/model3d">
            <mc:Choice Requires="am3d">
              <p:graphicFrame>
                <p:nvGraphicFramePr>
                  <p:cNvPr id="15615" name="3D Model 15614" descr="Sphere">
                    <a:extLst>
                      <a:ext uri="{FF2B5EF4-FFF2-40B4-BE49-F238E27FC236}">
                        <a16:creationId xmlns:a16="http://schemas.microsoft.com/office/drawing/2014/main" id="{41253357-B96C-4357-A151-B396B4FD2CA9}"/>
                      </a:ext>
                    </a:extLst>
                  </p:cNvPr>
                  <p:cNvGraphicFramePr>
                    <a:graphicFrameLocks noChangeAspect="1"/>
                  </p:cNvGraphicFramePr>
                  <p:nvPr>
                    <p:extLst>
                      <p:ext uri="{D42A27DB-BD31-4B8C-83A1-F6EECF244321}">
                        <p14:modId xmlns:p14="http://schemas.microsoft.com/office/powerpoint/2010/main" val="3000481086"/>
                      </p:ext>
                    </p:extLst>
                  </p:nvPr>
                </p:nvGraphicFramePr>
                <p:xfrm>
                  <a:off x="2368043" y="1593681"/>
                  <a:ext cx="299738" cy="299739"/>
                </p:xfrm>
                <a:graphic>
                  <a:graphicData uri="http://schemas.microsoft.com/office/drawing/2017/model3d">
                    <am3d:model3d r:embed="rId2">
                      <am3d:spPr>
                        <a:xfrm>
                          <a:off x="0" y="0"/>
                          <a:ext cx="98208" cy="82125"/>
                        </a:xfrm>
                        <a:prstGeom prst="rect">
                          <a:avLst/>
                        </a:prstGeom>
                      </am3d:spPr>
                      <am3d:camera>
                        <am3d:pos x="0" y="0" z="81469184"/>
                        <am3d:up dx="0" dy="36000000" dz="0"/>
                        <am3d:lookAt x="0" y="0" z="0"/>
                        <am3d:perspective fov="2700000"/>
                      </am3d:camera>
                      <am3d:trans>
                        <am3d:meterPerModelUnit n="7143146" d="1000000"/>
                        <am3d:preTrans dx="-2" dy="-18000000" dz="3"/>
                        <am3d:scale>
                          <am3d:sx n="1000000" d="1000000"/>
                          <am3d:sy n="1000000" d="1000000"/>
                          <am3d:sz n="1000000" d="1000000"/>
                        </am3d:scale>
                        <am3d:rot ax="6465115" ay="2901164" az="-4008504"/>
                        <am3d:postTrans dx="0" dy="0" dz="0"/>
                      </am3d:trans>
                      <am3d:attrSrcUrl r:id="rId3"/>
                      <am3d:raster rName="Office3DRenderer" rVer="16.0.8326">
                        <am3d:blip r:embed="rId41"/>
                      </am3d:raster>
                      <am3d:objViewport viewportSz="92333"/>
                      <am3d:ambientLight>
                        <am3d:clr>
                          <a:scrgbClr r="50000" g="50000" b="50000"/>
                        </am3d:clr>
                        <am3d:illuminance n="500000" d="1000000"/>
                      </am3d:ambientLight>
                      <am3d:ptLight rad="0">
                        <am3d:clr>
                          <a:scrgbClr r="100000" g="75000" b="50000"/>
                        </am3d:clr>
                        <am3d:intensity n="9765625" d="1000000"/>
                        <am3d:pos x="21959998" y="70920001" z="16344003"/>
                      </am3d:ptLight>
                      <am3d:ptLight rad="0">
                        <am3d:clr>
                          <a:scrgbClr r="40000" g="60000" b="95000"/>
                        </am3d:clr>
                        <am3d:intensity n="12250000" d="1000000"/>
                        <am3d:pos x="-37964106" y="51130435" z="57631972"/>
                      </am3d:ptLight>
                      <am3d:ptLight rad="0">
                        <am3d:clr>
                          <a:scrgbClr r="86837" g="72700" b="100000"/>
                        </am3d:clr>
                        <am3d:intensity n="3125000" d="1000000"/>
                        <am3d:pos x="-37739122" y="58056624" z="-34769649"/>
                      </am3d:ptLight>
                    </am3d:model3d>
                  </a:graphicData>
                </a:graphic>
              </p:graphicFrame>
            </mc:Choice>
            <mc:Fallback xmlns="">
              <p:pic>
                <p:nvPicPr>
                  <p:cNvPr id="37" name="3D Model 36" descr="Sphere">
                    <a:extLst>
                      <a:ext uri="{FF2B5EF4-FFF2-40B4-BE49-F238E27FC236}">
                        <a16:creationId xmlns:a16="http://schemas.microsoft.com/office/drawing/2014/main" id="{B171DEB2-2C1E-4E1B-861C-5003E06D790A}"/>
                      </a:ext>
                    </a:extLst>
                  </p:cNvPr>
                  <p:cNvPicPr>
                    <a:picLocks noGrp="1" noRot="1" noChangeAspect="1" noMove="1" noResize="1" noEditPoints="1" noAdjustHandles="1" noChangeArrowheads="1" noChangeShapeType="1" noCrop="1"/>
                  </p:cNvPicPr>
                  <p:nvPr/>
                </p:nvPicPr>
                <p:blipFill>
                  <a:blip r:embed="rId42"/>
                  <a:stretch>
                    <a:fillRect/>
                  </a:stretch>
                </p:blipFill>
                <p:spPr>
                  <a:xfrm>
                    <a:off x="1743988" y="2022931"/>
                    <a:ext cx="299738" cy="299739"/>
                  </a:xfrm>
                  <a:prstGeom prst="rect">
                    <a:avLst/>
                  </a:prstGeom>
                </p:spPr>
              </p:pic>
            </mc:Fallback>
          </mc:AlternateContent>
          <p:sp>
            <p:nvSpPr>
              <p:cNvPr id="15616" name="Flowchart: Connector 15615">
                <a:extLst>
                  <a:ext uri="{FF2B5EF4-FFF2-40B4-BE49-F238E27FC236}">
                    <a16:creationId xmlns:a16="http://schemas.microsoft.com/office/drawing/2014/main" id="{BDE08163-AA91-4395-9A80-6C1828BA635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84559" y="1722432"/>
                <a:ext cx="91805" cy="93600"/>
              </a:xfrm>
              <a:prstGeom prst="flowChartConnector">
                <a:avLst/>
              </a:prstGeom>
              <a:solidFill>
                <a:srgbClr val="FF66FF"/>
              </a:solidFill>
              <a:ln>
                <a:solidFill>
                  <a:srgbClr val="FF66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/>
              </a:p>
            </p:txBody>
          </p:sp>
          <mc:AlternateContent xmlns:mc="http://schemas.openxmlformats.org/markup-compatibility/2006" xmlns:am3d="http://schemas.microsoft.com/office/drawing/2017/model3d">
            <mc:Choice Requires="am3d">
              <p:graphicFrame>
                <p:nvGraphicFramePr>
                  <p:cNvPr id="15617" name="3D Model 15616" descr="Sphere">
                    <a:extLst>
                      <a:ext uri="{FF2B5EF4-FFF2-40B4-BE49-F238E27FC236}">
                        <a16:creationId xmlns:a16="http://schemas.microsoft.com/office/drawing/2014/main" id="{82DEAC6E-BE62-47D2-A5B7-A7F17D8C8B2C}"/>
                      </a:ext>
                    </a:extLst>
                  </p:cNvPr>
                  <p:cNvGraphicFramePr>
                    <a:graphicFrameLocks noChangeAspect="1"/>
                  </p:cNvGraphicFramePr>
                  <p:nvPr>
                    <p:extLst>
                      <p:ext uri="{D42A27DB-BD31-4B8C-83A1-F6EECF244321}">
                        <p14:modId xmlns:p14="http://schemas.microsoft.com/office/powerpoint/2010/main" val="187750710"/>
                      </p:ext>
                    </p:extLst>
                  </p:nvPr>
                </p:nvGraphicFramePr>
                <p:xfrm>
                  <a:off x="2609177" y="1641551"/>
                  <a:ext cx="306464" cy="327599"/>
                </p:xfrm>
                <a:graphic>
                  <a:graphicData uri="http://schemas.microsoft.com/office/drawing/2017/model3d">
                    <am3d:model3d r:embed="rId2">
                      <am3d:spPr>
                        <a:xfrm>
                          <a:off x="0" y="0"/>
                          <a:ext cx="100412" cy="89758"/>
                        </a:xfrm>
                        <a:prstGeom prst="rect">
                          <a:avLst/>
                        </a:prstGeom>
                      </am3d:spPr>
                      <am3d:camera>
                        <am3d:pos x="0" y="0" z="81469184"/>
                        <am3d:up dx="0" dy="36000000" dz="0"/>
                        <am3d:lookAt x="0" y="0" z="0"/>
                        <am3d:perspective fov="2700000"/>
                      </am3d:camera>
                      <am3d:trans>
                        <am3d:meterPerModelUnit n="7143146" d="1000000"/>
                        <am3d:preTrans dx="-2" dy="-18000000" dz="3"/>
                        <am3d:scale>
                          <am3d:sx n="1000000" d="1000000"/>
                          <am3d:sy n="1000000" d="1000000"/>
                          <am3d:sz n="1000000" d="1000000"/>
                        </am3d:scale>
                        <am3d:rot ax="6465115" ay="2901164" az="-4008504"/>
                        <am3d:postTrans dx="0" dy="0" dz="0"/>
                      </am3d:trans>
                      <am3d:attrSrcUrl r:id="rId3"/>
                      <am3d:raster rName="Office3DRenderer" rVer="16.0.8326">
                        <am3d:blip r:embed="rId36"/>
                      </am3d:raster>
                      <am3d:objViewport viewportSz="100915"/>
                      <am3d:ambientLight>
                        <am3d:clr>
                          <a:scrgbClr r="50000" g="50000" b="50000"/>
                        </am3d:clr>
                        <am3d:illuminance n="500000" d="1000000"/>
                      </am3d:ambientLight>
                      <am3d:ptLight rad="0">
                        <am3d:clr>
                          <a:scrgbClr r="100000" g="75000" b="50000"/>
                        </am3d:clr>
                        <am3d:intensity n="9765625" d="1000000"/>
                        <am3d:pos x="21959998" y="70920001" z="16344003"/>
                      </am3d:ptLight>
                      <am3d:ptLight rad="0">
                        <am3d:clr>
                          <a:scrgbClr r="40000" g="60000" b="95000"/>
                        </am3d:clr>
                        <am3d:intensity n="12250000" d="1000000"/>
                        <am3d:pos x="-37964106" y="51130435" z="57631972"/>
                      </am3d:ptLight>
                      <am3d:ptLight rad="0">
                        <am3d:clr>
                          <a:scrgbClr r="86837" g="72700" b="100000"/>
                        </am3d:clr>
                        <am3d:intensity n="3125000" d="1000000"/>
                        <am3d:pos x="-37739122" y="58056624" z="-34769649"/>
                      </am3d:ptLight>
                    </am3d:model3d>
                  </a:graphicData>
                </a:graphic>
              </p:graphicFrame>
            </mc:Choice>
            <mc:Fallback xmlns="">
              <p:pic>
                <p:nvPicPr>
                  <p:cNvPr id="39" name="3D Model 38" descr="Sphere">
                    <a:extLst>
                      <a:ext uri="{FF2B5EF4-FFF2-40B4-BE49-F238E27FC236}">
                        <a16:creationId xmlns:a16="http://schemas.microsoft.com/office/drawing/2014/main" id="{8739D819-B136-4B98-99C9-E94CF78ECC38}"/>
                      </a:ext>
                    </a:extLst>
                  </p:cNvPr>
                  <p:cNvPicPr>
                    <a:picLocks noGrp="1" noRot="1" noChangeAspect="1" noMove="1" noResize="1" noEditPoints="1" noAdjustHandles="1" noChangeArrowheads="1" noChangeShapeType="1" noCrop="1"/>
                  </p:cNvPicPr>
                  <p:nvPr/>
                </p:nvPicPr>
                <p:blipFill>
                  <a:blip r:embed="rId45"/>
                  <a:stretch>
                    <a:fillRect/>
                  </a:stretch>
                </p:blipFill>
                <p:spPr>
                  <a:xfrm>
                    <a:off x="1985122" y="2070801"/>
                    <a:ext cx="306464" cy="327599"/>
                  </a:xfrm>
                  <a:prstGeom prst="rect">
                    <a:avLst/>
                  </a:prstGeom>
                </p:spPr>
              </p:pic>
            </mc:Fallback>
          </mc:AlternateContent>
          <p:sp>
            <p:nvSpPr>
              <p:cNvPr id="15618" name="Flowchart: Connector 15617">
                <a:extLst>
                  <a:ext uri="{FF2B5EF4-FFF2-40B4-BE49-F238E27FC236}">
                    <a16:creationId xmlns:a16="http://schemas.microsoft.com/office/drawing/2014/main" id="{027753D7-853B-40EB-AE89-42922DEE6EB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48075" y="1805047"/>
                <a:ext cx="91805" cy="93600"/>
              </a:xfrm>
              <a:prstGeom prst="flowChartConnector">
                <a:avLst/>
              </a:prstGeom>
              <a:solidFill>
                <a:srgbClr val="FF66FF"/>
              </a:solidFill>
              <a:ln>
                <a:solidFill>
                  <a:srgbClr val="FF66FF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b="1"/>
              </a:p>
            </p:txBody>
          </p:sp>
          <mc:AlternateContent xmlns:mc="http://schemas.openxmlformats.org/markup-compatibility/2006">
            <mc:Choice xmlns:am3d="http://schemas.microsoft.com/office/drawing/2017/model3d" Requires="am3d">
              <p:graphicFrame>
                <p:nvGraphicFramePr>
                  <p:cNvPr id="15619" name="3D Model 15618" descr="Sphere">
                    <a:extLst>
                      <a:ext uri="{FF2B5EF4-FFF2-40B4-BE49-F238E27FC236}">
                        <a16:creationId xmlns:a16="http://schemas.microsoft.com/office/drawing/2014/main" id="{7E2B1AFE-735E-48ED-92EC-3C9C2B095004}"/>
                      </a:ext>
                    </a:extLst>
                  </p:cNvPr>
                  <p:cNvGraphicFramePr>
                    <a:graphicFrameLocks noChangeAspect="1"/>
                  </p:cNvGraphicFramePr>
                  <p:nvPr>
                    <p:extLst>
                      <p:ext uri="{D42A27DB-BD31-4B8C-83A1-F6EECF244321}">
                        <p14:modId xmlns:p14="http://schemas.microsoft.com/office/powerpoint/2010/main" val="333727000"/>
                      </p:ext>
                    </p:extLst>
                  </p:nvPr>
                </p:nvGraphicFramePr>
                <p:xfrm>
                  <a:off x="2877596" y="1779936"/>
                  <a:ext cx="293859" cy="312820"/>
                </p:xfrm>
                <a:graphic>
                  <a:graphicData uri="http://schemas.microsoft.com/office/drawing/2017/model3d">
                    <am3d:model3d r:embed="rId2">
                      <am3d:spPr>
                        <a:xfrm>
                          <a:off x="0" y="0"/>
                          <a:ext cx="96282" cy="85709"/>
                        </a:xfrm>
                        <a:prstGeom prst="rect">
                          <a:avLst/>
                        </a:prstGeom>
                      </am3d:spPr>
                      <am3d:camera>
                        <am3d:pos x="0" y="0" z="81469184"/>
                        <am3d:up dx="0" dy="36000000" dz="0"/>
                        <am3d:lookAt x="0" y="0" z="0"/>
                        <am3d:perspective fov="2700000"/>
                      </am3d:camera>
                      <am3d:trans>
                        <am3d:meterPerModelUnit n="7143146" d="1000000"/>
                        <am3d:preTrans dx="-2" dy="-18000000" dz="3"/>
                        <am3d:scale>
                          <am3d:sx n="1000000" d="1000000"/>
                          <am3d:sy n="1000000" d="1000000"/>
                          <am3d:sz n="1000000" d="1000000"/>
                        </am3d:scale>
                        <am3d:rot ax="8329655" ay="3593320" az="-2226581"/>
                        <am3d:postTrans dx="0" dy="0" dz="0"/>
                      </am3d:trans>
                      <am3d:attrSrcUrl r:id="rId3"/>
                      <am3d:raster rName="Office3DRenderer" rVer="16.0.8326">
                        <am3d:blip r:embed="rId38"/>
                      </am3d:raster>
                      <am3d:objViewport viewportSz="93052"/>
                      <am3d:ambientLight>
                        <am3d:clr>
                          <a:scrgbClr r="50000" g="50000" b="50000"/>
                        </am3d:clr>
                        <am3d:illuminance n="500000" d="1000000"/>
                      </am3d:ambientLight>
                      <am3d:ptLight rad="0">
                        <am3d:clr>
                          <a:scrgbClr r="100000" g="75000" b="50000"/>
                        </am3d:clr>
                        <am3d:intensity n="9765625" d="1000000"/>
                        <am3d:pos x="21959998" y="70920001" z="16344003"/>
                      </am3d:ptLight>
                      <am3d:ptLight rad="0">
                        <am3d:clr>
                          <a:scrgbClr r="40000" g="60000" b="95000"/>
                        </am3d:clr>
                        <am3d:intensity n="12250000" d="1000000"/>
                        <am3d:pos x="-37964106" y="51130435" z="57631972"/>
                      </am3d:ptLight>
                      <am3d:ptLight rad="0">
                        <am3d:clr>
                          <a:scrgbClr r="86837" g="72700" b="100000"/>
                        </am3d:clr>
                        <am3d:intensity n="3125000" d="1000000"/>
                        <am3d:pos x="-37739122" y="58056624" z="-34769649"/>
                      </am3d:ptLight>
                    </am3d:model3d>
                  </a:graphicData>
                </a:graphic>
              </p:graphicFrame>
            </mc:Choice>
            <mc:Fallback>
              <p:pic>
                <p:nvPicPr>
                  <p:cNvPr id="15619" name="3D Model 15618" descr="Sphere">
                    <a:extLst>
                      <a:ext uri="{FF2B5EF4-FFF2-40B4-BE49-F238E27FC236}">
                        <a16:creationId xmlns:a16="http://schemas.microsoft.com/office/drawing/2014/main" id="{7E2B1AFE-735E-48ED-92EC-3C9C2B095004}"/>
                      </a:ext>
                    </a:extLst>
                  </p:cNvPr>
                  <p:cNvPicPr>
                    <a:picLocks noGrp="1" noRot="1" noChangeAspect="1" noMove="1" noResize="1" noEditPoints="1" noAdjustHandles="1" noChangeArrowheads="1" noChangeShapeType="1" noCrop="1"/>
                  </p:cNvPicPr>
                  <p:nvPr/>
                </p:nvPicPr>
                <p:blipFill>
                  <a:blip r:embed="rId38"/>
                  <a:stretch>
                    <a:fillRect/>
                  </a:stretch>
                </p:blipFill>
                <p:spPr>
                  <a:xfrm>
                    <a:off x="8531861" y="4510536"/>
                    <a:ext cx="96282" cy="85709"/>
                  </a:xfrm>
                  <a:prstGeom prst="rect">
                    <a:avLst/>
                  </a:prstGeom>
                </p:spPr>
              </p:pic>
            </mc:Fallback>
          </mc:AlternateContent>
        </p:grpSp>
      </p:grpSp>
      <p:sp>
        <p:nvSpPr>
          <p:cNvPr id="15863" name="Freeform: Shape 15862">
            <a:extLst>
              <a:ext uri="{FF2B5EF4-FFF2-40B4-BE49-F238E27FC236}">
                <a16:creationId xmlns:a16="http://schemas.microsoft.com/office/drawing/2014/main" id="{1CDA48A5-90C8-49CA-BA6B-46DA6B87629B}"/>
              </a:ext>
            </a:extLst>
          </p:cNvPr>
          <p:cNvSpPr/>
          <p:nvPr/>
        </p:nvSpPr>
        <p:spPr>
          <a:xfrm rot="5234138">
            <a:off x="8384024" y="5364451"/>
            <a:ext cx="315632" cy="91180"/>
          </a:xfrm>
          <a:custGeom>
            <a:avLst/>
            <a:gdLst>
              <a:gd name="connsiteX0" fmla="*/ 0 w 6375163"/>
              <a:gd name="connsiteY0" fmla="*/ 51274 h 1521167"/>
              <a:gd name="connsiteX1" fmla="*/ 1128045 w 6375163"/>
              <a:gd name="connsiteY1" fmla="*/ 1512605 h 1521167"/>
              <a:gd name="connsiteX2" fmla="*/ 2273182 w 6375163"/>
              <a:gd name="connsiteY2" fmla="*/ 34183 h 1521167"/>
              <a:gd name="connsiteX3" fmla="*/ 3452501 w 6375163"/>
              <a:gd name="connsiteY3" fmla="*/ 1461330 h 1521167"/>
              <a:gd name="connsiteX4" fmla="*/ 4554909 w 6375163"/>
              <a:gd name="connsiteY4" fmla="*/ 34183 h 1521167"/>
              <a:gd name="connsiteX5" fmla="*/ 5776957 w 6375163"/>
              <a:gd name="connsiteY5" fmla="*/ 1521151 h 1521167"/>
              <a:gd name="connsiteX6" fmla="*/ 6375163 w 6375163"/>
              <a:gd name="connsiteY6" fmla="*/ 0 h 1521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75163" h="1521167">
                <a:moveTo>
                  <a:pt x="0" y="51274"/>
                </a:moveTo>
                <a:cubicBezTo>
                  <a:pt x="374590" y="783364"/>
                  <a:pt x="749181" y="1515454"/>
                  <a:pt x="1128045" y="1512605"/>
                </a:cubicBezTo>
                <a:cubicBezTo>
                  <a:pt x="1506909" y="1509757"/>
                  <a:pt x="1885773" y="42729"/>
                  <a:pt x="2273182" y="34183"/>
                </a:cubicBezTo>
                <a:cubicBezTo>
                  <a:pt x="2660591" y="25637"/>
                  <a:pt x="3072213" y="1461330"/>
                  <a:pt x="3452501" y="1461330"/>
                </a:cubicBezTo>
                <a:cubicBezTo>
                  <a:pt x="3832789" y="1461330"/>
                  <a:pt x="4167500" y="24213"/>
                  <a:pt x="4554909" y="34183"/>
                </a:cubicBezTo>
                <a:cubicBezTo>
                  <a:pt x="4942318" y="44153"/>
                  <a:pt x="5473581" y="1526848"/>
                  <a:pt x="5776957" y="1521151"/>
                </a:cubicBezTo>
                <a:cubicBezTo>
                  <a:pt x="6080333" y="1515454"/>
                  <a:pt x="6227748" y="757727"/>
                  <a:pt x="6375163" y="0"/>
                </a:cubicBezTo>
              </a:path>
            </a:pathLst>
          </a:cu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5864" name="Freeform: Shape 15863">
            <a:extLst>
              <a:ext uri="{FF2B5EF4-FFF2-40B4-BE49-F238E27FC236}">
                <a16:creationId xmlns:a16="http://schemas.microsoft.com/office/drawing/2014/main" id="{EE23E5CD-04F9-4E42-929A-F9CD31FD8D67}"/>
              </a:ext>
            </a:extLst>
          </p:cNvPr>
          <p:cNvSpPr/>
          <p:nvPr/>
        </p:nvSpPr>
        <p:spPr>
          <a:xfrm rot="17087410" flipV="1">
            <a:off x="8444354" y="6148747"/>
            <a:ext cx="240753" cy="37982"/>
          </a:xfrm>
          <a:custGeom>
            <a:avLst/>
            <a:gdLst>
              <a:gd name="connsiteX0" fmla="*/ 0 w 8101013"/>
              <a:gd name="connsiteY0" fmla="*/ 0 h 700094"/>
              <a:gd name="connsiteX1" fmla="*/ 2714625 w 8101013"/>
              <a:gd name="connsiteY1" fmla="*/ 700088 h 700094"/>
              <a:gd name="connsiteX2" fmla="*/ 5414963 w 8101013"/>
              <a:gd name="connsiteY2" fmla="*/ 14288 h 700094"/>
              <a:gd name="connsiteX3" fmla="*/ 8101013 w 8101013"/>
              <a:gd name="connsiteY3" fmla="*/ 700088 h 70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01013" h="700094">
                <a:moveTo>
                  <a:pt x="0" y="0"/>
                </a:moveTo>
                <a:cubicBezTo>
                  <a:pt x="906065" y="348853"/>
                  <a:pt x="1812131" y="697707"/>
                  <a:pt x="2714625" y="700088"/>
                </a:cubicBezTo>
                <a:cubicBezTo>
                  <a:pt x="3617119" y="702469"/>
                  <a:pt x="4517232" y="14288"/>
                  <a:pt x="5414963" y="14288"/>
                </a:cubicBezTo>
                <a:cubicBezTo>
                  <a:pt x="6312694" y="14288"/>
                  <a:pt x="7577138" y="578644"/>
                  <a:pt x="8101013" y="700088"/>
                </a:cubicBezTo>
              </a:path>
            </a:pathLst>
          </a:custGeom>
          <a:ln w="19050"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49" name="TextBox 748">
            <a:extLst>
              <a:ext uri="{FF2B5EF4-FFF2-40B4-BE49-F238E27FC236}">
                <a16:creationId xmlns:a16="http://schemas.microsoft.com/office/drawing/2014/main" id="{36B0C352-C911-41DD-A470-7FA26F2F7EB2}"/>
              </a:ext>
            </a:extLst>
          </p:cNvPr>
          <p:cNvSpPr txBox="1"/>
          <p:nvPr/>
        </p:nvSpPr>
        <p:spPr>
          <a:xfrm>
            <a:off x="9044749" y="4415749"/>
            <a:ext cx="58060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b="1" dirty="0"/>
              <a:t>QDs</a:t>
            </a:r>
          </a:p>
        </p:txBody>
      </p:sp>
      <p:sp>
        <p:nvSpPr>
          <p:cNvPr id="750" name="Rectangle 749">
            <a:extLst>
              <a:ext uri="{FF2B5EF4-FFF2-40B4-BE49-F238E27FC236}">
                <a16:creationId xmlns:a16="http://schemas.microsoft.com/office/drawing/2014/main" id="{2BCF4EE6-64B2-46BA-9CB2-D40DA2CAD5B9}"/>
              </a:ext>
            </a:extLst>
          </p:cNvPr>
          <p:cNvSpPr/>
          <p:nvPr/>
        </p:nvSpPr>
        <p:spPr>
          <a:xfrm>
            <a:off x="9044749" y="5218422"/>
            <a:ext cx="321754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b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Long-chain aliphatic molecule </a:t>
            </a:r>
            <a:endParaRPr lang="en-IN" b="1" dirty="0"/>
          </a:p>
        </p:txBody>
      </p:sp>
      <p:sp>
        <p:nvSpPr>
          <p:cNvPr id="751" name="TextBox 750">
            <a:extLst>
              <a:ext uri="{FF2B5EF4-FFF2-40B4-BE49-F238E27FC236}">
                <a16:creationId xmlns:a16="http://schemas.microsoft.com/office/drawing/2014/main" id="{1416F475-4C44-480B-8D0F-741138E6D2E4}"/>
              </a:ext>
            </a:extLst>
          </p:cNvPr>
          <p:cNvSpPr txBox="1"/>
          <p:nvPr/>
        </p:nvSpPr>
        <p:spPr>
          <a:xfrm>
            <a:off x="9044749" y="5974011"/>
            <a:ext cx="189911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b="1" dirty="0"/>
              <a:t>Short chain ligand</a:t>
            </a:r>
          </a:p>
        </p:txBody>
      </p:sp>
    </p:spTree>
    <p:extLst>
      <p:ext uri="{BB962C8B-B14F-4D97-AF65-F5344CB8AC3E}">
        <p14:creationId xmlns:p14="http://schemas.microsoft.com/office/powerpoint/2010/main" val="144226952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A028ACD6-E24A-46C9-A519-0557441577D1}"/>
              </a:ext>
            </a:extLst>
          </p:cNvPr>
          <p:cNvGrpSpPr/>
          <p:nvPr/>
        </p:nvGrpSpPr>
        <p:grpSpPr>
          <a:xfrm>
            <a:off x="365516" y="1153552"/>
            <a:ext cx="1632097" cy="1471934"/>
            <a:chOff x="163719" y="1822501"/>
            <a:chExt cx="3062199" cy="3047160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D9AA5408-A284-4D57-9CAF-673A7A4C1324}"/>
                </a:ext>
              </a:extLst>
            </p:cNvPr>
            <p:cNvGrpSpPr/>
            <p:nvPr/>
          </p:nvGrpSpPr>
          <p:grpSpPr>
            <a:xfrm>
              <a:off x="163719" y="1822501"/>
              <a:ext cx="3062199" cy="3047160"/>
              <a:chOff x="163719" y="1822501"/>
              <a:chExt cx="3062199" cy="3047160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3D4527DA-B5AB-4EF4-B688-A12BFFC30ADA}"/>
                  </a:ext>
                </a:extLst>
              </p:cNvPr>
              <p:cNvGrpSpPr/>
              <p:nvPr/>
            </p:nvGrpSpPr>
            <p:grpSpPr>
              <a:xfrm rot="5037398" flipV="1">
                <a:off x="1683131" y="3844124"/>
                <a:ext cx="731274" cy="157011"/>
                <a:chOff x="2620172" y="2546175"/>
                <a:chExt cx="834986" cy="143092"/>
              </a:xfrm>
            </p:grpSpPr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E53361E6-8C27-4205-9065-07DEF1FE597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67" name="Rectangle: Rounded Corners 366">
                  <a:extLst>
                    <a:ext uri="{FF2B5EF4-FFF2-40B4-BE49-F238E27FC236}">
                      <a16:creationId xmlns:a16="http://schemas.microsoft.com/office/drawing/2014/main" id="{37FD4B77-2521-4FE4-972D-921BB16335B3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5A27F0AC-8C6C-48E5-B433-1D4CCBE34A37}"/>
                  </a:ext>
                </a:extLst>
              </p:cNvPr>
              <p:cNvGrpSpPr/>
              <p:nvPr/>
            </p:nvGrpSpPr>
            <p:grpSpPr>
              <a:xfrm rot="5037398" flipV="1">
                <a:off x="1123013" y="4110752"/>
                <a:ext cx="731274" cy="157011"/>
                <a:chOff x="2620172" y="2546175"/>
                <a:chExt cx="834986" cy="143092"/>
              </a:xfrm>
            </p:grpSpPr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10E3D633-276A-4285-AA62-2582E24DDAB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65" name="Rectangle: Rounded Corners 364">
                  <a:extLst>
                    <a:ext uri="{FF2B5EF4-FFF2-40B4-BE49-F238E27FC236}">
                      <a16:creationId xmlns:a16="http://schemas.microsoft.com/office/drawing/2014/main" id="{522F8135-2434-4279-AF98-3C6FE4343574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9" name="Group 8">
                <a:extLst>
                  <a:ext uri="{FF2B5EF4-FFF2-40B4-BE49-F238E27FC236}">
                    <a16:creationId xmlns:a16="http://schemas.microsoft.com/office/drawing/2014/main" id="{7B57F862-E370-4B59-801E-C655C181A37A}"/>
                  </a:ext>
                </a:extLst>
              </p:cNvPr>
              <p:cNvGrpSpPr/>
              <p:nvPr/>
            </p:nvGrpSpPr>
            <p:grpSpPr>
              <a:xfrm>
                <a:off x="860260" y="2440902"/>
                <a:ext cx="1730523" cy="1839492"/>
                <a:chOff x="420511" y="1784768"/>
                <a:chExt cx="1730523" cy="1839492"/>
              </a:xfrm>
            </p:grpSpPr>
            <p:grpSp>
              <p:nvGrpSpPr>
                <p:cNvPr id="82" name="Group 81">
                  <a:extLst>
                    <a:ext uri="{FF2B5EF4-FFF2-40B4-BE49-F238E27FC236}">
                      <a16:creationId xmlns:a16="http://schemas.microsoft.com/office/drawing/2014/main" id="{CA644ADC-559A-4617-9246-4BEEC6537D42}"/>
                    </a:ext>
                  </a:extLst>
                </p:cNvPr>
                <p:cNvGrpSpPr/>
                <p:nvPr/>
              </p:nvGrpSpPr>
              <p:grpSpPr>
                <a:xfrm>
                  <a:off x="1069572" y="1784768"/>
                  <a:ext cx="1081462" cy="1476716"/>
                  <a:chOff x="2089993" y="1523034"/>
                  <a:chExt cx="1081462" cy="1476716"/>
                </a:xfrm>
              </p:grpSpPr>
              <p:grpSp>
                <p:nvGrpSpPr>
                  <p:cNvPr id="303" name="Group 302">
                    <a:extLst>
                      <a:ext uri="{FF2B5EF4-FFF2-40B4-BE49-F238E27FC236}">
                        <a16:creationId xmlns:a16="http://schemas.microsoft.com/office/drawing/2014/main" id="{E30C02C7-7125-4A2C-9884-56779108A57E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70705"/>
                    <a:ext cx="101484" cy="1016226"/>
                    <a:chOff x="1800622" y="2364951"/>
                    <a:chExt cx="101484" cy="1016226"/>
                  </a:xfrm>
                </p:grpSpPr>
                <p:sp>
                  <p:nvSpPr>
                    <p:cNvPr id="360" name="Flowchart: Connector 359">
                      <a:extLst>
                        <a:ext uri="{FF2B5EF4-FFF2-40B4-BE49-F238E27FC236}">
                          <a16:creationId xmlns:a16="http://schemas.microsoft.com/office/drawing/2014/main" id="{2D32BE7A-0975-4758-99BE-40353125FC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61" name="Flowchart: Connector 360">
                      <a:extLst>
                        <a:ext uri="{FF2B5EF4-FFF2-40B4-BE49-F238E27FC236}">
                          <a16:creationId xmlns:a16="http://schemas.microsoft.com/office/drawing/2014/main" id="{66215D88-FC85-4E57-896F-B072D4F6FB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62" name="Flowchart: Connector 361">
                      <a:extLst>
                        <a:ext uri="{FF2B5EF4-FFF2-40B4-BE49-F238E27FC236}">
                          <a16:creationId xmlns:a16="http://schemas.microsoft.com/office/drawing/2014/main" id="{8E8A20B0-9C59-4382-8DE7-B0B4D1DD12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63" name="Flowchart: Connector 362">
                      <a:extLst>
                        <a:ext uri="{FF2B5EF4-FFF2-40B4-BE49-F238E27FC236}">
                          <a16:creationId xmlns:a16="http://schemas.microsoft.com/office/drawing/2014/main" id="{A5964B3E-F3E0-47AD-95C3-3BA121E6D8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649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304" name="Group 303">
                    <a:extLst>
                      <a:ext uri="{FF2B5EF4-FFF2-40B4-BE49-F238E27FC236}">
                        <a16:creationId xmlns:a16="http://schemas.microsoft.com/office/drawing/2014/main" id="{2686749E-4981-4B1B-94D5-F83CA3032884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23034"/>
                    <a:ext cx="1057223" cy="1476716"/>
                    <a:chOff x="2114232" y="1523034"/>
                    <a:chExt cx="1057223" cy="1476716"/>
                  </a:xfrm>
                </p:grpSpPr>
                <p:grpSp>
                  <p:nvGrpSpPr>
                    <p:cNvPr id="305" name="Group 304">
                      <a:extLst>
                        <a:ext uri="{FF2B5EF4-FFF2-40B4-BE49-F238E27FC236}">
                          <a16:creationId xmlns:a16="http://schemas.microsoft.com/office/drawing/2014/main" id="{8E0025BB-16B9-43A9-937A-B43A2BDE8E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47544" cy="539639"/>
                      <a:chOff x="3717189" y="1719497"/>
                      <a:chExt cx="1047544" cy="539639"/>
                    </a:xfrm>
                  </p:grpSpPr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3" name="3D Model 352" descr="Sphere">
                            <a:extLst>
                              <a:ext uri="{FF2B5EF4-FFF2-40B4-BE49-F238E27FC236}">
                                <a16:creationId xmlns:a16="http://schemas.microsoft.com/office/drawing/2014/main" id="{E012BCDB-15AF-4291-963E-72B43B8F520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914702865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4" name="Flowchart: Connector 353">
                        <a:extLst>
                          <a:ext uri="{FF2B5EF4-FFF2-40B4-BE49-F238E27FC236}">
                            <a16:creationId xmlns:a16="http://schemas.microsoft.com/office/drawing/2014/main" id="{8E495C9E-37AB-43E4-953B-5207681321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5" name="3D Model 354" descr="Sphere">
                            <a:extLst>
                              <a:ext uri="{FF2B5EF4-FFF2-40B4-BE49-F238E27FC236}">
                                <a16:creationId xmlns:a16="http://schemas.microsoft.com/office/drawing/2014/main" id="{57E7A91F-3F11-4A0B-B25E-8E242ED54FD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11522257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6" name="Flowchart: Connector 355">
                        <a:extLst>
                          <a:ext uri="{FF2B5EF4-FFF2-40B4-BE49-F238E27FC236}">
                            <a16:creationId xmlns:a16="http://schemas.microsoft.com/office/drawing/2014/main" id="{CDAC9A7D-7B4F-4EED-B839-8EDF0EBA2C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7" name="3D Model 356" descr="Sphere">
                            <a:extLst>
                              <a:ext uri="{FF2B5EF4-FFF2-40B4-BE49-F238E27FC236}">
                                <a16:creationId xmlns:a16="http://schemas.microsoft.com/office/drawing/2014/main" id="{1B87143D-7702-46FB-AED4-DF07C43FB50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2046246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8" name="Flowchart: Connector 357">
                        <a:extLst>
                          <a:ext uri="{FF2B5EF4-FFF2-40B4-BE49-F238E27FC236}">
                            <a16:creationId xmlns:a16="http://schemas.microsoft.com/office/drawing/2014/main" id="{42E1AFBC-77D7-4D7C-BC08-B730A75881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9" name="3D Model 358" descr="Sphere">
                            <a:extLst>
                              <a:ext uri="{FF2B5EF4-FFF2-40B4-BE49-F238E27FC236}">
                                <a16:creationId xmlns:a16="http://schemas.microsoft.com/office/drawing/2014/main" id="{C1765C48-143B-481E-A447-A09AC0407C3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1424928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7"/>
                              </am3d:raster>
                              <am3d:objViewport viewportSz="16405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306" name="Group 305">
                      <a:extLst>
                        <a:ext uri="{FF2B5EF4-FFF2-40B4-BE49-F238E27FC236}">
                          <a16:creationId xmlns:a16="http://schemas.microsoft.com/office/drawing/2014/main" id="{1D27B5A9-7D22-47E3-B47A-7A3388906BA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338" name="Flowchart: Connector 337">
                        <a:extLst>
                          <a:ext uri="{FF2B5EF4-FFF2-40B4-BE49-F238E27FC236}">
                            <a16:creationId xmlns:a16="http://schemas.microsoft.com/office/drawing/2014/main" id="{C6A0F126-C62E-4795-A7EF-DF657CB2295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39" name="Flowchart: Connector 338">
                        <a:extLst>
                          <a:ext uri="{FF2B5EF4-FFF2-40B4-BE49-F238E27FC236}">
                            <a16:creationId xmlns:a16="http://schemas.microsoft.com/office/drawing/2014/main" id="{B3F8D0D6-DD88-463C-B856-3E5995E44EA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0" name="Flowchart: Connector 339">
                        <a:extLst>
                          <a:ext uri="{FF2B5EF4-FFF2-40B4-BE49-F238E27FC236}">
                            <a16:creationId xmlns:a16="http://schemas.microsoft.com/office/drawing/2014/main" id="{6F14FFFC-869E-490C-8C88-5953E866D9A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1" name="Flowchart: Connector 340">
                        <a:extLst>
                          <a:ext uri="{FF2B5EF4-FFF2-40B4-BE49-F238E27FC236}">
                            <a16:creationId xmlns:a16="http://schemas.microsoft.com/office/drawing/2014/main" id="{E69529C9-EB1B-4ADE-A97B-E050BA6D18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2" name="Flowchart: Connector 341">
                        <a:extLst>
                          <a:ext uri="{FF2B5EF4-FFF2-40B4-BE49-F238E27FC236}">
                            <a16:creationId xmlns:a16="http://schemas.microsoft.com/office/drawing/2014/main" id="{031AB71F-6FC0-43C1-A40C-4212C789BB5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3" name="Flowchart: Connector 342">
                        <a:extLst>
                          <a:ext uri="{FF2B5EF4-FFF2-40B4-BE49-F238E27FC236}">
                            <a16:creationId xmlns:a16="http://schemas.microsoft.com/office/drawing/2014/main" id="{DD9C5F3C-A88A-4FD0-8252-C3B539F91C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4" name="Flowchart: Connector 343">
                        <a:extLst>
                          <a:ext uri="{FF2B5EF4-FFF2-40B4-BE49-F238E27FC236}">
                            <a16:creationId xmlns:a16="http://schemas.microsoft.com/office/drawing/2014/main" id="{3A38C527-54EB-4CBE-ADD5-25B0F419802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5" name="Flowchart: Connector 344">
                        <a:extLst>
                          <a:ext uri="{FF2B5EF4-FFF2-40B4-BE49-F238E27FC236}">
                            <a16:creationId xmlns:a16="http://schemas.microsoft.com/office/drawing/2014/main" id="{8DD31786-3A95-4EB9-8DFD-4346983B406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6" name="3D Model 345" descr="Sphere">
                            <a:extLst>
                              <a:ext uri="{FF2B5EF4-FFF2-40B4-BE49-F238E27FC236}">
                                <a16:creationId xmlns:a16="http://schemas.microsoft.com/office/drawing/2014/main" id="{FF44AD12-6870-47D4-8C7E-446597F2683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58402329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7" name="Flowchart: Connector 346">
                        <a:extLst>
                          <a:ext uri="{FF2B5EF4-FFF2-40B4-BE49-F238E27FC236}">
                            <a16:creationId xmlns:a16="http://schemas.microsoft.com/office/drawing/2014/main" id="{6AB1B861-8B85-46E3-885D-11D8B30246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8" name="3D Model 347" descr="Sphere">
                            <a:extLst>
                              <a:ext uri="{FF2B5EF4-FFF2-40B4-BE49-F238E27FC236}">
                                <a16:creationId xmlns:a16="http://schemas.microsoft.com/office/drawing/2014/main" id="{9B7CB54B-9B0D-414E-8A4F-26576534EE8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403379839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9" name="Flowchart: Connector 348">
                        <a:extLst>
                          <a:ext uri="{FF2B5EF4-FFF2-40B4-BE49-F238E27FC236}">
                            <a16:creationId xmlns:a16="http://schemas.microsoft.com/office/drawing/2014/main" id="{140C009D-6641-490D-8686-C8B93772D3B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0" name="3D Model 349" descr="Sphere">
                            <a:extLst>
                              <a:ext uri="{FF2B5EF4-FFF2-40B4-BE49-F238E27FC236}">
                                <a16:creationId xmlns:a16="http://schemas.microsoft.com/office/drawing/2014/main" id="{4C35BE66-4FFB-4013-A6C3-D3AB0DE442C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31043206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1" name="Flowchart: Connector 350">
                        <a:extLst>
                          <a:ext uri="{FF2B5EF4-FFF2-40B4-BE49-F238E27FC236}">
                            <a16:creationId xmlns:a16="http://schemas.microsoft.com/office/drawing/2014/main" id="{F4129C3D-5FA6-4F09-BD9A-2A958A778AB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2" name="3D Model 351" descr="Sphere">
                            <a:extLst>
                              <a:ext uri="{FF2B5EF4-FFF2-40B4-BE49-F238E27FC236}">
                                <a16:creationId xmlns:a16="http://schemas.microsoft.com/office/drawing/2014/main" id="{EC47368A-3475-4EAC-A29E-5C3D9998FEE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4199951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307" name="Group 306">
                      <a:extLst>
                        <a:ext uri="{FF2B5EF4-FFF2-40B4-BE49-F238E27FC236}">
                          <a16:creationId xmlns:a16="http://schemas.microsoft.com/office/drawing/2014/main" id="{85E3A14D-1E41-425A-A5C3-7B13B12A13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323" name="Flowchart: Connector 322">
                        <a:extLst>
                          <a:ext uri="{FF2B5EF4-FFF2-40B4-BE49-F238E27FC236}">
                            <a16:creationId xmlns:a16="http://schemas.microsoft.com/office/drawing/2014/main" id="{1BD954F2-4F24-40F8-9E0E-4B347352A91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4" name="Flowchart: Connector 323">
                        <a:extLst>
                          <a:ext uri="{FF2B5EF4-FFF2-40B4-BE49-F238E27FC236}">
                            <a16:creationId xmlns:a16="http://schemas.microsoft.com/office/drawing/2014/main" id="{86E825D3-BA87-4E66-A4BB-A8502FC72D3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5" name="Flowchart: Connector 324">
                        <a:extLst>
                          <a:ext uri="{FF2B5EF4-FFF2-40B4-BE49-F238E27FC236}">
                            <a16:creationId xmlns:a16="http://schemas.microsoft.com/office/drawing/2014/main" id="{EA103CBC-AD96-4139-A828-599AD34DD7B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6" name="Flowchart: Connector 325">
                        <a:extLst>
                          <a:ext uri="{FF2B5EF4-FFF2-40B4-BE49-F238E27FC236}">
                            <a16:creationId xmlns:a16="http://schemas.microsoft.com/office/drawing/2014/main" id="{6137555C-EFA0-45F5-A3CC-E5EF81BBF6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7" name="Flowchart: Connector 326">
                        <a:extLst>
                          <a:ext uri="{FF2B5EF4-FFF2-40B4-BE49-F238E27FC236}">
                            <a16:creationId xmlns:a16="http://schemas.microsoft.com/office/drawing/2014/main" id="{5272B47F-9C47-4795-811C-8FF271177C1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8" name="Flowchart: Connector 327">
                        <a:extLst>
                          <a:ext uri="{FF2B5EF4-FFF2-40B4-BE49-F238E27FC236}">
                            <a16:creationId xmlns:a16="http://schemas.microsoft.com/office/drawing/2014/main" id="{53AD70DD-D159-4122-AAF4-1FFC2E6E8A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9" name="Flowchart: Connector 328">
                        <a:extLst>
                          <a:ext uri="{FF2B5EF4-FFF2-40B4-BE49-F238E27FC236}">
                            <a16:creationId xmlns:a16="http://schemas.microsoft.com/office/drawing/2014/main" id="{BC2C02E6-D423-40F2-A6F5-F53847F39BD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30" name="Flowchart: Connector 329">
                        <a:extLst>
                          <a:ext uri="{FF2B5EF4-FFF2-40B4-BE49-F238E27FC236}">
                            <a16:creationId xmlns:a16="http://schemas.microsoft.com/office/drawing/2014/main" id="{57C912BD-1002-4DB2-92E6-91BC13DAA2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31" name="3D Model 330" descr="Sphere">
                            <a:extLst>
                              <a:ext uri="{FF2B5EF4-FFF2-40B4-BE49-F238E27FC236}">
                                <a16:creationId xmlns:a16="http://schemas.microsoft.com/office/drawing/2014/main" id="{D082BDA5-97D4-4834-879A-6AC6FA303E5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1564179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32" name="Flowchart: Connector 331">
                        <a:extLst>
                          <a:ext uri="{FF2B5EF4-FFF2-40B4-BE49-F238E27FC236}">
                            <a16:creationId xmlns:a16="http://schemas.microsoft.com/office/drawing/2014/main" id="{B38A281F-B096-41FC-8863-DBDF219795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33" name="3D Model 332" descr="Sphere">
                            <a:extLst>
                              <a:ext uri="{FF2B5EF4-FFF2-40B4-BE49-F238E27FC236}">
                                <a16:creationId xmlns:a16="http://schemas.microsoft.com/office/drawing/2014/main" id="{24B60C41-46CB-4AB2-BE58-E48AAAD11C4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8689602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34" name="Flowchart: Connector 333">
                        <a:extLst>
                          <a:ext uri="{FF2B5EF4-FFF2-40B4-BE49-F238E27FC236}">
                            <a16:creationId xmlns:a16="http://schemas.microsoft.com/office/drawing/2014/main" id="{0AD4D11B-6F69-4886-BE66-BB83D98B88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35" name="3D Model 334" descr="Sphere">
                            <a:extLst>
                              <a:ext uri="{FF2B5EF4-FFF2-40B4-BE49-F238E27FC236}">
                                <a16:creationId xmlns:a16="http://schemas.microsoft.com/office/drawing/2014/main" id="{CA62D58C-989C-4208-922A-29E445F07C2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842077037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36" name="Flowchart: Connector 335">
                        <a:extLst>
                          <a:ext uri="{FF2B5EF4-FFF2-40B4-BE49-F238E27FC236}">
                            <a16:creationId xmlns:a16="http://schemas.microsoft.com/office/drawing/2014/main" id="{643150AB-57EF-4019-A274-59C781B216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37" name="3D Model 336" descr="Sphere">
                            <a:extLst>
                              <a:ext uri="{FF2B5EF4-FFF2-40B4-BE49-F238E27FC236}">
                                <a16:creationId xmlns:a16="http://schemas.microsoft.com/office/drawing/2014/main" id="{605C1974-CCE1-4DE9-B8A1-29EB4F759BC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067078203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308" name="Flowchart: Connector 307">
                      <a:extLst>
                        <a:ext uri="{FF2B5EF4-FFF2-40B4-BE49-F238E27FC236}">
                          <a16:creationId xmlns:a16="http://schemas.microsoft.com/office/drawing/2014/main" id="{7D6B30D3-42BA-4071-9E8C-C51EF12BA23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09" name="Flowchart: Connector 308">
                      <a:extLst>
                        <a:ext uri="{FF2B5EF4-FFF2-40B4-BE49-F238E27FC236}">
                          <a16:creationId xmlns:a16="http://schemas.microsoft.com/office/drawing/2014/main" id="{476969E6-6670-48F3-A525-B206D6205F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0" name="Flowchart: Connector 309">
                      <a:extLst>
                        <a:ext uri="{FF2B5EF4-FFF2-40B4-BE49-F238E27FC236}">
                          <a16:creationId xmlns:a16="http://schemas.microsoft.com/office/drawing/2014/main" id="{5AA7581A-CB23-4D68-AD5E-07B10D52E95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1" name="Flowchart: Connector 310">
                      <a:extLst>
                        <a:ext uri="{FF2B5EF4-FFF2-40B4-BE49-F238E27FC236}">
                          <a16:creationId xmlns:a16="http://schemas.microsoft.com/office/drawing/2014/main" id="{352293BC-89A6-41C0-9955-D42BE5A7EBA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2" name="Flowchart: Connector 311">
                      <a:extLst>
                        <a:ext uri="{FF2B5EF4-FFF2-40B4-BE49-F238E27FC236}">
                          <a16:creationId xmlns:a16="http://schemas.microsoft.com/office/drawing/2014/main" id="{55422D20-3376-4D6C-8644-8326BFFD948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3" name="Flowchart: Connector 312">
                      <a:extLst>
                        <a:ext uri="{FF2B5EF4-FFF2-40B4-BE49-F238E27FC236}">
                          <a16:creationId xmlns:a16="http://schemas.microsoft.com/office/drawing/2014/main" id="{8DE41FF6-23DA-467A-9190-86A461EA482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4" name="Flowchart: Connector 313">
                      <a:extLst>
                        <a:ext uri="{FF2B5EF4-FFF2-40B4-BE49-F238E27FC236}">
                          <a16:creationId xmlns:a16="http://schemas.microsoft.com/office/drawing/2014/main" id="{40B4ECFB-D79E-4494-A350-FD5A1D4B7CA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5" name="Flowchart: Connector 314">
                      <a:extLst>
                        <a:ext uri="{FF2B5EF4-FFF2-40B4-BE49-F238E27FC236}">
                          <a16:creationId xmlns:a16="http://schemas.microsoft.com/office/drawing/2014/main" id="{CCEBEE16-9A33-4A4B-B0A0-D89520F77E4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16" name="3D Model 315" descr="Sphere">
                          <a:extLst>
                            <a:ext uri="{FF2B5EF4-FFF2-40B4-BE49-F238E27FC236}">
                              <a16:creationId xmlns:a16="http://schemas.microsoft.com/office/drawing/2014/main" id="{A02FF075-547A-4DFC-BE2E-CE088F5D26D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796544010"/>
                            </p:ext>
                          </p:extLst>
                        </p:nvPr>
                      </p:nvGraphicFramePr>
                      <p:xfrm>
                        <a:off x="2134543" y="1523034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6" name="3D Model 315" descr="Sphere">
                          <a:extLst>
                            <a:ext uri="{FF2B5EF4-FFF2-40B4-BE49-F238E27FC236}">
                              <a16:creationId xmlns:a16="http://schemas.microsoft.com/office/drawing/2014/main" id="{94CEC40E-A38A-4B0D-A79B-E09B750E6BC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16517" y="257416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17" name="Flowchart: Connector 316">
                      <a:extLst>
                        <a:ext uri="{FF2B5EF4-FFF2-40B4-BE49-F238E27FC236}">
                          <a16:creationId xmlns:a16="http://schemas.microsoft.com/office/drawing/2014/main" id="{DEBC8586-CD0C-498B-8E1D-82BC709C48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18" name="3D Model 317" descr="Sphere">
                          <a:extLst>
                            <a:ext uri="{FF2B5EF4-FFF2-40B4-BE49-F238E27FC236}">
                              <a16:creationId xmlns:a16="http://schemas.microsoft.com/office/drawing/2014/main" id="{F531556D-1F79-46B2-BEE3-7098366202D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661794414"/>
                            </p:ext>
                          </p:extLst>
                        </p:nvPr>
                      </p:nvGraphicFramePr>
                      <p:xfrm>
                        <a:off x="2371307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8" name="3D Model 317" descr="Sphere">
                          <a:extLst>
                            <a:ext uri="{FF2B5EF4-FFF2-40B4-BE49-F238E27FC236}">
                              <a16:creationId xmlns:a16="http://schemas.microsoft.com/office/drawing/2014/main" id="{2BEBEC1A-1AF1-4D15-819D-9B7F535C5F3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53281" y="263088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19" name="Flowchart: Connector 318">
                      <a:extLst>
                        <a:ext uri="{FF2B5EF4-FFF2-40B4-BE49-F238E27FC236}">
                          <a16:creationId xmlns:a16="http://schemas.microsoft.com/office/drawing/2014/main" id="{7803877A-5B23-4D4D-B8D4-616F1823B24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20" name="3D Model 319" descr="Sphere">
                          <a:extLst>
                            <a:ext uri="{FF2B5EF4-FFF2-40B4-BE49-F238E27FC236}">
                              <a16:creationId xmlns:a16="http://schemas.microsoft.com/office/drawing/2014/main" id="{CED17A5F-587E-48E3-B227-A510BDAE722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65824241"/>
                            </p:ext>
                          </p:extLst>
                        </p:nvPr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0" name="3D Model 319" descr="Sphere">
                          <a:extLst>
                            <a:ext uri="{FF2B5EF4-FFF2-40B4-BE49-F238E27FC236}">
                              <a16:creationId xmlns:a16="http://schemas.microsoft.com/office/drawing/2014/main" id="{1A28C680-4EF8-400E-9656-44FEB9047F9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991151" y="269268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21" name="Flowchart: Connector 320">
                      <a:extLst>
                        <a:ext uri="{FF2B5EF4-FFF2-40B4-BE49-F238E27FC236}">
                          <a16:creationId xmlns:a16="http://schemas.microsoft.com/office/drawing/2014/main" id="{76416A8C-C43B-48A1-A4D1-5889595161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22" name="3D Model 321" descr="Sphere">
                          <a:extLst>
                            <a:ext uri="{FF2B5EF4-FFF2-40B4-BE49-F238E27FC236}">
                              <a16:creationId xmlns:a16="http://schemas.microsoft.com/office/drawing/2014/main" id="{E554E46D-8566-473C-802B-FF392AA1570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11761814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2" name="3D Model 321" descr="Sphere">
                          <a:extLst>
                            <a:ext uri="{FF2B5EF4-FFF2-40B4-BE49-F238E27FC236}">
                              <a16:creationId xmlns:a16="http://schemas.microsoft.com/office/drawing/2014/main" id="{14AA6C24-5D08-45CB-ACEC-CB80EC94130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2259569" y="2779722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83" name="Group 82">
                  <a:extLst>
                    <a:ext uri="{FF2B5EF4-FFF2-40B4-BE49-F238E27FC236}">
                      <a16:creationId xmlns:a16="http://schemas.microsoft.com/office/drawing/2014/main" id="{7A57CCE8-9B3F-454F-A684-4A95639FA6EA}"/>
                    </a:ext>
                  </a:extLst>
                </p:cNvPr>
                <p:cNvGrpSpPr/>
                <p:nvPr/>
              </p:nvGrpSpPr>
              <p:grpSpPr>
                <a:xfrm>
                  <a:off x="1773325" y="2268938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300" name="Flowchart: Connector 299">
                    <a:extLst>
                      <a:ext uri="{FF2B5EF4-FFF2-40B4-BE49-F238E27FC236}">
                        <a16:creationId xmlns:a16="http://schemas.microsoft.com/office/drawing/2014/main" id="{FFF5C8AB-744B-4C62-A0D3-E26CF94981D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01" name="Flowchart: Connector 300">
                    <a:extLst>
                      <a:ext uri="{FF2B5EF4-FFF2-40B4-BE49-F238E27FC236}">
                        <a16:creationId xmlns:a16="http://schemas.microsoft.com/office/drawing/2014/main" id="{0CD24331-2970-4E7C-A8CE-B5B0A817B41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02" name="Flowchart: Connector 301">
                    <a:extLst>
                      <a:ext uri="{FF2B5EF4-FFF2-40B4-BE49-F238E27FC236}">
                        <a16:creationId xmlns:a16="http://schemas.microsoft.com/office/drawing/2014/main" id="{DF1E7D3D-9221-435E-B0D3-326AA887A1F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84" name="Flowchart: Connector 83">
                  <a:extLst>
                    <a:ext uri="{FF2B5EF4-FFF2-40B4-BE49-F238E27FC236}">
                      <a16:creationId xmlns:a16="http://schemas.microsoft.com/office/drawing/2014/main" id="{D61E497C-545F-44D1-B6D9-BA411327BCD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37026" y="201261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85" name="Flowchart: Connector 84">
                  <a:extLst>
                    <a:ext uri="{FF2B5EF4-FFF2-40B4-BE49-F238E27FC236}">
                      <a16:creationId xmlns:a16="http://schemas.microsoft.com/office/drawing/2014/main" id="{2F59F2EB-CA80-4596-AA1C-E508F2F1316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88002" y="208727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2555118A-73B4-45AA-B43D-0E61791698D8}"/>
                    </a:ext>
                  </a:extLst>
                </p:cNvPr>
                <p:cNvGrpSpPr/>
                <p:nvPr/>
              </p:nvGrpSpPr>
              <p:grpSpPr>
                <a:xfrm rot="21228750">
                  <a:off x="1171220" y="1918660"/>
                  <a:ext cx="698062" cy="387533"/>
                  <a:chOff x="854933" y="2290871"/>
                  <a:chExt cx="698062" cy="387533"/>
                </a:xfrm>
              </p:grpSpPr>
              <p:sp>
                <p:nvSpPr>
                  <p:cNvPr id="297" name="Flowchart: Connector 296">
                    <a:extLst>
                      <a:ext uri="{FF2B5EF4-FFF2-40B4-BE49-F238E27FC236}">
                        <a16:creationId xmlns:a16="http://schemas.microsoft.com/office/drawing/2014/main" id="{D4339A51-977B-4A77-8DA6-BDDD7F59A03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3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98" name="Flowchart: Connector 297">
                    <a:extLst>
                      <a:ext uri="{FF2B5EF4-FFF2-40B4-BE49-F238E27FC236}">
                        <a16:creationId xmlns:a16="http://schemas.microsoft.com/office/drawing/2014/main" id="{08367D5E-1A09-416B-B2B4-E53844F8DAD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5206" y="23778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99" name="Flowchart: Connector 298">
                    <a:extLst>
                      <a:ext uri="{FF2B5EF4-FFF2-40B4-BE49-F238E27FC236}">
                        <a16:creationId xmlns:a16="http://schemas.microsoft.com/office/drawing/2014/main" id="{977FE0F0-F4C4-43ED-9EA0-6A115B9A3DF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41136" y="2462404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F2B4AEF3-C3AA-4EF0-84C7-C7CF5D15CCC6}"/>
                    </a:ext>
                  </a:extLst>
                </p:cNvPr>
                <p:cNvGrpSpPr/>
                <p:nvPr/>
              </p:nvGrpSpPr>
              <p:grpSpPr>
                <a:xfrm>
                  <a:off x="849741" y="1890320"/>
                  <a:ext cx="1098636" cy="1497980"/>
                  <a:chOff x="2089993" y="1501770"/>
                  <a:chExt cx="1098636" cy="1497980"/>
                </a:xfrm>
              </p:grpSpPr>
              <p:grpSp>
                <p:nvGrpSpPr>
                  <p:cNvPr id="232" name="Group 231">
                    <a:extLst>
                      <a:ext uri="{FF2B5EF4-FFF2-40B4-BE49-F238E27FC236}">
                        <a16:creationId xmlns:a16="http://schemas.microsoft.com/office/drawing/2014/main" id="{769F9B3A-3BCD-4AD2-8281-D7202378D53D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34990"/>
                    <a:ext cx="101484" cy="1051941"/>
                    <a:chOff x="1800622" y="2329236"/>
                    <a:chExt cx="101484" cy="1051941"/>
                  </a:xfrm>
                </p:grpSpPr>
                <p:sp>
                  <p:nvSpPr>
                    <p:cNvPr id="293" name="Flowchart: Connector 292">
                      <a:extLst>
                        <a:ext uri="{FF2B5EF4-FFF2-40B4-BE49-F238E27FC236}">
                          <a16:creationId xmlns:a16="http://schemas.microsoft.com/office/drawing/2014/main" id="{FD79BD0D-E7CF-46DC-B5CF-5DA3ABBE64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94" name="Flowchart: Connector 293">
                      <a:extLst>
                        <a:ext uri="{FF2B5EF4-FFF2-40B4-BE49-F238E27FC236}">
                          <a16:creationId xmlns:a16="http://schemas.microsoft.com/office/drawing/2014/main" id="{E306027D-2AE3-4945-B987-6E74DA2134B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95" name="Flowchart: Connector 294">
                      <a:extLst>
                        <a:ext uri="{FF2B5EF4-FFF2-40B4-BE49-F238E27FC236}">
                          <a16:creationId xmlns:a16="http://schemas.microsoft.com/office/drawing/2014/main" id="{7C714287-3A0A-4359-8627-469B916F8D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96" name="Flowchart: Connector 295">
                      <a:extLst>
                        <a:ext uri="{FF2B5EF4-FFF2-40B4-BE49-F238E27FC236}">
                          <a16:creationId xmlns:a16="http://schemas.microsoft.com/office/drawing/2014/main" id="{7DAA8909-37EC-439A-AE9D-8F5070A8AE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2923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233" name="Group 232">
                    <a:extLst>
                      <a:ext uri="{FF2B5EF4-FFF2-40B4-BE49-F238E27FC236}">
                        <a16:creationId xmlns:a16="http://schemas.microsoft.com/office/drawing/2014/main" id="{FDA0E130-C821-4DB5-AB81-16DDD5DD6AA6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01770"/>
                    <a:ext cx="1074397" cy="1497980"/>
                    <a:chOff x="2114232" y="1501770"/>
                    <a:chExt cx="1074397" cy="1497980"/>
                  </a:xfrm>
                </p:grpSpPr>
                <p:grpSp>
                  <p:nvGrpSpPr>
                    <p:cNvPr id="234" name="Group 233">
                      <a:extLst>
                        <a:ext uri="{FF2B5EF4-FFF2-40B4-BE49-F238E27FC236}">
                          <a16:creationId xmlns:a16="http://schemas.microsoft.com/office/drawing/2014/main" id="{8C1A8ADC-B3B1-4B78-89E8-F2124CB139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285" name="Flowchart: Connector 284">
                        <a:extLst>
                          <a:ext uri="{FF2B5EF4-FFF2-40B4-BE49-F238E27FC236}">
                            <a16:creationId xmlns:a16="http://schemas.microsoft.com/office/drawing/2014/main" id="{BFAAE8D8-FA47-4F10-B63B-97E812E67DC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6" name="3D Model 285" descr="Sphere">
                            <a:extLst>
                              <a:ext uri="{FF2B5EF4-FFF2-40B4-BE49-F238E27FC236}">
                                <a16:creationId xmlns:a16="http://schemas.microsoft.com/office/drawing/2014/main" id="{922ABD6D-B28B-4E85-A18F-33A22A36FF5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537718605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7" name="Flowchart: Connector 286">
                        <a:extLst>
                          <a:ext uri="{FF2B5EF4-FFF2-40B4-BE49-F238E27FC236}">
                            <a16:creationId xmlns:a16="http://schemas.microsoft.com/office/drawing/2014/main" id="{AD3BA69D-74DC-476F-9BCB-9FDC747BF7A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8" name="3D Model 287" descr="Sphere">
                            <a:extLst>
                              <a:ext uri="{FF2B5EF4-FFF2-40B4-BE49-F238E27FC236}">
                                <a16:creationId xmlns:a16="http://schemas.microsoft.com/office/drawing/2014/main" id="{E3AC3963-76EF-4194-8B37-4DE04E90BB7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1496697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9" name="Flowchart: Connector 288">
                        <a:extLst>
                          <a:ext uri="{FF2B5EF4-FFF2-40B4-BE49-F238E27FC236}">
                            <a16:creationId xmlns:a16="http://schemas.microsoft.com/office/drawing/2014/main" id="{A05D2B40-B599-499D-9BD4-E4198772D00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0" name="3D Model 289" descr="Sphere">
                            <a:extLst>
                              <a:ext uri="{FF2B5EF4-FFF2-40B4-BE49-F238E27FC236}">
                                <a16:creationId xmlns:a16="http://schemas.microsoft.com/office/drawing/2014/main" id="{3BFCE36F-2419-4D73-964A-D2B68A12C6F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756746195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91" name="Flowchart: Connector 290">
                        <a:extLst>
                          <a:ext uri="{FF2B5EF4-FFF2-40B4-BE49-F238E27FC236}">
                            <a16:creationId xmlns:a16="http://schemas.microsoft.com/office/drawing/2014/main" id="{0CBDCD08-399E-4866-B5D5-1C2EBC7AFD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2" name="3D Model 291" descr="Sphere">
                            <a:extLst>
                              <a:ext uri="{FF2B5EF4-FFF2-40B4-BE49-F238E27FC236}">
                                <a16:creationId xmlns:a16="http://schemas.microsoft.com/office/drawing/2014/main" id="{2EAA1236-23D0-44C7-8DF2-3AD16F95AAC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86550661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7"/>
                              </am3d:raster>
                              <am3d:objViewport viewportSz="16405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35" name="Group 234">
                      <a:extLst>
                        <a:ext uri="{FF2B5EF4-FFF2-40B4-BE49-F238E27FC236}">
                          <a16:creationId xmlns:a16="http://schemas.microsoft.com/office/drawing/2014/main" id="{21D2C744-9754-4FFE-BAA7-CCEF730DFB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69" name="Flowchart: Connector 268">
                        <a:extLst>
                          <a:ext uri="{FF2B5EF4-FFF2-40B4-BE49-F238E27FC236}">
                            <a16:creationId xmlns:a16="http://schemas.microsoft.com/office/drawing/2014/main" id="{9CCD65CD-6D5A-4415-A2A6-A7F05F99418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0" name="Flowchart: Connector 269">
                        <a:extLst>
                          <a:ext uri="{FF2B5EF4-FFF2-40B4-BE49-F238E27FC236}">
                            <a16:creationId xmlns:a16="http://schemas.microsoft.com/office/drawing/2014/main" id="{4F499C5B-1A79-48D4-8A84-DCAF287A91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1" name="Flowchart: Connector 270">
                        <a:extLst>
                          <a:ext uri="{FF2B5EF4-FFF2-40B4-BE49-F238E27FC236}">
                            <a16:creationId xmlns:a16="http://schemas.microsoft.com/office/drawing/2014/main" id="{50EEC6DA-15A4-48FF-ABF4-3D8C8E9FED9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2" name="Flowchart: Connector 271">
                        <a:extLst>
                          <a:ext uri="{FF2B5EF4-FFF2-40B4-BE49-F238E27FC236}">
                            <a16:creationId xmlns:a16="http://schemas.microsoft.com/office/drawing/2014/main" id="{25BBE44B-728A-449F-8CD0-A8841525199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3" name="Flowchart: Connector 272">
                        <a:extLst>
                          <a:ext uri="{FF2B5EF4-FFF2-40B4-BE49-F238E27FC236}">
                            <a16:creationId xmlns:a16="http://schemas.microsoft.com/office/drawing/2014/main" id="{83382E9F-05A6-465A-9DC4-38801BB28E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4" name="Flowchart: Connector 273">
                        <a:extLst>
                          <a:ext uri="{FF2B5EF4-FFF2-40B4-BE49-F238E27FC236}">
                            <a16:creationId xmlns:a16="http://schemas.microsoft.com/office/drawing/2014/main" id="{4FAD9201-172B-4C82-B966-77334994E70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5" name="Flowchart: Connector 274">
                        <a:extLst>
                          <a:ext uri="{FF2B5EF4-FFF2-40B4-BE49-F238E27FC236}">
                            <a16:creationId xmlns:a16="http://schemas.microsoft.com/office/drawing/2014/main" id="{104B3F3E-FC28-4C59-A1DA-11014D9531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6" name="Flowchart: Connector 275">
                        <a:extLst>
                          <a:ext uri="{FF2B5EF4-FFF2-40B4-BE49-F238E27FC236}">
                            <a16:creationId xmlns:a16="http://schemas.microsoft.com/office/drawing/2014/main" id="{8D71795F-2896-43FF-B648-7BF77AD8F67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7" name="Flowchart: Connector 276">
                        <a:extLst>
                          <a:ext uri="{FF2B5EF4-FFF2-40B4-BE49-F238E27FC236}">
                            <a16:creationId xmlns:a16="http://schemas.microsoft.com/office/drawing/2014/main" id="{A25053AB-788A-4CB7-940D-F3570554C7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8" name="3D Model 277" descr="Sphere">
                            <a:extLst>
                              <a:ext uri="{FF2B5EF4-FFF2-40B4-BE49-F238E27FC236}">
                                <a16:creationId xmlns:a16="http://schemas.microsoft.com/office/drawing/2014/main" id="{C25C737C-B4EF-42BE-A095-644349E3446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05585764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79" name="Flowchart: Connector 278">
                        <a:extLst>
                          <a:ext uri="{FF2B5EF4-FFF2-40B4-BE49-F238E27FC236}">
                            <a16:creationId xmlns:a16="http://schemas.microsoft.com/office/drawing/2014/main" id="{986F9DBA-E6E9-4939-B338-22D9C9A6C47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0" name="3D Model 279" descr="Sphere">
                            <a:extLst>
                              <a:ext uri="{FF2B5EF4-FFF2-40B4-BE49-F238E27FC236}">
                                <a16:creationId xmlns:a16="http://schemas.microsoft.com/office/drawing/2014/main" id="{9B7A7A82-AB97-4A2F-B672-1AF7C0925B4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932778683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1" name="Flowchart: Connector 280">
                        <a:extLst>
                          <a:ext uri="{FF2B5EF4-FFF2-40B4-BE49-F238E27FC236}">
                            <a16:creationId xmlns:a16="http://schemas.microsoft.com/office/drawing/2014/main" id="{D3109F55-8278-4842-9828-B3AC49CD9C5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2" name="3D Model 281" descr="Sphere">
                            <a:extLst>
                              <a:ext uri="{FF2B5EF4-FFF2-40B4-BE49-F238E27FC236}">
                                <a16:creationId xmlns:a16="http://schemas.microsoft.com/office/drawing/2014/main" id="{49F54F8B-06B0-4A72-80FC-CFE0C676719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773634390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3" name="Flowchart: Connector 282">
                        <a:extLst>
                          <a:ext uri="{FF2B5EF4-FFF2-40B4-BE49-F238E27FC236}">
                            <a16:creationId xmlns:a16="http://schemas.microsoft.com/office/drawing/2014/main" id="{1196ACF0-E21D-49DF-A2AE-546D5F9FA79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4" name="3D Model 283" descr="Sphere">
                            <a:extLst>
                              <a:ext uri="{FF2B5EF4-FFF2-40B4-BE49-F238E27FC236}">
                                <a16:creationId xmlns:a16="http://schemas.microsoft.com/office/drawing/2014/main" id="{0865E530-A46D-4C68-8B6F-9C015425992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15751202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36" name="Group 235">
                      <a:extLst>
                        <a:ext uri="{FF2B5EF4-FFF2-40B4-BE49-F238E27FC236}">
                          <a16:creationId xmlns:a16="http://schemas.microsoft.com/office/drawing/2014/main" id="{957AA918-161D-44DE-BBB4-5F41AC2FF4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53" name="Flowchart: Connector 252">
                        <a:extLst>
                          <a:ext uri="{FF2B5EF4-FFF2-40B4-BE49-F238E27FC236}">
                            <a16:creationId xmlns:a16="http://schemas.microsoft.com/office/drawing/2014/main" id="{6A4C1078-B2A4-4791-AAAB-962B84A74EB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4" name="Flowchart: Connector 253">
                        <a:extLst>
                          <a:ext uri="{FF2B5EF4-FFF2-40B4-BE49-F238E27FC236}">
                            <a16:creationId xmlns:a16="http://schemas.microsoft.com/office/drawing/2014/main" id="{B277C8C4-52DC-4387-8074-104B5A2A1C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5" name="Flowchart: Connector 254">
                        <a:extLst>
                          <a:ext uri="{FF2B5EF4-FFF2-40B4-BE49-F238E27FC236}">
                            <a16:creationId xmlns:a16="http://schemas.microsoft.com/office/drawing/2014/main" id="{80ADAD27-11AF-4343-8A5D-22E385CC2E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6" name="Flowchart: Connector 255">
                        <a:extLst>
                          <a:ext uri="{FF2B5EF4-FFF2-40B4-BE49-F238E27FC236}">
                            <a16:creationId xmlns:a16="http://schemas.microsoft.com/office/drawing/2014/main" id="{2F3E5F78-380B-4D24-BF56-DC91ABF3AFA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7" name="Flowchart: Connector 256">
                        <a:extLst>
                          <a:ext uri="{FF2B5EF4-FFF2-40B4-BE49-F238E27FC236}">
                            <a16:creationId xmlns:a16="http://schemas.microsoft.com/office/drawing/2014/main" id="{DE406F93-65BB-490D-810F-4CF9F96BB3D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8" name="Flowchart: Connector 257">
                        <a:extLst>
                          <a:ext uri="{FF2B5EF4-FFF2-40B4-BE49-F238E27FC236}">
                            <a16:creationId xmlns:a16="http://schemas.microsoft.com/office/drawing/2014/main" id="{AA8860DF-334F-4F17-8B43-D3C2687083B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9" name="Flowchart: Connector 258">
                        <a:extLst>
                          <a:ext uri="{FF2B5EF4-FFF2-40B4-BE49-F238E27FC236}">
                            <a16:creationId xmlns:a16="http://schemas.microsoft.com/office/drawing/2014/main" id="{CEDD080B-293D-458C-9EF7-84F69176597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60" name="Flowchart: Connector 259">
                        <a:extLst>
                          <a:ext uri="{FF2B5EF4-FFF2-40B4-BE49-F238E27FC236}">
                            <a16:creationId xmlns:a16="http://schemas.microsoft.com/office/drawing/2014/main" id="{DDB0FF89-F7A7-415D-B1E9-D3567E05DB1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61" name="Flowchart: Connector 260">
                        <a:extLst>
                          <a:ext uri="{FF2B5EF4-FFF2-40B4-BE49-F238E27FC236}">
                            <a16:creationId xmlns:a16="http://schemas.microsoft.com/office/drawing/2014/main" id="{75C8343A-FDEF-4282-B91A-BCF4FEABD6D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62" name="3D Model 261" descr="Sphere">
                            <a:extLst>
                              <a:ext uri="{FF2B5EF4-FFF2-40B4-BE49-F238E27FC236}">
                                <a16:creationId xmlns:a16="http://schemas.microsoft.com/office/drawing/2014/main" id="{82B00FB5-22DE-471E-B215-4A16B916CAC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879379123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63" name="Flowchart: Connector 262">
                        <a:extLst>
                          <a:ext uri="{FF2B5EF4-FFF2-40B4-BE49-F238E27FC236}">
                            <a16:creationId xmlns:a16="http://schemas.microsoft.com/office/drawing/2014/main" id="{0FDE0B70-47DC-4635-AC8D-7A5E816DC14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64" name="3D Model 263" descr="Sphere">
                            <a:extLst>
                              <a:ext uri="{FF2B5EF4-FFF2-40B4-BE49-F238E27FC236}">
                                <a16:creationId xmlns:a16="http://schemas.microsoft.com/office/drawing/2014/main" id="{1FE21442-5FE5-4234-AB6A-3480C60D0BA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14095070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65" name="Flowchart: Connector 264">
                        <a:extLst>
                          <a:ext uri="{FF2B5EF4-FFF2-40B4-BE49-F238E27FC236}">
                            <a16:creationId xmlns:a16="http://schemas.microsoft.com/office/drawing/2014/main" id="{88D5076F-FC03-4B20-91CF-40A3DCAF43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66" name="3D Model 265" descr="Sphere">
                            <a:extLst>
                              <a:ext uri="{FF2B5EF4-FFF2-40B4-BE49-F238E27FC236}">
                                <a16:creationId xmlns:a16="http://schemas.microsoft.com/office/drawing/2014/main" id="{F1D755DE-ABD5-4F0D-B93E-DD55882EA69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9155622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67" name="Flowchart: Connector 266">
                        <a:extLst>
                          <a:ext uri="{FF2B5EF4-FFF2-40B4-BE49-F238E27FC236}">
                            <a16:creationId xmlns:a16="http://schemas.microsoft.com/office/drawing/2014/main" id="{384AEFCD-6549-44CE-99C9-860367C7C8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68" name="3D Model 267" descr="Sphere">
                            <a:extLst>
                              <a:ext uri="{FF2B5EF4-FFF2-40B4-BE49-F238E27FC236}">
                                <a16:creationId xmlns:a16="http://schemas.microsoft.com/office/drawing/2014/main" id="{70B3192E-6CE8-404B-A0B1-D3A58674C88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590200670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237" name="Flowchart: Connector 236">
                      <a:extLst>
                        <a:ext uri="{FF2B5EF4-FFF2-40B4-BE49-F238E27FC236}">
                          <a16:creationId xmlns:a16="http://schemas.microsoft.com/office/drawing/2014/main" id="{7249B1EC-7ACA-490C-844B-C191E5E048A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8" name="Flowchart: Connector 237">
                      <a:extLst>
                        <a:ext uri="{FF2B5EF4-FFF2-40B4-BE49-F238E27FC236}">
                          <a16:creationId xmlns:a16="http://schemas.microsoft.com/office/drawing/2014/main" id="{EF6B5D16-17F2-46D4-9322-DB021277CC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9" name="Flowchart: Connector 238">
                      <a:extLst>
                        <a:ext uri="{FF2B5EF4-FFF2-40B4-BE49-F238E27FC236}">
                          <a16:creationId xmlns:a16="http://schemas.microsoft.com/office/drawing/2014/main" id="{46932AC8-5F94-4205-94B5-B81FF4AD488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0" name="Flowchart: Connector 239">
                      <a:extLst>
                        <a:ext uri="{FF2B5EF4-FFF2-40B4-BE49-F238E27FC236}">
                          <a16:creationId xmlns:a16="http://schemas.microsoft.com/office/drawing/2014/main" id="{F62989A0-798D-4E3F-8519-049D7D7C640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1" name="Flowchart: Connector 240">
                      <a:extLst>
                        <a:ext uri="{FF2B5EF4-FFF2-40B4-BE49-F238E27FC236}">
                          <a16:creationId xmlns:a16="http://schemas.microsoft.com/office/drawing/2014/main" id="{0D51090E-ACFF-4871-953C-DD63A8CF860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2" name="Flowchart: Connector 241">
                      <a:extLst>
                        <a:ext uri="{FF2B5EF4-FFF2-40B4-BE49-F238E27FC236}">
                          <a16:creationId xmlns:a16="http://schemas.microsoft.com/office/drawing/2014/main" id="{1C5915CB-4E08-4063-8A0B-60756333220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3" name="Flowchart: Connector 242">
                      <a:extLst>
                        <a:ext uri="{FF2B5EF4-FFF2-40B4-BE49-F238E27FC236}">
                          <a16:creationId xmlns:a16="http://schemas.microsoft.com/office/drawing/2014/main" id="{7E0A57AE-778A-461E-B28A-0F35C653E4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4" name="Flowchart: Connector 243">
                      <a:extLst>
                        <a:ext uri="{FF2B5EF4-FFF2-40B4-BE49-F238E27FC236}">
                          <a16:creationId xmlns:a16="http://schemas.microsoft.com/office/drawing/2014/main" id="{7B9E186F-AE9C-413A-8080-71BFE35BB61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5" name="Flowchart: Connector 244">
                      <a:extLst>
                        <a:ext uri="{FF2B5EF4-FFF2-40B4-BE49-F238E27FC236}">
                          <a16:creationId xmlns:a16="http://schemas.microsoft.com/office/drawing/2014/main" id="{3BCAF8D4-CC25-4317-B4B6-E5EDA6177D6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46" name="3D Model 245" descr="Sphere">
                          <a:extLst>
                            <a:ext uri="{FF2B5EF4-FFF2-40B4-BE49-F238E27FC236}">
                              <a16:creationId xmlns:a16="http://schemas.microsoft.com/office/drawing/2014/main" id="{B2395DF6-AF1F-4CF8-B51C-7763376FB22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701051630"/>
                            </p:ext>
                          </p:extLst>
                        </p:nvPr>
                      </p:nvGraphicFramePr>
                      <p:xfrm>
                        <a:off x="2123911" y="1501770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6" name="3D Model 245" descr="Sphere">
                          <a:extLst>
                            <a:ext uri="{FF2B5EF4-FFF2-40B4-BE49-F238E27FC236}">
                              <a16:creationId xmlns:a16="http://schemas.microsoft.com/office/drawing/2014/main" id="{577274C7-8617-4369-B298-B9B4DA1BC5D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286054" y="267971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47" name="Flowchart: Connector 246">
                      <a:extLst>
                        <a:ext uri="{FF2B5EF4-FFF2-40B4-BE49-F238E27FC236}">
                          <a16:creationId xmlns:a16="http://schemas.microsoft.com/office/drawing/2014/main" id="{F418176A-C227-4B3C-8DA7-5D8A6B3F54A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48" name="3D Model 247" descr="Sphere">
                          <a:extLst>
                            <a:ext uri="{FF2B5EF4-FFF2-40B4-BE49-F238E27FC236}">
                              <a16:creationId xmlns:a16="http://schemas.microsoft.com/office/drawing/2014/main" id="{410B0944-62F3-4F9F-B1DC-4474D873665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22144908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8" name="3D Model 247" descr="Sphere">
                          <a:extLst>
                            <a:ext uri="{FF2B5EF4-FFF2-40B4-BE49-F238E27FC236}">
                              <a16:creationId xmlns:a16="http://schemas.microsoft.com/office/drawing/2014/main" id="{BC4E9140-BDC8-4E93-8770-30C4F9B0F09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26824" y="275770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49" name="Flowchart: Connector 248">
                      <a:extLst>
                        <a:ext uri="{FF2B5EF4-FFF2-40B4-BE49-F238E27FC236}">
                          <a16:creationId xmlns:a16="http://schemas.microsoft.com/office/drawing/2014/main" id="{56477A8D-CE47-4900-AA14-E424E66A3AE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93292" y="17177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50" name="3D Model 249" descr="Sphere">
                          <a:extLst>
                            <a:ext uri="{FF2B5EF4-FFF2-40B4-BE49-F238E27FC236}">
                              <a16:creationId xmlns:a16="http://schemas.microsoft.com/office/drawing/2014/main" id="{38882A94-BF65-46C8-A979-D626022CC73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881491833"/>
                            </p:ext>
                          </p:extLst>
                        </p:nvPr>
                      </p:nvGraphicFramePr>
                      <p:xfrm>
                        <a:off x="2622429" y="163823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0" name="3D Model 249" descr="Sphere">
                          <a:extLst>
                            <a:ext uri="{FF2B5EF4-FFF2-40B4-BE49-F238E27FC236}">
                              <a16:creationId xmlns:a16="http://schemas.microsoft.com/office/drawing/2014/main" id="{C1AF7886-B135-485F-A801-5B21B530E01D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84572" y="281618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51" name="Flowchart: Connector 250">
                      <a:extLst>
                        <a:ext uri="{FF2B5EF4-FFF2-40B4-BE49-F238E27FC236}">
                          <a16:creationId xmlns:a16="http://schemas.microsoft.com/office/drawing/2014/main" id="{2B652B3D-2772-46E0-A718-5FB29DC5C4E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52" name="3D Model 251" descr="Sphere">
                          <a:extLst>
                            <a:ext uri="{FF2B5EF4-FFF2-40B4-BE49-F238E27FC236}">
                              <a16:creationId xmlns:a16="http://schemas.microsoft.com/office/drawing/2014/main" id="{9463E6A5-05DC-40E8-B2FD-B99A35FE15B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28353894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2" name="3D Model 251" descr="Sphere">
                          <a:extLst>
                            <a:ext uri="{FF2B5EF4-FFF2-40B4-BE49-F238E27FC236}">
                              <a16:creationId xmlns:a16="http://schemas.microsoft.com/office/drawing/2014/main" id="{EB68E7E5-FF10-4BB5-8F5E-DD6D67E5C06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2039738" y="290653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88" name="Group 87">
                  <a:extLst>
                    <a:ext uri="{FF2B5EF4-FFF2-40B4-BE49-F238E27FC236}">
                      <a16:creationId xmlns:a16="http://schemas.microsoft.com/office/drawing/2014/main" id="{C61CB6D9-E5D5-49C1-A8BD-89F53892991A}"/>
                    </a:ext>
                  </a:extLst>
                </p:cNvPr>
                <p:cNvGrpSpPr/>
                <p:nvPr/>
              </p:nvGrpSpPr>
              <p:grpSpPr>
                <a:xfrm>
                  <a:off x="1547436" y="2361226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229" name="Flowchart: Connector 228">
                    <a:extLst>
                      <a:ext uri="{FF2B5EF4-FFF2-40B4-BE49-F238E27FC236}">
                        <a16:creationId xmlns:a16="http://schemas.microsoft.com/office/drawing/2014/main" id="{C23703F5-092A-4CA5-A3A7-76BEFAB37E4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0" name="Flowchart: Connector 229">
                    <a:extLst>
                      <a:ext uri="{FF2B5EF4-FFF2-40B4-BE49-F238E27FC236}">
                        <a16:creationId xmlns:a16="http://schemas.microsoft.com/office/drawing/2014/main" id="{67BA1EB6-710C-4C04-8812-27D8940E5E1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1" name="Flowchart: Connector 230">
                    <a:extLst>
                      <a:ext uri="{FF2B5EF4-FFF2-40B4-BE49-F238E27FC236}">
                        <a16:creationId xmlns:a16="http://schemas.microsoft.com/office/drawing/2014/main" id="{64B9CF2C-CE9E-4CA1-BC3B-6CFE627CECB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89" name="Flowchart: Connector 88">
                  <a:extLst>
                    <a:ext uri="{FF2B5EF4-FFF2-40B4-BE49-F238E27FC236}">
                      <a16:creationId xmlns:a16="http://schemas.microsoft.com/office/drawing/2014/main" id="{D7BD4113-B85B-46C9-A07B-5F31984FD32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19794" y="212254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90" name="Flowchart: Connector 89">
                  <a:extLst>
                    <a:ext uri="{FF2B5EF4-FFF2-40B4-BE49-F238E27FC236}">
                      <a16:creationId xmlns:a16="http://schemas.microsoft.com/office/drawing/2014/main" id="{17F6CACF-D7A8-4457-B3E4-7927838B9B5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74020" y="218539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91" name="Group 90">
                  <a:extLst>
                    <a:ext uri="{FF2B5EF4-FFF2-40B4-BE49-F238E27FC236}">
                      <a16:creationId xmlns:a16="http://schemas.microsoft.com/office/drawing/2014/main" id="{C70BD679-147E-47B6-B257-0F113F0A14AE}"/>
                    </a:ext>
                  </a:extLst>
                </p:cNvPr>
                <p:cNvGrpSpPr/>
                <p:nvPr/>
              </p:nvGrpSpPr>
              <p:grpSpPr>
                <a:xfrm rot="21418957">
                  <a:off x="941432" y="2025443"/>
                  <a:ext cx="710250" cy="369080"/>
                  <a:chOff x="854932" y="2290871"/>
                  <a:chExt cx="710250" cy="369080"/>
                </a:xfrm>
              </p:grpSpPr>
              <p:sp>
                <p:nvSpPr>
                  <p:cNvPr id="226" name="Flowchart: Connector 225">
                    <a:extLst>
                      <a:ext uri="{FF2B5EF4-FFF2-40B4-BE49-F238E27FC236}">
                        <a16:creationId xmlns:a16="http://schemas.microsoft.com/office/drawing/2014/main" id="{45EB70FF-D7B6-41AF-9FD6-731380AF0F9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2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27" name="Flowchart: Connector 226">
                    <a:extLst>
                      <a:ext uri="{FF2B5EF4-FFF2-40B4-BE49-F238E27FC236}">
                        <a16:creationId xmlns:a16="http://schemas.microsoft.com/office/drawing/2014/main" id="{CF9A0DFD-24E2-4881-9167-85EE639F0C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1897" y="2377722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28" name="Flowchart: Connector 227">
                    <a:extLst>
                      <a:ext uri="{FF2B5EF4-FFF2-40B4-BE49-F238E27FC236}">
                        <a16:creationId xmlns:a16="http://schemas.microsoft.com/office/drawing/2014/main" id="{F8579ED4-9E41-4C90-BA52-E47EBC94BAA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53323" y="244395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92" name="Group 91">
                  <a:extLst>
                    <a:ext uri="{FF2B5EF4-FFF2-40B4-BE49-F238E27FC236}">
                      <a16:creationId xmlns:a16="http://schemas.microsoft.com/office/drawing/2014/main" id="{C5B35084-B4F5-4336-8BC2-779F3EF53E66}"/>
                    </a:ext>
                  </a:extLst>
                </p:cNvPr>
                <p:cNvGrpSpPr/>
                <p:nvPr/>
              </p:nvGrpSpPr>
              <p:grpSpPr>
                <a:xfrm>
                  <a:off x="621287" y="1995259"/>
                  <a:ext cx="1102917" cy="1484052"/>
                  <a:chOff x="2085712" y="1515698"/>
                  <a:chExt cx="1102917" cy="1484052"/>
                </a:xfrm>
              </p:grpSpPr>
              <p:grpSp>
                <p:nvGrpSpPr>
                  <p:cNvPr id="161" name="Group 160">
                    <a:extLst>
                      <a:ext uri="{FF2B5EF4-FFF2-40B4-BE49-F238E27FC236}">
                        <a16:creationId xmlns:a16="http://schemas.microsoft.com/office/drawing/2014/main" id="{26698F76-00FE-4170-BF37-D5E64CE04CDB}"/>
                      </a:ext>
                    </a:extLst>
                  </p:cNvPr>
                  <p:cNvGrpSpPr/>
                  <p:nvPr/>
                </p:nvGrpSpPr>
                <p:grpSpPr>
                  <a:xfrm>
                    <a:off x="2085712" y="1648950"/>
                    <a:ext cx="105765" cy="1037981"/>
                    <a:chOff x="1796341" y="2343196"/>
                    <a:chExt cx="105765" cy="1037981"/>
                  </a:xfrm>
                </p:grpSpPr>
                <p:sp>
                  <p:nvSpPr>
                    <p:cNvPr id="222" name="Flowchart: Connector 221">
                      <a:extLst>
                        <a:ext uri="{FF2B5EF4-FFF2-40B4-BE49-F238E27FC236}">
                          <a16:creationId xmlns:a16="http://schemas.microsoft.com/office/drawing/2014/main" id="{7CA1BB94-820B-4932-9D4B-53F0C61E80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23" name="Flowchart: Connector 222">
                      <a:extLst>
                        <a:ext uri="{FF2B5EF4-FFF2-40B4-BE49-F238E27FC236}">
                          <a16:creationId xmlns:a16="http://schemas.microsoft.com/office/drawing/2014/main" id="{E336ED83-E945-4AEC-A1EC-6B99142140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24" name="Flowchart: Connector 223">
                      <a:extLst>
                        <a:ext uri="{FF2B5EF4-FFF2-40B4-BE49-F238E27FC236}">
                          <a16:creationId xmlns:a16="http://schemas.microsoft.com/office/drawing/2014/main" id="{FA0E22B0-DAC1-46EA-8505-9BF30DB7C8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25" name="Flowchart: Connector 224">
                      <a:extLst>
                        <a:ext uri="{FF2B5EF4-FFF2-40B4-BE49-F238E27FC236}">
                          <a16:creationId xmlns:a16="http://schemas.microsoft.com/office/drawing/2014/main" id="{F9ECDF19-CE2F-4C73-9280-0BC7DB7F609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796341" y="2343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62" name="Group 161">
                    <a:extLst>
                      <a:ext uri="{FF2B5EF4-FFF2-40B4-BE49-F238E27FC236}">
                        <a16:creationId xmlns:a16="http://schemas.microsoft.com/office/drawing/2014/main" id="{FF429107-6436-41FD-AE79-6A48DB5C3268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15698"/>
                    <a:ext cx="1074397" cy="1484052"/>
                    <a:chOff x="2114232" y="1515698"/>
                    <a:chExt cx="1074397" cy="1484052"/>
                  </a:xfrm>
                </p:grpSpPr>
                <p:grpSp>
                  <p:nvGrpSpPr>
                    <p:cNvPr id="163" name="Group 162">
                      <a:extLst>
                        <a:ext uri="{FF2B5EF4-FFF2-40B4-BE49-F238E27FC236}">
                          <a16:creationId xmlns:a16="http://schemas.microsoft.com/office/drawing/2014/main" id="{0DAF6527-75A3-4B2C-9478-CD69E208E4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214" name="Flowchart: Connector 213">
                        <a:extLst>
                          <a:ext uri="{FF2B5EF4-FFF2-40B4-BE49-F238E27FC236}">
                            <a16:creationId xmlns:a16="http://schemas.microsoft.com/office/drawing/2014/main" id="{26A02B5C-808C-40DE-9F1B-77CA78FF3DE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5" name="3D Model 214" descr="Sphere">
                            <a:extLst>
                              <a:ext uri="{FF2B5EF4-FFF2-40B4-BE49-F238E27FC236}">
                                <a16:creationId xmlns:a16="http://schemas.microsoft.com/office/drawing/2014/main" id="{46E11699-D1DA-4E1D-A4DF-EA9CB3461D3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966547838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6" name="Flowchart: Connector 215">
                        <a:extLst>
                          <a:ext uri="{FF2B5EF4-FFF2-40B4-BE49-F238E27FC236}">
                            <a16:creationId xmlns:a16="http://schemas.microsoft.com/office/drawing/2014/main" id="{1CA17CB5-66DE-4548-A396-D9A5DDB8A5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7" name="3D Model 216" descr="Sphere">
                            <a:extLst>
                              <a:ext uri="{FF2B5EF4-FFF2-40B4-BE49-F238E27FC236}">
                                <a16:creationId xmlns:a16="http://schemas.microsoft.com/office/drawing/2014/main" id="{E5D1E37C-36E6-47DE-A070-59531A7A36C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31354765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8" name="Flowchart: Connector 217">
                        <a:extLst>
                          <a:ext uri="{FF2B5EF4-FFF2-40B4-BE49-F238E27FC236}">
                            <a16:creationId xmlns:a16="http://schemas.microsoft.com/office/drawing/2014/main" id="{42DF79C5-852A-4D92-AD1A-F8579645840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9" name="3D Model 218" descr="Sphere">
                            <a:extLst>
                              <a:ext uri="{FF2B5EF4-FFF2-40B4-BE49-F238E27FC236}">
                                <a16:creationId xmlns:a16="http://schemas.microsoft.com/office/drawing/2014/main" id="{6AC55932-5631-4FCD-8EA2-5ECCA65A5EC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512979647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20" name="Flowchart: Connector 219">
                        <a:extLst>
                          <a:ext uri="{FF2B5EF4-FFF2-40B4-BE49-F238E27FC236}">
                            <a16:creationId xmlns:a16="http://schemas.microsoft.com/office/drawing/2014/main" id="{317671EB-6AE9-4015-BE36-6B4DD4B41E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21" name="3D Model 220" descr="Sphere">
                            <a:extLst>
                              <a:ext uri="{FF2B5EF4-FFF2-40B4-BE49-F238E27FC236}">
                                <a16:creationId xmlns:a16="http://schemas.microsoft.com/office/drawing/2014/main" id="{3D1A7E09-56C2-4943-833F-48B429487EA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94181915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7"/>
                              </am3d:raster>
                              <am3d:objViewport viewportSz="16405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64" name="Group 163">
                      <a:extLst>
                        <a:ext uri="{FF2B5EF4-FFF2-40B4-BE49-F238E27FC236}">
                          <a16:creationId xmlns:a16="http://schemas.microsoft.com/office/drawing/2014/main" id="{D6CE1F61-87A2-4AF4-833B-C536EB7844F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198" name="Flowchart: Connector 197">
                        <a:extLst>
                          <a:ext uri="{FF2B5EF4-FFF2-40B4-BE49-F238E27FC236}">
                            <a16:creationId xmlns:a16="http://schemas.microsoft.com/office/drawing/2014/main" id="{1B24B26A-CBB6-4BE9-B9D1-38AE47459A9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99" name="Flowchart: Connector 198">
                        <a:extLst>
                          <a:ext uri="{FF2B5EF4-FFF2-40B4-BE49-F238E27FC236}">
                            <a16:creationId xmlns:a16="http://schemas.microsoft.com/office/drawing/2014/main" id="{E486C152-77A5-4C83-825F-0695E58422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0" name="Flowchart: Connector 199">
                        <a:extLst>
                          <a:ext uri="{FF2B5EF4-FFF2-40B4-BE49-F238E27FC236}">
                            <a16:creationId xmlns:a16="http://schemas.microsoft.com/office/drawing/2014/main" id="{7256876A-A5E1-4857-80BE-86D7753091C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1" name="Flowchart: Connector 200">
                        <a:extLst>
                          <a:ext uri="{FF2B5EF4-FFF2-40B4-BE49-F238E27FC236}">
                            <a16:creationId xmlns:a16="http://schemas.microsoft.com/office/drawing/2014/main" id="{476D1760-D0AE-4FC4-8085-41A72180798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2" name="Flowchart: Connector 201">
                        <a:extLst>
                          <a:ext uri="{FF2B5EF4-FFF2-40B4-BE49-F238E27FC236}">
                            <a16:creationId xmlns:a16="http://schemas.microsoft.com/office/drawing/2014/main" id="{EC73FB40-C2CB-4011-9359-DB6C841B70C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3" name="Flowchart: Connector 202">
                        <a:extLst>
                          <a:ext uri="{FF2B5EF4-FFF2-40B4-BE49-F238E27FC236}">
                            <a16:creationId xmlns:a16="http://schemas.microsoft.com/office/drawing/2014/main" id="{047B3464-BC65-431A-8794-041DD7C9DF0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4" name="Flowchart: Connector 203">
                        <a:extLst>
                          <a:ext uri="{FF2B5EF4-FFF2-40B4-BE49-F238E27FC236}">
                            <a16:creationId xmlns:a16="http://schemas.microsoft.com/office/drawing/2014/main" id="{4F236A08-AFC9-446F-BB63-F559C85D63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5" name="Flowchart: Connector 204">
                        <a:extLst>
                          <a:ext uri="{FF2B5EF4-FFF2-40B4-BE49-F238E27FC236}">
                            <a16:creationId xmlns:a16="http://schemas.microsoft.com/office/drawing/2014/main" id="{2B9CEA9F-BF52-4EC1-9479-957520C46F1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6" name="Flowchart: Connector 205">
                        <a:extLst>
                          <a:ext uri="{FF2B5EF4-FFF2-40B4-BE49-F238E27FC236}">
                            <a16:creationId xmlns:a16="http://schemas.microsoft.com/office/drawing/2014/main" id="{D2814650-0210-470A-A5B5-4A51AF31D8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7" name="3D Model 206" descr="Sphere">
                            <a:extLst>
                              <a:ext uri="{FF2B5EF4-FFF2-40B4-BE49-F238E27FC236}">
                                <a16:creationId xmlns:a16="http://schemas.microsoft.com/office/drawing/2014/main" id="{ABBFDFCD-1E2A-48DA-8E4E-92D7B131F53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4128772648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08" name="Flowchart: Connector 207">
                        <a:extLst>
                          <a:ext uri="{FF2B5EF4-FFF2-40B4-BE49-F238E27FC236}">
                            <a16:creationId xmlns:a16="http://schemas.microsoft.com/office/drawing/2014/main" id="{9308F7D1-BA54-449A-B785-0C97299270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9" name="3D Model 208" descr="Sphere">
                            <a:extLst>
                              <a:ext uri="{FF2B5EF4-FFF2-40B4-BE49-F238E27FC236}">
                                <a16:creationId xmlns:a16="http://schemas.microsoft.com/office/drawing/2014/main" id="{282987DD-EA52-468A-BB7F-BD2443E8FF0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679168624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0" name="Flowchart: Connector 209">
                        <a:extLst>
                          <a:ext uri="{FF2B5EF4-FFF2-40B4-BE49-F238E27FC236}">
                            <a16:creationId xmlns:a16="http://schemas.microsoft.com/office/drawing/2014/main" id="{44461565-F4A4-4EE7-BC0D-FA52188B4E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1" name="3D Model 210" descr="Sphere">
                            <a:extLst>
                              <a:ext uri="{FF2B5EF4-FFF2-40B4-BE49-F238E27FC236}">
                                <a16:creationId xmlns:a16="http://schemas.microsoft.com/office/drawing/2014/main" id="{A6E42F99-278A-4F7D-827E-07609A60412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265612723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2" name="Flowchart: Connector 211">
                        <a:extLst>
                          <a:ext uri="{FF2B5EF4-FFF2-40B4-BE49-F238E27FC236}">
                            <a16:creationId xmlns:a16="http://schemas.microsoft.com/office/drawing/2014/main" id="{CD04E4C6-5FB8-43DB-877A-DACF31D7E69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3" name="3D Model 212" descr="Sphere">
                            <a:extLst>
                              <a:ext uri="{FF2B5EF4-FFF2-40B4-BE49-F238E27FC236}">
                                <a16:creationId xmlns:a16="http://schemas.microsoft.com/office/drawing/2014/main" id="{F14021B7-D675-4E7A-A65B-BE6834DC802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262653568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65" name="Group 164">
                      <a:extLst>
                        <a:ext uri="{FF2B5EF4-FFF2-40B4-BE49-F238E27FC236}">
                          <a16:creationId xmlns:a16="http://schemas.microsoft.com/office/drawing/2014/main" id="{A91FC0FF-D7FB-4B15-BE28-86FCD6E774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182" name="Flowchart: Connector 181">
                        <a:extLst>
                          <a:ext uri="{FF2B5EF4-FFF2-40B4-BE49-F238E27FC236}">
                            <a16:creationId xmlns:a16="http://schemas.microsoft.com/office/drawing/2014/main" id="{86CB4FB5-B76D-4DC3-B1C8-57803037B1B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3" name="Flowchart: Connector 182">
                        <a:extLst>
                          <a:ext uri="{FF2B5EF4-FFF2-40B4-BE49-F238E27FC236}">
                            <a16:creationId xmlns:a16="http://schemas.microsoft.com/office/drawing/2014/main" id="{FA807A6A-0331-4564-8CB8-0ED74AA38F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4" name="Flowchart: Connector 183">
                        <a:extLst>
                          <a:ext uri="{FF2B5EF4-FFF2-40B4-BE49-F238E27FC236}">
                            <a16:creationId xmlns:a16="http://schemas.microsoft.com/office/drawing/2014/main" id="{D64A1A0A-915F-4FED-9AAA-87303B9BF3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5" name="Flowchart: Connector 184">
                        <a:extLst>
                          <a:ext uri="{FF2B5EF4-FFF2-40B4-BE49-F238E27FC236}">
                            <a16:creationId xmlns:a16="http://schemas.microsoft.com/office/drawing/2014/main" id="{3EBCAF1B-7B17-4888-ADBB-9155A02D381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6" name="Flowchart: Connector 185">
                        <a:extLst>
                          <a:ext uri="{FF2B5EF4-FFF2-40B4-BE49-F238E27FC236}">
                            <a16:creationId xmlns:a16="http://schemas.microsoft.com/office/drawing/2014/main" id="{B4378A57-AB62-42B1-87BF-58116304CCC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7" name="Flowchart: Connector 186">
                        <a:extLst>
                          <a:ext uri="{FF2B5EF4-FFF2-40B4-BE49-F238E27FC236}">
                            <a16:creationId xmlns:a16="http://schemas.microsoft.com/office/drawing/2014/main" id="{48CF02A5-CAA8-464B-99EA-67BB8ED2219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8" name="Flowchart: Connector 187">
                        <a:extLst>
                          <a:ext uri="{FF2B5EF4-FFF2-40B4-BE49-F238E27FC236}">
                            <a16:creationId xmlns:a16="http://schemas.microsoft.com/office/drawing/2014/main" id="{554862F8-51E2-471B-B917-F5D4E320F0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9" name="Flowchart: Connector 188">
                        <a:extLst>
                          <a:ext uri="{FF2B5EF4-FFF2-40B4-BE49-F238E27FC236}">
                            <a16:creationId xmlns:a16="http://schemas.microsoft.com/office/drawing/2014/main" id="{073BCA4D-9771-4CC3-B3B7-60302B9019C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90" name="Flowchart: Connector 189">
                        <a:extLst>
                          <a:ext uri="{FF2B5EF4-FFF2-40B4-BE49-F238E27FC236}">
                            <a16:creationId xmlns:a16="http://schemas.microsoft.com/office/drawing/2014/main" id="{6E219211-DAB9-433A-9AC7-3EF4921A59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91" name="3D Model 190" descr="Sphere">
                            <a:extLst>
                              <a:ext uri="{FF2B5EF4-FFF2-40B4-BE49-F238E27FC236}">
                                <a16:creationId xmlns:a16="http://schemas.microsoft.com/office/drawing/2014/main" id="{2B9030AC-19D6-4667-9F59-1EC83655730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769278760"/>
                              </p:ext>
                            </p:extLst>
                          </p:nvPr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92" name="Flowchart: Connector 191">
                        <a:extLst>
                          <a:ext uri="{FF2B5EF4-FFF2-40B4-BE49-F238E27FC236}">
                            <a16:creationId xmlns:a16="http://schemas.microsoft.com/office/drawing/2014/main" id="{B66ECF5D-0E44-4ED8-9F5D-84589D8471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93" name="3D Model 192" descr="Sphere">
                            <a:extLst>
                              <a:ext uri="{FF2B5EF4-FFF2-40B4-BE49-F238E27FC236}">
                                <a16:creationId xmlns:a16="http://schemas.microsoft.com/office/drawing/2014/main" id="{AB6CC46B-F538-472E-9607-ED05EA497AA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3691285219"/>
                              </p:ext>
                            </p:extLst>
                          </p:nvPr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94" name="Flowchart: Connector 193">
                        <a:extLst>
                          <a:ext uri="{FF2B5EF4-FFF2-40B4-BE49-F238E27FC236}">
                            <a16:creationId xmlns:a16="http://schemas.microsoft.com/office/drawing/2014/main" id="{606334E0-ABBF-4232-868C-75BB6E34932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95" name="3D Model 194" descr="Sphere">
                            <a:extLst>
                              <a:ext uri="{FF2B5EF4-FFF2-40B4-BE49-F238E27FC236}">
                                <a16:creationId xmlns:a16="http://schemas.microsoft.com/office/drawing/2014/main" id="{91F68342-D10E-4455-82F0-C474C218FFC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073863471"/>
                              </p:ext>
                            </p:extLst>
                          </p:nvPr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96" name="Flowchart: Connector 195">
                        <a:extLst>
                          <a:ext uri="{FF2B5EF4-FFF2-40B4-BE49-F238E27FC236}">
                            <a16:creationId xmlns:a16="http://schemas.microsoft.com/office/drawing/2014/main" id="{1D7D2FDC-58F7-48E4-9184-BAA01A408F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97" name="3D Model 196" descr="Sphere">
                            <a:extLst>
                              <a:ext uri="{FF2B5EF4-FFF2-40B4-BE49-F238E27FC236}">
                                <a16:creationId xmlns:a16="http://schemas.microsoft.com/office/drawing/2014/main" id="{48F970AC-7BB5-4961-85A9-FC86B4A95AE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>
                            <p:extLst>
                              <p:ext uri="{D42A27DB-BD31-4B8C-83A1-F6EECF244321}">
                                <p14:modId xmlns:p14="http://schemas.microsoft.com/office/powerpoint/2010/main" val="1397109034"/>
                              </p:ext>
                            </p:extLst>
                          </p:nvPr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66" name="Flowchart: Connector 165">
                      <a:extLst>
                        <a:ext uri="{FF2B5EF4-FFF2-40B4-BE49-F238E27FC236}">
                          <a16:creationId xmlns:a16="http://schemas.microsoft.com/office/drawing/2014/main" id="{9AFA6EFB-4F2A-448A-A2B5-BEA6EE46E92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7" name="Flowchart: Connector 166">
                      <a:extLst>
                        <a:ext uri="{FF2B5EF4-FFF2-40B4-BE49-F238E27FC236}">
                          <a16:creationId xmlns:a16="http://schemas.microsoft.com/office/drawing/2014/main" id="{C8DA55B7-7783-4824-97CC-B728F6BEBD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8" name="Flowchart: Connector 167">
                      <a:extLst>
                        <a:ext uri="{FF2B5EF4-FFF2-40B4-BE49-F238E27FC236}">
                          <a16:creationId xmlns:a16="http://schemas.microsoft.com/office/drawing/2014/main" id="{762A4F41-8E72-4BD0-BC7D-3966BA9FFCE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9" name="Flowchart: Connector 168">
                      <a:extLst>
                        <a:ext uri="{FF2B5EF4-FFF2-40B4-BE49-F238E27FC236}">
                          <a16:creationId xmlns:a16="http://schemas.microsoft.com/office/drawing/2014/main" id="{1CAA991D-E26B-4E9E-896E-42CA2899FCC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0" name="Flowchart: Connector 169">
                      <a:extLst>
                        <a:ext uri="{FF2B5EF4-FFF2-40B4-BE49-F238E27FC236}">
                          <a16:creationId xmlns:a16="http://schemas.microsoft.com/office/drawing/2014/main" id="{FE1A8F5E-299E-40CE-A045-053D3E25792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1" name="Flowchart: Connector 170">
                      <a:extLst>
                        <a:ext uri="{FF2B5EF4-FFF2-40B4-BE49-F238E27FC236}">
                          <a16:creationId xmlns:a16="http://schemas.microsoft.com/office/drawing/2014/main" id="{CD21E648-0CF4-4C65-B21D-00FE1B4FC09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2" name="Flowchart: Connector 171">
                      <a:extLst>
                        <a:ext uri="{FF2B5EF4-FFF2-40B4-BE49-F238E27FC236}">
                          <a16:creationId xmlns:a16="http://schemas.microsoft.com/office/drawing/2014/main" id="{ACA714BA-91DE-4698-8DE0-D42DE1D706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3" name="Flowchart: Connector 172">
                      <a:extLst>
                        <a:ext uri="{FF2B5EF4-FFF2-40B4-BE49-F238E27FC236}">
                          <a16:creationId xmlns:a16="http://schemas.microsoft.com/office/drawing/2014/main" id="{CBAB5C8F-FAB5-47D4-9039-E42F973DA4E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4" name="Flowchart: Connector 173">
                      <a:extLst>
                        <a:ext uri="{FF2B5EF4-FFF2-40B4-BE49-F238E27FC236}">
                          <a16:creationId xmlns:a16="http://schemas.microsoft.com/office/drawing/2014/main" id="{13608330-9F1D-4A77-8335-77F7A64587E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5" name="3D Model 174" descr="Sphere">
                          <a:extLst>
                            <a:ext uri="{FF2B5EF4-FFF2-40B4-BE49-F238E27FC236}">
                              <a16:creationId xmlns:a16="http://schemas.microsoft.com/office/drawing/2014/main" id="{05F4A55F-C805-4E92-96C9-A683E20E73E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908135145"/>
                            </p:ext>
                          </p:extLst>
                        </p:nvPr>
                      </p:nvGraphicFramePr>
                      <p:xfrm>
                        <a:off x="2127272" y="1515698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9755" cy="14478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1"/>
                            </am3d:raster>
                            <am3d:objViewport viewportSz="162787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5" name="3D Model 174" descr="Sphere">
                          <a:extLst>
                            <a:ext uri="{FF2B5EF4-FFF2-40B4-BE49-F238E27FC236}">
                              <a16:creationId xmlns:a16="http://schemas.microsoft.com/office/drawing/2014/main" id="{0F441D18-6D9C-4C48-BBF1-C28CF9A13BF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1065242" y="2784657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76" name="Flowchart: Connector 175">
                      <a:extLst>
                        <a:ext uri="{FF2B5EF4-FFF2-40B4-BE49-F238E27FC236}">
                          <a16:creationId xmlns:a16="http://schemas.microsoft.com/office/drawing/2014/main" id="{A7E13C47-69D2-4B27-A157-E6B4B513FEB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7" name="3D Model 176" descr="Sphere">
                          <a:extLst>
                            <a:ext uri="{FF2B5EF4-FFF2-40B4-BE49-F238E27FC236}">
                              <a16:creationId xmlns:a16="http://schemas.microsoft.com/office/drawing/2014/main" id="{977AC1B9-2E7D-4354-ADFD-DA9AB559833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774964093"/>
                            </p:ext>
                          </p:extLst>
                        </p:nvPr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7" name="3D Model 176" descr="Sphere">
                          <a:extLst>
                            <a:ext uri="{FF2B5EF4-FFF2-40B4-BE49-F238E27FC236}">
                              <a16:creationId xmlns:a16="http://schemas.microsoft.com/office/drawing/2014/main" id="{653ADD8A-AFB8-4BB3-8461-2EBD4DD6515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302651" y="284871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78" name="Flowchart: Connector 177">
                      <a:extLst>
                        <a:ext uri="{FF2B5EF4-FFF2-40B4-BE49-F238E27FC236}">
                          <a16:creationId xmlns:a16="http://schemas.microsoft.com/office/drawing/2014/main" id="{2CBE22D1-FB8E-4B2D-A0B6-E88C5F0C46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6940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9" name="3D Model 178" descr="Sphere">
                          <a:extLst>
                            <a:ext uri="{FF2B5EF4-FFF2-40B4-BE49-F238E27FC236}">
                              <a16:creationId xmlns:a16="http://schemas.microsoft.com/office/drawing/2014/main" id="{F7567837-D382-4016-850F-0D45DDE9193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927796796"/>
                            </p:ext>
                          </p:extLst>
                        </p:nvPr>
                      </p:nvGraphicFramePr>
                      <p:xfrm>
                        <a:off x="2609177" y="164853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9" name="3D Model 178" descr="Sphere">
                          <a:extLst>
                            <a:ext uri="{FF2B5EF4-FFF2-40B4-BE49-F238E27FC236}">
                              <a16:creationId xmlns:a16="http://schemas.microsoft.com/office/drawing/2014/main" id="{04097741-C651-416C-B6DD-C24D5A1D138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3"/>
                        <a:stretch>
                          <a:fillRect/>
                        </a:stretch>
                      </p:blipFill>
                      <p:spPr>
                        <a:xfrm>
                          <a:off x="1547147" y="291749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80" name="Flowchart: Connector 179">
                      <a:extLst>
                        <a:ext uri="{FF2B5EF4-FFF2-40B4-BE49-F238E27FC236}">
                          <a16:creationId xmlns:a16="http://schemas.microsoft.com/office/drawing/2014/main" id="{CEAAF330-6050-41FC-B34F-253142A513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81" name="3D Model 180" descr="Sphere">
                          <a:extLst>
                            <a:ext uri="{FF2B5EF4-FFF2-40B4-BE49-F238E27FC236}">
                              <a16:creationId xmlns:a16="http://schemas.microsoft.com/office/drawing/2014/main" id="{DCFABA5A-6014-497C-BFCD-6E8DBDFBA2E4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506314220"/>
                            </p:ext>
                          </p:extLst>
                        </p:nvPr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81" name="3D Model 180" descr="Sphere">
                          <a:extLst>
                            <a:ext uri="{FF2B5EF4-FFF2-40B4-BE49-F238E27FC236}">
                              <a16:creationId xmlns:a16="http://schemas.microsoft.com/office/drawing/2014/main" id="{C85FB5A0-5213-4020-B74F-0E33E70A3593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1815565" y="2997549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93" name="Flowchart: Connector 92">
                  <a:extLst>
                    <a:ext uri="{FF2B5EF4-FFF2-40B4-BE49-F238E27FC236}">
                      <a16:creationId xmlns:a16="http://schemas.microsoft.com/office/drawing/2014/main" id="{53D4E026-D18B-4C96-9475-5095E04196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6374" y="213847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4" name="Flowchart: Connector 93">
                  <a:extLst>
                    <a:ext uri="{FF2B5EF4-FFF2-40B4-BE49-F238E27FC236}">
                      <a16:creationId xmlns:a16="http://schemas.microsoft.com/office/drawing/2014/main" id="{23A56254-31A7-45A2-8287-C17FE2C236D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86236" y="2232263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5" name="Flowchart: Connector 94">
                  <a:extLst>
                    <a:ext uri="{FF2B5EF4-FFF2-40B4-BE49-F238E27FC236}">
                      <a16:creationId xmlns:a16="http://schemas.microsoft.com/office/drawing/2014/main" id="{526BCEFA-2FEC-4555-94A6-41550797E64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52806" y="2225497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6" name="Flowchart: Connector 95">
                  <a:extLst>
                    <a:ext uri="{FF2B5EF4-FFF2-40B4-BE49-F238E27FC236}">
                      <a16:creationId xmlns:a16="http://schemas.microsoft.com/office/drawing/2014/main" id="{09B16446-7EC0-41FD-8E6A-7A6E0E3E0DF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0272" y="2504090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7" name="Flowchart: Connector 96">
                  <a:extLst>
                    <a:ext uri="{FF2B5EF4-FFF2-40B4-BE49-F238E27FC236}">
                      <a16:creationId xmlns:a16="http://schemas.microsoft.com/office/drawing/2014/main" id="{549FA5FD-E072-4314-B678-7C0A58D0C4E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20633" y="2830105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8" name="Flowchart: Connector 97">
                  <a:extLst>
                    <a:ext uri="{FF2B5EF4-FFF2-40B4-BE49-F238E27FC236}">
                      <a16:creationId xmlns:a16="http://schemas.microsoft.com/office/drawing/2014/main" id="{04A0D0C1-7919-46D2-B725-11D75EAAB02D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29128" y="231321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99" name="Flowchart: Connector 98">
                  <a:extLst>
                    <a:ext uri="{FF2B5EF4-FFF2-40B4-BE49-F238E27FC236}">
                      <a16:creationId xmlns:a16="http://schemas.microsoft.com/office/drawing/2014/main" id="{A93008FF-6C24-4301-A289-3F88B60ACA2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11385" y="2302378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00" name="Flowchart: Connector 99">
                  <a:extLst>
                    <a:ext uri="{FF2B5EF4-FFF2-40B4-BE49-F238E27FC236}">
                      <a16:creationId xmlns:a16="http://schemas.microsoft.com/office/drawing/2014/main" id="{31B9172F-43C2-4A3D-A65E-34EE2EB8176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1097" y="314849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grpSp>
              <p:nvGrpSpPr>
                <p:cNvPr id="101" name="Group 100">
                  <a:extLst>
                    <a:ext uri="{FF2B5EF4-FFF2-40B4-BE49-F238E27FC236}">
                      <a16:creationId xmlns:a16="http://schemas.microsoft.com/office/drawing/2014/main" id="{F0278BF1-055F-4419-BA33-68FB743CE7C4}"/>
                    </a:ext>
                  </a:extLst>
                </p:cNvPr>
                <p:cNvGrpSpPr/>
                <p:nvPr/>
              </p:nvGrpSpPr>
              <p:grpSpPr>
                <a:xfrm>
                  <a:off x="420511" y="2127869"/>
                  <a:ext cx="1073693" cy="1496391"/>
                  <a:chOff x="2114936" y="1503359"/>
                  <a:chExt cx="1073693" cy="1496391"/>
                </a:xfrm>
              </p:grpSpPr>
              <p:grpSp>
                <p:nvGrpSpPr>
                  <p:cNvPr id="102" name="Group 101">
                    <a:extLst>
                      <a:ext uri="{FF2B5EF4-FFF2-40B4-BE49-F238E27FC236}">
                        <a16:creationId xmlns:a16="http://schemas.microsoft.com/office/drawing/2014/main" id="{F6C1241E-58BA-4C69-A28F-D4246B5C7B40}"/>
                      </a:ext>
                    </a:extLst>
                  </p:cNvPr>
                  <p:cNvGrpSpPr/>
                  <p:nvPr/>
                </p:nvGrpSpPr>
                <p:grpSpPr>
                  <a:xfrm>
                    <a:off x="2127974" y="2474038"/>
                    <a:ext cx="1060655" cy="525712"/>
                    <a:chOff x="3721252" y="1733424"/>
                    <a:chExt cx="1060655" cy="525712"/>
                  </a:xfrm>
                </p:grpSpPr>
                <p:sp>
                  <p:nvSpPr>
                    <p:cNvPr id="153" name="Flowchart: Connector 152">
                      <a:extLst>
                        <a:ext uri="{FF2B5EF4-FFF2-40B4-BE49-F238E27FC236}">
                          <a16:creationId xmlns:a16="http://schemas.microsoft.com/office/drawing/2014/main" id="{1A687581-3D4D-4EEE-B520-53A801FF9F0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4" name="3D Model 153" descr="Sphere">
                          <a:extLst>
                            <a:ext uri="{FF2B5EF4-FFF2-40B4-BE49-F238E27FC236}">
                              <a16:creationId xmlns:a16="http://schemas.microsoft.com/office/drawing/2014/main" id="{59AE55F2-E5D0-4DD5-B77E-4807966C7C3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3569882"/>
                            </p:ext>
                          </p:extLst>
                        </p:nvPr>
                      </p:nvGraphicFramePr>
                      <p:xfrm>
                        <a:off x="3721252" y="1733424"/>
                        <a:ext cx="299739" cy="299738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9755" cy="14478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1"/>
                            </am3d:raster>
                            <am3d:objViewport viewportSz="162787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54" name="3D Model 153" descr="Sphere">
                          <a:extLst>
                            <a:ext uri="{FF2B5EF4-FFF2-40B4-BE49-F238E27FC236}">
                              <a16:creationId xmlns:a16="http://schemas.microsoft.com/office/drawing/2014/main" id="{59D6F9AA-09E2-4338-90EA-68FFD8CCDA4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835944" y="3887946"/>
                          <a:ext cx="299739" cy="299738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5" name="Flowchart: Connector 154">
                      <a:extLst>
                        <a:ext uri="{FF2B5EF4-FFF2-40B4-BE49-F238E27FC236}">
                          <a16:creationId xmlns:a16="http://schemas.microsoft.com/office/drawing/2014/main" id="{7086E9EE-F588-4353-8CFC-11D16012E1D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6" name="3D Model 155" descr="Sphere">
                          <a:extLst>
                            <a:ext uri="{FF2B5EF4-FFF2-40B4-BE49-F238E27FC236}">
                              <a16:creationId xmlns:a16="http://schemas.microsoft.com/office/drawing/2014/main" id="{8229880D-CBC4-46D0-8B90-19EEC26A10B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123531787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1" name="3D Model 540" descr="Sphere">
                          <a:extLst>
                            <a:ext uri="{FF2B5EF4-FFF2-40B4-BE49-F238E27FC236}">
                              <a16:creationId xmlns:a16="http://schemas.microsoft.com/office/drawing/2014/main" id="{AB17CB10-4F93-4434-BA14-50AFAFF4946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666235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7" name="Flowchart: Connector 156">
                      <a:extLst>
                        <a:ext uri="{FF2B5EF4-FFF2-40B4-BE49-F238E27FC236}">
                          <a16:creationId xmlns:a16="http://schemas.microsoft.com/office/drawing/2014/main" id="{FE5928B7-383E-4F99-BCFB-9533961C32E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8" name="3D Model 157" descr="Sphere">
                          <a:extLst>
                            <a:ext uri="{FF2B5EF4-FFF2-40B4-BE49-F238E27FC236}">
                              <a16:creationId xmlns:a16="http://schemas.microsoft.com/office/drawing/2014/main" id="{ED3888C3-1C68-4CFD-9E7F-E5946BB7750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898366077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3" name="3D Model 542" descr="Sphere">
                          <a:extLst>
                            <a:ext uri="{FF2B5EF4-FFF2-40B4-BE49-F238E27FC236}">
                              <a16:creationId xmlns:a16="http://schemas.microsoft.com/office/drawing/2014/main" id="{503D28F6-C92A-40B9-96B8-4050B0C4C9A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72803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9" name="Flowchart: Connector 158">
                      <a:extLst>
                        <a:ext uri="{FF2B5EF4-FFF2-40B4-BE49-F238E27FC236}">
                          <a16:creationId xmlns:a16="http://schemas.microsoft.com/office/drawing/2014/main" id="{B017EC97-A4C4-499C-BFF4-C7C24223CB7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0" name="3D Model 159" descr="Sphere">
                          <a:extLst>
                            <a:ext uri="{FF2B5EF4-FFF2-40B4-BE49-F238E27FC236}">
                              <a16:creationId xmlns:a16="http://schemas.microsoft.com/office/drawing/2014/main" id="{B81F1954-13D0-4AE8-8F77-936B7A1662C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14554274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5" name="3D Model 544" descr="Sphere">
                          <a:extLst>
                            <a:ext uri="{FF2B5EF4-FFF2-40B4-BE49-F238E27FC236}">
                              <a16:creationId xmlns:a16="http://schemas.microsoft.com/office/drawing/2014/main" id="{226A18F8-2383-4285-9223-CF3CEC25C574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815073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103" name="Group 102">
                    <a:extLst>
                      <a:ext uri="{FF2B5EF4-FFF2-40B4-BE49-F238E27FC236}">
                        <a16:creationId xmlns:a16="http://schemas.microsoft.com/office/drawing/2014/main" id="{C6D3629D-606C-4716-8443-C80FCCCAD783}"/>
                      </a:ext>
                    </a:extLst>
                  </p:cNvPr>
                  <p:cNvGrpSpPr/>
                  <p:nvPr/>
                </p:nvGrpSpPr>
                <p:grpSpPr>
                  <a:xfrm>
                    <a:off x="2124615" y="2140429"/>
                    <a:ext cx="1064014" cy="637179"/>
                    <a:chOff x="3717893" y="1719497"/>
                    <a:chExt cx="1064014" cy="637179"/>
                  </a:xfrm>
                </p:grpSpPr>
                <p:sp>
                  <p:nvSpPr>
                    <p:cNvPr id="137" name="Flowchart: Connector 136">
                      <a:extLst>
                        <a:ext uri="{FF2B5EF4-FFF2-40B4-BE49-F238E27FC236}">
                          <a16:creationId xmlns:a16="http://schemas.microsoft.com/office/drawing/2014/main" id="{EDE22B05-5B2F-43A5-A0DB-6CAEE3F17A1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8" name="Flowchart: Connector 137">
                      <a:extLst>
                        <a:ext uri="{FF2B5EF4-FFF2-40B4-BE49-F238E27FC236}">
                          <a16:creationId xmlns:a16="http://schemas.microsoft.com/office/drawing/2014/main" id="{09643ABE-7459-4BDD-9BF8-96A7B9B6548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9" name="Flowchart: Connector 138">
                      <a:extLst>
                        <a:ext uri="{FF2B5EF4-FFF2-40B4-BE49-F238E27FC236}">
                          <a16:creationId xmlns:a16="http://schemas.microsoft.com/office/drawing/2014/main" id="{B56D101D-468A-47AA-9B54-D2AE9F4A908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0" name="Flowchart: Connector 139">
                      <a:extLst>
                        <a:ext uri="{FF2B5EF4-FFF2-40B4-BE49-F238E27FC236}">
                          <a16:creationId xmlns:a16="http://schemas.microsoft.com/office/drawing/2014/main" id="{648CE028-509B-464C-B254-74F02A26E6B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1" name="Flowchart: Connector 140">
                      <a:extLst>
                        <a:ext uri="{FF2B5EF4-FFF2-40B4-BE49-F238E27FC236}">
                          <a16:creationId xmlns:a16="http://schemas.microsoft.com/office/drawing/2014/main" id="{D980FEB2-BCF8-4D34-9785-9F10A271012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2" name="Flowchart: Connector 141">
                      <a:extLst>
                        <a:ext uri="{FF2B5EF4-FFF2-40B4-BE49-F238E27FC236}">
                          <a16:creationId xmlns:a16="http://schemas.microsoft.com/office/drawing/2014/main" id="{B8E194B2-2CD2-4904-8B39-3DD66DAD732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3" name="Flowchart: Connector 142">
                      <a:extLst>
                        <a:ext uri="{FF2B5EF4-FFF2-40B4-BE49-F238E27FC236}">
                          <a16:creationId xmlns:a16="http://schemas.microsoft.com/office/drawing/2014/main" id="{EF054408-6A46-4A55-B5AE-BD078EE7E7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4" name="Flowchart: Connector 143">
                      <a:extLst>
                        <a:ext uri="{FF2B5EF4-FFF2-40B4-BE49-F238E27FC236}">
                          <a16:creationId xmlns:a16="http://schemas.microsoft.com/office/drawing/2014/main" id="{E4C5BCBF-5454-49C0-B17B-A9DBDF66566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5" name="Flowchart: Connector 144">
                      <a:extLst>
                        <a:ext uri="{FF2B5EF4-FFF2-40B4-BE49-F238E27FC236}">
                          <a16:creationId xmlns:a16="http://schemas.microsoft.com/office/drawing/2014/main" id="{9E1B6411-B69B-4518-9B8F-9D5E28E29A9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6" name="3D Model 145" descr="Sphere">
                          <a:extLst>
                            <a:ext uri="{FF2B5EF4-FFF2-40B4-BE49-F238E27FC236}">
                              <a16:creationId xmlns:a16="http://schemas.microsoft.com/office/drawing/2014/main" id="{497B6BC5-D995-41C7-9C7E-94BF8F3A634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4189267464"/>
                            </p:ext>
                          </p:extLst>
                        </p:nvPr>
                      </p:nvGraphicFramePr>
                      <p:xfrm>
                        <a:off x="3717893" y="1719497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46" name="3D Model 145" descr="Sphere">
                          <a:extLst>
                            <a:ext uri="{FF2B5EF4-FFF2-40B4-BE49-F238E27FC236}">
                              <a16:creationId xmlns:a16="http://schemas.microsoft.com/office/drawing/2014/main" id="{756B16C5-4508-40A0-B7F3-162B4744EE2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32585" y="3554337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7" name="Flowchart: Connector 146">
                      <a:extLst>
                        <a:ext uri="{FF2B5EF4-FFF2-40B4-BE49-F238E27FC236}">
                          <a16:creationId xmlns:a16="http://schemas.microsoft.com/office/drawing/2014/main" id="{55B52B0A-C075-47FE-9D5A-4A92B9F27E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8" name="3D Model 147" descr="Sphere">
                          <a:extLst>
                            <a:ext uri="{FF2B5EF4-FFF2-40B4-BE49-F238E27FC236}">
                              <a16:creationId xmlns:a16="http://schemas.microsoft.com/office/drawing/2014/main" id="{FBF332FA-47C9-4383-A00A-3A5F0E3691E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546225637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7" name="3D Model 556" descr="Sphere">
                          <a:extLst>
                            <a:ext uri="{FF2B5EF4-FFF2-40B4-BE49-F238E27FC236}">
                              <a16:creationId xmlns:a16="http://schemas.microsoft.com/office/drawing/2014/main" id="{A2534F90-63A2-4E00-9F6F-62444BCD921C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34655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9" name="Flowchart: Connector 148">
                      <a:extLst>
                        <a:ext uri="{FF2B5EF4-FFF2-40B4-BE49-F238E27FC236}">
                          <a16:creationId xmlns:a16="http://schemas.microsoft.com/office/drawing/2014/main" id="{3CDF1C2C-4CAE-4C0B-B838-4C2ACD6FF03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0" name="3D Model 149" descr="Sphere">
                          <a:extLst>
                            <a:ext uri="{FF2B5EF4-FFF2-40B4-BE49-F238E27FC236}">
                              <a16:creationId xmlns:a16="http://schemas.microsoft.com/office/drawing/2014/main" id="{7779AAA2-5FAE-40BE-8A45-EC64E6C478C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450519941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9" name="3D Model 558" descr="Sphere">
                          <a:extLst>
                            <a:ext uri="{FF2B5EF4-FFF2-40B4-BE49-F238E27FC236}">
                              <a16:creationId xmlns:a16="http://schemas.microsoft.com/office/drawing/2014/main" id="{3144521F-B4C2-4106-B2F3-D31F5890AAB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408352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1" name="Flowchart: Connector 150">
                      <a:extLst>
                        <a:ext uri="{FF2B5EF4-FFF2-40B4-BE49-F238E27FC236}">
                          <a16:creationId xmlns:a16="http://schemas.microsoft.com/office/drawing/2014/main" id="{39102229-0B4B-4F69-9262-174FDB2BF0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2" name="3D Model 151" descr="Sphere">
                          <a:extLst>
                            <a:ext uri="{FF2B5EF4-FFF2-40B4-BE49-F238E27FC236}">
                              <a16:creationId xmlns:a16="http://schemas.microsoft.com/office/drawing/2014/main" id="{D3B88F07-37C0-4F0B-B248-0F91CC177833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216618882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61" name="3D Model 560" descr="Sphere">
                          <a:extLst>
                            <a:ext uri="{FF2B5EF4-FFF2-40B4-BE49-F238E27FC236}">
                              <a16:creationId xmlns:a16="http://schemas.microsoft.com/office/drawing/2014/main" id="{81B1584C-E839-495C-A926-920C4CB7DA9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495391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104" name="Group 103">
                    <a:extLst>
                      <a:ext uri="{FF2B5EF4-FFF2-40B4-BE49-F238E27FC236}">
                        <a16:creationId xmlns:a16="http://schemas.microsoft.com/office/drawing/2014/main" id="{26F02381-B2AB-4C90-94AB-E45FBD027878}"/>
                      </a:ext>
                    </a:extLst>
                  </p:cNvPr>
                  <p:cNvGrpSpPr/>
                  <p:nvPr/>
                </p:nvGrpSpPr>
                <p:grpSpPr>
                  <a:xfrm>
                    <a:off x="2114936" y="1817250"/>
                    <a:ext cx="1064014" cy="643455"/>
                    <a:chOff x="3717893" y="1713221"/>
                    <a:chExt cx="1064014" cy="643455"/>
                  </a:xfrm>
                </p:grpSpPr>
                <p:sp>
                  <p:nvSpPr>
                    <p:cNvPr id="121" name="Flowchart: Connector 120">
                      <a:extLst>
                        <a:ext uri="{FF2B5EF4-FFF2-40B4-BE49-F238E27FC236}">
                          <a16:creationId xmlns:a16="http://schemas.microsoft.com/office/drawing/2014/main" id="{3FD2BCBD-803C-4926-8001-75EA4470C10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2" name="Flowchart: Connector 121">
                      <a:extLst>
                        <a:ext uri="{FF2B5EF4-FFF2-40B4-BE49-F238E27FC236}">
                          <a16:creationId xmlns:a16="http://schemas.microsoft.com/office/drawing/2014/main" id="{9B6830FB-02A9-4DEB-A6BB-9219508688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3" name="Flowchart: Connector 122">
                      <a:extLst>
                        <a:ext uri="{FF2B5EF4-FFF2-40B4-BE49-F238E27FC236}">
                          <a16:creationId xmlns:a16="http://schemas.microsoft.com/office/drawing/2014/main" id="{33D582DB-A761-4E68-BD67-3FA3EFDC1DA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4" name="Flowchart: Connector 123">
                      <a:extLst>
                        <a:ext uri="{FF2B5EF4-FFF2-40B4-BE49-F238E27FC236}">
                          <a16:creationId xmlns:a16="http://schemas.microsoft.com/office/drawing/2014/main" id="{36221E11-CA53-43B9-A8BF-CB9358D65D6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5" name="Flowchart: Connector 124">
                      <a:extLst>
                        <a:ext uri="{FF2B5EF4-FFF2-40B4-BE49-F238E27FC236}">
                          <a16:creationId xmlns:a16="http://schemas.microsoft.com/office/drawing/2014/main" id="{A4E15331-7C9B-477A-ADA0-3EA07A6ED1A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6" name="Flowchart: Connector 125">
                      <a:extLst>
                        <a:ext uri="{FF2B5EF4-FFF2-40B4-BE49-F238E27FC236}">
                          <a16:creationId xmlns:a16="http://schemas.microsoft.com/office/drawing/2014/main" id="{3CA37108-0447-441E-AC07-7EA2E1365C3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7" name="Flowchart: Connector 126">
                      <a:extLst>
                        <a:ext uri="{FF2B5EF4-FFF2-40B4-BE49-F238E27FC236}">
                          <a16:creationId xmlns:a16="http://schemas.microsoft.com/office/drawing/2014/main" id="{98B80FA5-EB03-4B1C-AD43-230DEA0C47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8" name="Flowchart: Connector 127">
                      <a:extLst>
                        <a:ext uri="{FF2B5EF4-FFF2-40B4-BE49-F238E27FC236}">
                          <a16:creationId xmlns:a16="http://schemas.microsoft.com/office/drawing/2014/main" id="{B5C83D65-B7DD-4BC7-929E-F229836DDAD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9" name="Flowchart: Connector 128">
                      <a:extLst>
                        <a:ext uri="{FF2B5EF4-FFF2-40B4-BE49-F238E27FC236}">
                          <a16:creationId xmlns:a16="http://schemas.microsoft.com/office/drawing/2014/main" id="{1C29123F-9551-4D7E-AF2C-78962070FF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0" name="3D Model 129" descr="Sphere">
                          <a:extLst>
                            <a:ext uri="{FF2B5EF4-FFF2-40B4-BE49-F238E27FC236}">
                              <a16:creationId xmlns:a16="http://schemas.microsoft.com/office/drawing/2014/main" id="{A90D843B-0D58-4E59-8221-B02CAC62866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3978207235"/>
                            </p:ext>
                          </p:extLst>
                        </p:nvPr>
                      </p:nvGraphicFramePr>
                      <p:xfrm>
                        <a:off x="3717893" y="171322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0" name="3D Model 129" descr="Sphere">
                          <a:extLst>
                            <a:ext uri="{FF2B5EF4-FFF2-40B4-BE49-F238E27FC236}">
                              <a16:creationId xmlns:a16="http://schemas.microsoft.com/office/drawing/2014/main" id="{47D4A59F-7345-4303-916A-A0AC6A0CF64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22906" y="323115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31" name="Flowchart: Connector 130">
                      <a:extLst>
                        <a:ext uri="{FF2B5EF4-FFF2-40B4-BE49-F238E27FC236}">
                          <a16:creationId xmlns:a16="http://schemas.microsoft.com/office/drawing/2014/main" id="{5878238C-8059-4C45-9DDC-6571D50994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2" name="3D Model 131" descr="Sphere">
                          <a:extLst>
                            <a:ext uri="{FF2B5EF4-FFF2-40B4-BE49-F238E27FC236}">
                              <a16:creationId xmlns:a16="http://schemas.microsoft.com/office/drawing/2014/main" id="{9904E4B1-5A7A-471B-9AAD-13FAE6361B7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1870260434"/>
                            </p:ext>
                          </p:extLst>
                        </p:nvPr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2" name="3D Model 131" descr="Sphere">
                          <a:extLst>
                            <a:ext uri="{FF2B5EF4-FFF2-40B4-BE49-F238E27FC236}">
                              <a16:creationId xmlns:a16="http://schemas.microsoft.com/office/drawing/2014/main" id="{2B44DAD8-B15B-485D-9084-36E08051076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062972" y="331541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33" name="Flowchart: Connector 132">
                      <a:extLst>
                        <a:ext uri="{FF2B5EF4-FFF2-40B4-BE49-F238E27FC236}">
                          <a16:creationId xmlns:a16="http://schemas.microsoft.com/office/drawing/2014/main" id="{1D657F77-07E4-4CF9-A9A5-8FE6C5C93B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4" name="3D Model 133" descr="Sphere">
                          <a:extLst>
                            <a:ext uri="{FF2B5EF4-FFF2-40B4-BE49-F238E27FC236}">
                              <a16:creationId xmlns:a16="http://schemas.microsoft.com/office/drawing/2014/main" id="{3300A0E7-B355-470D-9AED-348867153F1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2412050973"/>
                            </p:ext>
                          </p:extLst>
                        </p:nvPr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5" name="3D Model 574" descr="Sphere">
                          <a:extLst>
                            <a:ext uri="{FF2B5EF4-FFF2-40B4-BE49-F238E27FC236}">
                              <a16:creationId xmlns:a16="http://schemas.microsoft.com/office/drawing/2014/main" id="{A31C2113-6FBF-4DA7-9B5E-8D9B60E9FEAB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03560" y="3091449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35" name="Flowchart: Connector 134">
                      <a:extLst>
                        <a:ext uri="{FF2B5EF4-FFF2-40B4-BE49-F238E27FC236}">
                          <a16:creationId xmlns:a16="http://schemas.microsoft.com/office/drawing/2014/main" id="{FED8B510-C1C4-425C-B902-B6DD33258CD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6" name="3D Model 135" descr="Sphere">
                          <a:extLst>
                            <a:ext uri="{FF2B5EF4-FFF2-40B4-BE49-F238E27FC236}">
                              <a16:creationId xmlns:a16="http://schemas.microsoft.com/office/drawing/2014/main" id="{DDF93FB0-02A6-47B9-869F-5FC53B326CD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>
                          <p:extLst>
                            <p:ext uri="{D42A27DB-BD31-4B8C-83A1-F6EECF244321}">
                              <p14:modId xmlns:p14="http://schemas.microsoft.com/office/powerpoint/2010/main" val="590408599"/>
                            </p:ext>
                          </p:extLst>
                        </p:nvPr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7" name="3D Model 576" descr="Sphere">
                          <a:extLst>
                            <a:ext uri="{FF2B5EF4-FFF2-40B4-BE49-F238E27FC236}">
                              <a16:creationId xmlns:a16="http://schemas.microsoft.com/office/drawing/2014/main" id="{69CA7D75-9569-459B-AA3F-BFD6D15B257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71978" y="317848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sp>
                <p:nvSpPr>
                  <p:cNvPr id="105" name="Flowchart: Connector 104">
                    <a:extLst>
                      <a:ext uri="{FF2B5EF4-FFF2-40B4-BE49-F238E27FC236}">
                        <a16:creationId xmlns:a16="http://schemas.microsoft.com/office/drawing/2014/main" id="{940750B3-9506-4847-8D87-A831896C81B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22159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6" name="Flowchart: Connector 105">
                    <a:extLst>
                      <a:ext uri="{FF2B5EF4-FFF2-40B4-BE49-F238E27FC236}">
                        <a16:creationId xmlns:a16="http://schemas.microsoft.com/office/drawing/2014/main" id="{AE3A9922-6790-4F4E-AA02-97C13175351F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096824" y="178425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7" name="Flowchart: Connector 106">
                    <a:extLst>
                      <a:ext uri="{FF2B5EF4-FFF2-40B4-BE49-F238E27FC236}">
                        <a16:creationId xmlns:a16="http://schemas.microsoft.com/office/drawing/2014/main" id="{AE2A1461-6CF7-41BB-A24E-46AF5FB84CA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226347" y="1773345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8" name="Flowchart: Connector 107">
                    <a:extLst>
                      <a:ext uri="{FF2B5EF4-FFF2-40B4-BE49-F238E27FC236}">
                        <a16:creationId xmlns:a16="http://schemas.microsoft.com/office/drawing/2014/main" id="{E02472E3-FF07-4B1B-8CCD-14C302481E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283299" y="175226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9" name="Flowchart: Connector 108">
                    <a:extLst>
                      <a:ext uri="{FF2B5EF4-FFF2-40B4-BE49-F238E27FC236}">
                        <a16:creationId xmlns:a16="http://schemas.microsoft.com/office/drawing/2014/main" id="{D5A6ACFF-D1FD-43F6-9A6D-064B1A43B27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472010" y="184465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10" name="Flowchart: Connector 109">
                    <a:extLst>
                      <a:ext uri="{FF2B5EF4-FFF2-40B4-BE49-F238E27FC236}">
                        <a16:creationId xmlns:a16="http://schemas.microsoft.com/office/drawing/2014/main" id="{90B45AA4-9D76-4EA7-A17C-E7B626341F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527678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11" name="Flowchart: Connector 110">
                    <a:extLst>
                      <a:ext uri="{FF2B5EF4-FFF2-40B4-BE49-F238E27FC236}">
                        <a16:creationId xmlns:a16="http://schemas.microsoft.com/office/drawing/2014/main" id="{60D33913-C9AD-4020-89F5-ABB81B4E18C7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716506" y="192146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12" name="Flowchart: Connector 111">
                    <a:extLst>
                      <a:ext uri="{FF2B5EF4-FFF2-40B4-BE49-F238E27FC236}">
                        <a16:creationId xmlns:a16="http://schemas.microsoft.com/office/drawing/2014/main" id="{060DBFC1-4BB4-4219-9A9B-A36FD3990B1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88047" y="192294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13" name="Flowchart: Connector 112">
                    <a:extLst>
                      <a:ext uri="{FF2B5EF4-FFF2-40B4-BE49-F238E27FC236}">
                        <a16:creationId xmlns:a16="http://schemas.microsoft.com/office/drawing/2014/main" id="{7DC9D14B-6266-427A-9A01-52F55B0F20B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981405" y="200468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14" name="3D Model 113" descr="Sphere">
                        <a:extLst>
                          <a:ext uri="{FF2B5EF4-FFF2-40B4-BE49-F238E27FC236}">
                            <a16:creationId xmlns:a16="http://schemas.microsoft.com/office/drawing/2014/main" id="{828FDD8F-35EC-4C49-8F26-015FAE995550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2325814622"/>
                          </p:ext>
                        </p:extLst>
                      </p:nvPr>
                    </p:nvGraphicFramePr>
                    <p:xfrm>
                      <a:off x="2122087" y="1503359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59755" cy="14478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433448" ay="1433014" az="-1105299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4"/>
                          </am3d:raster>
                          <am3d:objViewport viewportSz="149143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4" name="3D Model 113" descr="Sphere">
                        <a:extLst>
                          <a:ext uri="{FF2B5EF4-FFF2-40B4-BE49-F238E27FC236}">
                            <a16:creationId xmlns:a16="http://schemas.microsoft.com/office/drawing/2014/main" id="{56A2AB05-F072-40CA-90AE-FD36A7808D3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830057" y="2917267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15" name="Flowchart: Connector 114">
                    <a:extLst>
                      <a:ext uri="{FF2B5EF4-FFF2-40B4-BE49-F238E27FC236}">
                        <a16:creationId xmlns:a16="http://schemas.microsoft.com/office/drawing/2014/main" id="{1DDF51C2-830C-47B3-A863-6B6D0E1642C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345380" y="165330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16" name="3D Model 115" descr="Sphere">
                        <a:extLst>
                          <a:ext uri="{FF2B5EF4-FFF2-40B4-BE49-F238E27FC236}">
                            <a16:creationId xmlns:a16="http://schemas.microsoft.com/office/drawing/2014/main" id="{CF7E7AA1-5638-4DD6-A5A7-9D4D90B1F814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1623219603"/>
                          </p:ext>
                        </p:extLst>
                      </p:nvPr>
                    </p:nvGraphicFramePr>
                    <p:xfrm>
                      <a:off x="2368043" y="1593681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59755" cy="14478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1"/>
                          </am3d:raster>
                          <am3d:objViewport viewportSz="162787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6" name="3D Model 115" descr="Sphere">
                        <a:extLst>
                          <a:ext uri="{FF2B5EF4-FFF2-40B4-BE49-F238E27FC236}">
                            <a16:creationId xmlns:a16="http://schemas.microsoft.com/office/drawing/2014/main" id="{7C9E6E5C-C27E-459B-A76D-97CD231ABD4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076013" y="3007589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17" name="Flowchart: Connector 116">
                    <a:extLst>
                      <a:ext uri="{FF2B5EF4-FFF2-40B4-BE49-F238E27FC236}">
                        <a16:creationId xmlns:a16="http://schemas.microsoft.com/office/drawing/2014/main" id="{916A3BB5-55D9-489D-BDA7-A7DA4D46358F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584559" y="172243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18" name="3D Model 117" descr="Sphere">
                        <a:extLst>
                          <a:ext uri="{FF2B5EF4-FFF2-40B4-BE49-F238E27FC236}">
                            <a16:creationId xmlns:a16="http://schemas.microsoft.com/office/drawing/2014/main" id="{33A577CC-48E5-4A74-8CEF-99F1534A3B84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656864140"/>
                          </p:ext>
                        </p:extLst>
                      </p:nvPr>
                    </p:nvGraphicFramePr>
                    <p:xfrm>
                      <a:off x="2609177" y="1641551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63340" cy="158247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4"/>
                          </am3d:raster>
                          <am3d:objViewport viewportSz="177918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8" name="3D Model 117" descr="Sphere">
                        <a:extLst>
                          <a:ext uri="{FF2B5EF4-FFF2-40B4-BE49-F238E27FC236}">
                            <a16:creationId xmlns:a16="http://schemas.microsoft.com/office/drawing/2014/main" id="{4E73B661-C0D3-4777-B427-FC4F81686E2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317147" y="3055459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19" name="Flowchart: Connector 118">
                    <a:extLst>
                      <a:ext uri="{FF2B5EF4-FFF2-40B4-BE49-F238E27FC236}">
                        <a16:creationId xmlns:a16="http://schemas.microsoft.com/office/drawing/2014/main" id="{2077237D-7195-4ADF-AE8B-F6D3844264C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848075" y="180504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20" name="3D Model 119" descr="Sphere">
                        <a:extLst>
                          <a:ext uri="{FF2B5EF4-FFF2-40B4-BE49-F238E27FC236}">
                            <a16:creationId xmlns:a16="http://schemas.microsoft.com/office/drawing/2014/main" id="{60C71653-4C25-4F10-AD76-F7C70D07A38E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>
                        <p:extLst>
                          <p:ext uri="{D42A27DB-BD31-4B8C-83A1-F6EECF244321}">
                            <p14:modId xmlns:p14="http://schemas.microsoft.com/office/powerpoint/2010/main" val="3278409698"/>
                          </p:ext>
                        </p:extLst>
                      </p:nvPr>
                    </p:nvGraphicFramePr>
                    <p:xfrm>
                      <a:off x="2877595" y="1728590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56622" cy="15110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9"/>
                          </am3d:raster>
                          <am3d:objViewport viewportSz="164054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20" name="3D Model 119" descr="Sphere">
                        <a:extLst>
                          <a:ext uri="{FF2B5EF4-FFF2-40B4-BE49-F238E27FC236}">
                            <a16:creationId xmlns:a16="http://schemas.microsoft.com/office/drawing/2014/main" id="{3476476F-DDC4-49CE-B42B-4D693A51BEBB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5565" y="3142498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</p:grpSp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27DA7739-1D76-49A3-B8FC-F5E1425030B8}"/>
                  </a:ext>
                </a:extLst>
              </p:cNvPr>
              <p:cNvGrpSpPr/>
              <p:nvPr/>
            </p:nvGrpSpPr>
            <p:grpSpPr>
              <a:xfrm rot="18542409">
                <a:off x="2257159" y="2362802"/>
                <a:ext cx="834986" cy="143092"/>
                <a:chOff x="2620172" y="2546175"/>
                <a:chExt cx="834986" cy="143092"/>
              </a:xfrm>
            </p:grpSpPr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00B98F54-42DB-48B5-9EA5-1C28924583E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1" name="Rectangle: Rounded Corners 80">
                  <a:extLst>
                    <a:ext uri="{FF2B5EF4-FFF2-40B4-BE49-F238E27FC236}">
                      <a16:creationId xmlns:a16="http://schemas.microsoft.com/office/drawing/2014/main" id="{A83BDA2E-38B3-4A47-B81B-079F40611A6B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8A8DEC0F-3978-475F-BC62-2316156C9D3B}"/>
                  </a:ext>
                </a:extLst>
              </p:cNvPr>
              <p:cNvGrpSpPr/>
              <p:nvPr/>
            </p:nvGrpSpPr>
            <p:grpSpPr>
              <a:xfrm rot="17122200">
                <a:off x="1187274" y="2350135"/>
                <a:ext cx="834986" cy="143092"/>
                <a:chOff x="2620172" y="2546175"/>
                <a:chExt cx="834986" cy="143092"/>
              </a:xfrm>
            </p:grpSpPr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66A577AD-05DA-4908-9FA5-58949E7BD78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9" name="Rectangle: Rounded Corners 78">
                  <a:extLst>
                    <a:ext uri="{FF2B5EF4-FFF2-40B4-BE49-F238E27FC236}">
                      <a16:creationId xmlns:a16="http://schemas.microsoft.com/office/drawing/2014/main" id="{CB6929A9-FB11-410C-A47B-C598B59BB240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5400EE09-2AA8-4FA3-9026-A99CE457C67B}"/>
                  </a:ext>
                </a:extLst>
              </p:cNvPr>
              <p:cNvGrpSpPr/>
              <p:nvPr/>
            </p:nvGrpSpPr>
            <p:grpSpPr>
              <a:xfrm rot="658209">
                <a:off x="2479276" y="3323586"/>
                <a:ext cx="746642" cy="235253"/>
                <a:chOff x="2620172" y="2546175"/>
                <a:chExt cx="834986" cy="143092"/>
              </a:xfrm>
            </p:grpSpPr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46C1EF47-8A96-4E60-A343-1EC02A4A574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7" name="Rectangle: Rounded Corners 76">
                  <a:extLst>
                    <a:ext uri="{FF2B5EF4-FFF2-40B4-BE49-F238E27FC236}">
                      <a16:creationId xmlns:a16="http://schemas.microsoft.com/office/drawing/2014/main" id="{6E28C40E-B5EA-4F3C-9ED2-90C0121B1F9B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434850EE-DD12-4492-85AA-E7B68472BD27}"/>
                  </a:ext>
                </a:extLst>
              </p:cNvPr>
              <p:cNvGrpSpPr/>
              <p:nvPr/>
            </p:nvGrpSpPr>
            <p:grpSpPr>
              <a:xfrm rot="18837888">
                <a:off x="1789768" y="2238105"/>
                <a:ext cx="834986" cy="143092"/>
                <a:chOff x="2620172" y="2546175"/>
                <a:chExt cx="834986" cy="143092"/>
              </a:xfrm>
            </p:grpSpPr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378DC1FF-B0EE-4E20-8D08-0FCED187D24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5" name="Rectangle: Rounded Corners 74">
                  <a:extLst>
                    <a:ext uri="{FF2B5EF4-FFF2-40B4-BE49-F238E27FC236}">
                      <a16:creationId xmlns:a16="http://schemas.microsoft.com/office/drawing/2014/main" id="{AC278E85-4F0D-4CE0-9653-4450F11B5530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661F79A1-4E0C-4E7D-AA1C-602128925762}"/>
                  </a:ext>
                </a:extLst>
              </p:cNvPr>
              <p:cNvGrpSpPr/>
              <p:nvPr/>
            </p:nvGrpSpPr>
            <p:grpSpPr>
              <a:xfrm rot="16200000">
                <a:off x="563034" y="2429570"/>
                <a:ext cx="834986" cy="143092"/>
                <a:chOff x="2620172" y="2546175"/>
                <a:chExt cx="834986" cy="143092"/>
              </a:xfrm>
            </p:grpSpPr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186AC767-FB92-4AA3-9C02-72AFBB26E135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3" name="Rectangle: Rounded Corners 72">
                  <a:extLst>
                    <a:ext uri="{FF2B5EF4-FFF2-40B4-BE49-F238E27FC236}">
                      <a16:creationId xmlns:a16="http://schemas.microsoft.com/office/drawing/2014/main" id="{8D091741-A83B-42E7-9178-E4E20927A7C7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466FD856-36C6-41F9-A10D-DC8253B8E6A3}"/>
                  </a:ext>
                </a:extLst>
              </p:cNvPr>
              <p:cNvGrpSpPr/>
              <p:nvPr/>
            </p:nvGrpSpPr>
            <p:grpSpPr>
              <a:xfrm rot="5037398" flipV="1">
                <a:off x="1350328" y="4425270"/>
                <a:ext cx="731274" cy="157011"/>
                <a:chOff x="2620172" y="2546175"/>
                <a:chExt cx="834986" cy="143092"/>
              </a:xfrm>
            </p:grpSpPr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58413D00-1918-474E-9802-41C2C7CA151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" name="Rectangle: Rounded Corners 70">
                  <a:extLst>
                    <a:ext uri="{FF2B5EF4-FFF2-40B4-BE49-F238E27FC236}">
                      <a16:creationId xmlns:a16="http://schemas.microsoft.com/office/drawing/2014/main" id="{2C83D0D3-64F7-488E-8599-929C7A154687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41772547-1FF0-469A-B389-620FA1E3771E}"/>
                  </a:ext>
                </a:extLst>
              </p:cNvPr>
              <p:cNvGrpSpPr/>
              <p:nvPr/>
            </p:nvGrpSpPr>
            <p:grpSpPr>
              <a:xfrm rot="5880914">
                <a:off x="789613" y="4380622"/>
                <a:ext cx="834986" cy="143092"/>
                <a:chOff x="2620172" y="2546175"/>
                <a:chExt cx="834986" cy="143092"/>
              </a:xfrm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F2293281-9ACD-4C93-B5A3-FF4000468DC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9" name="Rectangle: Rounded Corners 68">
                  <a:extLst>
                    <a:ext uri="{FF2B5EF4-FFF2-40B4-BE49-F238E27FC236}">
                      <a16:creationId xmlns:a16="http://schemas.microsoft.com/office/drawing/2014/main" id="{D556C84B-97A9-4B43-AD44-5EFF1F1BEA2A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DFC47AFE-76A1-419B-8000-127EF6912679}"/>
                  </a:ext>
                </a:extLst>
              </p:cNvPr>
              <p:cNvGrpSpPr/>
              <p:nvPr/>
            </p:nvGrpSpPr>
            <p:grpSpPr>
              <a:xfrm rot="13587211">
                <a:off x="651990" y="2929858"/>
                <a:ext cx="381035" cy="92791"/>
                <a:chOff x="2620172" y="2546175"/>
                <a:chExt cx="834986" cy="143092"/>
              </a:xfrm>
            </p:grpSpPr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39B6BD93-3DBC-48F9-8556-3670C74F157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7" name="Rectangle: Rounded Corners 66">
                  <a:extLst>
                    <a:ext uri="{FF2B5EF4-FFF2-40B4-BE49-F238E27FC236}">
                      <a16:creationId xmlns:a16="http://schemas.microsoft.com/office/drawing/2014/main" id="{B3C95DC6-2F1C-451C-AF0D-7F3D8CC5D343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49252472-B8AB-470E-A515-A00F30356B21}"/>
                  </a:ext>
                </a:extLst>
              </p:cNvPr>
              <p:cNvGrpSpPr/>
              <p:nvPr/>
            </p:nvGrpSpPr>
            <p:grpSpPr>
              <a:xfrm rot="11351284">
                <a:off x="163719" y="3807693"/>
                <a:ext cx="834986" cy="143092"/>
                <a:chOff x="2620172" y="2546175"/>
                <a:chExt cx="834986" cy="143092"/>
              </a:xfrm>
            </p:grpSpPr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4CF3095A-16D1-436C-BB88-C59F564118E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" name="Rectangle: Rounded Corners 64">
                  <a:extLst>
                    <a:ext uri="{FF2B5EF4-FFF2-40B4-BE49-F238E27FC236}">
                      <a16:creationId xmlns:a16="http://schemas.microsoft.com/office/drawing/2014/main" id="{01DDF3C0-8245-4EA8-9856-2EAF9FC2F33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3909604F-8A8D-491D-B765-DC72882802D4}"/>
                  </a:ext>
                </a:extLst>
              </p:cNvPr>
              <p:cNvGrpSpPr/>
              <p:nvPr/>
            </p:nvGrpSpPr>
            <p:grpSpPr>
              <a:xfrm rot="4193783">
                <a:off x="2062756" y="4148262"/>
                <a:ext cx="706454" cy="171076"/>
                <a:chOff x="2620172" y="2546175"/>
                <a:chExt cx="834986" cy="143092"/>
              </a:xfrm>
            </p:grpSpPr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C7726772-3075-40B3-B123-97894C2F860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3" name="Rectangle: Rounded Corners 62">
                  <a:extLst>
                    <a:ext uri="{FF2B5EF4-FFF2-40B4-BE49-F238E27FC236}">
                      <a16:creationId xmlns:a16="http://schemas.microsoft.com/office/drawing/2014/main" id="{47F4A32E-9409-4C1B-9C7F-8410175CF962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7CB50E58-C646-4A8D-9713-8D5ACCFE5541}"/>
                  </a:ext>
                </a:extLst>
              </p:cNvPr>
              <p:cNvGrpSpPr/>
              <p:nvPr/>
            </p:nvGrpSpPr>
            <p:grpSpPr>
              <a:xfrm rot="1837203">
                <a:off x="2331692" y="387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6193F4A4-1867-497C-B554-96342859D06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1" name="Rectangle: Rounded Corners 60">
                  <a:extLst>
                    <a:ext uri="{FF2B5EF4-FFF2-40B4-BE49-F238E27FC236}">
                      <a16:creationId xmlns:a16="http://schemas.microsoft.com/office/drawing/2014/main" id="{3E2E48E5-A466-464D-B843-34A0D8FF1E26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3ED31BC8-5B31-4106-AB77-394B93F92F07}"/>
                  </a:ext>
                </a:extLst>
              </p:cNvPr>
              <p:cNvGrpSpPr/>
              <p:nvPr/>
            </p:nvGrpSpPr>
            <p:grpSpPr>
              <a:xfrm rot="932650">
                <a:off x="2489621" y="3105014"/>
                <a:ext cx="381035" cy="92791"/>
                <a:chOff x="2620172" y="2546175"/>
                <a:chExt cx="834986" cy="143092"/>
              </a:xfrm>
            </p:grpSpPr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EE9B917F-D94B-452F-8242-B14B557ADAA3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" name="Rectangle: Rounded Corners 58">
                  <a:extLst>
                    <a:ext uri="{FF2B5EF4-FFF2-40B4-BE49-F238E27FC236}">
                      <a16:creationId xmlns:a16="http://schemas.microsoft.com/office/drawing/2014/main" id="{2E772211-9CB3-49AB-9118-725998A8B191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7A1F9407-8168-46C5-B197-DFD790024BB7}"/>
                  </a:ext>
                </a:extLst>
              </p:cNvPr>
              <p:cNvGrpSpPr/>
              <p:nvPr/>
            </p:nvGrpSpPr>
            <p:grpSpPr>
              <a:xfrm rot="10458038">
                <a:off x="686489" y="3490410"/>
                <a:ext cx="381035" cy="92791"/>
                <a:chOff x="2620172" y="2546175"/>
                <a:chExt cx="834986" cy="143092"/>
              </a:xfrm>
            </p:grpSpPr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03BC3CA3-9651-4C3F-9896-3A9585074757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7" name="Rectangle: Rounded Corners 56">
                  <a:extLst>
                    <a:ext uri="{FF2B5EF4-FFF2-40B4-BE49-F238E27FC236}">
                      <a16:creationId xmlns:a16="http://schemas.microsoft.com/office/drawing/2014/main" id="{0B691D89-40F0-48E5-BCE0-AD661E856C3B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3" name="Group 22">
                <a:extLst>
                  <a:ext uri="{FF2B5EF4-FFF2-40B4-BE49-F238E27FC236}">
                    <a16:creationId xmlns:a16="http://schemas.microsoft.com/office/drawing/2014/main" id="{EBDD4657-D48C-470B-88E5-85D6BC94B367}"/>
                  </a:ext>
                </a:extLst>
              </p:cNvPr>
              <p:cNvGrpSpPr/>
              <p:nvPr/>
            </p:nvGrpSpPr>
            <p:grpSpPr>
              <a:xfrm rot="16924252">
                <a:off x="1635001" y="2371073"/>
                <a:ext cx="381035" cy="92791"/>
                <a:chOff x="2620172" y="2546175"/>
                <a:chExt cx="834986" cy="143092"/>
              </a:xfrm>
            </p:grpSpPr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A4858B27-56B2-4BE9-9A07-92424CCA42C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5" name="Rectangle: Rounded Corners 54">
                  <a:extLst>
                    <a:ext uri="{FF2B5EF4-FFF2-40B4-BE49-F238E27FC236}">
                      <a16:creationId xmlns:a16="http://schemas.microsoft.com/office/drawing/2014/main" id="{72332136-3276-4FBE-BE50-0B9014EDD664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4" name="Group 23">
                <a:extLst>
                  <a:ext uri="{FF2B5EF4-FFF2-40B4-BE49-F238E27FC236}">
                    <a16:creationId xmlns:a16="http://schemas.microsoft.com/office/drawing/2014/main" id="{C9435F91-6AD0-4C31-81BF-BE5B7C1AC49B}"/>
                  </a:ext>
                </a:extLst>
              </p:cNvPr>
              <p:cNvGrpSpPr/>
              <p:nvPr/>
            </p:nvGrpSpPr>
            <p:grpSpPr>
              <a:xfrm rot="15677156">
                <a:off x="985517" y="2521255"/>
                <a:ext cx="381035" cy="92791"/>
                <a:chOff x="2620172" y="2546175"/>
                <a:chExt cx="834986" cy="143092"/>
              </a:xfrm>
            </p:grpSpPr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C34EEF7B-734F-4FEE-8BB4-5A9FDC6E092F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" name="Rectangle: Rounded Corners 52">
                  <a:extLst>
                    <a:ext uri="{FF2B5EF4-FFF2-40B4-BE49-F238E27FC236}">
                      <a16:creationId xmlns:a16="http://schemas.microsoft.com/office/drawing/2014/main" id="{056A1822-4D27-4797-B0CD-F304BEB61077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4DE2F340-1A2F-4D73-A98B-E0FA5E35A401}"/>
                  </a:ext>
                </a:extLst>
              </p:cNvPr>
              <p:cNvGrpSpPr/>
              <p:nvPr/>
            </p:nvGrpSpPr>
            <p:grpSpPr>
              <a:xfrm rot="14354853" flipV="1">
                <a:off x="976412" y="2438473"/>
                <a:ext cx="731274" cy="157011"/>
                <a:chOff x="2620172" y="2546175"/>
                <a:chExt cx="834986" cy="143092"/>
              </a:xfrm>
            </p:grpSpPr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13273981-F61E-4102-B659-75B9CA6674D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1" name="Rectangle: Rounded Corners 50">
                  <a:extLst>
                    <a:ext uri="{FF2B5EF4-FFF2-40B4-BE49-F238E27FC236}">
                      <a16:creationId xmlns:a16="http://schemas.microsoft.com/office/drawing/2014/main" id="{E5CB22DD-49F5-483C-837F-C6F39BFA4912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D003DE39-F02E-4E1E-B822-C1AF8846FC91}"/>
                  </a:ext>
                </a:extLst>
              </p:cNvPr>
              <p:cNvGrpSpPr/>
              <p:nvPr/>
            </p:nvGrpSpPr>
            <p:grpSpPr>
              <a:xfrm rot="9793356" flipV="1">
                <a:off x="215985" y="3237903"/>
                <a:ext cx="731274" cy="157011"/>
                <a:chOff x="2620172" y="2546175"/>
                <a:chExt cx="834986" cy="143092"/>
              </a:xfrm>
            </p:grpSpPr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B17D3FFC-B1EE-4925-B4DA-4F33CA8ACA5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9" name="Rectangle: Rounded Corners 48">
                  <a:extLst>
                    <a:ext uri="{FF2B5EF4-FFF2-40B4-BE49-F238E27FC236}">
                      <a16:creationId xmlns:a16="http://schemas.microsoft.com/office/drawing/2014/main" id="{2271762F-E14D-4A21-8B55-5774EA0E964E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7296F8AB-DC57-43E5-93C5-7EBBE8FF6FE3}"/>
                  </a:ext>
                </a:extLst>
              </p:cNvPr>
              <p:cNvGrpSpPr/>
              <p:nvPr/>
            </p:nvGrpSpPr>
            <p:grpSpPr>
              <a:xfrm rot="6907686" flipV="1">
                <a:off x="692019" y="3931960"/>
                <a:ext cx="731274" cy="157011"/>
                <a:chOff x="2620172" y="2546175"/>
                <a:chExt cx="834986" cy="143092"/>
              </a:xfrm>
            </p:grpSpPr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A2151D99-CE88-4B8E-8AB8-894DE19A1547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7" name="Rectangle: Rounded Corners 46">
                  <a:extLst>
                    <a:ext uri="{FF2B5EF4-FFF2-40B4-BE49-F238E27FC236}">
                      <a16:creationId xmlns:a16="http://schemas.microsoft.com/office/drawing/2014/main" id="{BC85D59C-A35C-485B-8F18-D381A8F8F636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5581F736-AB23-485D-BC2F-09470609D241}"/>
                  </a:ext>
                </a:extLst>
              </p:cNvPr>
              <p:cNvGrpSpPr/>
              <p:nvPr/>
            </p:nvGrpSpPr>
            <p:grpSpPr>
              <a:xfrm rot="1465711" flipV="1">
                <a:off x="2002734" y="3404484"/>
                <a:ext cx="731274" cy="157011"/>
                <a:chOff x="2620172" y="2546175"/>
                <a:chExt cx="834986" cy="143092"/>
              </a:xfrm>
            </p:grpSpPr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CF58DDE5-2BBB-49E5-BD4F-06257834748E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5" name="Rectangle: Rounded Corners 44">
                  <a:extLst>
                    <a:ext uri="{FF2B5EF4-FFF2-40B4-BE49-F238E27FC236}">
                      <a16:creationId xmlns:a16="http://schemas.microsoft.com/office/drawing/2014/main" id="{BFFDFAEB-47F3-4333-92CC-89454EDF9F63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5D216E78-A17C-4E61-AA17-60CEF7AB7549}"/>
                  </a:ext>
                </a:extLst>
              </p:cNvPr>
              <p:cNvGrpSpPr/>
              <p:nvPr/>
            </p:nvGrpSpPr>
            <p:grpSpPr>
              <a:xfrm rot="19016516">
                <a:off x="1733273" y="283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BCA32933-DA8F-4B51-8ABC-E9EA53D1884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3" name="Rectangle: Rounded Corners 42">
                  <a:extLst>
                    <a:ext uri="{FF2B5EF4-FFF2-40B4-BE49-F238E27FC236}">
                      <a16:creationId xmlns:a16="http://schemas.microsoft.com/office/drawing/2014/main" id="{F2B679A4-ED64-42FA-9E52-5EED95D8EE8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E9A30A38-BB3A-4DD0-9AC6-ECFA88DD05C5}"/>
                  </a:ext>
                </a:extLst>
              </p:cNvPr>
              <p:cNvGrpSpPr/>
              <p:nvPr/>
            </p:nvGrpSpPr>
            <p:grpSpPr>
              <a:xfrm rot="19245075">
                <a:off x="1632068" y="2825415"/>
                <a:ext cx="834986" cy="143092"/>
                <a:chOff x="2620172" y="2546175"/>
                <a:chExt cx="834986" cy="143092"/>
              </a:xfrm>
            </p:grpSpPr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5BD7E429-53B1-483E-8E35-1CF850FB4A0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1" name="Rectangle: Rounded Corners 40">
                  <a:extLst>
                    <a:ext uri="{FF2B5EF4-FFF2-40B4-BE49-F238E27FC236}">
                      <a16:creationId xmlns:a16="http://schemas.microsoft.com/office/drawing/2014/main" id="{BF8E345B-A68D-4D13-9F08-128621F23FC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7DB16DCB-9051-4BAC-A20E-075B08D95DC0}"/>
                  </a:ext>
                </a:extLst>
              </p:cNvPr>
              <p:cNvGrpSpPr/>
              <p:nvPr/>
            </p:nvGrpSpPr>
            <p:grpSpPr>
              <a:xfrm rot="10458038">
                <a:off x="838889" y="3642810"/>
                <a:ext cx="381035" cy="92791"/>
                <a:chOff x="2620172" y="2546175"/>
                <a:chExt cx="834986" cy="143092"/>
              </a:xfrm>
            </p:grpSpPr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1E7ECB1E-5040-4EEE-B7BD-0F83A97BB22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9" name="Rectangle: Rounded Corners 38">
                  <a:extLst>
                    <a:ext uri="{FF2B5EF4-FFF2-40B4-BE49-F238E27FC236}">
                      <a16:creationId xmlns:a16="http://schemas.microsoft.com/office/drawing/2014/main" id="{8E6C1225-0AFC-4E25-BC7A-C0C3D5033C42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CE315151-CCB2-4285-A078-D787EF224B41}"/>
                  </a:ext>
                </a:extLst>
              </p:cNvPr>
              <p:cNvGrpSpPr/>
              <p:nvPr/>
            </p:nvGrpSpPr>
            <p:grpSpPr>
              <a:xfrm rot="15824399">
                <a:off x="1224680" y="2818934"/>
                <a:ext cx="381035" cy="92791"/>
                <a:chOff x="2620172" y="2546175"/>
                <a:chExt cx="834986" cy="143092"/>
              </a:xfrm>
            </p:grpSpPr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F2E3AE90-8500-4016-A246-92612AAE4A9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7" name="Rectangle: Rounded Corners 36">
                  <a:extLst>
                    <a:ext uri="{FF2B5EF4-FFF2-40B4-BE49-F238E27FC236}">
                      <a16:creationId xmlns:a16="http://schemas.microsoft.com/office/drawing/2014/main" id="{E44CFBBB-823B-45F7-8889-AB32CEAAF44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3" name="Group 32">
                <a:extLst>
                  <a:ext uri="{FF2B5EF4-FFF2-40B4-BE49-F238E27FC236}">
                    <a16:creationId xmlns:a16="http://schemas.microsoft.com/office/drawing/2014/main" id="{1FAEDCDF-083A-4F53-8DA4-2333E4C0B482}"/>
                  </a:ext>
                </a:extLst>
              </p:cNvPr>
              <p:cNvGrpSpPr/>
              <p:nvPr/>
            </p:nvGrpSpPr>
            <p:grpSpPr>
              <a:xfrm rot="16697394">
                <a:off x="1080028" y="2168448"/>
                <a:ext cx="834986" cy="143092"/>
                <a:chOff x="2620172" y="2546175"/>
                <a:chExt cx="834986" cy="143092"/>
              </a:xfrm>
            </p:grpSpPr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FAF36BD2-ADA5-4A3B-B5F0-F254D7BEF920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5" name="Rectangle: Rounded Corners 34">
                  <a:extLst>
                    <a:ext uri="{FF2B5EF4-FFF2-40B4-BE49-F238E27FC236}">
                      <a16:creationId xmlns:a16="http://schemas.microsoft.com/office/drawing/2014/main" id="{03E9D6C5-E9D5-4804-A9CD-B048BAEDB30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</p:grp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A206A6F0-F61A-40D0-BC7E-25A9FC9B9134}"/>
                </a:ext>
              </a:extLst>
            </p:cNvPr>
            <p:cNvSpPr/>
            <p:nvPr/>
          </p:nvSpPr>
          <p:spPr>
            <a:xfrm rot="6017948" flipV="1">
              <a:off x="1305755" y="4290452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FE03CE02-0717-498F-9272-4DC80B3629EA}"/>
                </a:ext>
              </a:extLst>
            </p:cNvPr>
            <p:cNvSpPr/>
            <p:nvPr/>
          </p:nvSpPr>
          <p:spPr>
            <a:xfrm rot="21277659">
              <a:off x="2517403" y="2906549"/>
              <a:ext cx="690584" cy="235253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0B3A3EA-1E9F-436A-9D58-E45E27123C2E}"/>
                </a:ext>
              </a:extLst>
            </p:cNvPr>
            <p:cNvSpPr/>
            <p:nvPr/>
          </p:nvSpPr>
          <p:spPr>
            <a:xfrm rot="11528244" flipV="1">
              <a:off x="344853" y="2978311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62977583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A028ACD6-E24A-46C9-A519-0557441577D1}"/>
              </a:ext>
            </a:extLst>
          </p:cNvPr>
          <p:cNvGrpSpPr/>
          <p:nvPr/>
        </p:nvGrpSpPr>
        <p:grpSpPr>
          <a:xfrm>
            <a:off x="365516" y="1153552"/>
            <a:ext cx="1632097" cy="1471934"/>
            <a:chOff x="163719" y="1822501"/>
            <a:chExt cx="3062199" cy="3047160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D9AA5408-A284-4D57-9CAF-673A7A4C1324}"/>
                </a:ext>
              </a:extLst>
            </p:cNvPr>
            <p:cNvGrpSpPr/>
            <p:nvPr/>
          </p:nvGrpSpPr>
          <p:grpSpPr>
            <a:xfrm>
              <a:off x="163719" y="1822501"/>
              <a:ext cx="3062199" cy="3047160"/>
              <a:chOff x="163719" y="1822501"/>
              <a:chExt cx="3062199" cy="3047160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3D4527DA-B5AB-4EF4-B688-A12BFFC30ADA}"/>
                  </a:ext>
                </a:extLst>
              </p:cNvPr>
              <p:cNvGrpSpPr/>
              <p:nvPr/>
            </p:nvGrpSpPr>
            <p:grpSpPr>
              <a:xfrm rot="5037398" flipV="1">
                <a:off x="1683131" y="3844124"/>
                <a:ext cx="731274" cy="157011"/>
                <a:chOff x="2620172" y="2546175"/>
                <a:chExt cx="834986" cy="143092"/>
              </a:xfrm>
            </p:grpSpPr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E53361E6-8C27-4205-9065-07DEF1FE597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67" name="Rectangle: Rounded Corners 366">
                  <a:extLst>
                    <a:ext uri="{FF2B5EF4-FFF2-40B4-BE49-F238E27FC236}">
                      <a16:creationId xmlns:a16="http://schemas.microsoft.com/office/drawing/2014/main" id="{37FD4B77-2521-4FE4-972D-921BB16335B3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5A27F0AC-8C6C-48E5-B433-1D4CCBE34A37}"/>
                  </a:ext>
                </a:extLst>
              </p:cNvPr>
              <p:cNvGrpSpPr/>
              <p:nvPr/>
            </p:nvGrpSpPr>
            <p:grpSpPr>
              <a:xfrm rot="5037398" flipV="1">
                <a:off x="1123013" y="4110752"/>
                <a:ext cx="731274" cy="157011"/>
                <a:chOff x="2620172" y="2546175"/>
                <a:chExt cx="834986" cy="143092"/>
              </a:xfrm>
            </p:grpSpPr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10E3D633-276A-4285-AA62-2582E24DDAB2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65" name="Rectangle: Rounded Corners 364">
                  <a:extLst>
                    <a:ext uri="{FF2B5EF4-FFF2-40B4-BE49-F238E27FC236}">
                      <a16:creationId xmlns:a16="http://schemas.microsoft.com/office/drawing/2014/main" id="{522F8135-2434-4279-AF98-3C6FE4343574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9" name="Group 8">
                <a:extLst>
                  <a:ext uri="{FF2B5EF4-FFF2-40B4-BE49-F238E27FC236}">
                    <a16:creationId xmlns:a16="http://schemas.microsoft.com/office/drawing/2014/main" id="{7B57F862-E370-4B59-801E-C655C181A37A}"/>
                  </a:ext>
                </a:extLst>
              </p:cNvPr>
              <p:cNvGrpSpPr/>
              <p:nvPr/>
            </p:nvGrpSpPr>
            <p:grpSpPr>
              <a:xfrm>
                <a:off x="860260" y="2440902"/>
                <a:ext cx="1730523" cy="1839492"/>
                <a:chOff x="420511" y="1784768"/>
                <a:chExt cx="1730523" cy="1839492"/>
              </a:xfrm>
            </p:grpSpPr>
            <p:grpSp>
              <p:nvGrpSpPr>
                <p:cNvPr id="82" name="Group 81">
                  <a:extLst>
                    <a:ext uri="{FF2B5EF4-FFF2-40B4-BE49-F238E27FC236}">
                      <a16:creationId xmlns:a16="http://schemas.microsoft.com/office/drawing/2014/main" id="{CA644ADC-559A-4617-9246-4BEEC6537D42}"/>
                    </a:ext>
                  </a:extLst>
                </p:cNvPr>
                <p:cNvGrpSpPr/>
                <p:nvPr/>
              </p:nvGrpSpPr>
              <p:grpSpPr>
                <a:xfrm>
                  <a:off x="1069572" y="1784768"/>
                  <a:ext cx="1081462" cy="1476716"/>
                  <a:chOff x="2089993" y="1523034"/>
                  <a:chExt cx="1081462" cy="1476716"/>
                </a:xfrm>
              </p:grpSpPr>
              <p:grpSp>
                <p:nvGrpSpPr>
                  <p:cNvPr id="303" name="Group 302">
                    <a:extLst>
                      <a:ext uri="{FF2B5EF4-FFF2-40B4-BE49-F238E27FC236}">
                        <a16:creationId xmlns:a16="http://schemas.microsoft.com/office/drawing/2014/main" id="{E30C02C7-7125-4A2C-9884-56779108A57E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70705"/>
                    <a:ext cx="101484" cy="1016226"/>
                    <a:chOff x="1800622" y="2364951"/>
                    <a:chExt cx="101484" cy="1016226"/>
                  </a:xfrm>
                </p:grpSpPr>
                <p:sp>
                  <p:nvSpPr>
                    <p:cNvPr id="360" name="Flowchart: Connector 359">
                      <a:extLst>
                        <a:ext uri="{FF2B5EF4-FFF2-40B4-BE49-F238E27FC236}">
                          <a16:creationId xmlns:a16="http://schemas.microsoft.com/office/drawing/2014/main" id="{2D32BE7A-0975-4758-99BE-40353125FC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61" name="Flowchart: Connector 360">
                      <a:extLst>
                        <a:ext uri="{FF2B5EF4-FFF2-40B4-BE49-F238E27FC236}">
                          <a16:creationId xmlns:a16="http://schemas.microsoft.com/office/drawing/2014/main" id="{66215D88-FC85-4E57-896F-B072D4F6FB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62" name="Flowchart: Connector 361">
                      <a:extLst>
                        <a:ext uri="{FF2B5EF4-FFF2-40B4-BE49-F238E27FC236}">
                          <a16:creationId xmlns:a16="http://schemas.microsoft.com/office/drawing/2014/main" id="{8E8A20B0-9C59-4382-8DE7-B0B4D1DD12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63" name="Flowchart: Connector 362">
                      <a:extLst>
                        <a:ext uri="{FF2B5EF4-FFF2-40B4-BE49-F238E27FC236}">
                          <a16:creationId xmlns:a16="http://schemas.microsoft.com/office/drawing/2014/main" id="{A5964B3E-F3E0-47AD-95C3-3BA121E6D8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649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304" name="Group 303">
                    <a:extLst>
                      <a:ext uri="{FF2B5EF4-FFF2-40B4-BE49-F238E27FC236}">
                        <a16:creationId xmlns:a16="http://schemas.microsoft.com/office/drawing/2014/main" id="{2686749E-4981-4B1B-94D5-F83CA3032884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23034"/>
                    <a:ext cx="1057223" cy="1476716"/>
                    <a:chOff x="2114232" y="1523034"/>
                    <a:chExt cx="1057223" cy="1476716"/>
                  </a:xfrm>
                </p:grpSpPr>
                <p:grpSp>
                  <p:nvGrpSpPr>
                    <p:cNvPr id="305" name="Group 304">
                      <a:extLst>
                        <a:ext uri="{FF2B5EF4-FFF2-40B4-BE49-F238E27FC236}">
                          <a16:creationId xmlns:a16="http://schemas.microsoft.com/office/drawing/2014/main" id="{8E0025BB-16B9-43A9-937A-B43A2BDE8E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47544" cy="539639"/>
                      <a:chOff x="3717189" y="1719497"/>
                      <a:chExt cx="1047544" cy="539639"/>
                    </a:xfrm>
                  </p:grpSpPr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3" name="3D Model 352" descr="Sphere">
                            <a:extLst>
                              <a:ext uri="{FF2B5EF4-FFF2-40B4-BE49-F238E27FC236}">
                                <a16:creationId xmlns:a16="http://schemas.microsoft.com/office/drawing/2014/main" id="{E012BCDB-15AF-4291-963E-72B43B8F5202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4" name="Flowchart: Connector 353">
                        <a:extLst>
                          <a:ext uri="{FF2B5EF4-FFF2-40B4-BE49-F238E27FC236}">
                            <a16:creationId xmlns:a16="http://schemas.microsoft.com/office/drawing/2014/main" id="{8E495C9E-37AB-43E4-953B-5207681321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5" name="3D Model 354" descr="Sphere">
                            <a:extLst>
                              <a:ext uri="{FF2B5EF4-FFF2-40B4-BE49-F238E27FC236}">
                                <a16:creationId xmlns:a16="http://schemas.microsoft.com/office/drawing/2014/main" id="{57E7A91F-3F11-4A0B-B25E-8E242ED54FD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6" name="Flowchart: Connector 355">
                        <a:extLst>
                          <a:ext uri="{FF2B5EF4-FFF2-40B4-BE49-F238E27FC236}">
                            <a16:creationId xmlns:a16="http://schemas.microsoft.com/office/drawing/2014/main" id="{CDAC9A7D-7B4F-4EED-B839-8EDF0EBA2C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7" name="3D Model 356" descr="Sphere">
                            <a:extLst>
                              <a:ext uri="{FF2B5EF4-FFF2-40B4-BE49-F238E27FC236}">
                                <a16:creationId xmlns:a16="http://schemas.microsoft.com/office/drawing/2014/main" id="{1B87143D-7702-46FB-AED4-DF07C43FB50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8" name="Flowchart: Connector 357">
                        <a:extLst>
                          <a:ext uri="{FF2B5EF4-FFF2-40B4-BE49-F238E27FC236}">
                            <a16:creationId xmlns:a16="http://schemas.microsoft.com/office/drawing/2014/main" id="{42E1AFBC-77D7-4D7C-BC08-B730A75881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9" name="3D Model 358" descr="Sphere">
                            <a:extLst>
                              <a:ext uri="{FF2B5EF4-FFF2-40B4-BE49-F238E27FC236}">
                                <a16:creationId xmlns:a16="http://schemas.microsoft.com/office/drawing/2014/main" id="{C1765C48-143B-481E-A447-A09AC0407C3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7"/>
                              </am3d:raster>
                              <am3d:objViewport viewportSz="16405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306" name="Group 305">
                      <a:extLst>
                        <a:ext uri="{FF2B5EF4-FFF2-40B4-BE49-F238E27FC236}">
                          <a16:creationId xmlns:a16="http://schemas.microsoft.com/office/drawing/2014/main" id="{1D27B5A9-7D22-47E3-B47A-7A3388906BA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338" name="Flowchart: Connector 337">
                        <a:extLst>
                          <a:ext uri="{FF2B5EF4-FFF2-40B4-BE49-F238E27FC236}">
                            <a16:creationId xmlns:a16="http://schemas.microsoft.com/office/drawing/2014/main" id="{C6A0F126-C62E-4795-A7EF-DF657CB2295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39" name="Flowchart: Connector 338">
                        <a:extLst>
                          <a:ext uri="{FF2B5EF4-FFF2-40B4-BE49-F238E27FC236}">
                            <a16:creationId xmlns:a16="http://schemas.microsoft.com/office/drawing/2014/main" id="{B3F8D0D6-DD88-463C-B856-3E5995E44EA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0" name="Flowchart: Connector 339">
                        <a:extLst>
                          <a:ext uri="{FF2B5EF4-FFF2-40B4-BE49-F238E27FC236}">
                            <a16:creationId xmlns:a16="http://schemas.microsoft.com/office/drawing/2014/main" id="{6F14FFFC-869E-490C-8C88-5953E866D9A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1" name="Flowchart: Connector 340">
                        <a:extLst>
                          <a:ext uri="{FF2B5EF4-FFF2-40B4-BE49-F238E27FC236}">
                            <a16:creationId xmlns:a16="http://schemas.microsoft.com/office/drawing/2014/main" id="{E69529C9-EB1B-4ADE-A97B-E050BA6D18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2" name="Flowchart: Connector 341">
                        <a:extLst>
                          <a:ext uri="{FF2B5EF4-FFF2-40B4-BE49-F238E27FC236}">
                            <a16:creationId xmlns:a16="http://schemas.microsoft.com/office/drawing/2014/main" id="{031AB71F-6FC0-43C1-A40C-4212C789BB5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3" name="Flowchart: Connector 342">
                        <a:extLst>
                          <a:ext uri="{FF2B5EF4-FFF2-40B4-BE49-F238E27FC236}">
                            <a16:creationId xmlns:a16="http://schemas.microsoft.com/office/drawing/2014/main" id="{DD9C5F3C-A88A-4FD0-8252-C3B539F91C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4" name="Flowchart: Connector 343">
                        <a:extLst>
                          <a:ext uri="{FF2B5EF4-FFF2-40B4-BE49-F238E27FC236}">
                            <a16:creationId xmlns:a16="http://schemas.microsoft.com/office/drawing/2014/main" id="{3A38C527-54EB-4CBE-ADD5-25B0F419802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45" name="Flowchart: Connector 344">
                        <a:extLst>
                          <a:ext uri="{FF2B5EF4-FFF2-40B4-BE49-F238E27FC236}">
                            <a16:creationId xmlns:a16="http://schemas.microsoft.com/office/drawing/2014/main" id="{8DD31786-3A95-4EB9-8DFD-4346983B406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6" name="3D Model 345" descr="Sphere">
                            <a:extLst>
                              <a:ext uri="{FF2B5EF4-FFF2-40B4-BE49-F238E27FC236}">
                                <a16:creationId xmlns:a16="http://schemas.microsoft.com/office/drawing/2014/main" id="{FF44AD12-6870-47D4-8C7E-446597F2683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7" name="Flowchart: Connector 346">
                        <a:extLst>
                          <a:ext uri="{FF2B5EF4-FFF2-40B4-BE49-F238E27FC236}">
                            <a16:creationId xmlns:a16="http://schemas.microsoft.com/office/drawing/2014/main" id="{6AB1B861-8B85-46E3-885D-11D8B30246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48" name="3D Model 347" descr="Sphere">
                            <a:extLst>
                              <a:ext uri="{FF2B5EF4-FFF2-40B4-BE49-F238E27FC236}">
                                <a16:creationId xmlns:a16="http://schemas.microsoft.com/office/drawing/2014/main" id="{9B7CB54B-9B0D-414E-8A4F-26576534EE8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49" name="Flowchart: Connector 348">
                        <a:extLst>
                          <a:ext uri="{FF2B5EF4-FFF2-40B4-BE49-F238E27FC236}">
                            <a16:creationId xmlns:a16="http://schemas.microsoft.com/office/drawing/2014/main" id="{140C009D-6641-490D-8686-C8B93772D3B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0" name="3D Model 349" descr="Sphere">
                            <a:extLst>
                              <a:ext uri="{FF2B5EF4-FFF2-40B4-BE49-F238E27FC236}">
                                <a16:creationId xmlns:a16="http://schemas.microsoft.com/office/drawing/2014/main" id="{4C35BE66-4FFB-4013-A6C3-D3AB0DE442C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51" name="Flowchart: Connector 350">
                        <a:extLst>
                          <a:ext uri="{FF2B5EF4-FFF2-40B4-BE49-F238E27FC236}">
                            <a16:creationId xmlns:a16="http://schemas.microsoft.com/office/drawing/2014/main" id="{F4129C3D-5FA6-4F09-BD9A-2A958A778AB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52" name="3D Model 351" descr="Sphere">
                            <a:extLst>
                              <a:ext uri="{FF2B5EF4-FFF2-40B4-BE49-F238E27FC236}">
                                <a16:creationId xmlns:a16="http://schemas.microsoft.com/office/drawing/2014/main" id="{EC47368A-3475-4EAC-A29E-5C3D9998FEE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307" name="Group 306">
                      <a:extLst>
                        <a:ext uri="{FF2B5EF4-FFF2-40B4-BE49-F238E27FC236}">
                          <a16:creationId xmlns:a16="http://schemas.microsoft.com/office/drawing/2014/main" id="{85E3A14D-1E41-425A-A5C3-7B13B12A13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47544" cy="637179"/>
                      <a:chOff x="3717189" y="1719497"/>
                      <a:chExt cx="1047544" cy="637179"/>
                    </a:xfrm>
                  </p:grpSpPr>
                  <p:sp>
                    <p:nvSpPr>
                      <p:cNvPr id="323" name="Flowchart: Connector 322">
                        <a:extLst>
                          <a:ext uri="{FF2B5EF4-FFF2-40B4-BE49-F238E27FC236}">
                            <a16:creationId xmlns:a16="http://schemas.microsoft.com/office/drawing/2014/main" id="{1BD954F2-4F24-40F8-9E0E-4B347352A916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4" name="Flowchart: Connector 323">
                        <a:extLst>
                          <a:ext uri="{FF2B5EF4-FFF2-40B4-BE49-F238E27FC236}">
                            <a16:creationId xmlns:a16="http://schemas.microsoft.com/office/drawing/2014/main" id="{86E825D3-BA87-4E66-A4BB-A8502FC72D3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5" name="Flowchart: Connector 324">
                        <a:extLst>
                          <a:ext uri="{FF2B5EF4-FFF2-40B4-BE49-F238E27FC236}">
                            <a16:creationId xmlns:a16="http://schemas.microsoft.com/office/drawing/2014/main" id="{EA103CBC-AD96-4139-A828-599AD34DD7BE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6" name="Flowchart: Connector 325">
                        <a:extLst>
                          <a:ext uri="{FF2B5EF4-FFF2-40B4-BE49-F238E27FC236}">
                            <a16:creationId xmlns:a16="http://schemas.microsoft.com/office/drawing/2014/main" id="{6137555C-EFA0-45F5-A3CC-E5EF81BBF6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7" name="Flowchart: Connector 326">
                        <a:extLst>
                          <a:ext uri="{FF2B5EF4-FFF2-40B4-BE49-F238E27FC236}">
                            <a16:creationId xmlns:a16="http://schemas.microsoft.com/office/drawing/2014/main" id="{5272B47F-9C47-4795-811C-8FF271177C1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8" name="Flowchart: Connector 327">
                        <a:extLst>
                          <a:ext uri="{FF2B5EF4-FFF2-40B4-BE49-F238E27FC236}">
                            <a16:creationId xmlns:a16="http://schemas.microsoft.com/office/drawing/2014/main" id="{53AD70DD-D159-4122-AAF4-1FFC2E6E8A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29" name="Flowchart: Connector 328">
                        <a:extLst>
                          <a:ext uri="{FF2B5EF4-FFF2-40B4-BE49-F238E27FC236}">
                            <a16:creationId xmlns:a16="http://schemas.microsoft.com/office/drawing/2014/main" id="{BC2C02E6-D423-40F2-A6F5-F53847F39BD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330" name="Flowchart: Connector 329">
                        <a:extLst>
                          <a:ext uri="{FF2B5EF4-FFF2-40B4-BE49-F238E27FC236}">
                            <a16:creationId xmlns:a16="http://schemas.microsoft.com/office/drawing/2014/main" id="{57C912BD-1002-4DB2-92E6-91BC13DAA2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31" name="3D Model 330" descr="Sphere">
                            <a:extLst>
                              <a:ext uri="{FF2B5EF4-FFF2-40B4-BE49-F238E27FC236}">
                                <a16:creationId xmlns:a16="http://schemas.microsoft.com/office/drawing/2014/main" id="{D082BDA5-97D4-4834-879A-6AC6FA303E5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32" name="Flowchart: Connector 331">
                        <a:extLst>
                          <a:ext uri="{FF2B5EF4-FFF2-40B4-BE49-F238E27FC236}">
                            <a16:creationId xmlns:a16="http://schemas.microsoft.com/office/drawing/2014/main" id="{B38A281F-B096-41FC-8863-DBDF219795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33" name="3D Model 332" descr="Sphere">
                            <a:extLst>
                              <a:ext uri="{FF2B5EF4-FFF2-40B4-BE49-F238E27FC236}">
                                <a16:creationId xmlns:a16="http://schemas.microsoft.com/office/drawing/2014/main" id="{24B60C41-46CB-4AB2-BE58-E48AAAD11C4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34" name="Flowchart: Connector 333">
                        <a:extLst>
                          <a:ext uri="{FF2B5EF4-FFF2-40B4-BE49-F238E27FC236}">
                            <a16:creationId xmlns:a16="http://schemas.microsoft.com/office/drawing/2014/main" id="{0AD4D11B-6F69-4886-BE66-BB83D98B88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35" name="3D Model 334" descr="Sphere">
                            <a:extLst>
                              <a:ext uri="{FF2B5EF4-FFF2-40B4-BE49-F238E27FC236}">
                                <a16:creationId xmlns:a16="http://schemas.microsoft.com/office/drawing/2014/main" id="{CA62D58C-989C-4208-922A-29E445F07C23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336" name="Flowchart: Connector 335">
                        <a:extLst>
                          <a:ext uri="{FF2B5EF4-FFF2-40B4-BE49-F238E27FC236}">
                            <a16:creationId xmlns:a16="http://schemas.microsoft.com/office/drawing/2014/main" id="{643150AB-57EF-4019-A274-59C781B216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337" name="3D Model 336" descr="Sphere">
                            <a:extLst>
                              <a:ext uri="{FF2B5EF4-FFF2-40B4-BE49-F238E27FC236}">
                                <a16:creationId xmlns:a16="http://schemas.microsoft.com/office/drawing/2014/main" id="{605C1974-CCE1-4DE9-B8A1-29EB4F759BC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308" name="Flowchart: Connector 307">
                      <a:extLst>
                        <a:ext uri="{FF2B5EF4-FFF2-40B4-BE49-F238E27FC236}">
                          <a16:creationId xmlns:a16="http://schemas.microsoft.com/office/drawing/2014/main" id="{7D6B30D3-42BA-4071-9E8C-C51EF12BA23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09" name="Flowchart: Connector 308">
                      <a:extLst>
                        <a:ext uri="{FF2B5EF4-FFF2-40B4-BE49-F238E27FC236}">
                          <a16:creationId xmlns:a16="http://schemas.microsoft.com/office/drawing/2014/main" id="{476969E6-6670-48F3-A525-B206D6205F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0" name="Flowchart: Connector 309">
                      <a:extLst>
                        <a:ext uri="{FF2B5EF4-FFF2-40B4-BE49-F238E27FC236}">
                          <a16:creationId xmlns:a16="http://schemas.microsoft.com/office/drawing/2014/main" id="{5AA7581A-CB23-4D68-AD5E-07B10D52E95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1" name="Flowchart: Connector 310">
                      <a:extLst>
                        <a:ext uri="{FF2B5EF4-FFF2-40B4-BE49-F238E27FC236}">
                          <a16:creationId xmlns:a16="http://schemas.microsoft.com/office/drawing/2014/main" id="{352293BC-89A6-41C0-9955-D42BE5A7EBA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2" name="Flowchart: Connector 311">
                      <a:extLst>
                        <a:ext uri="{FF2B5EF4-FFF2-40B4-BE49-F238E27FC236}">
                          <a16:creationId xmlns:a16="http://schemas.microsoft.com/office/drawing/2014/main" id="{55422D20-3376-4D6C-8644-8326BFFD948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3" name="Flowchart: Connector 312">
                      <a:extLst>
                        <a:ext uri="{FF2B5EF4-FFF2-40B4-BE49-F238E27FC236}">
                          <a16:creationId xmlns:a16="http://schemas.microsoft.com/office/drawing/2014/main" id="{8DE41FF6-23DA-467A-9190-86A461EA482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4" name="Flowchart: Connector 313">
                      <a:extLst>
                        <a:ext uri="{FF2B5EF4-FFF2-40B4-BE49-F238E27FC236}">
                          <a16:creationId xmlns:a16="http://schemas.microsoft.com/office/drawing/2014/main" id="{40B4ECFB-D79E-4494-A350-FD5A1D4B7CA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315" name="Flowchart: Connector 314">
                      <a:extLst>
                        <a:ext uri="{FF2B5EF4-FFF2-40B4-BE49-F238E27FC236}">
                          <a16:creationId xmlns:a16="http://schemas.microsoft.com/office/drawing/2014/main" id="{CCEBEE16-9A33-4A4B-B0A0-D89520F77E4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16" name="3D Model 315" descr="Sphere">
                          <a:extLst>
                            <a:ext uri="{FF2B5EF4-FFF2-40B4-BE49-F238E27FC236}">
                              <a16:creationId xmlns:a16="http://schemas.microsoft.com/office/drawing/2014/main" id="{A02FF075-547A-4DFC-BE2E-CE088F5D26D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2134543" y="1523034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6" name="3D Model 315" descr="Sphere">
                          <a:extLst>
                            <a:ext uri="{FF2B5EF4-FFF2-40B4-BE49-F238E27FC236}">
                              <a16:creationId xmlns:a16="http://schemas.microsoft.com/office/drawing/2014/main" id="{94CEC40E-A38A-4B0D-A79B-E09B750E6BC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16517" y="257416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17" name="Flowchart: Connector 316">
                      <a:extLst>
                        <a:ext uri="{FF2B5EF4-FFF2-40B4-BE49-F238E27FC236}">
                          <a16:creationId xmlns:a16="http://schemas.microsoft.com/office/drawing/2014/main" id="{DEBC8586-CD0C-498B-8E1D-82BC709C48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18" name="3D Model 317" descr="Sphere">
                          <a:extLst>
                            <a:ext uri="{FF2B5EF4-FFF2-40B4-BE49-F238E27FC236}">
                              <a16:creationId xmlns:a16="http://schemas.microsoft.com/office/drawing/2014/main" id="{F531556D-1F79-46B2-BEE3-7098366202D7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2371307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18" name="3D Model 317" descr="Sphere">
                          <a:extLst>
                            <a:ext uri="{FF2B5EF4-FFF2-40B4-BE49-F238E27FC236}">
                              <a16:creationId xmlns:a16="http://schemas.microsoft.com/office/drawing/2014/main" id="{2BEBEC1A-1AF1-4D15-819D-9B7F535C5F3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53281" y="263088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19" name="Flowchart: Connector 318">
                      <a:extLst>
                        <a:ext uri="{FF2B5EF4-FFF2-40B4-BE49-F238E27FC236}">
                          <a16:creationId xmlns:a16="http://schemas.microsoft.com/office/drawing/2014/main" id="{7803877A-5B23-4D4D-B8D4-616F1823B24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4559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20" name="3D Model 319" descr="Sphere">
                          <a:extLst>
                            <a:ext uri="{FF2B5EF4-FFF2-40B4-BE49-F238E27FC236}">
                              <a16:creationId xmlns:a16="http://schemas.microsoft.com/office/drawing/2014/main" id="{CED17A5F-587E-48E3-B227-A510BDAE722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2609177" y="164155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0" name="3D Model 319" descr="Sphere">
                          <a:extLst>
                            <a:ext uri="{FF2B5EF4-FFF2-40B4-BE49-F238E27FC236}">
                              <a16:creationId xmlns:a16="http://schemas.microsoft.com/office/drawing/2014/main" id="{1A28C680-4EF8-400E-9656-44FEB9047F9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991151" y="269268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321" name="Flowchart: Connector 320">
                      <a:extLst>
                        <a:ext uri="{FF2B5EF4-FFF2-40B4-BE49-F238E27FC236}">
                          <a16:creationId xmlns:a16="http://schemas.microsoft.com/office/drawing/2014/main" id="{76416A8C-C43B-48A1-A4D1-5889595161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322" name="3D Model 321" descr="Sphere">
                          <a:extLst>
                            <a:ext uri="{FF2B5EF4-FFF2-40B4-BE49-F238E27FC236}">
                              <a16:creationId xmlns:a16="http://schemas.microsoft.com/office/drawing/2014/main" id="{E554E46D-8566-473C-802B-FF392AA1570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322" name="3D Model 321" descr="Sphere">
                          <a:extLst>
                            <a:ext uri="{FF2B5EF4-FFF2-40B4-BE49-F238E27FC236}">
                              <a16:creationId xmlns:a16="http://schemas.microsoft.com/office/drawing/2014/main" id="{14AA6C24-5D08-45CB-ACEC-CB80EC94130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2259569" y="2779722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83" name="Group 82">
                  <a:extLst>
                    <a:ext uri="{FF2B5EF4-FFF2-40B4-BE49-F238E27FC236}">
                      <a16:creationId xmlns:a16="http://schemas.microsoft.com/office/drawing/2014/main" id="{7A57CCE8-9B3F-454F-A684-4A95639FA6EA}"/>
                    </a:ext>
                  </a:extLst>
                </p:cNvPr>
                <p:cNvGrpSpPr/>
                <p:nvPr/>
              </p:nvGrpSpPr>
              <p:grpSpPr>
                <a:xfrm>
                  <a:off x="1773325" y="2268938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300" name="Flowchart: Connector 299">
                    <a:extLst>
                      <a:ext uri="{FF2B5EF4-FFF2-40B4-BE49-F238E27FC236}">
                        <a16:creationId xmlns:a16="http://schemas.microsoft.com/office/drawing/2014/main" id="{FFF5C8AB-744B-4C62-A0D3-E26CF94981D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01" name="Flowchart: Connector 300">
                    <a:extLst>
                      <a:ext uri="{FF2B5EF4-FFF2-40B4-BE49-F238E27FC236}">
                        <a16:creationId xmlns:a16="http://schemas.microsoft.com/office/drawing/2014/main" id="{0CD24331-2970-4E7C-A8CE-B5B0A817B41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302" name="Flowchart: Connector 301">
                    <a:extLst>
                      <a:ext uri="{FF2B5EF4-FFF2-40B4-BE49-F238E27FC236}">
                        <a16:creationId xmlns:a16="http://schemas.microsoft.com/office/drawing/2014/main" id="{DF1E7D3D-9221-435E-B0D3-326AA887A1F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84" name="Flowchart: Connector 83">
                  <a:extLst>
                    <a:ext uri="{FF2B5EF4-FFF2-40B4-BE49-F238E27FC236}">
                      <a16:creationId xmlns:a16="http://schemas.microsoft.com/office/drawing/2014/main" id="{D61E497C-545F-44D1-B6D9-BA411327BCD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37026" y="201261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85" name="Flowchart: Connector 84">
                  <a:extLst>
                    <a:ext uri="{FF2B5EF4-FFF2-40B4-BE49-F238E27FC236}">
                      <a16:creationId xmlns:a16="http://schemas.microsoft.com/office/drawing/2014/main" id="{2F59F2EB-CA80-4596-AA1C-E508F2F1316A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588002" y="208727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2555118A-73B4-45AA-B43D-0E61791698D8}"/>
                    </a:ext>
                  </a:extLst>
                </p:cNvPr>
                <p:cNvGrpSpPr/>
                <p:nvPr/>
              </p:nvGrpSpPr>
              <p:grpSpPr>
                <a:xfrm rot="21228750">
                  <a:off x="1171220" y="1918660"/>
                  <a:ext cx="698062" cy="387533"/>
                  <a:chOff x="854933" y="2290871"/>
                  <a:chExt cx="698062" cy="387533"/>
                </a:xfrm>
              </p:grpSpPr>
              <p:sp>
                <p:nvSpPr>
                  <p:cNvPr id="297" name="Flowchart: Connector 296">
                    <a:extLst>
                      <a:ext uri="{FF2B5EF4-FFF2-40B4-BE49-F238E27FC236}">
                        <a16:creationId xmlns:a16="http://schemas.microsoft.com/office/drawing/2014/main" id="{D4339A51-977B-4A77-8DA6-BDDD7F59A03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3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98" name="Flowchart: Connector 297">
                    <a:extLst>
                      <a:ext uri="{FF2B5EF4-FFF2-40B4-BE49-F238E27FC236}">
                        <a16:creationId xmlns:a16="http://schemas.microsoft.com/office/drawing/2014/main" id="{08367D5E-1A09-416B-B2B4-E53844F8DAD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5206" y="2377897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99" name="Flowchart: Connector 298">
                    <a:extLst>
                      <a:ext uri="{FF2B5EF4-FFF2-40B4-BE49-F238E27FC236}">
                        <a16:creationId xmlns:a16="http://schemas.microsoft.com/office/drawing/2014/main" id="{977FE0F0-F4C4-43ED-9EA0-6A115B9A3DF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41136" y="2462404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F2B4AEF3-C3AA-4EF0-84C7-C7CF5D15CCC6}"/>
                    </a:ext>
                  </a:extLst>
                </p:cNvPr>
                <p:cNvGrpSpPr/>
                <p:nvPr/>
              </p:nvGrpSpPr>
              <p:grpSpPr>
                <a:xfrm>
                  <a:off x="849741" y="1890320"/>
                  <a:ext cx="1098636" cy="1497980"/>
                  <a:chOff x="2089993" y="1501770"/>
                  <a:chExt cx="1098636" cy="1497980"/>
                </a:xfrm>
              </p:grpSpPr>
              <p:grpSp>
                <p:nvGrpSpPr>
                  <p:cNvPr id="232" name="Group 231">
                    <a:extLst>
                      <a:ext uri="{FF2B5EF4-FFF2-40B4-BE49-F238E27FC236}">
                        <a16:creationId xmlns:a16="http://schemas.microsoft.com/office/drawing/2014/main" id="{769F9B3A-3BCD-4AD2-8281-D7202378D53D}"/>
                      </a:ext>
                    </a:extLst>
                  </p:cNvPr>
                  <p:cNvGrpSpPr/>
                  <p:nvPr/>
                </p:nvGrpSpPr>
                <p:grpSpPr>
                  <a:xfrm>
                    <a:off x="2089993" y="1634990"/>
                    <a:ext cx="101484" cy="1051941"/>
                    <a:chOff x="1800622" y="2329236"/>
                    <a:chExt cx="101484" cy="1051941"/>
                  </a:xfrm>
                </p:grpSpPr>
                <p:sp>
                  <p:nvSpPr>
                    <p:cNvPr id="293" name="Flowchart: Connector 292">
                      <a:extLst>
                        <a:ext uri="{FF2B5EF4-FFF2-40B4-BE49-F238E27FC236}">
                          <a16:creationId xmlns:a16="http://schemas.microsoft.com/office/drawing/2014/main" id="{FD79BD0D-E7CF-46DC-B5CF-5DA3ABBE64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94" name="Flowchart: Connector 293">
                      <a:extLst>
                        <a:ext uri="{FF2B5EF4-FFF2-40B4-BE49-F238E27FC236}">
                          <a16:creationId xmlns:a16="http://schemas.microsoft.com/office/drawing/2014/main" id="{E306027D-2AE3-4945-B987-6E74DA2134B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95" name="Flowchart: Connector 294">
                      <a:extLst>
                        <a:ext uri="{FF2B5EF4-FFF2-40B4-BE49-F238E27FC236}">
                          <a16:creationId xmlns:a16="http://schemas.microsoft.com/office/drawing/2014/main" id="{7C714287-3A0A-4359-8627-469B916F8D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96" name="Flowchart: Connector 295">
                      <a:extLst>
                        <a:ext uri="{FF2B5EF4-FFF2-40B4-BE49-F238E27FC236}">
                          <a16:creationId xmlns:a16="http://schemas.microsoft.com/office/drawing/2014/main" id="{7DAA8909-37EC-439A-AE9D-8F5070A8AE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32923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233" name="Group 232">
                    <a:extLst>
                      <a:ext uri="{FF2B5EF4-FFF2-40B4-BE49-F238E27FC236}">
                        <a16:creationId xmlns:a16="http://schemas.microsoft.com/office/drawing/2014/main" id="{FDA0E130-C821-4DB5-AB81-16DDD5DD6AA6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01770"/>
                    <a:ext cx="1074397" cy="1497980"/>
                    <a:chOff x="2114232" y="1501770"/>
                    <a:chExt cx="1074397" cy="1497980"/>
                  </a:xfrm>
                </p:grpSpPr>
                <p:grpSp>
                  <p:nvGrpSpPr>
                    <p:cNvPr id="234" name="Group 233">
                      <a:extLst>
                        <a:ext uri="{FF2B5EF4-FFF2-40B4-BE49-F238E27FC236}">
                          <a16:creationId xmlns:a16="http://schemas.microsoft.com/office/drawing/2014/main" id="{8C1A8ADC-B3B1-4B78-89E8-F2124CB139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285" name="Flowchart: Connector 284">
                        <a:extLst>
                          <a:ext uri="{FF2B5EF4-FFF2-40B4-BE49-F238E27FC236}">
                            <a16:creationId xmlns:a16="http://schemas.microsoft.com/office/drawing/2014/main" id="{BFAAE8D8-FA47-4F10-B63B-97E812E67DC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6" name="3D Model 285" descr="Sphere">
                            <a:extLst>
                              <a:ext uri="{FF2B5EF4-FFF2-40B4-BE49-F238E27FC236}">
                                <a16:creationId xmlns:a16="http://schemas.microsoft.com/office/drawing/2014/main" id="{922ABD6D-B28B-4E85-A18F-33A22A36FF5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7" name="Flowchart: Connector 286">
                        <a:extLst>
                          <a:ext uri="{FF2B5EF4-FFF2-40B4-BE49-F238E27FC236}">
                            <a16:creationId xmlns:a16="http://schemas.microsoft.com/office/drawing/2014/main" id="{AD3BA69D-74DC-476F-9BCB-9FDC747BF7A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8" name="3D Model 287" descr="Sphere">
                            <a:extLst>
                              <a:ext uri="{FF2B5EF4-FFF2-40B4-BE49-F238E27FC236}">
                                <a16:creationId xmlns:a16="http://schemas.microsoft.com/office/drawing/2014/main" id="{E3AC3963-76EF-4194-8B37-4DE04E90BB7E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9" name="Flowchart: Connector 288">
                        <a:extLst>
                          <a:ext uri="{FF2B5EF4-FFF2-40B4-BE49-F238E27FC236}">
                            <a16:creationId xmlns:a16="http://schemas.microsoft.com/office/drawing/2014/main" id="{A05D2B40-B599-499D-9BD4-E4198772D00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0" name="3D Model 289" descr="Sphere">
                            <a:extLst>
                              <a:ext uri="{FF2B5EF4-FFF2-40B4-BE49-F238E27FC236}">
                                <a16:creationId xmlns:a16="http://schemas.microsoft.com/office/drawing/2014/main" id="{3BFCE36F-2419-4D73-964A-D2B68A12C6F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91" name="Flowchart: Connector 290">
                        <a:extLst>
                          <a:ext uri="{FF2B5EF4-FFF2-40B4-BE49-F238E27FC236}">
                            <a16:creationId xmlns:a16="http://schemas.microsoft.com/office/drawing/2014/main" id="{0CBDCD08-399E-4866-B5D5-1C2EBC7AFD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92" name="3D Model 291" descr="Sphere">
                            <a:extLst>
                              <a:ext uri="{FF2B5EF4-FFF2-40B4-BE49-F238E27FC236}">
                                <a16:creationId xmlns:a16="http://schemas.microsoft.com/office/drawing/2014/main" id="{2EAA1236-23D0-44C7-8DF2-3AD16F95AAC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7"/>
                              </am3d:raster>
                              <am3d:objViewport viewportSz="16405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35" name="Group 234">
                      <a:extLst>
                        <a:ext uri="{FF2B5EF4-FFF2-40B4-BE49-F238E27FC236}">
                          <a16:creationId xmlns:a16="http://schemas.microsoft.com/office/drawing/2014/main" id="{21D2C744-9754-4FFE-BAA7-CCEF730DFB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69" name="Flowchart: Connector 268">
                        <a:extLst>
                          <a:ext uri="{FF2B5EF4-FFF2-40B4-BE49-F238E27FC236}">
                            <a16:creationId xmlns:a16="http://schemas.microsoft.com/office/drawing/2014/main" id="{9CCD65CD-6D5A-4415-A2A6-A7F05F99418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0" name="Flowchart: Connector 269">
                        <a:extLst>
                          <a:ext uri="{FF2B5EF4-FFF2-40B4-BE49-F238E27FC236}">
                            <a16:creationId xmlns:a16="http://schemas.microsoft.com/office/drawing/2014/main" id="{4F499C5B-1A79-48D4-8A84-DCAF287A91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1" name="Flowchart: Connector 270">
                        <a:extLst>
                          <a:ext uri="{FF2B5EF4-FFF2-40B4-BE49-F238E27FC236}">
                            <a16:creationId xmlns:a16="http://schemas.microsoft.com/office/drawing/2014/main" id="{50EEC6DA-15A4-48FF-ABF4-3D8C8E9FED9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2" name="Flowchart: Connector 271">
                        <a:extLst>
                          <a:ext uri="{FF2B5EF4-FFF2-40B4-BE49-F238E27FC236}">
                            <a16:creationId xmlns:a16="http://schemas.microsoft.com/office/drawing/2014/main" id="{25BBE44B-728A-449F-8CD0-A8841525199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3" name="Flowchart: Connector 272">
                        <a:extLst>
                          <a:ext uri="{FF2B5EF4-FFF2-40B4-BE49-F238E27FC236}">
                            <a16:creationId xmlns:a16="http://schemas.microsoft.com/office/drawing/2014/main" id="{83382E9F-05A6-465A-9DC4-38801BB28E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4" name="Flowchart: Connector 273">
                        <a:extLst>
                          <a:ext uri="{FF2B5EF4-FFF2-40B4-BE49-F238E27FC236}">
                            <a16:creationId xmlns:a16="http://schemas.microsoft.com/office/drawing/2014/main" id="{4FAD9201-172B-4C82-B966-77334994E70C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5" name="Flowchart: Connector 274">
                        <a:extLst>
                          <a:ext uri="{FF2B5EF4-FFF2-40B4-BE49-F238E27FC236}">
                            <a16:creationId xmlns:a16="http://schemas.microsoft.com/office/drawing/2014/main" id="{104B3F3E-FC28-4C59-A1DA-11014D9531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6" name="Flowchart: Connector 275">
                        <a:extLst>
                          <a:ext uri="{FF2B5EF4-FFF2-40B4-BE49-F238E27FC236}">
                            <a16:creationId xmlns:a16="http://schemas.microsoft.com/office/drawing/2014/main" id="{8D71795F-2896-43FF-B648-7BF77AD8F67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77" name="Flowchart: Connector 276">
                        <a:extLst>
                          <a:ext uri="{FF2B5EF4-FFF2-40B4-BE49-F238E27FC236}">
                            <a16:creationId xmlns:a16="http://schemas.microsoft.com/office/drawing/2014/main" id="{A25053AB-788A-4CB7-940D-F3570554C7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78" name="3D Model 277" descr="Sphere">
                            <a:extLst>
                              <a:ext uri="{FF2B5EF4-FFF2-40B4-BE49-F238E27FC236}">
                                <a16:creationId xmlns:a16="http://schemas.microsoft.com/office/drawing/2014/main" id="{C25C737C-B4EF-42BE-A095-644349E3446C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79" name="Flowchart: Connector 278">
                        <a:extLst>
                          <a:ext uri="{FF2B5EF4-FFF2-40B4-BE49-F238E27FC236}">
                            <a16:creationId xmlns:a16="http://schemas.microsoft.com/office/drawing/2014/main" id="{986F9DBA-E6E9-4939-B338-22D9C9A6C47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0" name="3D Model 279" descr="Sphere">
                            <a:extLst>
                              <a:ext uri="{FF2B5EF4-FFF2-40B4-BE49-F238E27FC236}">
                                <a16:creationId xmlns:a16="http://schemas.microsoft.com/office/drawing/2014/main" id="{9B7A7A82-AB97-4A2F-B672-1AF7C0925B4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1" name="Flowchart: Connector 280">
                        <a:extLst>
                          <a:ext uri="{FF2B5EF4-FFF2-40B4-BE49-F238E27FC236}">
                            <a16:creationId xmlns:a16="http://schemas.microsoft.com/office/drawing/2014/main" id="{D3109F55-8278-4842-9828-B3AC49CD9C5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2" name="3D Model 281" descr="Sphere">
                            <a:extLst>
                              <a:ext uri="{FF2B5EF4-FFF2-40B4-BE49-F238E27FC236}">
                                <a16:creationId xmlns:a16="http://schemas.microsoft.com/office/drawing/2014/main" id="{49F54F8B-06B0-4A72-80FC-CFE0C676719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83" name="Flowchart: Connector 282">
                        <a:extLst>
                          <a:ext uri="{FF2B5EF4-FFF2-40B4-BE49-F238E27FC236}">
                            <a16:creationId xmlns:a16="http://schemas.microsoft.com/office/drawing/2014/main" id="{1196ACF0-E21D-49DF-A2AE-546D5F9FA79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84" name="3D Model 283" descr="Sphere">
                            <a:extLst>
                              <a:ext uri="{FF2B5EF4-FFF2-40B4-BE49-F238E27FC236}">
                                <a16:creationId xmlns:a16="http://schemas.microsoft.com/office/drawing/2014/main" id="{0865E530-A46D-4C68-8B6F-9C015425992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236" name="Group 235">
                      <a:extLst>
                        <a:ext uri="{FF2B5EF4-FFF2-40B4-BE49-F238E27FC236}">
                          <a16:creationId xmlns:a16="http://schemas.microsoft.com/office/drawing/2014/main" id="{957AA918-161D-44DE-BBB4-5F41AC2FF4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253" name="Flowchart: Connector 252">
                        <a:extLst>
                          <a:ext uri="{FF2B5EF4-FFF2-40B4-BE49-F238E27FC236}">
                            <a16:creationId xmlns:a16="http://schemas.microsoft.com/office/drawing/2014/main" id="{6A4C1078-B2A4-4791-AAAB-962B84A74EB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4" name="Flowchart: Connector 253">
                        <a:extLst>
                          <a:ext uri="{FF2B5EF4-FFF2-40B4-BE49-F238E27FC236}">
                            <a16:creationId xmlns:a16="http://schemas.microsoft.com/office/drawing/2014/main" id="{B277C8C4-52DC-4387-8074-104B5A2A1C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5" name="Flowchart: Connector 254">
                        <a:extLst>
                          <a:ext uri="{FF2B5EF4-FFF2-40B4-BE49-F238E27FC236}">
                            <a16:creationId xmlns:a16="http://schemas.microsoft.com/office/drawing/2014/main" id="{80ADAD27-11AF-4343-8A5D-22E385CC2E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6" name="Flowchart: Connector 255">
                        <a:extLst>
                          <a:ext uri="{FF2B5EF4-FFF2-40B4-BE49-F238E27FC236}">
                            <a16:creationId xmlns:a16="http://schemas.microsoft.com/office/drawing/2014/main" id="{2F3E5F78-380B-4D24-BF56-DC91ABF3AFA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7" name="Flowchart: Connector 256">
                        <a:extLst>
                          <a:ext uri="{FF2B5EF4-FFF2-40B4-BE49-F238E27FC236}">
                            <a16:creationId xmlns:a16="http://schemas.microsoft.com/office/drawing/2014/main" id="{DE406F93-65BB-490D-810F-4CF9F96BB3D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8" name="Flowchart: Connector 257">
                        <a:extLst>
                          <a:ext uri="{FF2B5EF4-FFF2-40B4-BE49-F238E27FC236}">
                            <a16:creationId xmlns:a16="http://schemas.microsoft.com/office/drawing/2014/main" id="{AA8860DF-334F-4F17-8B43-D3C2687083B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59" name="Flowchart: Connector 258">
                        <a:extLst>
                          <a:ext uri="{FF2B5EF4-FFF2-40B4-BE49-F238E27FC236}">
                            <a16:creationId xmlns:a16="http://schemas.microsoft.com/office/drawing/2014/main" id="{CEDD080B-293D-458C-9EF7-84F69176597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60" name="Flowchart: Connector 259">
                        <a:extLst>
                          <a:ext uri="{FF2B5EF4-FFF2-40B4-BE49-F238E27FC236}">
                            <a16:creationId xmlns:a16="http://schemas.microsoft.com/office/drawing/2014/main" id="{DDB0FF89-F7A7-415D-B1E9-D3567E05DB1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61" name="Flowchart: Connector 260">
                        <a:extLst>
                          <a:ext uri="{FF2B5EF4-FFF2-40B4-BE49-F238E27FC236}">
                            <a16:creationId xmlns:a16="http://schemas.microsoft.com/office/drawing/2014/main" id="{75C8343A-FDEF-4282-B91A-BCF4FEABD6D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62" name="3D Model 261" descr="Sphere">
                            <a:extLst>
                              <a:ext uri="{FF2B5EF4-FFF2-40B4-BE49-F238E27FC236}">
                                <a16:creationId xmlns:a16="http://schemas.microsoft.com/office/drawing/2014/main" id="{82B00FB5-22DE-471E-B215-4A16B916CACB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63" name="Flowchart: Connector 262">
                        <a:extLst>
                          <a:ext uri="{FF2B5EF4-FFF2-40B4-BE49-F238E27FC236}">
                            <a16:creationId xmlns:a16="http://schemas.microsoft.com/office/drawing/2014/main" id="{0FDE0B70-47DC-4635-AC8D-7A5E816DC14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64" name="3D Model 263" descr="Sphere">
                            <a:extLst>
                              <a:ext uri="{FF2B5EF4-FFF2-40B4-BE49-F238E27FC236}">
                                <a16:creationId xmlns:a16="http://schemas.microsoft.com/office/drawing/2014/main" id="{1FE21442-5FE5-4234-AB6A-3480C60D0BA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65" name="Flowchart: Connector 264">
                        <a:extLst>
                          <a:ext uri="{FF2B5EF4-FFF2-40B4-BE49-F238E27FC236}">
                            <a16:creationId xmlns:a16="http://schemas.microsoft.com/office/drawing/2014/main" id="{88D5076F-FC03-4B20-91CF-40A3DCAF43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66" name="3D Model 265" descr="Sphere">
                            <a:extLst>
                              <a:ext uri="{FF2B5EF4-FFF2-40B4-BE49-F238E27FC236}">
                                <a16:creationId xmlns:a16="http://schemas.microsoft.com/office/drawing/2014/main" id="{F1D755DE-ABD5-4F0D-B93E-DD55882EA69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67" name="Flowchart: Connector 266">
                        <a:extLst>
                          <a:ext uri="{FF2B5EF4-FFF2-40B4-BE49-F238E27FC236}">
                            <a16:creationId xmlns:a16="http://schemas.microsoft.com/office/drawing/2014/main" id="{384AEFCD-6549-44CE-99C9-860367C7C8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68" name="3D Model 267" descr="Sphere">
                            <a:extLst>
                              <a:ext uri="{FF2B5EF4-FFF2-40B4-BE49-F238E27FC236}">
                                <a16:creationId xmlns:a16="http://schemas.microsoft.com/office/drawing/2014/main" id="{70B3192E-6CE8-404B-A0B1-D3A58674C88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237" name="Flowchart: Connector 236">
                      <a:extLst>
                        <a:ext uri="{FF2B5EF4-FFF2-40B4-BE49-F238E27FC236}">
                          <a16:creationId xmlns:a16="http://schemas.microsoft.com/office/drawing/2014/main" id="{7249B1EC-7ACA-490C-844B-C191E5E048A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8" name="Flowchart: Connector 237">
                      <a:extLst>
                        <a:ext uri="{FF2B5EF4-FFF2-40B4-BE49-F238E27FC236}">
                          <a16:creationId xmlns:a16="http://schemas.microsoft.com/office/drawing/2014/main" id="{EF6B5D16-17F2-46D4-9322-DB021277CC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39" name="Flowchart: Connector 238">
                      <a:extLst>
                        <a:ext uri="{FF2B5EF4-FFF2-40B4-BE49-F238E27FC236}">
                          <a16:creationId xmlns:a16="http://schemas.microsoft.com/office/drawing/2014/main" id="{46932AC8-5F94-4205-94B5-B81FF4AD488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0" name="Flowchart: Connector 239">
                      <a:extLst>
                        <a:ext uri="{FF2B5EF4-FFF2-40B4-BE49-F238E27FC236}">
                          <a16:creationId xmlns:a16="http://schemas.microsoft.com/office/drawing/2014/main" id="{F62989A0-798D-4E3F-8519-049D7D7C640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1" name="Flowchart: Connector 240">
                      <a:extLst>
                        <a:ext uri="{FF2B5EF4-FFF2-40B4-BE49-F238E27FC236}">
                          <a16:creationId xmlns:a16="http://schemas.microsoft.com/office/drawing/2014/main" id="{0D51090E-ACFF-4871-953C-DD63A8CF860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2" name="Flowchart: Connector 241">
                      <a:extLst>
                        <a:ext uri="{FF2B5EF4-FFF2-40B4-BE49-F238E27FC236}">
                          <a16:creationId xmlns:a16="http://schemas.microsoft.com/office/drawing/2014/main" id="{1C5915CB-4E08-4063-8A0B-60756333220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3" name="Flowchart: Connector 242">
                      <a:extLst>
                        <a:ext uri="{FF2B5EF4-FFF2-40B4-BE49-F238E27FC236}">
                          <a16:creationId xmlns:a16="http://schemas.microsoft.com/office/drawing/2014/main" id="{7E0A57AE-778A-461E-B28A-0F35C653E4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4" name="Flowchart: Connector 243">
                      <a:extLst>
                        <a:ext uri="{FF2B5EF4-FFF2-40B4-BE49-F238E27FC236}">
                          <a16:creationId xmlns:a16="http://schemas.microsoft.com/office/drawing/2014/main" id="{7B9E186F-AE9C-413A-8080-71BFE35BB61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45" name="Flowchart: Connector 244">
                      <a:extLst>
                        <a:ext uri="{FF2B5EF4-FFF2-40B4-BE49-F238E27FC236}">
                          <a16:creationId xmlns:a16="http://schemas.microsoft.com/office/drawing/2014/main" id="{3BCAF8D4-CC25-4317-B4B6-E5EDA6177D6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46" name="3D Model 245" descr="Sphere">
                          <a:extLst>
                            <a:ext uri="{FF2B5EF4-FFF2-40B4-BE49-F238E27FC236}">
                              <a16:creationId xmlns:a16="http://schemas.microsoft.com/office/drawing/2014/main" id="{B2395DF6-AF1F-4CF8-B51C-7763376FB22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2123911" y="1501770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6" name="3D Model 245" descr="Sphere">
                          <a:extLst>
                            <a:ext uri="{FF2B5EF4-FFF2-40B4-BE49-F238E27FC236}">
                              <a16:creationId xmlns:a16="http://schemas.microsoft.com/office/drawing/2014/main" id="{577274C7-8617-4369-B298-B9B4DA1BC5D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286054" y="267971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47" name="Flowchart: Connector 246">
                      <a:extLst>
                        <a:ext uri="{FF2B5EF4-FFF2-40B4-BE49-F238E27FC236}">
                          <a16:creationId xmlns:a16="http://schemas.microsoft.com/office/drawing/2014/main" id="{F418176A-C227-4B3C-8DA7-5D8A6B3F54A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48" name="3D Model 247" descr="Sphere">
                          <a:extLst>
                            <a:ext uri="{FF2B5EF4-FFF2-40B4-BE49-F238E27FC236}">
                              <a16:creationId xmlns:a16="http://schemas.microsoft.com/office/drawing/2014/main" id="{410B0944-62F3-4F9F-B1DC-4474D873665B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48" name="3D Model 247" descr="Sphere">
                          <a:extLst>
                            <a:ext uri="{FF2B5EF4-FFF2-40B4-BE49-F238E27FC236}">
                              <a16:creationId xmlns:a16="http://schemas.microsoft.com/office/drawing/2014/main" id="{BC4E9140-BDC8-4E93-8770-30C4F9B0F09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526824" y="275770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49" name="Flowchart: Connector 248">
                      <a:extLst>
                        <a:ext uri="{FF2B5EF4-FFF2-40B4-BE49-F238E27FC236}">
                          <a16:creationId xmlns:a16="http://schemas.microsoft.com/office/drawing/2014/main" id="{56477A8D-CE47-4900-AA14-E424E66A3AE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93292" y="171776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50" name="3D Model 249" descr="Sphere">
                          <a:extLst>
                            <a:ext uri="{FF2B5EF4-FFF2-40B4-BE49-F238E27FC236}">
                              <a16:creationId xmlns:a16="http://schemas.microsoft.com/office/drawing/2014/main" id="{38882A94-BF65-46C8-A979-D626022CC73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2622429" y="163823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0" name="3D Model 249" descr="Sphere">
                          <a:extLst>
                            <a:ext uri="{FF2B5EF4-FFF2-40B4-BE49-F238E27FC236}">
                              <a16:creationId xmlns:a16="http://schemas.microsoft.com/office/drawing/2014/main" id="{C1AF7886-B135-485F-A801-5B21B530E01D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784572" y="281618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251" name="Flowchart: Connector 250">
                      <a:extLst>
                        <a:ext uri="{FF2B5EF4-FFF2-40B4-BE49-F238E27FC236}">
                          <a16:creationId xmlns:a16="http://schemas.microsoft.com/office/drawing/2014/main" id="{2B652B3D-2772-46E0-A718-5FB29DC5C4E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252" name="3D Model 251" descr="Sphere">
                          <a:extLst>
                            <a:ext uri="{FF2B5EF4-FFF2-40B4-BE49-F238E27FC236}">
                              <a16:creationId xmlns:a16="http://schemas.microsoft.com/office/drawing/2014/main" id="{9463E6A5-05DC-40E8-B2FD-B99A35FE15B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252" name="3D Model 251" descr="Sphere">
                          <a:extLst>
                            <a:ext uri="{FF2B5EF4-FFF2-40B4-BE49-F238E27FC236}">
                              <a16:creationId xmlns:a16="http://schemas.microsoft.com/office/drawing/2014/main" id="{EB68E7E5-FF10-4BB5-8F5E-DD6D67E5C06A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2039738" y="290653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grpSp>
              <p:nvGrpSpPr>
                <p:cNvPr id="88" name="Group 87">
                  <a:extLst>
                    <a:ext uri="{FF2B5EF4-FFF2-40B4-BE49-F238E27FC236}">
                      <a16:creationId xmlns:a16="http://schemas.microsoft.com/office/drawing/2014/main" id="{C61CB6D9-E5D5-49C1-A8BD-89F53892991A}"/>
                    </a:ext>
                  </a:extLst>
                </p:cNvPr>
                <p:cNvGrpSpPr/>
                <p:nvPr/>
              </p:nvGrpSpPr>
              <p:grpSpPr>
                <a:xfrm>
                  <a:off x="1547436" y="2361226"/>
                  <a:ext cx="222323" cy="860409"/>
                  <a:chOff x="1473033" y="2656490"/>
                  <a:chExt cx="222323" cy="860409"/>
                </a:xfrm>
              </p:grpSpPr>
              <p:sp>
                <p:nvSpPr>
                  <p:cNvPr id="229" name="Flowchart: Connector 228">
                    <a:extLst>
                      <a:ext uri="{FF2B5EF4-FFF2-40B4-BE49-F238E27FC236}">
                        <a16:creationId xmlns:a16="http://schemas.microsoft.com/office/drawing/2014/main" id="{C23703F5-092A-4CA5-A3A7-76BEFAB37E4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2672" y="2656490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0" name="Flowchart: Connector 229">
                    <a:extLst>
                      <a:ext uri="{FF2B5EF4-FFF2-40B4-BE49-F238E27FC236}">
                        <a16:creationId xmlns:a16="http://schemas.microsoft.com/office/drawing/2014/main" id="{67BA1EB6-710C-4C04-8812-27D8940E5E1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73033" y="2982505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31" name="Flowchart: Connector 230">
                    <a:extLst>
                      <a:ext uri="{FF2B5EF4-FFF2-40B4-BE49-F238E27FC236}">
                        <a16:creationId xmlns:a16="http://schemas.microsoft.com/office/drawing/2014/main" id="{64B9CF2C-CE9E-4CA1-BC3B-6CFE627CECB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483497" y="330089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sp>
              <p:nvSpPr>
                <p:cNvPr id="89" name="Flowchart: Connector 88">
                  <a:extLst>
                    <a:ext uri="{FF2B5EF4-FFF2-40B4-BE49-F238E27FC236}">
                      <a16:creationId xmlns:a16="http://schemas.microsoft.com/office/drawing/2014/main" id="{D7BD4113-B85B-46C9-A07B-5F31984FD32F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19794" y="2122544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90" name="Flowchart: Connector 89">
                  <a:extLst>
                    <a:ext uri="{FF2B5EF4-FFF2-40B4-BE49-F238E27FC236}">
                      <a16:creationId xmlns:a16="http://schemas.microsoft.com/office/drawing/2014/main" id="{17F6CACF-D7A8-4457-B3E4-7927838B9B57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74020" y="2185390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grpSp>
              <p:nvGrpSpPr>
                <p:cNvPr id="91" name="Group 90">
                  <a:extLst>
                    <a:ext uri="{FF2B5EF4-FFF2-40B4-BE49-F238E27FC236}">
                      <a16:creationId xmlns:a16="http://schemas.microsoft.com/office/drawing/2014/main" id="{C70BD679-147E-47B6-B257-0F113F0A14AE}"/>
                    </a:ext>
                  </a:extLst>
                </p:cNvPr>
                <p:cNvGrpSpPr/>
                <p:nvPr/>
              </p:nvGrpSpPr>
              <p:grpSpPr>
                <a:xfrm rot="21418957">
                  <a:off x="941432" y="2025443"/>
                  <a:ext cx="710250" cy="369080"/>
                  <a:chOff x="854932" y="2290871"/>
                  <a:chExt cx="710250" cy="369080"/>
                </a:xfrm>
              </p:grpSpPr>
              <p:sp>
                <p:nvSpPr>
                  <p:cNvPr id="226" name="Flowchart: Connector 225">
                    <a:extLst>
                      <a:ext uri="{FF2B5EF4-FFF2-40B4-BE49-F238E27FC236}">
                        <a16:creationId xmlns:a16="http://schemas.microsoft.com/office/drawing/2014/main" id="{45EB70FF-D7B6-41AF-9FD6-731380AF0F9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54932" y="229087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27" name="Flowchart: Connector 226">
                    <a:extLst>
                      <a:ext uri="{FF2B5EF4-FFF2-40B4-BE49-F238E27FC236}">
                        <a16:creationId xmlns:a16="http://schemas.microsoft.com/office/drawing/2014/main" id="{CF9A0DFD-24E2-4881-9167-85EE639F0C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01897" y="2377722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228" name="Flowchart: Connector 227">
                    <a:extLst>
                      <a:ext uri="{FF2B5EF4-FFF2-40B4-BE49-F238E27FC236}">
                        <a16:creationId xmlns:a16="http://schemas.microsoft.com/office/drawing/2014/main" id="{F8579ED4-9E41-4C90-BA52-E47EBC94BAA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353323" y="244395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</p:grpSp>
            <p:grpSp>
              <p:nvGrpSpPr>
                <p:cNvPr id="92" name="Group 91">
                  <a:extLst>
                    <a:ext uri="{FF2B5EF4-FFF2-40B4-BE49-F238E27FC236}">
                      <a16:creationId xmlns:a16="http://schemas.microsoft.com/office/drawing/2014/main" id="{C5B35084-B4F5-4336-8BC2-779F3EF53E66}"/>
                    </a:ext>
                  </a:extLst>
                </p:cNvPr>
                <p:cNvGrpSpPr/>
                <p:nvPr/>
              </p:nvGrpSpPr>
              <p:grpSpPr>
                <a:xfrm>
                  <a:off x="621287" y="1995259"/>
                  <a:ext cx="1102917" cy="1484052"/>
                  <a:chOff x="2085712" y="1515698"/>
                  <a:chExt cx="1102917" cy="1484052"/>
                </a:xfrm>
              </p:grpSpPr>
              <p:grpSp>
                <p:nvGrpSpPr>
                  <p:cNvPr id="161" name="Group 160">
                    <a:extLst>
                      <a:ext uri="{FF2B5EF4-FFF2-40B4-BE49-F238E27FC236}">
                        <a16:creationId xmlns:a16="http://schemas.microsoft.com/office/drawing/2014/main" id="{26698F76-00FE-4170-BF37-D5E64CE04CDB}"/>
                      </a:ext>
                    </a:extLst>
                  </p:cNvPr>
                  <p:cNvGrpSpPr/>
                  <p:nvPr/>
                </p:nvGrpSpPr>
                <p:grpSpPr>
                  <a:xfrm>
                    <a:off x="2085712" y="1648950"/>
                    <a:ext cx="105765" cy="1037981"/>
                    <a:chOff x="1796341" y="2343196"/>
                    <a:chExt cx="105765" cy="1037981"/>
                  </a:xfrm>
                </p:grpSpPr>
                <p:sp>
                  <p:nvSpPr>
                    <p:cNvPr id="222" name="Flowchart: Connector 221">
                      <a:extLst>
                        <a:ext uri="{FF2B5EF4-FFF2-40B4-BE49-F238E27FC236}">
                          <a16:creationId xmlns:a16="http://schemas.microsoft.com/office/drawing/2014/main" id="{7CA1BB94-820B-4932-9D4B-53F0C61E80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328757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23" name="Flowchart: Connector 222">
                      <a:extLst>
                        <a:ext uri="{FF2B5EF4-FFF2-40B4-BE49-F238E27FC236}">
                          <a16:creationId xmlns:a16="http://schemas.microsoft.com/office/drawing/2014/main" id="{E336ED83-E945-4AEC-A1EC-6B99142140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10301" y="296789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24" name="Flowchart: Connector 223">
                      <a:extLst>
                        <a:ext uri="{FF2B5EF4-FFF2-40B4-BE49-F238E27FC236}">
                          <a16:creationId xmlns:a16="http://schemas.microsoft.com/office/drawing/2014/main" id="{FA0E22B0-DAC1-46EA-8505-9BF30DB7C8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800622" y="265099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225" name="Flowchart: Connector 224">
                      <a:extLst>
                        <a:ext uri="{FF2B5EF4-FFF2-40B4-BE49-F238E27FC236}">
                          <a16:creationId xmlns:a16="http://schemas.microsoft.com/office/drawing/2014/main" id="{F9ECDF19-CE2F-4C73-9280-0BC7DB7F609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1796341" y="2343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</p:grpSp>
              <p:grpSp>
                <p:nvGrpSpPr>
                  <p:cNvPr id="162" name="Group 161">
                    <a:extLst>
                      <a:ext uri="{FF2B5EF4-FFF2-40B4-BE49-F238E27FC236}">
                        <a16:creationId xmlns:a16="http://schemas.microsoft.com/office/drawing/2014/main" id="{FF429107-6436-41FD-AE79-6A48DB5C3268}"/>
                      </a:ext>
                    </a:extLst>
                  </p:cNvPr>
                  <p:cNvGrpSpPr/>
                  <p:nvPr/>
                </p:nvGrpSpPr>
                <p:grpSpPr>
                  <a:xfrm>
                    <a:off x="2114232" y="1515698"/>
                    <a:ext cx="1074397" cy="1484052"/>
                    <a:chOff x="2114232" y="1515698"/>
                    <a:chExt cx="1074397" cy="1484052"/>
                  </a:xfrm>
                </p:grpSpPr>
                <p:grpSp>
                  <p:nvGrpSpPr>
                    <p:cNvPr id="163" name="Group 162">
                      <a:extLst>
                        <a:ext uri="{FF2B5EF4-FFF2-40B4-BE49-F238E27FC236}">
                          <a16:creationId xmlns:a16="http://schemas.microsoft.com/office/drawing/2014/main" id="{0DAF6527-75A3-4B2C-9478-CD69E208E4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460111"/>
                      <a:ext cx="1064718" cy="539639"/>
                      <a:chOff x="3717189" y="1719497"/>
                      <a:chExt cx="1064718" cy="539639"/>
                    </a:xfrm>
                  </p:grpSpPr>
                  <p:sp>
                    <p:nvSpPr>
                      <p:cNvPr id="214" name="Flowchart: Connector 213">
                        <a:extLst>
                          <a:ext uri="{FF2B5EF4-FFF2-40B4-BE49-F238E27FC236}">
                            <a16:creationId xmlns:a16="http://schemas.microsoft.com/office/drawing/2014/main" id="{26A02B5C-808C-40DE-9F1B-77CA78FF3DE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5" name="3D Model 214" descr="Sphere">
                            <a:extLst>
                              <a:ext uri="{FF2B5EF4-FFF2-40B4-BE49-F238E27FC236}">
                                <a16:creationId xmlns:a16="http://schemas.microsoft.com/office/drawing/2014/main" id="{46E11699-D1DA-4E1D-A4DF-EA9CB3461D3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39" name="3D Model 538" descr="Sphere">
                            <a:extLst>
                              <a:ext uri="{FF2B5EF4-FFF2-40B4-BE49-F238E27FC236}">
                                <a16:creationId xmlns:a16="http://schemas.microsoft.com/office/drawing/2014/main" id="{989EAF3D-01F6-44C6-8257-DE398685513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5882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6" name="Flowchart: Connector 215">
                        <a:extLst>
                          <a:ext uri="{FF2B5EF4-FFF2-40B4-BE49-F238E27FC236}">
                            <a16:creationId xmlns:a16="http://schemas.microsoft.com/office/drawing/2014/main" id="{1CA17CB5-66DE-4548-A396-D9A5DDB8A5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7" name="3D Model 216" descr="Sphere">
                            <a:extLst>
                              <a:ext uri="{FF2B5EF4-FFF2-40B4-BE49-F238E27FC236}">
                                <a16:creationId xmlns:a16="http://schemas.microsoft.com/office/drawing/2014/main" id="{E5D1E37C-36E6-47DE-A070-59531A7A36C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1" name="3D Model 540" descr="Sphere">
                            <a:extLst>
                              <a:ext uri="{FF2B5EF4-FFF2-40B4-BE49-F238E27FC236}">
                                <a16:creationId xmlns:a16="http://schemas.microsoft.com/office/drawing/2014/main" id="{AB17CB10-4F93-4434-BA14-50AFAFF49467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666235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8" name="Flowchart: Connector 217">
                        <a:extLst>
                          <a:ext uri="{FF2B5EF4-FFF2-40B4-BE49-F238E27FC236}">
                            <a16:creationId xmlns:a16="http://schemas.microsoft.com/office/drawing/2014/main" id="{42DF79C5-852A-4D92-AD1A-F8579645840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9" name="3D Model 218" descr="Sphere">
                            <a:extLst>
                              <a:ext uri="{FF2B5EF4-FFF2-40B4-BE49-F238E27FC236}">
                                <a16:creationId xmlns:a16="http://schemas.microsoft.com/office/drawing/2014/main" id="{6AC55932-5631-4FCD-8EA2-5ECCA65A5EC8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3" name="3D Model 542" descr="Sphere">
                            <a:extLst>
                              <a:ext uri="{FF2B5EF4-FFF2-40B4-BE49-F238E27FC236}">
                                <a16:creationId xmlns:a16="http://schemas.microsoft.com/office/drawing/2014/main" id="{503D28F6-C92A-40B9-96B8-4050B0C4C9A8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728034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20" name="Flowchart: Connector 219">
                        <a:extLst>
                          <a:ext uri="{FF2B5EF4-FFF2-40B4-BE49-F238E27FC236}">
                            <a16:creationId xmlns:a16="http://schemas.microsoft.com/office/drawing/2014/main" id="{317671EB-6AE9-4015-BE36-6B4DD4B41E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21" name="3D Model 220" descr="Sphere">
                            <a:extLst>
                              <a:ext uri="{FF2B5EF4-FFF2-40B4-BE49-F238E27FC236}">
                                <a16:creationId xmlns:a16="http://schemas.microsoft.com/office/drawing/2014/main" id="{3D1A7E09-56C2-4943-833F-48B429487EA1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7"/>
                              </am3d:raster>
                              <am3d:objViewport viewportSz="164053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45" name="3D Model 544" descr="Sphere">
                            <a:extLst>
                              <a:ext uri="{FF2B5EF4-FFF2-40B4-BE49-F238E27FC236}">
                                <a16:creationId xmlns:a16="http://schemas.microsoft.com/office/drawing/2014/main" id="{226A18F8-2383-4285-9223-CF3CEC25C574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815073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64" name="Group 163">
                      <a:extLst>
                        <a:ext uri="{FF2B5EF4-FFF2-40B4-BE49-F238E27FC236}">
                          <a16:creationId xmlns:a16="http://schemas.microsoft.com/office/drawing/2014/main" id="{D6CE1F61-87A2-4AF4-833B-C536EB7844F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23911" y="2140429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198" name="Flowchart: Connector 197">
                        <a:extLst>
                          <a:ext uri="{FF2B5EF4-FFF2-40B4-BE49-F238E27FC236}">
                            <a16:creationId xmlns:a16="http://schemas.microsoft.com/office/drawing/2014/main" id="{1B24B26A-CBB6-4BE9-B9D1-38AE47459A9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99" name="Flowchart: Connector 198">
                        <a:extLst>
                          <a:ext uri="{FF2B5EF4-FFF2-40B4-BE49-F238E27FC236}">
                            <a16:creationId xmlns:a16="http://schemas.microsoft.com/office/drawing/2014/main" id="{E486C152-77A5-4C83-825F-0695E58422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0" name="Flowchart: Connector 199">
                        <a:extLst>
                          <a:ext uri="{FF2B5EF4-FFF2-40B4-BE49-F238E27FC236}">
                            <a16:creationId xmlns:a16="http://schemas.microsoft.com/office/drawing/2014/main" id="{7256876A-A5E1-4857-80BE-86D7753091C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1" name="Flowchart: Connector 200">
                        <a:extLst>
                          <a:ext uri="{FF2B5EF4-FFF2-40B4-BE49-F238E27FC236}">
                            <a16:creationId xmlns:a16="http://schemas.microsoft.com/office/drawing/2014/main" id="{476D1760-D0AE-4FC4-8085-41A72180798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2" name="Flowchart: Connector 201">
                        <a:extLst>
                          <a:ext uri="{FF2B5EF4-FFF2-40B4-BE49-F238E27FC236}">
                            <a16:creationId xmlns:a16="http://schemas.microsoft.com/office/drawing/2014/main" id="{EC73FB40-C2CB-4011-9359-DB6C841B70C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3" name="Flowchart: Connector 202">
                        <a:extLst>
                          <a:ext uri="{FF2B5EF4-FFF2-40B4-BE49-F238E27FC236}">
                            <a16:creationId xmlns:a16="http://schemas.microsoft.com/office/drawing/2014/main" id="{047B3464-BC65-431A-8794-041DD7C9DF0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4" name="Flowchart: Connector 203">
                        <a:extLst>
                          <a:ext uri="{FF2B5EF4-FFF2-40B4-BE49-F238E27FC236}">
                            <a16:creationId xmlns:a16="http://schemas.microsoft.com/office/drawing/2014/main" id="{4F236A08-AFC9-446F-BB63-F559C85D63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5" name="Flowchart: Connector 204">
                        <a:extLst>
                          <a:ext uri="{FF2B5EF4-FFF2-40B4-BE49-F238E27FC236}">
                            <a16:creationId xmlns:a16="http://schemas.microsoft.com/office/drawing/2014/main" id="{2B9CEA9F-BF52-4EC1-9479-957520C46F1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206" name="Flowchart: Connector 205">
                        <a:extLst>
                          <a:ext uri="{FF2B5EF4-FFF2-40B4-BE49-F238E27FC236}">
                            <a16:creationId xmlns:a16="http://schemas.microsoft.com/office/drawing/2014/main" id="{D2814650-0210-470A-A5B5-4A51AF31D8B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7" name="3D Model 206" descr="Sphere">
                            <a:extLst>
                              <a:ext uri="{FF2B5EF4-FFF2-40B4-BE49-F238E27FC236}">
                                <a16:creationId xmlns:a16="http://schemas.microsoft.com/office/drawing/2014/main" id="{ABBFDFCD-1E2A-48DA-8E4E-92D7B131F535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5" name="3D Model 554" descr="Sphere">
                            <a:extLst>
                              <a:ext uri="{FF2B5EF4-FFF2-40B4-BE49-F238E27FC236}">
                                <a16:creationId xmlns:a16="http://schemas.microsoft.com/office/drawing/2014/main" id="{B10B1F59-68DB-45EF-85AF-5C8351B14029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27973" y="3268571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08" name="Flowchart: Connector 207">
                        <a:extLst>
                          <a:ext uri="{FF2B5EF4-FFF2-40B4-BE49-F238E27FC236}">
                            <a16:creationId xmlns:a16="http://schemas.microsoft.com/office/drawing/2014/main" id="{9308F7D1-BA54-449A-B785-0C97299270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09" name="3D Model 208" descr="Sphere">
                            <a:extLst>
                              <a:ext uri="{FF2B5EF4-FFF2-40B4-BE49-F238E27FC236}">
                                <a16:creationId xmlns:a16="http://schemas.microsoft.com/office/drawing/2014/main" id="{282987DD-EA52-468A-BB7F-BD2443E8FF09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7" name="3D Model 556" descr="Sphere">
                            <a:extLst>
                              <a:ext uri="{FF2B5EF4-FFF2-40B4-BE49-F238E27FC236}">
                                <a16:creationId xmlns:a16="http://schemas.microsoft.com/office/drawing/2014/main" id="{A2534F90-63A2-4E00-9F6F-62444BCD921C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68743" y="3346553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0" name="Flowchart: Connector 209">
                        <a:extLst>
                          <a:ext uri="{FF2B5EF4-FFF2-40B4-BE49-F238E27FC236}">
                            <a16:creationId xmlns:a16="http://schemas.microsoft.com/office/drawing/2014/main" id="{44461565-F4A4-4EE7-BC0D-FA52188B4E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1" name="3D Model 210" descr="Sphere">
                            <a:extLst>
                              <a:ext uri="{FF2B5EF4-FFF2-40B4-BE49-F238E27FC236}">
                                <a16:creationId xmlns:a16="http://schemas.microsoft.com/office/drawing/2014/main" id="{A6E42F99-278A-4F7D-827E-07609A60412D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59" name="3D Model 558" descr="Sphere">
                            <a:extLst>
                              <a:ext uri="{FF2B5EF4-FFF2-40B4-BE49-F238E27FC236}">
                                <a16:creationId xmlns:a16="http://schemas.microsoft.com/office/drawing/2014/main" id="{3144521F-B4C2-4106-B2F3-D31F5890AAB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13239" y="3408352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212" name="Flowchart: Connector 211">
                        <a:extLst>
                          <a:ext uri="{FF2B5EF4-FFF2-40B4-BE49-F238E27FC236}">
                            <a16:creationId xmlns:a16="http://schemas.microsoft.com/office/drawing/2014/main" id="{CD04E4C6-5FB8-43DB-877A-DACF31D7E69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213" name="3D Model 212" descr="Sphere">
                            <a:extLst>
                              <a:ext uri="{FF2B5EF4-FFF2-40B4-BE49-F238E27FC236}">
                                <a16:creationId xmlns:a16="http://schemas.microsoft.com/office/drawing/2014/main" id="{F14021B7-D675-4E7A-A65B-BE6834DC802A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61" name="3D Model 560" descr="Sphere">
                            <a:extLst>
                              <a:ext uri="{FF2B5EF4-FFF2-40B4-BE49-F238E27FC236}">
                                <a16:creationId xmlns:a16="http://schemas.microsoft.com/office/drawing/2014/main" id="{81B1584C-E839-495C-A926-920C4CB7DA9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1657" y="3495391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grpSp>
                  <p:nvGrpSpPr>
                    <p:cNvPr id="165" name="Group 164">
                      <a:extLst>
                        <a:ext uri="{FF2B5EF4-FFF2-40B4-BE49-F238E27FC236}">
                          <a16:creationId xmlns:a16="http://schemas.microsoft.com/office/drawing/2014/main" id="{A91FC0FF-D7FB-4B15-BE28-86FCD6E774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14232" y="1823526"/>
                      <a:ext cx="1064718" cy="637179"/>
                      <a:chOff x="3717189" y="1719497"/>
                      <a:chExt cx="1064718" cy="637179"/>
                    </a:xfrm>
                  </p:grpSpPr>
                  <p:sp>
                    <p:nvSpPr>
                      <p:cNvPr id="182" name="Flowchart: Connector 181">
                        <a:extLst>
                          <a:ext uri="{FF2B5EF4-FFF2-40B4-BE49-F238E27FC236}">
                            <a16:creationId xmlns:a16="http://schemas.microsoft.com/office/drawing/2014/main" id="{86CB4FB5-B76D-4DC3-B1C8-57803037B1B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15437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3" name="Flowchart: Connector 182">
                        <a:extLst>
                          <a:ext uri="{FF2B5EF4-FFF2-40B4-BE49-F238E27FC236}">
                            <a16:creationId xmlns:a16="http://schemas.microsoft.com/office/drawing/2014/main" id="{FA807A6A-0331-4564-8CB8-0ED74AA38F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690102" y="2001983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4" name="Flowchart: Connector 183">
                        <a:extLst>
                          <a:ext uri="{FF2B5EF4-FFF2-40B4-BE49-F238E27FC236}">
                            <a16:creationId xmlns:a16="http://schemas.microsoft.com/office/drawing/2014/main" id="{D64A1A0A-915F-4FED-9AAA-87303B9BF3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833585" y="1998052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5" name="Flowchart: Connector 184">
                        <a:extLst>
                          <a:ext uri="{FF2B5EF4-FFF2-40B4-BE49-F238E27FC236}">
                            <a16:creationId xmlns:a16="http://schemas.microsoft.com/office/drawing/2014/main" id="{3EBCAF1B-7B17-4888-ADBB-9155A02D381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876577" y="196999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6" name="Flowchart: Connector 185">
                        <a:extLst>
                          <a:ext uri="{FF2B5EF4-FFF2-40B4-BE49-F238E27FC236}">
                            <a16:creationId xmlns:a16="http://schemas.microsoft.com/office/drawing/2014/main" id="{B4378A57-AB62-42B1-87BF-58116304CCC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065288" y="206237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7" name="Flowchart: Connector 186">
                        <a:extLst>
                          <a:ext uri="{FF2B5EF4-FFF2-40B4-BE49-F238E27FC236}">
                            <a16:creationId xmlns:a16="http://schemas.microsoft.com/office/drawing/2014/main" id="{48CF02A5-CAA8-464B-99EA-67BB8ED2219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120956" y="2053208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8" name="Flowchart: Connector 187">
                        <a:extLst>
                          <a:ext uri="{FF2B5EF4-FFF2-40B4-BE49-F238E27FC236}">
                            <a16:creationId xmlns:a16="http://schemas.microsoft.com/office/drawing/2014/main" id="{554862F8-51E2-471B-B917-F5D4E320F0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309784" y="2139196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89" name="Flowchart: Connector 188">
                        <a:extLst>
                          <a:ext uri="{FF2B5EF4-FFF2-40B4-BE49-F238E27FC236}">
                            <a16:creationId xmlns:a16="http://schemas.microsoft.com/office/drawing/2014/main" id="{073BCA4D-9771-4CC3-B3B7-60302B9019C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4381325" y="2140676"/>
                        <a:ext cx="211859" cy="216000"/>
                      </a:xfrm>
                      <a:prstGeom prst="flowChartConnector">
                        <a:avLst/>
                      </a:prstGeom>
                      <a:solidFill>
                        <a:srgbClr val="00FFFF"/>
                      </a:solidFill>
                      <a:ln>
                        <a:solidFill>
                          <a:srgbClr val="00FF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p:sp>
                    <p:nvSpPr>
                      <p:cNvPr id="190" name="Flowchart: Connector 189">
                        <a:extLst>
                          <a:ext uri="{FF2B5EF4-FFF2-40B4-BE49-F238E27FC236}">
                            <a16:creationId xmlns:a16="http://schemas.microsoft.com/office/drawing/2014/main" id="{6E219211-DAB9-433A-9AC7-3EF4921A597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574683" y="2222408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91" name="3D Model 190" descr="Sphere">
                            <a:extLst>
                              <a:ext uri="{FF2B5EF4-FFF2-40B4-BE49-F238E27FC236}">
                                <a16:creationId xmlns:a16="http://schemas.microsoft.com/office/drawing/2014/main" id="{2B9030AC-19D6-4667-9F59-1EC836557306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717189" y="1719497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1" name="3D Model 570" descr="Sphere">
                            <a:extLst>
                              <a:ext uri="{FF2B5EF4-FFF2-40B4-BE49-F238E27FC236}">
                                <a16:creationId xmlns:a16="http://schemas.microsoft.com/office/drawing/2014/main" id="{431CAFD4-B5D8-40F0-860A-3D38F1F2E4D1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318294" y="2951668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92" name="Flowchart: Connector 191">
                        <a:extLst>
                          <a:ext uri="{FF2B5EF4-FFF2-40B4-BE49-F238E27FC236}">
                            <a16:creationId xmlns:a16="http://schemas.microsoft.com/office/drawing/2014/main" id="{B66ECF5D-0E44-4ED8-9F5D-84589D8471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3938658" y="1871027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 dirty="0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93" name="3D Model 192" descr="Sphere">
                            <a:extLst>
                              <a:ext uri="{FF2B5EF4-FFF2-40B4-BE49-F238E27FC236}">
                                <a16:creationId xmlns:a16="http://schemas.microsoft.com/office/drawing/2014/main" id="{AB6CC46B-F538-472E-9607-ED05EA497AA4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3957959" y="1797479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3" name="3D Model 572" descr="Sphere">
                            <a:extLst>
                              <a:ext uri="{FF2B5EF4-FFF2-40B4-BE49-F238E27FC236}">
                                <a16:creationId xmlns:a16="http://schemas.microsoft.com/office/drawing/2014/main" id="{D6220843-76D7-4B68-A4C7-3C63A7751E1F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559064" y="3029650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94" name="Flowchart: Connector 193">
                        <a:extLst>
                          <a:ext uri="{FF2B5EF4-FFF2-40B4-BE49-F238E27FC236}">
                            <a16:creationId xmlns:a16="http://schemas.microsoft.com/office/drawing/2014/main" id="{606334E0-ABBF-4232-868C-75BB6E34932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177837" y="1940159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95" name="3D Model 194" descr="Sphere">
                            <a:extLst>
                              <a:ext uri="{FF2B5EF4-FFF2-40B4-BE49-F238E27FC236}">
                                <a16:creationId xmlns:a16="http://schemas.microsoft.com/office/drawing/2014/main" id="{91F68342-D10E-4455-82F0-C474C218FFC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202455" y="1859278"/>
                          <a:ext cx="306464" cy="32759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63340" cy="158247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6465115" ay="2901164" az="-4008504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4"/>
                              </am3d:raster>
                              <am3d:objViewport viewportSz="177918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5" name="3D Model 574" descr="Sphere">
                            <a:extLst>
                              <a:ext uri="{FF2B5EF4-FFF2-40B4-BE49-F238E27FC236}">
                                <a16:creationId xmlns:a16="http://schemas.microsoft.com/office/drawing/2014/main" id="{A31C2113-6FBF-4DA7-9B5E-8D9B60E9FEAB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803560" y="3091449"/>
                            <a:ext cx="306464" cy="32759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  <p:sp>
                    <p:nvSpPr>
                      <p:cNvPr id="196" name="Flowchart: Connector 195">
                        <a:extLst>
                          <a:ext uri="{FF2B5EF4-FFF2-40B4-BE49-F238E27FC236}">
                            <a16:creationId xmlns:a16="http://schemas.microsoft.com/office/drawing/2014/main" id="{1D7D2FDC-58F7-48E4-9184-BAA01A408F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4441353" y="2022774"/>
                        <a:ext cx="91805" cy="93600"/>
                      </a:xfrm>
                      <a:prstGeom prst="flowChartConnector">
                        <a:avLst/>
                      </a:prstGeom>
                      <a:solidFill>
                        <a:srgbClr val="FF66FF"/>
                      </a:solidFill>
                      <a:ln>
                        <a:solidFill>
                          <a:srgbClr val="FF66FF"/>
                        </a:solidFill>
                      </a:ln>
                      <a:scene3d>
                        <a:camera prst="orthographicFront"/>
                        <a:lightRig rig="threePt" dir="t"/>
                      </a:scene3d>
                      <a:sp3d>
                        <a:bevelT/>
                      </a:sp3d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IN" b="1"/>
                      </a:p>
                    </p:txBody>
                  </p:sp>
                  <mc:AlternateContent xmlns:mc="http://schemas.openxmlformats.org/markup-compatibility/2006" xmlns:am3d="http://schemas.microsoft.com/office/drawing/2017/model3d">
                    <mc:Choice Requires="am3d">
                      <p:graphicFrame>
                        <p:nvGraphicFramePr>
                          <p:cNvPr id="197" name="3D Model 196" descr="Sphere">
                            <a:extLst>
                              <a:ext uri="{FF2B5EF4-FFF2-40B4-BE49-F238E27FC236}">
                                <a16:creationId xmlns:a16="http://schemas.microsoft.com/office/drawing/2014/main" id="{48F970AC-7BB5-4961-85A9-FC86B4A95AEF}"/>
                              </a:ext>
                            </a:extLst>
                          </p:cNvPr>
                          <p:cNvGraphicFramePr>
                            <a:graphicFrameLocks noChangeAspect="1"/>
                          </p:cNvGraphicFramePr>
                          <p:nvPr/>
                        </p:nvGraphicFramePr>
                        <p:xfrm>
                          <a:off x="4470873" y="1946317"/>
                          <a:ext cx="293860" cy="312819"/>
                        </p:xfrm>
                        <a:graphic>
                          <a:graphicData uri="http://schemas.microsoft.com/office/drawing/2017/model3d">
                            <am3d:model3d r:embed="rId2">
                              <am3d:spPr>
                                <a:xfrm>
                                  <a:off x="0" y="0"/>
                                  <a:ext cx="156622" cy="151108"/>
                                </a:xfrm>
                                <a:prstGeom prst="rect">
                                  <a:avLst/>
                                </a:prstGeom>
                              </am3d:spPr>
                              <am3d:camera>
                                <am3d:pos x="0" y="0" z="81469184"/>
                                <am3d:up dx="0" dy="36000000" dz="0"/>
                                <am3d:lookAt x="0" y="0" z="0"/>
                                <am3d:perspective fov="2700000"/>
                              </am3d:camera>
                              <am3d:trans>
                                <am3d:meterPerModelUnit n="7143146" d="1000000"/>
                                <am3d:preTrans dx="-2" dy="-18000000" dz="3"/>
                                <am3d:scale>
                                  <am3d:sx n="1000000" d="1000000"/>
                                  <am3d:sy n="1000000" d="1000000"/>
                                  <am3d:sz n="1000000" d="1000000"/>
                                </am3d:scale>
                                <am3d:rot ax="8329655" ay="3593320" az="-2226581"/>
                                <am3d:postTrans dx="0" dy="0" dz="0"/>
                              </am3d:trans>
                              <am3d:attrSrcUrl r:id="rId3"/>
                              <am3d:raster rName="Office3DRenderer" rVer="16.0.8326">
                                <am3d:blip r:embed="rId9"/>
                              </am3d:raster>
                              <am3d:objViewport viewportSz="164054"/>
                              <am3d:ambientLight>
                                <am3d:clr>
                                  <a:scrgbClr r="50000" g="50000" b="50000"/>
                                </am3d:clr>
                                <am3d:illuminance n="500000" d="1000000"/>
                              </am3d:ambientLight>
                              <am3d:ptLight rad="0">
                                <am3d:clr>
                                  <a:scrgbClr r="100000" g="75000" b="50000"/>
                                </am3d:clr>
                                <am3d:intensity n="9765625" d="1000000"/>
                                <am3d:pos x="21959998" y="70920001" z="16344003"/>
                              </am3d:ptLight>
                              <am3d:ptLight rad="0">
                                <am3d:clr>
                                  <a:scrgbClr r="40000" g="60000" b="95000"/>
                                </am3d:clr>
                                <am3d:intensity n="12250000" d="1000000"/>
                                <am3d:pos x="-37964106" y="51130435" z="57631972"/>
                              </am3d:ptLight>
                              <am3d:ptLight rad="0">
                                <am3d:clr>
                                  <a:scrgbClr r="86837" g="72700" b="100000"/>
                                </am3d:clr>
                                <am3d:intensity n="3125000" d="1000000"/>
                                <am3d:pos x="-37739122" y="58056624" z="-34769649"/>
                              </am3d:ptLight>
                            </am3d:model3d>
                          </a:graphicData>
                        </a:graphic>
                      </p:graphicFrame>
                    </mc:Choice>
                    <mc:Fallback xmlns="">
                      <p:pic>
                        <p:nvPicPr>
                          <p:cNvPr id="577" name="3D Model 576" descr="Sphere">
                            <a:extLst>
                              <a:ext uri="{FF2B5EF4-FFF2-40B4-BE49-F238E27FC236}">
                                <a16:creationId xmlns:a16="http://schemas.microsoft.com/office/drawing/2014/main" id="{69CA7D75-9569-459B-AA3F-BFD6D15B2576}"/>
                              </a:ext>
                            </a:extLst>
                          </p:cNvPr>
                          <p:cNvPicPr>
                            <a:picLocks noGrp="1" noRot="1" noChangeAspect="1" noMove="1" noResize="1" noEditPoints="1" noAdjustHandles="1" noChangeArrowheads="1" noChangeShapeType="1" noCrop="1"/>
                          </p:cNvPicPr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71978" y="3178488"/>
                            <a:ext cx="293860" cy="312819"/>
                          </a:xfrm>
                          <a:prstGeom prst="rect">
                            <a:avLst/>
                          </a:prstGeom>
                        </p:spPr>
                      </p:pic>
                    </mc:Fallback>
                  </mc:AlternateContent>
                </p:grpSp>
                <p:sp>
                  <p:nvSpPr>
                    <p:cNvPr id="166" name="Flowchart: Connector 165">
                      <a:extLst>
                        <a:ext uri="{FF2B5EF4-FFF2-40B4-BE49-F238E27FC236}">
                          <a16:creationId xmlns:a16="http://schemas.microsoft.com/office/drawing/2014/main" id="{9AFA6EFB-4F2A-448A-A2B5-BEA6EE46E92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22159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7" name="Flowchart: Connector 166">
                      <a:extLst>
                        <a:ext uri="{FF2B5EF4-FFF2-40B4-BE49-F238E27FC236}">
                          <a16:creationId xmlns:a16="http://schemas.microsoft.com/office/drawing/2014/main" id="{C8DA55B7-7783-4824-97CC-B728F6BEBD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096824" y="178425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8" name="Flowchart: Connector 167">
                      <a:extLst>
                        <a:ext uri="{FF2B5EF4-FFF2-40B4-BE49-F238E27FC236}">
                          <a16:creationId xmlns:a16="http://schemas.microsoft.com/office/drawing/2014/main" id="{762A4F41-8E72-4BD0-BC7D-3966BA9FFCE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240307" y="1780325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69" name="Flowchart: Connector 168">
                      <a:extLst>
                        <a:ext uri="{FF2B5EF4-FFF2-40B4-BE49-F238E27FC236}">
                          <a16:creationId xmlns:a16="http://schemas.microsoft.com/office/drawing/2014/main" id="{1CAA991D-E26B-4E9E-896E-42CA2899FCC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283299" y="175226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0" name="Flowchart: Connector 169">
                      <a:extLst>
                        <a:ext uri="{FF2B5EF4-FFF2-40B4-BE49-F238E27FC236}">
                          <a16:creationId xmlns:a16="http://schemas.microsoft.com/office/drawing/2014/main" id="{FE1A8F5E-299E-40CE-A045-053D3E25792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472010" y="184465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1" name="Flowchart: Connector 170">
                      <a:extLst>
                        <a:ext uri="{FF2B5EF4-FFF2-40B4-BE49-F238E27FC236}">
                          <a16:creationId xmlns:a16="http://schemas.microsoft.com/office/drawing/2014/main" id="{CD21E648-0CF4-4C65-B21D-00FE1B4FC09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527678" y="1835481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2" name="Flowchart: Connector 171">
                      <a:extLst>
                        <a:ext uri="{FF2B5EF4-FFF2-40B4-BE49-F238E27FC236}">
                          <a16:creationId xmlns:a16="http://schemas.microsoft.com/office/drawing/2014/main" id="{ACA714BA-91DE-4698-8DE0-D42DE1D706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716506" y="192146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3" name="Flowchart: Connector 172">
                      <a:extLst>
                        <a:ext uri="{FF2B5EF4-FFF2-40B4-BE49-F238E27FC236}">
                          <a16:creationId xmlns:a16="http://schemas.microsoft.com/office/drawing/2014/main" id="{CBAB5C8F-FAB5-47D4-9039-E42F973DA4E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2788047" y="1922949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74" name="Flowchart: Connector 173">
                      <a:extLst>
                        <a:ext uri="{FF2B5EF4-FFF2-40B4-BE49-F238E27FC236}">
                          <a16:creationId xmlns:a16="http://schemas.microsoft.com/office/drawing/2014/main" id="{13608330-9F1D-4A77-8335-77F7A64587E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981405" y="2004681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5" name="3D Model 174" descr="Sphere">
                          <a:extLst>
                            <a:ext uri="{FF2B5EF4-FFF2-40B4-BE49-F238E27FC236}">
                              <a16:creationId xmlns:a16="http://schemas.microsoft.com/office/drawing/2014/main" id="{05F4A55F-C805-4E92-96C9-A683E20E73E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2127272" y="1515698"/>
                        <a:ext cx="299738" cy="29973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9755" cy="14478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1"/>
                            </am3d:raster>
                            <am3d:objViewport viewportSz="162787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5" name="3D Model 174" descr="Sphere">
                          <a:extLst>
                            <a:ext uri="{FF2B5EF4-FFF2-40B4-BE49-F238E27FC236}">
                              <a16:creationId xmlns:a16="http://schemas.microsoft.com/office/drawing/2014/main" id="{0F441D18-6D9C-4C48-BBF1-C28CF9A13BF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1065242" y="2784657"/>
                          <a:ext cx="299738" cy="29973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76" name="Flowchart: Connector 175">
                      <a:extLst>
                        <a:ext uri="{FF2B5EF4-FFF2-40B4-BE49-F238E27FC236}">
                          <a16:creationId xmlns:a16="http://schemas.microsoft.com/office/drawing/2014/main" id="{A7E13C47-69D2-4B27-A157-E6B4B513FEB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345380" y="1653300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7" name="3D Model 176" descr="Sphere">
                          <a:extLst>
                            <a:ext uri="{FF2B5EF4-FFF2-40B4-BE49-F238E27FC236}">
                              <a16:creationId xmlns:a16="http://schemas.microsoft.com/office/drawing/2014/main" id="{977AC1B9-2E7D-4354-ADFD-DA9AB559833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2364681" y="1579752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7" name="3D Model 176" descr="Sphere">
                          <a:extLst>
                            <a:ext uri="{FF2B5EF4-FFF2-40B4-BE49-F238E27FC236}">
                              <a16:creationId xmlns:a16="http://schemas.microsoft.com/office/drawing/2014/main" id="{653ADD8A-AFB8-4BB3-8461-2EBD4DD6515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302651" y="2848711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78" name="Flowchart: Connector 177">
                      <a:extLst>
                        <a:ext uri="{FF2B5EF4-FFF2-40B4-BE49-F238E27FC236}">
                          <a16:creationId xmlns:a16="http://schemas.microsoft.com/office/drawing/2014/main" id="{2CBE22D1-FB8E-4B2D-A0B6-E88C5F0C46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586940" y="172243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79" name="3D Model 178" descr="Sphere">
                          <a:extLst>
                            <a:ext uri="{FF2B5EF4-FFF2-40B4-BE49-F238E27FC236}">
                              <a16:creationId xmlns:a16="http://schemas.microsoft.com/office/drawing/2014/main" id="{F7567837-D382-4016-850F-0D45DDE9193F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2609177" y="164853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79" name="3D Model 178" descr="Sphere">
                          <a:extLst>
                            <a:ext uri="{FF2B5EF4-FFF2-40B4-BE49-F238E27FC236}">
                              <a16:creationId xmlns:a16="http://schemas.microsoft.com/office/drawing/2014/main" id="{04097741-C651-416C-B6DD-C24D5A1D138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3"/>
                        <a:stretch>
                          <a:fillRect/>
                        </a:stretch>
                      </p:blipFill>
                      <p:spPr>
                        <a:xfrm>
                          <a:off x="1547147" y="2917490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80" name="Flowchart: Connector 179">
                      <a:extLst>
                        <a:ext uri="{FF2B5EF4-FFF2-40B4-BE49-F238E27FC236}">
                          <a16:creationId xmlns:a16="http://schemas.microsoft.com/office/drawing/2014/main" id="{CEAAF330-6050-41FC-B34F-253142A513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2848075" y="180504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81" name="3D Model 180" descr="Sphere">
                          <a:extLst>
                            <a:ext uri="{FF2B5EF4-FFF2-40B4-BE49-F238E27FC236}">
                              <a16:creationId xmlns:a16="http://schemas.microsoft.com/office/drawing/2014/main" id="{DCFABA5A-6014-497C-BFCD-6E8DBDFBA2E4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2877595" y="1728590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81" name="3D Model 180" descr="Sphere">
                          <a:extLst>
                            <a:ext uri="{FF2B5EF4-FFF2-40B4-BE49-F238E27FC236}">
                              <a16:creationId xmlns:a16="http://schemas.microsoft.com/office/drawing/2014/main" id="{C85FB5A0-5213-4020-B74F-0E33E70A3593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1815565" y="2997549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</p:grpSp>
            <p:sp>
              <p:nvSpPr>
                <p:cNvPr id="93" name="Flowchart: Connector 92">
                  <a:extLst>
                    <a:ext uri="{FF2B5EF4-FFF2-40B4-BE49-F238E27FC236}">
                      <a16:creationId xmlns:a16="http://schemas.microsoft.com/office/drawing/2014/main" id="{53D4E026-D18B-4C96-9475-5095E04196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6374" y="2138471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4" name="Flowchart: Connector 93">
                  <a:extLst>
                    <a:ext uri="{FF2B5EF4-FFF2-40B4-BE49-F238E27FC236}">
                      <a16:creationId xmlns:a16="http://schemas.microsoft.com/office/drawing/2014/main" id="{23A56254-31A7-45A2-8287-C17FE2C236D4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886236" y="2232263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5" name="Flowchart: Connector 94">
                  <a:extLst>
                    <a:ext uri="{FF2B5EF4-FFF2-40B4-BE49-F238E27FC236}">
                      <a16:creationId xmlns:a16="http://schemas.microsoft.com/office/drawing/2014/main" id="{526BCEFA-2FEC-4555-94A6-41550797E64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52806" y="2225497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6" name="Flowchart: Connector 95">
                  <a:extLst>
                    <a:ext uri="{FF2B5EF4-FFF2-40B4-BE49-F238E27FC236}">
                      <a16:creationId xmlns:a16="http://schemas.microsoft.com/office/drawing/2014/main" id="{09B16446-7EC0-41FD-8E6A-7A6E0E3E0DF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0272" y="2504090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7" name="Flowchart: Connector 96">
                  <a:extLst>
                    <a:ext uri="{FF2B5EF4-FFF2-40B4-BE49-F238E27FC236}">
                      <a16:creationId xmlns:a16="http://schemas.microsoft.com/office/drawing/2014/main" id="{549FA5FD-E072-4314-B678-7C0A58D0C4E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20633" y="2830105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98" name="Flowchart: Connector 97">
                  <a:extLst>
                    <a:ext uri="{FF2B5EF4-FFF2-40B4-BE49-F238E27FC236}">
                      <a16:creationId xmlns:a16="http://schemas.microsoft.com/office/drawing/2014/main" id="{04A0D0C1-7919-46D2-B725-11D75EAAB02D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29128" y="2313219"/>
                  <a:ext cx="91805" cy="93600"/>
                </a:xfrm>
                <a:prstGeom prst="flowChartConnector">
                  <a:avLst/>
                </a:prstGeom>
                <a:solidFill>
                  <a:srgbClr val="FF66FF"/>
                </a:solidFill>
                <a:ln>
                  <a:solidFill>
                    <a:srgbClr val="FF66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/>
                </a:p>
              </p:txBody>
            </p:sp>
            <p:sp>
              <p:nvSpPr>
                <p:cNvPr id="99" name="Flowchart: Connector 98">
                  <a:extLst>
                    <a:ext uri="{FF2B5EF4-FFF2-40B4-BE49-F238E27FC236}">
                      <a16:creationId xmlns:a16="http://schemas.microsoft.com/office/drawing/2014/main" id="{A93008FF-6C24-4301-A289-3F88B60ACA2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11385" y="2302378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sp>
              <p:nvSpPr>
                <p:cNvPr id="100" name="Flowchart: Connector 99">
                  <a:extLst>
                    <a:ext uri="{FF2B5EF4-FFF2-40B4-BE49-F238E27FC236}">
                      <a16:creationId xmlns:a16="http://schemas.microsoft.com/office/drawing/2014/main" id="{31B9172F-43C2-4A3D-A65E-34EE2EB8176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31097" y="3148499"/>
                  <a:ext cx="211859" cy="216000"/>
                </a:xfrm>
                <a:prstGeom prst="flowChartConnector">
                  <a:avLst/>
                </a:prstGeom>
                <a:solidFill>
                  <a:srgbClr val="00FFFF"/>
                </a:solidFill>
                <a:ln>
                  <a:solidFill>
                    <a:srgbClr val="00FFFF"/>
                  </a:solidFill>
                </a:ln>
                <a:scene3d>
                  <a:camera prst="orthographicFront"/>
                  <a:lightRig rig="threePt" dir="t"/>
                </a:scene3d>
                <a:sp3d>
                  <a:bevelT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 b="1" dirty="0"/>
                </a:p>
              </p:txBody>
            </p:sp>
            <p:grpSp>
              <p:nvGrpSpPr>
                <p:cNvPr id="101" name="Group 100">
                  <a:extLst>
                    <a:ext uri="{FF2B5EF4-FFF2-40B4-BE49-F238E27FC236}">
                      <a16:creationId xmlns:a16="http://schemas.microsoft.com/office/drawing/2014/main" id="{F0278BF1-055F-4419-BA33-68FB743CE7C4}"/>
                    </a:ext>
                  </a:extLst>
                </p:cNvPr>
                <p:cNvGrpSpPr/>
                <p:nvPr/>
              </p:nvGrpSpPr>
              <p:grpSpPr>
                <a:xfrm>
                  <a:off x="420511" y="2127869"/>
                  <a:ext cx="1073693" cy="1496391"/>
                  <a:chOff x="2114936" y="1503359"/>
                  <a:chExt cx="1073693" cy="1496391"/>
                </a:xfrm>
              </p:grpSpPr>
              <p:grpSp>
                <p:nvGrpSpPr>
                  <p:cNvPr id="102" name="Group 101">
                    <a:extLst>
                      <a:ext uri="{FF2B5EF4-FFF2-40B4-BE49-F238E27FC236}">
                        <a16:creationId xmlns:a16="http://schemas.microsoft.com/office/drawing/2014/main" id="{F6C1241E-58BA-4C69-A28F-D4246B5C7B40}"/>
                      </a:ext>
                    </a:extLst>
                  </p:cNvPr>
                  <p:cNvGrpSpPr/>
                  <p:nvPr/>
                </p:nvGrpSpPr>
                <p:grpSpPr>
                  <a:xfrm>
                    <a:off x="2127974" y="2474038"/>
                    <a:ext cx="1060655" cy="525712"/>
                    <a:chOff x="3721252" y="1733424"/>
                    <a:chExt cx="1060655" cy="525712"/>
                  </a:xfrm>
                </p:grpSpPr>
                <p:sp>
                  <p:nvSpPr>
                    <p:cNvPr id="153" name="Flowchart: Connector 152">
                      <a:extLst>
                        <a:ext uri="{FF2B5EF4-FFF2-40B4-BE49-F238E27FC236}">
                          <a16:creationId xmlns:a16="http://schemas.microsoft.com/office/drawing/2014/main" id="{1A687581-3D4D-4EEE-B520-53A801FF9F0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4" name="3D Model 153" descr="Sphere">
                          <a:extLst>
                            <a:ext uri="{FF2B5EF4-FFF2-40B4-BE49-F238E27FC236}">
                              <a16:creationId xmlns:a16="http://schemas.microsoft.com/office/drawing/2014/main" id="{59AE55F2-E5D0-4DD5-B77E-4807966C7C3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3721252" y="1733424"/>
                        <a:ext cx="299739" cy="299738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9755" cy="144789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11"/>
                            </am3d:raster>
                            <am3d:objViewport viewportSz="162787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54" name="3D Model 153" descr="Sphere">
                          <a:extLst>
                            <a:ext uri="{FF2B5EF4-FFF2-40B4-BE49-F238E27FC236}">
                              <a16:creationId xmlns:a16="http://schemas.microsoft.com/office/drawing/2014/main" id="{59D6F9AA-09E2-4338-90EA-68FFD8CCDA4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12"/>
                        <a:stretch>
                          <a:fillRect/>
                        </a:stretch>
                      </p:blipFill>
                      <p:spPr>
                        <a:xfrm>
                          <a:off x="835944" y="3887946"/>
                          <a:ext cx="299739" cy="299738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5" name="Flowchart: Connector 154">
                      <a:extLst>
                        <a:ext uri="{FF2B5EF4-FFF2-40B4-BE49-F238E27FC236}">
                          <a16:creationId xmlns:a16="http://schemas.microsoft.com/office/drawing/2014/main" id="{7086E9EE-F588-4353-8CFC-11D16012E1D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6" name="3D Model 155" descr="Sphere">
                          <a:extLst>
                            <a:ext uri="{FF2B5EF4-FFF2-40B4-BE49-F238E27FC236}">
                              <a16:creationId xmlns:a16="http://schemas.microsoft.com/office/drawing/2014/main" id="{8229880D-CBC4-46D0-8B90-19EEC26A10BD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1" name="3D Model 540" descr="Sphere">
                          <a:extLst>
                            <a:ext uri="{FF2B5EF4-FFF2-40B4-BE49-F238E27FC236}">
                              <a16:creationId xmlns:a16="http://schemas.microsoft.com/office/drawing/2014/main" id="{AB17CB10-4F93-4434-BA14-50AFAFF49467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666235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7" name="Flowchart: Connector 156">
                      <a:extLst>
                        <a:ext uri="{FF2B5EF4-FFF2-40B4-BE49-F238E27FC236}">
                          <a16:creationId xmlns:a16="http://schemas.microsoft.com/office/drawing/2014/main" id="{FE5928B7-383E-4F99-BCFB-9533961C32E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8" name="3D Model 157" descr="Sphere">
                          <a:extLst>
                            <a:ext uri="{FF2B5EF4-FFF2-40B4-BE49-F238E27FC236}">
                              <a16:creationId xmlns:a16="http://schemas.microsoft.com/office/drawing/2014/main" id="{ED3888C3-1C68-4CFD-9E7F-E5946BB7750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3" name="3D Model 542" descr="Sphere">
                          <a:extLst>
                            <a:ext uri="{FF2B5EF4-FFF2-40B4-BE49-F238E27FC236}">
                              <a16:creationId xmlns:a16="http://schemas.microsoft.com/office/drawing/2014/main" id="{503D28F6-C92A-40B9-96B8-4050B0C4C9A8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728034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9" name="Flowchart: Connector 158">
                      <a:extLst>
                        <a:ext uri="{FF2B5EF4-FFF2-40B4-BE49-F238E27FC236}">
                          <a16:creationId xmlns:a16="http://schemas.microsoft.com/office/drawing/2014/main" id="{B017EC97-A4C4-499C-BFF4-C7C24223CB7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60" name="3D Model 159" descr="Sphere">
                          <a:extLst>
                            <a:ext uri="{FF2B5EF4-FFF2-40B4-BE49-F238E27FC236}">
                              <a16:creationId xmlns:a16="http://schemas.microsoft.com/office/drawing/2014/main" id="{B81F1954-13D0-4AE8-8F77-936B7A1662C8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45" name="3D Model 544" descr="Sphere">
                          <a:extLst>
                            <a:ext uri="{FF2B5EF4-FFF2-40B4-BE49-F238E27FC236}">
                              <a16:creationId xmlns:a16="http://schemas.microsoft.com/office/drawing/2014/main" id="{226A18F8-2383-4285-9223-CF3CEC25C574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815073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103" name="Group 102">
                    <a:extLst>
                      <a:ext uri="{FF2B5EF4-FFF2-40B4-BE49-F238E27FC236}">
                        <a16:creationId xmlns:a16="http://schemas.microsoft.com/office/drawing/2014/main" id="{C6D3629D-606C-4716-8443-C80FCCCAD783}"/>
                      </a:ext>
                    </a:extLst>
                  </p:cNvPr>
                  <p:cNvGrpSpPr/>
                  <p:nvPr/>
                </p:nvGrpSpPr>
                <p:grpSpPr>
                  <a:xfrm>
                    <a:off x="2124615" y="2140429"/>
                    <a:ext cx="1064014" cy="637179"/>
                    <a:chOff x="3717893" y="1719497"/>
                    <a:chExt cx="1064014" cy="637179"/>
                  </a:xfrm>
                </p:grpSpPr>
                <p:sp>
                  <p:nvSpPr>
                    <p:cNvPr id="137" name="Flowchart: Connector 136">
                      <a:extLst>
                        <a:ext uri="{FF2B5EF4-FFF2-40B4-BE49-F238E27FC236}">
                          <a16:creationId xmlns:a16="http://schemas.microsoft.com/office/drawing/2014/main" id="{EDE22B05-5B2F-43A5-A0DB-6CAEE3F17A1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8" name="Flowchart: Connector 137">
                      <a:extLst>
                        <a:ext uri="{FF2B5EF4-FFF2-40B4-BE49-F238E27FC236}">
                          <a16:creationId xmlns:a16="http://schemas.microsoft.com/office/drawing/2014/main" id="{09643ABE-7459-4BDD-9BF8-96A7B9B6548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39" name="Flowchart: Connector 138">
                      <a:extLst>
                        <a:ext uri="{FF2B5EF4-FFF2-40B4-BE49-F238E27FC236}">
                          <a16:creationId xmlns:a16="http://schemas.microsoft.com/office/drawing/2014/main" id="{B56D101D-468A-47AA-9B54-D2AE9F4A908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0" name="Flowchart: Connector 139">
                      <a:extLst>
                        <a:ext uri="{FF2B5EF4-FFF2-40B4-BE49-F238E27FC236}">
                          <a16:creationId xmlns:a16="http://schemas.microsoft.com/office/drawing/2014/main" id="{648CE028-509B-464C-B254-74F02A26E6B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1" name="Flowchart: Connector 140">
                      <a:extLst>
                        <a:ext uri="{FF2B5EF4-FFF2-40B4-BE49-F238E27FC236}">
                          <a16:creationId xmlns:a16="http://schemas.microsoft.com/office/drawing/2014/main" id="{D980FEB2-BCF8-4D34-9785-9F10A271012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2" name="Flowchart: Connector 141">
                      <a:extLst>
                        <a:ext uri="{FF2B5EF4-FFF2-40B4-BE49-F238E27FC236}">
                          <a16:creationId xmlns:a16="http://schemas.microsoft.com/office/drawing/2014/main" id="{B8E194B2-2CD2-4904-8B39-3DD66DAD732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3" name="Flowchart: Connector 142">
                      <a:extLst>
                        <a:ext uri="{FF2B5EF4-FFF2-40B4-BE49-F238E27FC236}">
                          <a16:creationId xmlns:a16="http://schemas.microsoft.com/office/drawing/2014/main" id="{EF054408-6A46-4A55-B5AE-BD078EE7E7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4" name="Flowchart: Connector 143">
                      <a:extLst>
                        <a:ext uri="{FF2B5EF4-FFF2-40B4-BE49-F238E27FC236}">
                          <a16:creationId xmlns:a16="http://schemas.microsoft.com/office/drawing/2014/main" id="{E4C5BCBF-5454-49C0-B17B-A9DBDF66566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45" name="Flowchart: Connector 144">
                      <a:extLst>
                        <a:ext uri="{FF2B5EF4-FFF2-40B4-BE49-F238E27FC236}">
                          <a16:creationId xmlns:a16="http://schemas.microsoft.com/office/drawing/2014/main" id="{9E1B6411-B69B-4518-9B8F-9D5E28E29A9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6" name="3D Model 145" descr="Sphere">
                          <a:extLst>
                            <a:ext uri="{FF2B5EF4-FFF2-40B4-BE49-F238E27FC236}">
                              <a16:creationId xmlns:a16="http://schemas.microsoft.com/office/drawing/2014/main" id="{497B6BC5-D995-41C7-9C7E-94BF8F3A634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3717893" y="1719497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46" name="3D Model 145" descr="Sphere">
                          <a:extLst>
                            <a:ext uri="{FF2B5EF4-FFF2-40B4-BE49-F238E27FC236}">
                              <a16:creationId xmlns:a16="http://schemas.microsoft.com/office/drawing/2014/main" id="{756B16C5-4508-40A0-B7F3-162B4744EE2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32585" y="3554337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7" name="Flowchart: Connector 146">
                      <a:extLst>
                        <a:ext uri="{FF2B5EF4-FFF2-40B4-BE49-F238E27FC236}">
                          <a16:creationId xmlns:a16="http://schemas.microsoft.com/office/drawing/2014/main" id="{55B52B0A-C075-47FE-9D5A-4A92B9F27E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48" name="3D Model 147" descr="Sphere">
                          <a:extLst>
                            <a:ext uri="{FF2B5EF4-FFF2-40B4-BE49-F238E27FC236}">
                              <a16:creationId xmlns:a16="http://schemas.microsoft.com/office/drawing/2014/main" id="{FBF332FA-47C9-4383-A00A-3A5F0E3691E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7" name="3D Model 556" descr="Sphere">
                          <a:extLst>
                            <a:ext uri="{FF2B5EF4-FFF2-40B4-BE49-F238E27FC236}">
                              <a16:creationId xmlns:a16="http://schemas.microsoft.com/office/drawing/2014/main" id="{A2534F90-63A2-4E00-9F6F-62444BCD921C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568743" y="3346553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49" name="Flowchart: Connector 148">
                      <a:extLst>
                        <a:ext uri="{FF2B5EF4-FFF2-40B4-BE49-F238E27FC236}">
                          <a16:creationId xmlns:a16="http://schemas.microsoft.com/office/drawing/2014/main" id="{3CDF1C2C-4CAE-4C0B-B838-4C2ACD6FF03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0" name="3D Model 149" descr="Sphere">
                          <a:extLst>
                            <a:ext uri="{FF2B5EF4-FFF2-40B4-BE49-F238E27FC236}">
                              <a16:creationId xmlns:a16="http://schemas.microsoft.com/office/drawing/2014/main" id="{7779AAA2-5FAE-40BE-8A45-EC64E6C478CE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59" name="3D Model 558" descr="Sphere">
                          <a:extLst>
                            <a:ext uri="{FF2B5EF4-FFF2-40B4-BE49-F238E27FC236}">
                              <a16:creationId xmlns:a16="http://schemas.microsoft.com/office/drawing/2014/main" id="{3144521F-B4C2-4106-B2F3-D31F5890AAB1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13239" y="3408352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51" name="Flowchart: Connector 150">
                      <a:extLst>
                        <a:ext uri="{FF2B5EF4-FFF2-40B4-BE49-F238E27FC236}">
                          <a16:creationId xmlns:a16="http://schemas.microsoft.com/office/drawing/2014/main" id="{39102229-0B4B-4F69-9262-174FDB2BF0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52" name="3D Model 151" descr="Sphere">
                          <a:extLst>
                            <a:ext uri="{FF2B5EF4-FFF2-40B4-BE49-F238E27FC236}">
                              <a16:creationId xmlns:a16="http://schemas.microsoft.com/office/drawing/2014/main" id="{D3B88F07-37C0-4F0B-B248-0F91CC177833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61" name="3D Model 560" descr="Sphere">
                          <a:extLst>
                            <a:ext uri="{FF2B5EF4-FFF2-40B4-BE49-F238E27FC236}">
                              <a16:creationId xmlns:a16="http://schemas.microsoft.com/office/drawing/2014/main" id="{81B1584C-E839-495C-A926-920C4CB7DA9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81657" y="3495391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grpSp>
                <p:nvGrpSpPr>
                  <p:cNvPr id="104" name="Group 103">
                    <a:extLst>
                      <a:ext uri="{FF2B5EF4-FFF2-40B4-BE49-F238E27FC236}">
                        <a16:creationId xmlns:a16="http://schemas.microsoft.com/office/drawing/2014/main" id="{26F02381-B2AB-4C90-94AB-E45FBD027878}"/>
                      </a:ext>
                    </a:extLst>
                  </p:cNvPr>
                  <p:cNvGrpSpPr/>
                  <p:nvPr/>
                </p:nvGrpSpPr>
                <p:grpSpPr>
                  <a:xfrm>
                    <a:off x="2114936" y="1817250"/>
                    <a:ext cx="1064014" cy="643455"/>
                    <a:chOff x="3717893" y="1713221"/>
                    <a:chExt cx="1064014" cy="643455"/>
                  </a:xfrm>
                </p:grpSpPr>
                <p:sp>
                  <p:nvSpPr>
                    <p:cNvPr id="121" name="Flowchart: Connector 120">
                      <a:extLst>
                        <a:ext uri="{FF2B5EF4-FFF2-40B4-BE49-F238E27FC236}">
                          <a16:creationId xmlns:a16="http://schemas.microsoft.com/office/drawing/2014/main" id="{3FD2BCBD-803C-4926-8001-75EA4470C10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15437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2" name="Flowchart: Connector 121">
                      <a:extLst>
                        <a:ext uri="{FF2B5EF4-FFF2-40B4-BE49-F238E27FC236}">
                          <a16:creationId xmlns:a16="http://schemas.microsoft.com/office/drawing/2014/main" id="{9B6830FB-02A9-4DEB-A6BB-9219508688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690102" y="2001983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3" name="Flowchart: Connector 122">
                      <a:extLst>
                        <a:ext uri="{FF2B5EF4-FFF2-40B4-BE49-F238E27FC236}">
                          <a16:creationId xmlns:a16="http://schemas.microsoft.com/office/drawing/2014/main" id="{33D582DB-A761-4E68-BD67-3FA3EFDC1DA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833585" y="1998052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4" name="Flowchart: Connector 123">
                      <a:extLst>
                        <a:ext uri="{FF2B5EF4-FFF2-40B4-BE49-F238E27FC236}">
                          <a16:creationId xmlns:a16="http://schemas.microsoft.com/office/drawing/2014/main" id="{36221E11-CA53-43B9-A8BF-CB9358D65D6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876577" y="196999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5" name="Flowchart: Connector 124">
                      <a:extLst>
                        <a:ext uri="{FF2B5EF4-FFF2-40B4-BE49-F238E27FC236}">
                          <a16:creationId xmlns:a16="http://schemas.microsoft.com/office/drawing/2014/main" id="{A4E15331-7C9B-477A-ADA0-3EA07A6ED1A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065288" y="206237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6" name="Flowchart: Connector 125">
                      <a:extLst>
                        <a:ext uri="{FF2B5EF4-FFF2-40B4-BE49-F238E27FC236}">
                          <a16:creationId xmlns:a16="http://schemas.microsoft.com/office/drawing/2014/main" id="{3CA37108-0447-441E-AC07-7EA2E1365C3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120956" y="2053208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7" name="Flowchart: Connector 126">
                      <a:extLst>
                        <a:ext uri="{FF2B5EF4-FFF2-40B4-BE49-F238E27FC236}">
                          <a16:creationId xmlns:a16="http://schemas.microsoft.com/office/drawing/2014/main" id="{98B80FA5-EB03-4B1C-AD43-230DEA0C47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309784" y="2139196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8" name="Flowchart: Connector 127">
                      <a:extLst>
                        <a:ext uri="{FF2B5EF4-FFF2-40B4-BE49-F238E27FC236}">
                          <a16:creationId xmlns:a16="http://schemas.microsoft.com/office/drawing/2014/main" id="{B5C83D65-B7DD-4BC7-929E-F229836DDAD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4381325" y="2140676"/>
                      <a:ext cx="211859" cy="216000"/>
                    </a:xfrm>
                    <a:prstGeom prst="flowChartConnector">
                      <a:avLst/>
                    </a:prstGeom>
                    <a:solidFill>
                      <a:srgbClr val="00FFFF"/>
                    </a:solidFill>
                    <a:ln>
                      <a:solidFill>
                        <a:srgbClr val="00FF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p:sp>
                  <p:nvSpPr>
                    <p:cNvPr id="129" name="Flowchart: Connector 128">
                      <a:extLst>
                        <a:ext uri="{FF2B5EF4-FFF2-40B4-BE49-F238E27FC236}">
                          <a16:creationId xmlns:a16="http://schemas.microsoft.com/office/drawing/2014/main" id="{1C29123F-9551-4D7E-AF2C-78962070FF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574683" y="2222408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0" name="3D Model 129" descr="Sphere">
                          <a:extLst>
                            <a:ext uri="{FF2B5EF4-FFF2-40B4-BE49-F238E27FC236}">
                              <a16:creationId xmlns:a16="http://schemas.microsoft.com/office/drawing/2014/main" id="{A90D843B-0D58-4E59-8221-B02CAC628660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3717893" y="1713221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0" name="3D Model 129" descr="Sphere">
                          <a:extLst>
                            <a:ext uri="{FF2B5EF4-FFF2-40B4-BE49-F238E27FC236}">
                              <a16:creationId xmlns:a16="http://schemas.microsoft.com/office/drawing/2014/main" id="{47D4A59F-7345-4303-916A-A0AC6A0CF649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822906" y="3231158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31" name="Flowchart: Connector 130">
                      <a:extLst>
                        <a:ext uri="{FF2B5EF4-FFF2-40B4-BE49-F238E27FC236}">
                          <a16:creationId xmlns:a16="http://schemas.microsoft.com/office/drawing/2014/main" id="{5878238C-8059-4C45-9DDC-6571D50994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3938658" y="1871027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 dirty="0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2" name="3D Model 131" descr="Sphere">
                          <a:extLst>
                            <a:ext uri="{FF2B5EF4-FFF2-40B4-BE49-F238E27FC236}">
                              <a16:creationId xmlns:a16="http://schemas.microsoft.com/office/drawing/2014/main" id="{9904E4B1-5A7A-471B-9AAD-13FAE6361B79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3957959" y="1797479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132" name="3D Model 131" descr="Sphere">
                          <a:extLst>
                            <a:ext uri="{FF2B5EF4-FFF2-40B4-BE49-F238E27FC236}">
                              <a16:creationId xmlns:a16="http://schemas.microsoft.com/office/drawing/2014/main" id="{2B44DAD8-B15B-485D-9084-36E080510765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1062972" y="3315416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33" name="Flowchart: Connector 132">
                      <a:extLst>
                        <a:ext uri="{FF2B5EF4-FFF2-40B4-BE49-F238E27FC236}">
                          <a16:creationId xmlns:a16="http://schemas.microsoft.com/office/drawing/2014/main" id="{1D657F77-07E4-4CF9-A9A5-8FE6C5C93B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177837" y="1940159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4" name="3D Model 133" descr="Sphere">
                          <a:extLst>
                            <a:ext uri="{FF2B5EF4-FFF2-40B4-BE49-F238E27FC236}">
                              <a16:creationId xmlns:a16="http://schemas.microsoft.com/office/drawing/2014/main" id="{3300A0E7-B355-470D-9AED-348867153F1C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4202455" y="1859278"/>
                        <a:ext cx="306464" cy="32759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63340" cy="158247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6465115" ay="2901164" az="-4008504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4"/>
                            </am3d:raster>
                            <am3d:objViewport viewportSz="177918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5" name="3D Model 574" descr="Sphere">
                          <a:extLst>
                            <a:ext uri="{FF2B5EF4-FFF2-40B4-BE49-F238E27FC236}">
                              <a16:creationId xmlns:a16="http://schemas.microsoft.com/office/drawing/2014/main" id="{A31C2113-6FBF-4DA7-9B5E-8D9B60E9FEAB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2803560" y="3091449"/>
                          <a:ext cx="306464" cy="32759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  <p:sp>
                  <p:nvSpPr>
                    <p:cNvPr id="135" name="Flowchart: Connector 134">
                      <a:extLst>
                        <a:ext uri="{FF2B5EF4-FFF2-40B4-BE49-F238E27FC236}">
                          <a16:creationId xmlns:a16="http://schemas.microsoft.com/office/drawing/2014/main" id="{FED8B510-C1C4-425C-B902-B6DD33258CD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>
                    <a:xfrm>
                      <a:off x="4441353" y="2022774"/>
                      <a:ext cx="91805" cy="93600"/>
                    </a:xfrm>
                    <a:prstGeom prst="flowChartConnector">
                      <a:avLst/>
                    </a:prstGeom>
                    <a:solidFill>
                      <a:srgbClr val="FF66FF"/>
                    </a:solidFill>
                    <a:ln>
                      <a:solidFill>
                        <a:srgbClr val="FF66FF"/>
                      </a:solidFill>
                    </a:ln>
                    <a:scene3d>
                      <a:camera prst="orthographicFront"/>
                      <a:lightRig rig="threePt" dir="t"/>
                    </a:scene3d>
                    <a:sp3d>
                      <a:bevelT/>
                    </a:sp3d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IN" b="1"/>
                    </a:p>
                  </p:txBody>
                </p:sp>
                <mc:AlternateContent xmlns:mc="http://schemas.openxmlformats.org/markup-compatibility/2006" xmlns:am3d="http://schemas.microsoft.com/office/drawing/2017/model3d">
                  <mc:Choice Requires="am3d">
                    <p:graphicFrame>
                      <p:nvGraphicFramePr>
                        <p:cNvPr id="136" name="3D Model 135" descr="Sphere">
                          <a:extLst>
                            <a:ext uri="{FF2B5EF4-FFF2-40B4-BE49-F238E27FC236}">
                              <a16:creationId xmlns:a16="http://schemas.microsoft.com/office/drawing/2014/main" id="{DDF93FB0-02A6-47B9-869F-5FC53B326CD1}"/>
                            </a:ext>
                          </a:extLst>
                        </p:cNvPr>
                        <p:cNvGraphicFramePr>
                          <a:graphicFrameLocks noChangeAspect="1"/>
                        </p:cNvGraphicFramePr>
                        <p:nvPr/>
                      </p:nvGraphicFramePr>
                      <p:xfrm>
                        <a:off x="4470873" y="1946317"/>
                        <a:ext cx="293860" cy="312819"/>
                      </p:xfrm>
                      <a:graphic>
                        <a:graphicData uri="http://schemas.microsoft.com/office/drawing/2017/model3d">
                          <am3d:model3d r:embed="rId2">
                            <am3d:spPr>
                              <a:xfrm>
                                <a:off x="0" y="0"/>
                                <a:ext cx="156622" cy="151108"/>
                              </a:xfrm>
                              <a:prstGeom prst="rect">
                                <a:avLst/>
                              </a:prstGeom>
                            </am3d:spPr>
                            <am3d:camera>
                              <am3d:pos x="0" y="0" z="81469184"/>
                              <am3d:up dx="0" dy="36000000" dz="0"/>
                              <am3d:lookAt x="0" y="0" z="0"/>
                              <am3d:perspective fov="2700000"/>
                            </am3d:camera>
                            <am3d:trans>
                              <am3d:meterPerModelUnit n="7143146" d="1000000"/>
                              <am3d:preTrans dx="-2" dy="-18000000" dz="3"/>
                              <am3d:scale>
                                <am3d:sx n="1000000" d="1000000"/>
                                <am3d:sy n="1000000" d="1000000"/>
                                <am3d:sz n="1000000" d="1000000"/>
                              </am3d:scale>
                              <am3d:rot ax="8329655" ay="3593320" az="-2226581"/>
                              <am3d:postTrans dx="0" dy="0" dz="0"/>
                            </am3d:trans>
                            <am3d:attrSrcUrl r:id="rId3"/>
                            <am3d:raster rName="Office3DRenderer" rVer="16.0.8326">
                              <am3d:blip r:embed="rId9"/>
                            </am3d:raster>
                            <am3d:objViewport viewportSz="164054"/>
                            <am3d:ambientLight>
                              <am3d:clr>
                                <a:scrgbClr r="50000" g="50000" b="50000"/>
                              </am3d:clr>
                              <am3d:illuminance n="500000" d="1000000"/>
                            </am3d:ambientLight>
                            <am3d:ptLight rad="0">
                              <am3d:clr>
                                <a:scrgbClr r="100000" g="75000" b="50000"/>
                              </am3d:clr>
                              <am3d:intensity n="9765625" d="1000000"/>
                              <am3d:pos x="21959998" y="70920001" z="16344003"/>
                            </am3d:ptLight>
                            <am3d:ptLight rad="0">
                              <am3d:clr>
                                <a:scrgbClr r="40000" g="60000" b="95000"/>
                              </am3d:clr>
                              <am3d:intensity n="12250000" d="1000000"/>
                              <am3d:pos x="-37964106" y="51130435" z="57631972"/>
                            </am3d:ptLight>
                            <am3d:ptLight rad="0">
                              <am3d:clr>
                                <a:scrgbClr r="86837" g="72700" b="100000"/>
                              </am3d:clr>
                              <am3d:intensity n="3125000" d="1000000"/>
                              <am3d:pos x="-37739122" y="58056624" z="-34769649"/>
                            </am3d:ptLight>
                          </am3d:model3d>
                        </a:graphicData>
                      </a:graphic>
                    </p:graphicFrame>
                  </mc:Choice>
                  <mc:Fallback xmlns="">
                    <p:pic>
                      <p:nvPicPr>
                        <p:cNvPr id="577" name="3D Model 576" descr="Sphere">
                          <a:extLst>
                            <a:ext uri="{FF2B5EF4-FFF2-40B4-BE49-F238E27FC236}">
                              <a16:creationId xmlns:a16="http://schemas.microsoft.com/office/drawing/2014/main" id="{69CA7D75-9569-459B-AA3F-BFD6D15B2576}"/>
                            </a:ext>
                          </a:extLst>
                        </p:cNvPr>
                        <p:cNvPicPr>
                          <a:picLocks noGrp="1" noRot="1" noChangeAspect="1" noMove="1" noResize="1" noEditPoints="1" noAdjustHandles="1" noChangeArrowheads="1" noChangeShapeType="1" noCrop="1"/>
                        </p:cNvPicPr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3071978" y="3178488"/>
                          <a:ext cx="293860" cy="312819"/>
                        </a:xfrm>
                        <a:prstGeom prst="rect">
                          <a:avLst/>
                        </a:prstGeom>
                      </p:spPr>
                    </p:pic>
                  </mc:Fallback>
                </mc:AlternateContent>
              </p:grpSp>
              <p:sp>
                <p:nvSpPr>
                  <p:cNvPr id="105" name="Flowchart: Connector 104">
                    <a:extLst>
                      <a:ext uri="{FF2B5EF4-FFF2-40B4-BE49-F238E27FC236}">
                        <a16:creationId xmlns:a16="http://schemas.microsoft.com/office/drawing/2014/main" id="{940750B3-9506-4847-8D87-A831896C81B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22159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6" name="Flowchart: Connector 105">
                    <a:extLst>
                      <a:ext uri="{FF2B5EF4-FFF2-40B4-BE49-F238E27FC236}">
                        <a16:creationId xmlns:a16="http://schemas.microsoft.com/office/drawing/2014/main" id="{AE3A9922-6790-4F4E-AA02-97C13175351F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3096824" y="1784256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7" name="Flowchart: Connector 106">
                    <a:extLst>
                      <a:ext uri="{FF2B5EF4-FFF2-40B4-BE49-F238E27FC236}">
                        <a16:creationId xmlns:a16="http://schemas.microsoft.com/office/drawing/2014/main" id="{AE2A1461-6CF7-41BB-A24E-46AF5FB84CAC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226347" y="1773345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8" name="Flowchart: Connector 107">
                    <a:extLst>
                      <a:ext uri="{FF2B5EF4-FFF2-40B4-BE49-F238E27FC236}">
                        <a16:creationId xmlns:a16="http://schemas.microsoft.com/office/drawing/2014/main" id="{E02472E3-FF07-4B1B-8CCD-14C302481E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283299" y="175226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09" name="Flowchart: Connector 108">
                    <a:extLst>
                      <a:ext uri="{FF2B5EF4-FFF2-40B4-BE49-F238E27FC236}">
                        <a16:creationId xmlns:a16="http://schemas.microsoft.com/office/drawing/2014/main" id="{D5A6ACFF-D1FD-43F6-9A6D-064B1A43B27A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472010" y="184465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10" name="Flowchart: Connector 109">
                    <a:extLst>
                      <a:ext uri="{FF2B5EF4-FFF2-40B4-BE49-F238E27FC236}">
                        <a16:creationId xmlns:a16="http://schemas.microsoft.com/office/drawing/2014/main" id="{90B45AA4-9D76-4EA7-A17C-E7B626341F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527678" y="1835481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11" name="Flowchart: Connector 110">
                    <a:extLst>
                      <a:ext uri="{FF2B5EF4-FFF2-40B4-BE49-F238E27FC236}">
                        <a16:creationId xmlns:a16="http://schemas.microsoft.com/office/drawing/2014/main" id="{60D33913-C9AD-4020-89F5-ABB81B4E18C7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716506" y="1921469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12" name="Flowchart: Connector 111">
                    <a:extLst>
                      <a:ext uri="{FF2B5EF4-FFF2-40B4-BE49-F238E27FC236}">
                        <a16:creationId xmlns:a16="http://schemas.microsoft.com/office/drawing/2014/main" id="{060DBFC1-4BB4-4219-9A9B-A36FD3990B1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788047" y="1922949"/>
                    <a:ext cx="211859" cy="216000"/>
                  </a:xfrm>
                  <a:prstGeom prst="flowChartConnector">
                    <a:avLst/>
                  </a:prstGeom>
                  <a:solidFill>
                    <a:srgbClr val="00FFFF"/>
                  </a:solidFill>
                  <a:ln>
                    <a:solidFill>
                      <a:srgbClr val="00FF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p:sp>
                <p:nvSpPr>
                  <p:cNvPr id="113" name="Flowchart: Connector 112">
                    <a:extLst>
                      <a:ext uri="{FF2B5EF4-FFF2-40B4-BE49-F238E27FC236}">
                        <a16:creationId xmlns:a16="http://schemas.microsoft.com/office/drawing/2014/main" id="{7DC9D14B-6266-427A-9A01-52F55B0F20B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981405" y="2004681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14" name="3D Model 113" descr="Sphere">
                        <a:extLst>
                          <a:ext uri="{FF2B5EF4-FFF2-40B4-BE49-F238E27FC236}">
                            <a16:creationId xmlns:a16="http://schemas.microsoft.com/office/drawing/2014/main" id="{828FDD8F-35EC-4C49-8F26-015FAE995550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/>
                    </p:nvGraphicFramePr>
                    <p:xfrm>
                      <a:off x="2122087" y="1503359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59755" cy="14478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433448" ay="1433014" az="-1105299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4"/>
                          </am3d:raster>
                          <am3d:objViewport viewportSz="149143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4" name="3D Model 113" descr="Sphere">
                        <a:extLst>
                          <a:ext uri="{FF2B5EF4-FFF2-40B4-BE49-F238E27FC236}">
                            <a16:creationId xmlns:a16="http://schemas.microsoft.com/office/drawing/2014/main" id="{56A2AB05-F072-40CA-90AE-FD36A7808D3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830057" y="2917267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15" name="Flowchart: Connector 114">
                    <a:extLst>
                      <a:ext uri="{FF2B5EF4-FFF2-40B4-BE49-F238E27FC236}">
                        <a16:creationId xmlns:a16="http://schemas.microsoft.com/office/drawing/2014/main" id="{1DDF51C2-830C-47B3-A863-6B6D0E1642C4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345380" y="1653300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 dirty="0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16" name="3D Model 115" descr="Sphere">
                        <a:extLst>
                          <a:ext uri="{FF2B5EF4-FFF2-40B4-BE49-F238E27FC236}">
                            <a16:creationId xmlns:a16="http://schemas.microsoft.com/office/drawing/2014/main" id="{CF7E7AA1-5638-4DD6-A5A7-9D4D90B1F814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/>
                    </p:nvGraphicFramePr>
                    <p:xfrm>
                      <a:off x="2368043" y="1593681"/>
                      <a:ext cx="299738" cy="29973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59755" cy="144789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11"/>
                          </am3d:raster>
                          <am3d:objViewport viewportSz="162787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6" name="3D Model 115" descr="Sphere">
                        <a:extLst>
                          <a:ext uri="{FF2B5EF4-FFF2-40B4-BE49-F238E27FC236}">
                            <a16:creationId xmlns:a16="http://schemas.microsoft.com/office/drawing/2014/main" id="{7C9E6E5C-C27E-459B-A76D-97CD231ABD4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076013" y="3007589"/>
                        <a:ext cx="299738" cy="29973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17" name="Flowchart: Connector 116">
                    <a:extLst>
                      <a:ext uri="{FF2B5EF4-FFF2-40B4-BE49-F238E27FC236}">
                        <a16:creationId xmlns:a16="http://schemas.microsoft.com/office/drawing/2014/main" id="{916A3BB5-55D9-489D-BDA7-A7DA4D46358F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584559" y="1722432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18" name="3D Model 117" descr="Sphere">
                        <a:extLst>
                          <a:ext uri="{FF2B5EF4-FFF2-40B4-BE49-F238E27FC236}">
                            <a16:creationId xmlns:a16="http://schemas.microsoft.com/office/drawing/2014/main" id="{33A577CC-48E5-4A74-8CEF-99F1534A3B84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/>
                    </p:nvGraphicFramePr>
                    <p:xfrm>
                      <a:off x="2609177" y="1641551"/>
                      <a:ext cx="306464" cy="32759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63340" cy="158247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6465115" ay="2901164" az="-4008504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4"/>
                          </am3d:raster>
                          <am3d:objViewport viewportSz="177918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18" name="3D Model 117" descr="Sphere">
                        <a:extLst>
                          <a:ext uri="{FF2B5EF4-FFF2-40B4-BE49-F238E27FC236}">
                            <a16:creationId xmlns:a16="http://schemas.microsoft.com/office/drawing/2014/main" id="{4E73B661-C0D3-4777-B427-FC4F81686E25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317147" y="3055459"/>
                        <a:ext cx="306464" cy="32759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  <p:sp>
                <p:nvSpPr>
                  <p:cNvPr id="119" name="Flowchart: Connector 118">
                    <a:extLst>
                      <a:ext uri="{FF2B5EF4-FFF2-40B4-BE49-F238E27FC236}">
                        <a16:creationId xmlns:a16="http://schemas.microsoft.com/office/drawing/2014/main" id="{2077237D-7195-4ADF-AE8B-F6D3844264C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>
                    <a:off x="2848075" y="1805047"/>
                    <a:ext cx="91805" cy="93600"/>
                  </a:xfrm>
                  <a:prstGeom prst="flowChartConnector">
                    <a:avLst/>
                  </a:prstGeom>
                  <a:solidFill>
                    <a:srgbClr val="FF66FF"/>
                  </a:solidFill>
                  <a:ln>
                    <a:solidFill>
                      <a:srgbClr val="FF66FF"/>
                    </a:solidFill>
                  </a:ln>
                  <a:scene3d>
                    <a:camera prst="orthographicFront"/>
                    <a:lightRig rig="threePt" dir="t"/>
                  </a:scene3d>
                  <a:sp3d>
                    <a:bevelT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IN" b="1"/>
                  </a:p>
                </p:txBody>
              </p:sp>
              <mc:AlternateContent xmlns:mc="http://schemas.openxmlformats.org/markup-compatibility/2006" xmlns:am3d="http://schemas.microsoft.com/office/drawing/2017/model3d">
                <mc:Choice Requires="am3d">
                  <p:graphicFrame>
                    <p:nvGraphicFramePr>
                      <p:cNvPr id="120" name="3D Model 119" descr="Sphere">
                        <a:extLst>
                          <a:ext uri="{FF2B5EF4-FFF2-40B4-BE49-F238E27FC236}">
                            <a16:creationId xmlns:a16="http://schemas.microsoft.com/office/drawing/2014/main" id="{60C71653-4C25-4F10-AD76-F7C70D07A38E}"/>
                          </a:ext>
                        </a:extLst>
                      </p:cNvPr>
                      <p:cNvGraphicFramePr>
                        <a:graphicFrameLocks noChangeAspect="1"/>
                      </p:cNvGraphicFramePr>
                      <p:nvPr/>
                    </p:nvGraphicFramePr>
                    <p:xfrm>
                      <a:off x="2877595" y="1728590"/>
                      <a:ext cx="293860" cy="312819"/>
                    </p:xfrm>
                    <a:graphic>
                      <a:graphicData uri="http://schemas.microsoft.com/office/drawing/2017/model3d">
                        <am3d:model3d r:embed="rId2">
                          <am3d:spPr>
                            <a:xfrm>
                              <a:off x="0" y="0"/>
                              <a:ext cx="156622" cy="151108"/>
                            </a:xfrm>
                            <a:prstGeom prst="rect">
                              <a:avLst/>
                            </a:prstGeom>
                          </am3d:spPr>
                          <am3d:camera>
                            <am3d:pos x="0" y="0" z="81469184"/>
                            <am3d:up dx="0" dy="36000000" dz="0"/>
                            <am3d:lookAt x="0" y="0" z="0"/>
                            <am3d:perspective fov="2700000"/>
                          </am3d:camera>
                          <am3d:trans>
                            <am3d:meterPerModelUnit n="7143146" d="1000000"/>
                            <am3d:preTrans dx="-2" dy="-18000000" dz="3"/>
                            <am3d:scale>
                              <am3d:sx n="1000000" d="1000000"/>
                              <am3d:sy n="1000000" d="1000000"/>
                              <am3d:sz n="1000000" d="1000000"/>
                            </am3d:scale>
                            <am3d:rot ax="8329655" ay="3593320" az="-2226581"/>
                            <am3d:postTrans dx="0" dy="0" dz="0"/>
                          </am3d:trans>
                          <am3d:attrSrcUrl r:id="rId3"/>
                          <am3d:raster rName="Office3DRenderer" rVer="16.0.8326">
                            <am3d:blip r:embed="rId9"/>
                          </am3d:raster>
                          <am3d:objViewport viewportSz="164054"/>
                          <am3d:ambientLight>
                            <am3d:clr>
                              <a:scrgbClr r="50000" g="50000" b="50000"/>
                            </am3d:clr>
                            <am3d:illuminance n="500000" d="1000000"/>
                          </am3d:ambientLight>
                          <am3d:ptLight rad="0">
                            <am3d:clr>
                              <a:scrgbClr r="100000" g="75000" b="50000"/>
                            </am3d:clr>
                            <am3d:intensity n="9765625" d="1000000"/>
                            <am3d:pos x="21959998" y="70920001" z="16344003"/>
                          </am3d:ptLight>
                          <am3d:ptLight rad="0">
                            <am3d:clr>
                              <a:scrgbClr r="40000" g="60000" b="95000"/>
                            </am3d:clr>
                            <am3d:intensity n="12250000" d="1000000"/>
                            <am3d:pos x="-37964106" y="51130435" z="57631972"/>
                          </am3d:ptLight>
                          <am3d:ptLight rad="0">
                            <am3d:clr>
                              <a:scrgbClr r="86837" g="72700" b="100000"/>
                            </am3d:clr>
                            <am3d:intensity n="3125000" d="1000000"/>
                            <am3d:pos x="-37739122" y="58056624" z="-34769649"/>
                          </am3d:ptLight>
                        </am3d:model3d>
                      </a:graphicData>
                    </a:graphic>
                  </p:graphicFrame>
                </mc:Choice>
                <mc:Fallback xmlns="">
                  <p:pic>
                    <p:nvPicPr>
                      <p:cNvPr id="120" name="3D Model 119" descr="Sphere">
                        <a:extLst>
                          <a:ext uri="{FF2B5EF4-FFF2-40B4-BE49-F238E27FC236}">
                            <a16:creationId xmlns:a16="http://schemas.microsoft.com/office/drawing/2014/main" id="{3476476F-DDC4-49CE-B42B-4D693A51BEBB}"/>
                          </a:ext>
                        </a:extLst>
                      </p:cNvPr>
                      <p:cNvPicPr>
                        <a:picLocks noGrp="1" noRot="1" noChangeAspect="1" noMove="1" noResize="1" noEditPoints="1" noAdjustHandles="1" noChangeArrowheads="1" noChangeShapeType="1" noCrop="1"/>
                      </p:cNvPicPr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5565" y="3142498"/>
                        <a:ext cx="293860" cy="312819"/>
                      </a:xfrm>
                      <a:prstGeom prst="rect">
                        <a:avLst/>
                      </a:prstGeom>
                    </p:spPr>
                  </p:pic>
                </mc:Fallback>
              </mc:AlternateContent>
            </p:grpSp>
          </p:grpSp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27DA7739-1D76-49A3-B8FC-F5E1425030B8}"/>
                  </a:ext>
                </a:extLst>
              </p:cNvPr>
              <p:cNvGrpSpPr/>
              <p:nvPr/>
            </p:nvGrpSpPr>
            <p:grpSpPr>
              <a:xfrm rot="18542409">
                <a:off x="2257159" y="2362802"/>
                <a:ext cx="834986" cy="143092"/>
                <a:chOff x="2620172" y="2546175"/>
                <a:chExt cx="834986" cy="143092"/>
              </a:xfrm>
            </p:grpSpPr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00B98F54-42DB-48B5-9EA5-1C28924583E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81" name="Rectangle: Rounded Corners 80">
                  <a:extLst>
                    <a:ext uri="{FF2B5EF4-FFF2-40B4-BE49-F238E27FC236}">
                      <a16:creationId xmlns:a16="http://schemas.microsoft.com/office/drawing/2014/main" id="{A83BDA2E-38B3-4A47-B81B-079F40611A6B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8A8DEC0F-3978-475F-BC62-2316156C9D3B}"/>
                  </a:ext>
                </a:extLst>
              </p:cNvPr>
              <p:cNvGrpSpPr/>
              <p:nvPr/>
            </p:nvGrpSpPr>
            <p:grpSpPr>
              <a:xfrm rot="17122200">
                <a:off x="1187274" y="2350135"/>
                <a:ext cx="834986" cy="143092"/>
                <a:chOff x="2620172" y="2546175"/>
                <a:chExt cx="834986" cy="143092"/>
              </a:xfrm>
            </p:grpSpPr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66A577AD-05DA-4908-9FA5-58949E7BD78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9" name="Rectangle: Rounded Corners 78">
                  <a:extLst>
                    <a:ext uri="{FF2B5EF4-FFF2-40B4-BE49-F238E27FC236}">
                      <a16:creationId xmlns:a16="http://schemas.microsoft.com/office/drawing/2014/main" id="{CB6929A9-FB11-410C-A47B-C598B59BB240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5400EE09-2AA8-4FA3-9026-A99CE457C67B}"/>
                  </a:ext>
                </a:extLst>
              </p:cNvPr>
              <p:cNvGrpSpPr/>
              <p:nvPr/>
            </p:nvGrpSpPr>
            <p:grpSpPr>
              <a:xfrm rot="658209">
                <a:off x="2479276" y="3323586"/>
                <a:ext cx="746642" cy="235253"/>
                <a:chOff x="2620172" y="2546175"/>
                <a:chExt cx="834986" cy="143092"/>
              </a:xfrm>
            </p:grpSpPr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46C1EF47-8A96-4E60-A343-1EC02A4A574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7" name="Rectangle: Rounded Corners 76">
                  <a:extLst>
                    <a:ext uri="{FF2B5EF4-FFF2-40B4-BE49-F238E27FC236}">
                      <a16:creationId xmlns:a16="http://schemas.microsoft.com/office/drawing/2014/main" id="{6E28C40E-B5EA-4F3C-9ED2-90C0121B1F9B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434850EE-DD12-4492-85AA-E7B68472BD27}"/>
                  </a:ext>
                </a:extLst>
              </p:cNvPr>
              <p:cNvGrpSpPr/>
              <p:nvPr/>
            </p:nvGrpSpPr>
            <p:grpSpPr>
              <a:xfrm rot="18837888">
                <a:off x="1789768" y="2238105"/>
                <a:ext cx="834986" cy="143092"/>
                <a:chOff x="2620172" y="2546175"/>
                <a:chExt cx="834986" cy="143092"/>
              </a:xfrm>
            </p:grpSpPr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378DC1FF-B0EE-4E20-8D08-0FCED187D24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5" name="Rectangle: Rounded Corners 74">
                  <a:extLst>
                    <a:ext uri="{FF2B5EF4-FFF2-40B4-BE49-F238E27FC236}">
                      <a16:creationId xmlns:a16="http://schemas.microsoft.com/office/drawing/2014/main" id="{AC278E85-4F0D-4CE0-9653-4450F11B5530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661F79A1-4E0C-4E7D-AA1C-602128925762}"/>
                  </a:ext>
                </a:extLst>
              </p:cNvPr>
              <p:cNvGrpSpPr/>
              <p:nvPr/>
            </p:nvGrpSpPr>
            <p:grpSpPr>
              <a:xfrm rot="16200000">
                <a:off x="563034" y="2429570"/>
                <a:ext cx="834986" cy="143092"/>
                <a:chOff x="2620172" y="2546175"/>
                <a:chExt cx="834986" cy="143092"/>
              </a:xfrm>
            </p:grpSpPr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186AC767-FB92-4AA3-9C02-72AFBB26E135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3" name="Rectangle: Rounded Corners 72">
                  <a:extLst>
                    <a:ext uri="{FF2B5EF4-FFF2-40B4-BE49-F238E27FC236}">
                      <a16:creationId xmlns:a16="http://schemas.microsoft.com/office/drawing/2014/main" id="{8D091741-A83B-42E7-9178-E4E20927A7C7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466FD856-36C6-41F9-A10D-DC8253B8E6A3}"/>
                  </a:ext>
                </a:extLst>
              </p:cNvPr>
              <p:cNvGrpSpPr/>
              <p:nvPr/>
            </p:nvGrpSpPr>
            <p:grpSpPr>
              <a:xfrm rot="5037398" flipV="1">
                <a:off x="1350328" y="4425270"/>
                <a:ext cx="731274" cy="157011"/>
                <a:chOff x="2620172" y="2546175"/>
                <a:chExt cx="834986" cy="143092"/>
              </a:xfrm>
            </p:grpSpPr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58413D00-1918-474E-9802-41C2C7CA151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71" name="Rectangle: Rounded Corners 70">
                  <a:extLst>
                    <a:ext uri="{FF2B5EF4-FFF2-40B4-BE49-F238E27FC236}">
                      <a16:creationId xmlns:a16="http://schemas.microsoft.com/office/drawing/2014/main" id="{2C83D0D3-64F7-488E-8599-929C7A154687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41772547-1FF0-469A-B389-620FA1E3771E}"/>
                  </a:ext>
                </a:extLst>
              </p:cNvPr>
              <p:cNvGrpSpPr/>
              <p:nvPr/>
            </p:nvGrpSpPr>
            <p:grpSpPr>
              <a:xfrm rot="5880914">
                <a:off x="789613" y="4380622"/>
                <a:ext cx="834986" cy="143092"/>
                <a:chOff x="2620172" y="2546175"/>
                <a:chExt cx="834986" cy="143092"/>
              </a:xfrm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F2293281-9ACD-4C93-B5A3-FF4000468DCC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9" name="Rectangle: Rounded Corners 68">
                  <a:extLst>
                    <a:ext uri="{FF2B5EF4-FFF2-40B4-BE49-F238E27FC236}">
                      <a16:creationId xmlns:a16="http://schemas.microsoft.com/office/drawing/2014/main" id="{D556C84B-97A9-4B43-AD44-5EFF1F1BEA2A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DFC47AFE-76A1-419B-8000-127EF6912679}"/>
                  </a:ext>
                </a:extLst>
              </p:cNvPr>
              <p:cNvGrpSpPr/>
              <p:nvPr/>
            </p:nvGrpSpPr>
            <p:grpSpPr>
              <a:xfrm rot="13587211">
                <a:off x="651990" y="2929858"/>
                <a:ext cx="381035" cy="92791"/>
                <a:chOff x="2620172" y="2546175"/>
                <a:chExt cx="834986" cy="143092"/>
              </a:xfrm>
            </p:grpSpPr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39B6BD93-3DBC-48F9-8556-3670C74F157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7" name="Rectangle: Rounded Corners 66">
                  <a:extLst>
                    <a:ext uri="{FF2B5EF4-FFF2-40B4-BE49-F238E27FC236}">
                      <a16:creationId xmlns:a16="http://schemas.microsoft.com/office/drawing/2014/main" id="{B3C95DC6-2F1C-451C-AF0D-7F3D8CC5D343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49252472-B8AB-470E-A515-A00F30356B21}"/>
                  </a:ext>
                </a:extLst>
              </p:cNvPr>
              <p:cNvGrpSpPr/>
              <p:nvPr/>
            </p:nvGrpSpPr>
            <p:grpSpPr>
              <a:xfrm rot="11351284">
                <a:off x="163719" y="3807693"/>
                <a:ext cx="834986" cy="143092"/>
                <a:chOff x="2620172" y="2546175"/>
                <a:chExt cx="834986" cy="143092"/>
              </a:xfrm>
            </p:grpSpPr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4CF3095A-16D1-436C-BB88-C59F564118E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5" name="Rectangle: Rounded Corners 64">
                  <a:extLst>
                    <a:ext uri="{FF2B5EF4-FFF2-40B4-BE49-F238E27FC236}">
                      <a16:creationId xmlns:a16="http://schemas.microsoft.com/office/drawing/2014/main" id="{01DDF3C0-8245-4EA8-9856-2EAF9FC2F33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3909604F-8A8D-491D-B765-DC72882802D4}"/>
                  </a:ext>
                </a:extLst>
              </p:cNvPr>
              <p:cNvGrpSpPr/>
              <p:nvPr/>
            </p:nvGrpSpPr>
            <p:grpSpPr>
              <a:xfrm rot="4193783">
                <a:off x="2062756" y="4148262"/>
                <a:ext cx="706454" cy="171076"/>
                <a:chOff x="2620172" y="2546175"/>
                <a:chExt cx="834986" cy="143092"/>
              </a:xfrm>
            </p:grpSpPr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C7726772-3075-40B3-B123-97894C2F860D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3" name="Rectangle: Rounded Corners 62">
                  <a:extLst>
                    <a:ext uri="{FF2B5EF4-FFF2-40B4-BE49-F238E27FC236}">
                      <a16:creationId xmlns:a16="http://schemas.microsoft.com/office/drawing/2014/main" id="{47F4A32E-9409-4C1B-9C7F-8410175CF962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7CB50E58-C646-4A8D-9713-8D5ACCFE5541}"/>
                  </a:ext>
                </a:extLst>
              </p:cNvPr>
              <p:cNvGrpSpPr/>
              <p:nvPr/>
            </p:nvGrpSpPr>
            <p:grpSpPr>
              <a:xfrm rot="1837203">
                <a:off x="2331692" y="387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6193F4A4-1867-497C-B554-96342859D06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61" name="Rectangle: Rounded Corners 60">
                  <a:extLst>
                    <a:ext uri="{FF2B5EF4-FFF2-40B4-BE49-F238E27FC236}">
                      <a16:creationId xmlns:a16="http://schemas.microsoft.com/office/drawing/2014/main" id="{3E2E48E5-A466-464D-B843-34A0D8FF1E26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3ED31BC8-5B31-4106-AB77-394B93F92F07}"/>
                  </a:ext>
                </a:extLst>
              </p:cNvPr>
              <p:cNvGrpSpPr/>
              <p:nvPr/>
            </p:nvGrpSpPr>
            <p:grpSpPr>
              <a:xfrm rot="932650">
                <a:off x="2489621" y="3105014"/>
                <a:ext cx="381035" cy="92791"/>
                <a:chOff x="2620172" y="2546175"/>
                <a:chExt cx="834986" cy="143092"/>
              </a:xfrm>
            </p:grpSpPr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EE9B917F-D94B-452F-8242-B14B557ADAA3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9" name="Rectangle: Rounded Corners 58">
                  <a:extLst>
                    <a:ext uri="{FF2B5EF4-FFF2-40B4-BE49-F238E27FC236}">
                      <a16:creationId xmlns:a16="http://schemas.microsoft.com/office/drawing/2014/main" id="{2E772211-9CB3-49AB-9118-725998A8B191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7A1F9407-8168-46C5-B197-DFD790024BB7}"/>
                  </a:ext>
                </a:extLst>
              </p:cNvPr>
              <p:cNvGrpSpPr/>
              <p:nvPr/>
            </p:nvGrpSpPr>
            <p:grpSpPr>
              <a:xfrm rot="10458038">
                <a:off x="686489" y="3490410"/>
                <a:ext cx="381035" cy="92791"/>
                <a:chOff x="2620172" y="2546175"/>
                <a:chExt cx="834986" cy="143092"/>
              </a:xfrm>
            </p:grpSpPr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03BC3CA3-9651-4C3F-9896-3A9585074757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7" name="Rectangle: Rounded Corners 56">
                  <a:extLst>
                    <a:ext uri="{FF2B5EF4-FFF2-40B4-BE49-F238E27FC236}">
                      <a16:creationId xmlns:a16="http://schemas.microsoft.com/office/drawing/2014/main" id="{0B691D89-40F0-48E5-BCE0-AD661E856C3B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3" name="Group 22">
                <a:extLst>
                  <a:ext uri="{FF2B5EF4-FFF2-40B4-BE49-F238E27FC236}">
                    <a16:creationId xmlns:a16="http://schemas.microsoft.com/office/drawing/2014/main" id="{EBDD4657-D48C-470B-88E5-85D6BC94B367}"/>
                  </a:ext>
                </a:extLst>
              </p:cNvPr>
              <p:cNvGrpSpPr/>
              <p:nvPr/>
            </p:nvGrpSpPr>
            <p:grpSpPr>
              <a:xfrm rot="16924252">
                <a:off x="1635001" y="2371073"/>
                <a:ext cx="381035" cy="92791"/>
                <a:chOff x="2620172" y="2546175"/>
                <a:chExt cx="834986" cy="143092"/>
              </a:xfrm>
            </p:grpSpPr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A4858B27-56B2-4BE9-9A07-92424CCA42C6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5" name="Rectangle: Rounded Corners 54">
                  <a:extLst>
                    <a:ext uri="{FF2B5EF4-FFF2-40B4-BE49-F238E27FC236}">
                      <a16:creationId xmlns:a16="http://schemas.microsoft.com/office/drawing/2014/main" id="{72332136-3276-4FBE-BE50-0B9014EDD664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4" name="Group 23">
                <a:extLst>
                  <a:ext uri="{FF2B5EF4-FFF2-40B4-BE49-F238E27FC236}">
                    <a16:creationId xmlns:a16="http://schemas.microsoft.com/office/drawing/2014/main" id="{C9435F91-6AD0-4C31-81BF-BE5B7C1AC49B}"/>
                  </a:ext>
                </a:extLst>
              </p:cNvPr>
              <p:cNvGrpSpPr/>
              <p:nvPr/>
            </p:nvGrpSpPr>
            <p:grpSpPr>
              <a:xfrm rot="15677156">
                <a:off x="985517" y="2521255"/>
                <a:ext cx="381035" cy="92791"/>
                <a:chOff x="2620172" y="2546175"/>
                <a:chExt cx="834986" cy="143092"/>
              </a:xfrm>
            </p:grpSpPr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C34EEF7B-734F-4FEE-8BB4-5A9FDC6E092F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3" name="Rectangle: Rounded Corners 52">
                  <a:extLst>
                    <a:ext uri="{FF2B5EF4-FFF2-40B4-BE49-F238E27FC236}">
                      <a16:creationId xmlns:a16="http://schemas.microsoft.com/office/drawing/2014/main" id="{056A1822-4D27-4797-B0CD-F304BEB61077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4DE2F340-1A2F-4D73-A98B-E0FA5E35A401}"/>
                  </a:ext>
                </a:extLst>
              </p:cNvPr>
              <p:cNvGrpSpPr/>
              <p:nvPr/>
            </p:nvGrpSpPr>
            <p:grpSpPr>
              <a:xfrm rot="14354853" flipV="1">
                <a:off x="976412" y="2438473"/>
                <a:ext cx="731274" cy="157011"/>
                <a:chOff x="2620172" y="2546175"/>
                <a:chExt cx="834986" cy="143092"/>
              </a:xfrm>
            </p:grpSpPr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13273981-F61E-4102-B659-75B9CA6674D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51" name="Rectangle: Rounded Corners 50">
                  <a:extLst>
                    <a:ext uri="{FF2B5EF4-FFF2-40B4-BE49-F238E27FC236}">
                      <a16:creationId xmlns:a16="http://schemas.microsoft.com/office/drawing/2014/main" id="{E5CB22DD-49F5-483C-837F-C6F39BFA4912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D003DE39-F02E-4E1E-B822-C1AF8846FC91}"/>
                  </a:ext>
                </a:extLst>
              </p:cNvPr>
              <p:cNvGrpSpPr/>
              <p:nvPr/>
            </p:nvGrpSpPr>
            <p:grpSpPr>
              <a:xfrm rot="9793356" flipV="1">
                <a:off x="215985" y="3237903"/>
                <a:ext cx="731274" cy="157011"/>
                <a:chOff x="2620172" y="2546175"/>
                <a:chExt cx="834986" cy="143092"/>
              </a:xfrm>
            </p:grpSpPr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B17D3FFC-B1EE-4925-B4DA-4F33CA8ACA5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9" name="Rectangle: Rounded Corners 48">
                  <a:extLst>
                    <a:ext uri="{FF2B5EF4-FFF2-40B4-BE49-F238E27FC236}">
                      <a16:creationId xmlns:a16="http://schemas.microsoft.com/office/drawing/2014/main" id="{2271762F-E14D-4A21-8B55-5774EA0E964E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7296F8AB-DC57-43E5-93C5-7EBBE8FF6FE3}"/>
                  </a:ext>
                </a:extLst>
              </p:cNvPr>
              <p:cNvGrpSpPr/>
              <p:nvPr/>
            </p:nvGrpSpPr>
            <p:grpSpPr>
              <a:xfrm rot="6907686" flipV="1">
                <a:off x="692019" y="3931960"/>
                <a:ext cx="731274" cy="157011"/>
                <a:chOff x="2620172" y="2546175"/>
                <a:chExt cx="834986" cy="143092"/>
              </a:xfrm>
            </p:grpSpPr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A2151D99-CE88-4B8E-8AB8-894DE19A1547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7" name="Rectangle: Rounded Corners 46">
                  <a:extLst>
                    <a:ext uri="{FF2B5EF4-FFF2-40B4-BE49-F238E27FC236}">
                      <a16:creationId xmlns:a16="http://schemas.microsoft.com/office/drawing/2014/main" id="{BC85D59C-A35C-485B-8F18-D381A8F8F636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5581F736-AB23-485D-BC2F-09470609D241}"/>
                  </a:ext>
                </a:extLst>
              </p:cNvPr>
              <p:cNvGrpSpPr/>
              <p:nvPr/>
            </p:nvGrpSpPr>
            <p:grpSpPr>
              <a:xfrm rot="1465711" flipV="1">
                <a:off x="2002734" y="3404484"/>
                <a:ext cx="731274" cy="157011"/>
                <a:chOff x="2620172" y="2546175"/>
                <a:chExt cx="834986" cy="143092"/>
              </a:xfrm>
            </p:grpSpPr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CF58DDE5-2BBB-49E5-BD4F-06257834748E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5" name="Rectangle: Rounded Corners 44">
                  <a:extLst>
                    <a:ext uri="{FF2B5EF4-FFF2-40B4-BE49-F238E27FC236}">
                      <a16:creationId xmlns:a16="http://schemas.microsoft.com/office/drawing/2014/main" id="{BFFDFAEB-47F3-4333-92CC-89454EDF9F63}"/>
                    </a:ext>
                  </a:extLst>
                </p:cNvPr>
                <p:cNvSpPr/>
                <p:nvPr/>
              </p:nvSpPr>
              <p:spPr>
                <a:xfrm>
                  <a:off x="2620172" y="2621623"/>
                  <a:ext cx="57862" cy="45719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5D216E78-A17C-4E61-AA17-60CEF7AB7549}"/>
                  </a:ext>
                </a:extLst>
              </p:cNvPr>
              <p:cNvGrpSpPr/>
              <p:nvPr/>
            </p:nvGrpSpPr>
            <p:grpSpPr>
              <a:xfrm rot="19016516">
                <a:off x="1733273" y="2834891"/>
                <a:ext cx="381035" cy="92791"/>
                <a:chOff x="2620172" y="2546175"/>
                <a:chExt cx="834986" cy="143092"/>
              </a:xfrm>
            </p:grpSpPr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BCA32933-DA8F-4B51-8ABC-E9EA53D1884B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3" name="Rectangle: Rounded Corners 42">
                  <a:extLst>
                    <a:ext uri="{FF2B5EF4-FFF2-40B4-BE49-F238E27FC236}">
                      <a16:creationId xmlns:a16="http://schemas.microsoft.com/office/drawing/2014/main" id="{F2B679A4-ED64-42FA-9E52-5EED95D8EE8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E9A30A38-BB3A-4DD0-9AC6-ECFA88DD05C5}"/>
                  </a:ext>
                </a:extLst>
              </p:cNvPr>
              <p:cNvGrpSpPr/>
              <p:nvPr/>
            </p:nvGrpSpPr>
            <p:grpSpPr>
              <a:xfrm rot="19245075">
                <a:off x="1632068" y="2825415"/>
                <a:ext cx="834986" cy="143092"/>
                <a:chOff x="2620172" y="2546175"/>
                <a:chExt cx="834986" cy="143092"/>
              </a:xfrm>
            </p:grpSpPr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5BD7E429-53B1-483E-8E35-1CF850FB4A09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41" name="Rectangle: Rounded Corners 40">
                  <a:extLst>
                    <a:ext uri="{FF2B5EF4-FFF2-40B4-BE49-F238E27FC236}">
                      <a16:creationId xmlns:a16="http://schemas.microsoft.com/office/drawing/2014/main" id="{BF8E345B-A68D-4D13-9F08-128621F23FC8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7DB16DCB-9051-4BAC-A20E-075B08D95DC0}"/>
                  </a:ext>
                </a:extLst>
              </p:cNvPr>
              <p:cNvGrpSpPr/>
              <p:nvPr/>
            </p:nvGrpSpPr>
            <p:grpSpPr>
              <a:xfrm rot="10458038">
                <a:off x="838889" y="3642810"/>
                <a:ext cx="381035" cy="92791"/>
                <a:chOff x="2620172" y="2546175"/>
                <a:chExt cx="834986" cy="143092"/>
              </a:xfrm>
            </p:grpSpPr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1E7ECB1E-5040-4EEE-B7BD-0F83A97BB221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9" name="Rectangle: Rounded Corners 38">
                  <a:extLst>
                    <a:ext uri="{FF2B5EF4-FFF2-40B4-BE49-F238E27FC236}">
                      <a16:creationId xmlns:a16="http://schemas.microsoft.com/office/drawing/2014/main" id="{8E6C1225-0AFC-4E25-BC7A-C0C3D5033C42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CE315151-CCB2-4285-A078-D787EF224B41}"/>
                  </a:ext>
                </a:extLst>
              </p:cNvPr>
              <p:cNvGrpSpPr/>
              <p:nvPr/>
            </p:nvGrpSpPr>
            <p:grpSpPr>
              <a:xfrm rot="15824399">
                <a:off x="1224680" y="2818934"/>
                <a:ext cx="381035" cy="92791"/>
                <a:chOff x="2620172" y="2546175"/>
                <a:chExt cx="834986" cy="143092"/>
              </a:xfrm>
            </p:grpSpPr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F2E3AE90-8500-4016-A246-92612AAE4A9A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7" name="Rectangle: Rounded Corners 36">
                  <a:extLst>
                    <a:ext uri="{FF2B5EF4-FFF2-40B4-BE49-F238E27FC236}">
                      <a16:creationId xmlns:a16="http://schemas.microsoft.com/office/drawing/2014/main" id="{E44CFBBB-823B-45F7-8889-AB32CEAAF44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  <p:grpSp>
            <p:nvGrpSpPr>
              <p:cNvPr id="33" name="Group 32">
                <a:extLst>
                  <a:ext uri="{FF2B5EF4-FFF2-40B4-BE49-F238E27FC236}">
                    <a16:creationId xmlns:a16="http://schemas.microsoft.com/office/drawing/2014/main" id="{1FAEDCDF-083A-4F53-8DA4-2333E4C0B482}"/>
                  </a:ext>
                </a:extLst>
              </p:cNvPr>
              <p:cNvGrpSpPr/>
              <p:nvPr/>
            </p:nvGrpSpPr>
            <p:grpSpPr>
              <a:xfrm rot="16697394">
                <a:off x="1080028" y="2168448"/>
                <a:ext cx="834986" cy="143092"/>
                <a:chOff x="2620172" y="2546175"/>
                <a:chExt cx="834986" cy="143092"/>
              </a:xfrm>
            </p:grpSpPr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FAF36BD2-ADA5-4A3B-B5F0-F254D7BEF920}"/>
                    </a:ext>
                  </a:extLst>
                </p:cNvPr>
                <p:cNvSpPr/>
                <p:nvPr/>
              </p:nvSpPr>
              <p:spPr>
                <a:xfrm rot="20619450">
                  <a:off x="2682863" y="2546175"/>
                  <a:ext cx="772295" cy="143092"/>
                </a:xfrm>
                <a:custGeom>
                  <a:avLst/>
                  <a:gdLst>
                    <a:gd name="connsiteX0" fmla="*/ 0 w 6375163"/>
                    <a:gd name="connsiteY0" fmla="*/ 51274 h 1521167"/>
                    <a:gd name="connsiteX1" fmla="*/ 1128045 w 6375163"/>
                    <a:gd name="connsiteY1" fmla="*/ 1512605 h 1521167"/>
                    <a:gd name="connsiteX2" fmla="*/ 2273182 w 6375163"/>
                    <a:gd name="connsiteY2" fmla="*/ 34183 h 1521167"/>
                    <a:gd name="connsiteX3" fmla="*/ 3452501 w 6375163"/>
                    <a:gd name="connsiteY3" fmla="*/ 1461330 h 1521167"/>
                    <a:gd name="connsiteX4" fmla="*/ 4554909 w 6375163"/>
                    <a:gd name="connsiteY4" fmla="*/ 34183 h 1521167"/>
                    <a:gd name="connsiteX5" fmla="*/ 5776957 w 6375163"/>
                    <a:gd name="connsiteY5" fmla="*/ 1521151 h 1521167"/>
                    <a:gd name="connsiteX6" fmla="*/ 6375163 w 6375163"/>
                    <a:gd name="connsiteY6" fmla="*/ 0 h 152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75163" h="1521167">
                      <a:moveTo>
                        <a:pt x="0" y="51274"/>
                      </a:moveTo>
                      <a:cubicBezTo>
                        <a:pt x="374590" y="783364"/>
                        <a:pt x="749181" y="1515454"/>
                        <a:pt x="1128045" y="1512605"/>
                      </a:cubicBezTo>
                      <a:cubicBezTo>
                        <a:pt x="1506909" y="1509757"/>
                        <a:pt x="1885773" y="42729"/>
                        <a:pt x="2273182" y="34183"/>
                      </a:cubicBezTo>
                      <a:cubicBezTo>
                        <a:pt x="2660591" y="25637"/>
                        <a:pt x="3072213" y="1461330"/>
                        <a:pt x="3452501" y="1461330"/>
                      </a:cubicBezTo>
                      <a:cubicBezTo>
                        <a:pt x="3832789" y="1461330"/>
                        <a:pt x="4167500" y="24213"/>
                        <a:pt x="4554909" y="34183"/>
                      </a:cubicBezTo>
                      <a:cubicBezTo>
                        <a:pt x="4942318" y="44153"/>
                        <a:pt x="5473581" y="1526848"/>
                        <a:pt x="5776957" y="1521151"/>
                      </a:cubicBezTo>
                      <a:cubicBezTo>
                        <a:pt x="6080333" y="1515454"/>
                        <a:pt x="6227748" y="757727"/>
                        <a:pt x="6375163" y="0"/>
                      </a:cubicBezTo>
                    </a:path>
                  </a:pathLst>
                </a:custGeom>
                <a:noFill/>
                <a:ln w="19050"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  <p:sp>
              <p:nvSpPr>
                <p:cNvPr id="35" name="Rectangle: Rounded Corners 34">
                  <a:extLst>
                    <a:ext uri="{FF2B5EF4-FFF2-40B4-BE49-F238E27FC236}">
                      <a16:creationId xmlns:a16="http://schemas.microsoft.com/office/drawing/2014/main" id="{03E9D6C5-E9D5-4804-A9CD-B048BAEDB30C}"/>
                    </a:ext>
                  </a:extLst>
                </p:cNvPr>
                <p:cNvSpPr/>
                <p:nvPr/>
              </p:nvSpPr>
              <p:spPr>
                <a:xfrm>
                  <a:off x="2620172" y="2617157"/>
                  <a:ext cx="59551" cy="50185"/>
                </a:xfrm>
                <a:prstGeom prst="roundRect">
                  <a:avLst/>
                </a:prstGeom>
                <a:solidFill>
                  <a:srgbClr val="00B050"/>
                </a:solidFill>
                <a:ln>
                  <a:solidFill>
                    <a:srgbClr val="00B0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IN"/>
                </a:p>
              </p:txBody>
            </p:sp>
          </p:grpSp>
        </p:grp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A206A6F0-F61A-40D0-BC7E-25A9FC9B9134}"/>
                </a:ext>
              </a:extLst>
            </p:cNvPr>
            <p:cNvSpPr/>
            <p:nvPr/>
          </p:nvSpPr>
          <p:spPr>
            <a:xfrm rot="6017948" flipV="1">
              <a:off x="1305755" y="4290452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FE03CE02-0717-498F-9272-4DC80B3629EA}"/>
                </a:ext>
              </a:extLst>
            </p:cNvPr>
            <p:cNvSpPr/>
            <p:nvPr/>
          </p:nvSpPr>
          <p:spPr>
            <a:xfrm rot="21277659">
              <a:off x="2517403" y="2906549"/>
              <a:ext cx="690584" cy="235253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0B3A3EA-1E9F-436A-9D58-E45E27123C2E}"/>
                </a:ext>
              </a:extLst>
            </p:cNvPr>
            <p:cNvSpPr/>
            <p:nvPr/>
          </p:nvSpPr>
          <p:spPr>
            <a:xfrm rot="11528244" flipV="1">
              <a:off x="344853" y="2978311"/>
              <a:ext cx="676370" cy="157011"/>
            </a:xfrm>
            <a:custGeom>
              <a:avLst/>
              <a:gdLst>
                <a:gd name="connsiteX0" fmla="*/ 0 w 6375163"/>
                <a:gd name="connsiteY0" fmla="*/ 51274 h 1521167"/>
                <a:gd name="connsiteX1" fmla="*/ 1128045 w 6375163"/>
                <a:gd name="connsiteY1" fmla="*/ 1512605 h 1521167"/>
                <a:gd name="connsiteX2" fmla="*/ 2273182 w 6375163"/>
                <a:gd name="connsiteY2" fmla="*/ 34183 h 1521167"/>
                <a:gd name="connsiteX3" fmla="*/ 3452501 w 6375163"/>
                <a:gd name="connsiteY3" fmla="*/ 1461330 h 1521167"/>
                <a:gd name="connsiteX4" fmla="*/ 4554909 w 6375163"/>
                <a:gd name="connsiteY4" fmla="*/ 34183 h 1521167"/>
                <a:gd name="connsiteX5" fmla="*/ 5776957 w 6375163"/>
                <a:gd name="connsiteY5" fmla="*/ 1521151 h 1521167"/>
                <a:gd name="connsiteX6" fmla="*/ 6375163 w 6375163"/>
                <a:gd name="connsiteY6" fmla="*/ 0 h 15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75163" h="1521167">
                  <a:moveTo>
                    <a:pt x="0" y="51274"/>
                  </a:moveTo>
                  <a:cubicBezTo>
                    <a:pt x="374590" y="783364"/>
                    <a:pt x="749181" y="1515454"/>
                    <a:pt x="1128045" y="1512605"/>
                  </a:cubicBezTo>
                  <a:cubicBezTo>
                    <a:pt x="1506909" y="1509757"/>
                    <a:pt x="1885773" y="42729"/>
                    <a:pt x="2273182" y="34183"/>
                  </a:cubicBezTo>
                  <a:cubicBezTo>
                    <a:pt x="2660591" y="25637"/>
                    <a:pt x="3072213" y="1461330"/>
                    <a:pt x="3452501" y="1461330"/>
                  </a:cubicBezTo>
                  <a:cubicBezTo>
                    <a:pt x="3832789" y="1461330"/>
                    <a:pt x="4167500" y="24213"/>
                    <a:pt x="4554909" y="34183"/>
                  </a:cubicBezTo>
                  <a:cubicBezTo>
                    <a:pt x="4942318" y="44153"/>
                    <a:pt x="5473581" y="1526848"/>
                    <a:pt x="5776957" y="1521151"/>
                  </a:cubicBezTo>
                  <a:cubicBezTo>
                    <a:pt x="6080333" y="1515454"/>
                    <a:pt x="6227748" y="757727"/>
                    <a:pt x="6375163" y="0"/>
                  </a:cubicBezTo>
                </a:path>
              </a:pathLst>
            </a:custGeom>
            <a:noFill/>
            <a:ln w="1905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83662601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03364DA-E19E-4DCB-8ECE-21ECD8C3D10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25000"/>
                    </a14:imgEffect>
                    <a14:imgEffect>
                      <a14:saturation sat="3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769914"/>
            <a:ext cx="12192000" cy="53181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671214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162</TotalTime>
  <Words>26</Words>
  <Application>Microsoft Office PowerPoint</Application>
  <PresentationFormat>Widescreen</PresentationFormat>
  <Paragraphs>11</Paragraphs>
  <Slides>4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</vt:i4>
      </vt:variant>
    </vt:vector>
  </HeadingPairs>
  <TitlesOfParts>
    <vt:vector size="9" baseType="lpstr">
      <vt:lpstr>Arial</vt:lpstr>
      <vt:lpstr>Calibri</vt:lpstr>
      <vt:lpstr>Calibri Light</vt:lpstr>
      <vt:lpstr>Times New Roman</vt:lpstr>
      <vt:lpstr>Office Theme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Ranadeep raj sumukam</dc:creator>
  <cp:lastModifiedBy>Ranadeep raj sumukam</cp:lastModifiedBy>
  <cp:revision>15</cp:revision>
  <dcterms:created xsi:type="dcterms:W3CDTF">2019-06-05T18:05:02Z</dcterms:created>
  <dcterms:modified xsi:type="dcterms:W3CDTF">2019-07-04T11:42:26Z</dcterms:modified>
</cp:coreProperties>
</file>