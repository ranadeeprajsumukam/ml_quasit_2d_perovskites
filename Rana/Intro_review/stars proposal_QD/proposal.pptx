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281" r:id="rId3"/>
    <p:sldId id="282" r:id="rId4"/>
    <p:sldId id="283" r:id="rId5"/>
    <p:sldId id="286" r:id="rId6"/>
    <p:sldId id="284" r:id="rId7"/>
    <p:sldId id="285" r:id="rId8"/>
    <p:sldId id="274" r:id="rId9"/>
    <p:sldId id="271" r:id="rId10"/>
    <p:sldId id="265" r:id="rId11"/>
    <p:sldId id="269" r:id="rId12"/>
    <p:sldId id="278" r:id="rId13"/>
    <p:sldId id="272" r:id="rId14"/>
    <p:sldId id="279" r:id="rId15"/>
    <p:sldId id="280" r:id="rId16"/>
    <p:sldId id="256" r:id="rId17"/>
    <p:sldId id="273" r:id="rId18"/>
    <p:sldId id="268" r:id="rId19"/>
    <p:sldId id="257" r:id="rId20"/>
    <p:sldId id="276" r:id="rId21"/>
    <p:sldId id="264" r:id="rId22"/>
    <p:sldId id="263" r:id="rId23"/>
    <p:sldId id="270" r:id="rId24"/>
    <p:sldId id="267" r:id="rId25"/>
    <p:sldId id="277" r:id="rId26"/>
    <p:sldId id="275" r:id="rId27"/>
    <p:sldId id="26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FFFF00"/>
    <a:srgbClr val="E1564B"/>
    <a:srgbClr val="CC00FF"/>
    <a:srgbClr val="21C119"/>
    <a:srgbClr val="00FFFF"/>
    <a:srgbClr val="FF66FF"/>
    <a:srgbClr val="000066"/>
    <a:srgbClr val="4E1E45"/>
    <a:srgbClr val="9C7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34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0F831-6843-4830-8661-601CD81CAD11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0259A-E4E7-45CB-9FA1-192DC9C9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06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0259A-E4E7-45CB-9FA1-192DC9C9D07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933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0259A-E4E7-45CB-9FA1-192DC9C9D073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770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C746-60C6-4E7B-AF94-F3E916F43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D7F50-7ED7-4111-A066-2FBBA280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EBE73-D092-4571-B3A5-21ED4281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BD2D7-96CE-40E2-8743-897CE69F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D54FF-04F3-4487-8A58-B153CD64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8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C688-DEFF-4131-85DE-D7610378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DFB43-65B3-4CAC-8BEE-586BB3F00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39461-FFF7-47C3-8E18-4371B1C1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48FF1-E419-4231-87AE-FBE534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A9486-2746-4D11-ACD9-F091C617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84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CCE6-3CB1-4E60-99FE-76E799D9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6D5B-F592-4411-9569-3ADD04956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6D3FC-3D8F-462B-9872-943EBDC1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220FC-581E-4DBE-A6EC-7BE5DCEB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245EF-936C-4FDC-B929-DC68181C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85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9835-80D2-4132-84AA-BBFA7F48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15BB-1F2C-4D2D-B5E5-C82E9966B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4162F-3AF8-4550-9660-2810B9F6D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7D488-CCE7-4059-8769-30B9EF9F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A150-2D47-40FF-BC90-D8211BC2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B35CE-1D39-45BE-AD8E-35C694A9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48B5-DE74-402B-AFC4-5CDF643E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BA45B-795D-49E5-AEF8-8BDB600A9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E2B6B-BBB7-4EA6-92FE-7A25CCB2D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FE1BC-E24D-4338-83CC-94E56E2A2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4F7A-A230-4A11-83BF-AEF7CE70A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43163-6C9A-4CB1-9E73-3CA3996D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196E0-1DE1-42D2-86C5-F336CEAD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5E35E-01E0-4772-889A-CF9C99A1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7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1A8D-3EFE-4552-93C8-64AB8B7F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DFA7E-719E-45CB-9DA5-86543526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B5929-5159-44E6-9016-043D507C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47FC8-038B-470E-A881-71ADD330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45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8E873-700C-4A4D-8F5E-7CA85876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021DF-A3E3-4F29-A3EA-CF25CF2B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17C94-7293-421E-AFA0-287D9AC4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8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F892-D208-4148-B707-002DAF64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94FB-16E2-4ABA-941C-998A8EE97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DBABC-1898-4781-85F7-72B26085A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64791-D3C7-473C-A937-C970D0F8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94C9-FE6B-4F58-A5A0-5F0565C5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596FE-3E48-4E5E-A3AA-7FB93D26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5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3CA4-05E6-40EC-8279-176B8AA7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0B81B-E191-431C-B584-C5DEECC70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61623-75AB-4885-A34A-CF0421E43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D73E8-B4A3-4FDC-8CBC-F5E9C6B5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E2641-0E57-45DC-B3FC-43E3AF8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92012-7A25-40A8-BB0F-DAB3E95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5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D9CD-B1E9-4432-8CA1-BB46E211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A961-4C14-4DBE-9075-6016B9E8E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2C42A-421F-409F-9AAF-B235558E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1FBBA-17B8-44D7-B393-8DD755EA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B99D7-47DB-43A2-8AAB-EB2EC6DE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0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66CB3-64F8-4704-99B2-40A44EBD4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E4DB-034C-4355-A65F-3213B2655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DFDA-F954-4282-AE94-3A868E61A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8A0BD-5ECB-4715-825B-B79F729A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F63B-EB2F-477F-915C-D13033CC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7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6FE3C-8F7F-4402-8616-2B798603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FCE06-A2E4-4AF4-A2EE-BA4350B2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2960B-572F-47CC-900A-EAE9C7B95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D2F-A142-4413-A1C2-D0C0B1A01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308D4-4664-4C2E-BAB5-66D89E4CA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3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hyperlink" Target="https://www.remix3d.com/details/G009SX7VFKX3" TargetMode="External"/><Relationship Id="rId15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microsoft.com/office/2017/06/relationships/model3d" Target="../media/model3d1.glb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openxmlformats.org/officeDocument/2006/relationships/hyperlink" Target="https://www.remix3d.com/details/G009SX7VFKX3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2" Type="http://schemas.microsoft.com/office/2017/06/relationships/model3d" Target="../media/model3d1.glb"/><Relationship Id="rId16" Type="http://schemas.microsoft.com/office/2007/relationships/hdphoto" Target="../media/hdphoto2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15" Type="http://schemas.openxmlformats.org/officeDocument/2006/relationships/image" Target="../media/image10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openxmlformats.org/officeDocument/2006/relationships/hyperlink" Target="https://www.remix3d.com/details/G009SX7VFKX3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7.png"/><Relationship Id="rId18" Type="http://schemas.openxmlformats.org/officeDocument/2006/relationships/image" Target="../media/image19.png"/><Relationship Id="rId3" Type="http://schemas.microsoft.com/office/2007/relationships/hdphoto" Target="../media/hdphoto5.wdp"/><Relationship Id="rId21" Type="http://schemas.openxmlformats.org/officeDocument/2006/relationships/image" Target="../media/image200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18.png"/><Relationship Id="rId25" Type="http://schemas.openxmlformats.org/officeDocument/2006/relationships/image" Target="../media/image220.png"/><Relationship Id="rId2" Type="http://schemas.openxmlformats.org/officeDocument/2006/relationships/image" Target="../media/image13.png"/><Relationship Id="rId16" Type="http://schemas.openxmlformats.org/officeDocument/2006/relationships/image" Target="../media/image18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4.png"/><Relationship Id="rId24" Type="http://schemas.openxmlformats.org/officeDocument/2006/relationships/image" Target="../media/image22.png"/><Relationship Id="rId5" Type="http://schemas.openxmlformats.org/officeDocument/2006/relationships/hyperlink" Target="https://www.remix3d.com/details/G009SX7VFKX3" TargetMode="External"/><Relationship Id="rId15" Type="http://schemas.openxmlformats.org/officeDocument/2006/relationships/image" Target="../media/image16.png"/><Relationship Id="rId23" Type="http://schemas.openxmlformats.org/officeDocument/2006/relationships/image" Target="../media/image210.png"/><Relationship Id="rId10" Type="http://schemas.openxmlformats.org/officeDocument/2006/relationships/image" Target="../media/image16.png"/><Relationship Id="rId19" Type="http://schemas.openxmlformats.org/officeDocument/2006/relationships/image" Target="../media/image20.png"/><Relationship Id="rId4" Type="http://schemas.microsoft.com/office/2017/06/relationships/model3d" Target="../media/model3d1.glb"/><Relationship Id="rId9" Type="http://schemas.openxmlformats.org/officeDocument/2006/relationships/image" Target="../media/image7.png"/><Relationship Id="rId14" Type="http://schemas.openxmlformats.org/officeDocument/2006/relationships/image" Target="../media/image17.png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microsoft.com/office/2007/relationships/hdphoto" Target="../media/hdphoto7.wdp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0.wdp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325F9E7-57E9-4801-B889-F97212675C46}"/>
              </a:ext>
            </a:extLst>
          </p:cNvPr>
          <p:cNvGrpSpPr/>
          <p:nvPr/>
        </p:nvGrpSpPr>
        <p:grpSpPr>
          <a:xfrm>
            <a:off x="80174" y="499216"/>
            <a:ext cx="11450838" cy="6061028"/>
            <a:chOff x="80174" y="499216"/>
            <a:chExt cx="11450838" cy="60610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DD963F-D492-44B6-94FE-8AB6E184E6DF}"/>
                </a:ext>
              </a:extLst>
            </p:cNvPr>
            <p:cNvSpPr txBox="1"/>
            <p:nvPr/>
          </p:nvSpPr>
          <p:spPr>
            <a:xfrm>
              <a:off x="91394" y="742951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A8E0E5-1A21-404E-BCC0-71330C0E4A82}"/>
                </a:ext>
              </a:extLst>
            </p:cNvPr>
            <p:cNvSpPr txBox="1"/>
            <p:nvPr/>
          </p:nvSpPr>
          <p:spPr>
            <a:xfrm>
              <a:off x="80174" y="3661759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b)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1903ED-3E2E-4ECD-B0F4-4A8F36DC80CE}"/>
                </a:ext>
              </a:extLst>
            </p:cNvPr>
            <p:cNvSpPr txBox="1"/>
            <p:nvPr/>
          </p:nvSpPr>
          <p:spPr>
            <a:xfrm>
              <a:off x="6715125" y="76938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c)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AEDC27-8273-4CAA-BA51-7B63696EF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9404" y="769384"/>
              <a:ext cx="2736221" cy="2230805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2319E43-CB17-4125-BF7B-04A4B9264980}"/>
                </a:ext>
              </a:extLst>
            </p:cNvPr>
            <p:cNvSpPr/>
            <p:nvPr/>
          </p:nvSpPr>
          <p:spPr>
            <a:xfrm>
              <a:off x="7682787" y="3007595"/>
              <a:ext cx="38482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b="1" dirty="0">
                  <a:cs typeface="Arial" panose="020B0604020202020204" pitchFamily="34" charset="0"/>
                </a:rPr>
                <a:t>Flexible solar cell using perovskite QDs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D57EC2A-D870-4DA9-A3D8-BA9091A6A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99216"/>
              <a:ext cx="5654895" cy="2289769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947526A-2E7A-4D3F-B143-4CF9B18FB062}"/>
                </a:ext>
              </a:extLst>
            </p:cNvPr>
            <p:cNvSpPr/>
            <p:nvPr/>
          </p:nvSpPr>
          <p:spPr>
            <a:xfrm>
              <a:off x="806734" y="3000189"/>
              <a:ext cx="41593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 Perovskite sensitized in an active scaﬀold</a:t>
              </a:r>
              <a:endParaRPr lang="en-IN" b="1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6F6CF90-DCFB-4AA4-87E5-7779A74A4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371" y="3227163"/>
              <a:ext cx="5731629" cy="271001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E40E7FB-AD62-4317-9B95-EA114117F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82787" y="3515679"/>
              <a:ext cx="3032838" cy="248041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BD84306-3EF5-4316-A269-1A8E01B83F52}"/>
                </a:ext>
              </a:extLst>
            </p:cNvPr>
            <p:cNvSpPr/>
            <p:nvPr/>
          </p:nvSpPr>
          <p:spPr>
            <a:xfrm>
              <a:off x="806734" y="6190912"/>
              <a:ext cx="42891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 Perovskite sensitized in an passive scaﬀold</a:t>
              </a:r>
              <a:endParaRPr lang="en-IN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A1E8EA-B95D-4337-9DD4-B73CEB1C9C19}"/>
                </a:ext>
              </a:extLst>
            </p:cNvPr>
            <p:cNvSpPr txBox="1"/>
            <p:nvPr/>
          </p:nvSpPr>
          <p:spPr>
            <a:xfrm>
              <a:off x="6691081" y="3661759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d)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8272D22-5E86-4F34-8C2F-01132DA85427}"/>
                </a:ext>
              </a:extLst>
            </p:cNvPr>
            <p:cNvSpPr/>
            <p:nvPr/>
          </p:nvSpPr>
          <p:spPr>
            <a:xfrm>
              <a:off x="7682787" y="6188166"/>
              <a:ext cx="33816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b="1" dirty="0">
                  <a:cs typeface="Times New Roman" panose="02020603050405020304" pitchFamily="18" charset="0"/>
                </a:rPr>
                <a:t>Flexible LED using perovskite QDs</a:t>
              </a:r>
              <a:endParaRPr lang="en-IN" dirty="0"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71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A6ECB4-080B-4952-8F29-379818ED8EEB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161" y="582536"/>
            <a:ext cx="7399516" cy="4164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BAC68C7A-9A88-4082-9B23-382F40999FDD}"/>
              </a:ext>
            </a:extLst>
          </p:cNvPr>
          <p:cNvGrpSpPr/>
          <p:nvPr/>
        </p:nvGrpSpPr>
        <p:grpSpPr>
          <a:xfrm>
            <a:off x="163719" y="1822501"/>
            <a:ext cx="3062199" cy="3047160"/>
            <a:chOff x="163719" y="1822501"/>
            <a:chExt cx="3062199" cy="304716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91817E9-1A38-4697-87BB-25D82BBCBDCF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583" name="Group 582">
                <a:extLst>
                  <a:ext uri="{FF2B5EF4-FFF2-40B4-BE49-F238E27FC236}">
                    <a16:creationId xmlns:a16="http://schemas.microsoft.com/office/drawing/2014/main" id="{A971985A-B7C3-489E-B446-60BF444923D7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65B55A67-13B1-4DCB-A076-391B776F94D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5" name="Rectangle: Rounded Corners 584">
                  <a:extLst>
                    <a:ext uri="{FF2B5EF4-FFF2-40B4-BE49-F238E27FC236}">
                      <a16:creationId xmlns:a16="http://schemas.microsoft.com/office/drawing/2014/main" id="{98546262-A1BE-4F41-9F1E-A31C642D953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86" name="Group 585">
                <a:extLst>
                  <a:ext uri="{FF2B5EF4-FFF2-40B4-BE49-F238E27FC236}">
                    <a16:creationId xmlns:a16="http://schemas.microsoft.com/office/drawing/2014/main" id="{2031FE8B-F604-49B0-A0C7-24A90AE8657A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A12A9C9A-870B-4CED-B6B1-56864A81435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8" name="Rectangle: Rounded Corners 587">
                  <a:extLst>
                    <a:ext uri="{FF2B5EF4-FFF2-40B4-BE49-F238E27FC236}">
                      <a16:creationId xmlns:a16="http://schemas.microsoft.com/office/drawing/2014/main" id="{C7D5402B-8C0A-4E0D-9075-1EB2A92017D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2C65548-3F36-4832-A977-B49C79ACAF02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344" name="Group 343">
                  <a:extLst>
                    <a:ext uri="{FF2B5EF4-FFF2-40B4-BE49-F238E27FC236}">
                      <a16:creationId xmlns:a16="http://schemas.microsoft.com/office/drawing/2014/main" id="{0E7ABC99-EAB5-4039-BFA0-A8F56235395E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345" name="Group 344">
                    <a:extLst>
                      <a:ext uri="{FF2B5EF4-FFF2-40B4-BE49-F238E27FC236}">
                        <a16:creationId xmlns:a16="http://schemas.microsoft.com/office/drawing/2014/main" id="{76A5F5B1-1137-4F5D-B60B-8FC72EA4B20B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406" name="Flowchart: Connector 405">
                      <a:extLst>
                        <a:ext uri="{FF2B5EF4-FFF2-40B4-BE49-F238E27FC236}">
                          <a16:creationId xmlns:a16="http://schemas.microsoft.com/office/drawing/2014/main" id="{162C9280-8673-4B64-88F2-76B02B25DF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07" name="Flowchart: Connector 406">
                      <a:extLst>
                        <a:ext uri="{FF2B5EF4-FFF2-40B4-BE49-F238E27FC236}">
                          <a16:creationId xmlns:a16="http://schemas.microsoft.com/office/drawing/2014/main" id="{2EC7F3B3-4E4F-48EC-BEAA-6180E5A47F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08" name="Flowchart: Connector 407">
                      <a:extLst>
                        <a:ext uri="{FF2B5EF4-FFF2-40B4-BE49-F238E27FC236}">
                          <a16:creationId xmlns:a16="http://schemas.microsoft.com/office/drawing/2014/main" id="{84990CC5-8D7F-4633-A0FC-1C486BE188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09" name="Flowchart: Connector 408">
                      <a:extLst>
                        <a:ext uri="{FF2B5EF4-FFF2-40B4-BE49-F238E27FC236}">
                          <a16:creationId xmlns:a16="http://schemas.microsoft.com/office/drawing/2014/main" id="{020627DE-16F2-423A-A6A3-8133166844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46" name="Group 345">
                    <a:extLst>
                      <a:ext uri="{FF2B5EF4-FFF2-40B4-BE49-F238E27FC236}">
                        <a16:creationId xmlns:a16="http://schemas.microsoft.com/office/drawing/2014/main" id="{36B22469-44BE-449C-9D53-0DB044F33AE2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347" name="Group 346">
                      <a:extLst>
                        <a:ext uri="{FF2B5EF4-FFF2-40B4-BE49-F238E27FC236}">
                          <a16:creationId xmlns:a16="http://schemas.microsoft.com/office/drawing/2014/main" id="{0220904E-DDE5-452E-BC3F-98B10255CB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9" name="3D Model 398" descr="Sphere">
                            <a:extLst>
                              <a:ext uri="{FF2B5EF4-FFF2-40B4-BE49-F238E27FC236}">
                                <a16:creationId xmlns:a16="http://schemas.microsoft.com/office/drawing/2014/main" id="{CB7A2F47-C923-4BDB-8C0D-A183632A005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3718145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00" name="Flowchart: Connector 399">
                        <a:extLst>
                          <a:ext uri="{FF2B5EF4-FFF2-40B4-BE49-F238E27FC236}">
                            <a16:creationId xmlns:a16="http://schemas.microsoft.com/office/drawing/2014/main" id="{0262A8D9-D925-47CA-BBFB-5D5E9826F8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01" name="3D Model 400" descr="Sphere">
                            <a:extLst>
                              <a:ext uri="{FF2B5EF4-FFF2-40B4-BE49-F238E27FC236}">
                                <a16:creationId xmlns:a16="http://schemas.microsoft.com/office/drawing/2014/main" id="{749EAA74-24B3-4A1F-8365-63240CED3B7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4582484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02" name="Flowchart: Connector 401">
                        <a:extLst>
                          <a:ext uri="{FF2B5EF4-FFF2-40B4-BE49-F238E27FC236}">
                            <a16:creationId xmlns:a16="http://schemas.microsoft.com/office/drawing/2014/main" id="{7E3680F4-52FA-4046-A604-35D708009E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03" name="3D Model 402" descr="Sphere">
                            <a:extLst>
                              <a:ext uri="{FF2B5EF4-FFF2-40B4-BE49-F238E27FC236}">
                                <a16:creationId xmlns:a16="http://schemas.microsoft.com/office/drawing/2014/main" id="{4770DDA3-5112-429F-81CE-61EE56C307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653427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04" name="Flowchart: Connector 403">
                        <a:extLst>
                          <a:ext uri="{FF2B5EF4-FFF2-40B4-BE49-F238E27FC236}">
                            <a16:creationId xmlns:a16="http://schemas.microsoft.com/office/drawing/2014/main" id="{49A53502-A75A-4A3F-A826-1736BB6D70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05" name="3D Model 404" descr="Sphere">
                            <a:extLst>
                              <a:ext uri="{FF2B5EF4-FFF2-40B4-BE49-F238E27FC236}">
                                <a16:creationId xmlns:a16="http://schemas.microsoft.com/office/drawing/2014/main" id="{2AF2A3F9-966C-4117-ACA7-5993F7872AF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5421566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8" name="Group 347">
                      <a:extLst>
                        <a:ext uri="{FF2B5EF4-FFF2-40B4-BE49-F238E27FC236}">
                          <a16:creationId xmlns:a16="http://schemas.microsoft.com/office/drawing/2014/main" id="{0B437C44-3343-4B37-917F-308F501322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82" name="Flowchart: Connector 381">
                        <a:extLst>
                          <a:ext uri="{FF2B5EF4-FFF2-40B4-BE49-F238E27FC236}">
                            <a16:creationId xmlns:a16="http://schemas.microsoft.com/office/drawing/2014/main" id="{93531599-C6B6-452F-AEDE-73BCAC3EB9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4" name="Flowchart: Connector 383">
                        <a:extLst>
                          <a:ext uri="{FF2B5EF4-FFF2-40B4-BE49-F238E27FC236}">
                            <a16:creationId xmlns:a16="http://schemas.microsoft.com/office/drawing/2014/main" id="{FAF91E8E-915B-4768-979F-1A5927ABD5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5" name="Flowchart: Connector 384">
                        <a:extLst>
                          <a:ext uri="{FF2B5EF4-FFF2-40B4-BE49-F238E27FC236}">
                            <a16:creationId xmlns:a16="http://schemas.microsoft.com/office/drawing/2014/main" id="{95FDA49B-7D5B-492D-9DBB-6C9C9BA5ABA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6" name="Flowchart: Connector 385">
                        <a:extLst>
                          <a:ext uri="{FF2B5EF4-FFF2-40B4-BE49-F238E27FC236}">
                            <a16:creationId xmlns:a16="http://schemas.microsoft.com/office/drawing/2014/main" id="{023C91AB-E517-464F-9DDF-1C639A52FA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7" name="Flowchart: Connector 386">
                        <a:extLst>
                          <a:ext uri="{FF2B5EF4-FFF2-40B4-BE49-F238E27FC236}">
                            <a16:creationId xmlns:a16="http://schemas.microsoft.com/office/drawing/2014/main" id="{F3BB5C4A-148C-426D-A8B0-95C5B32E5B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8" name="Flowchart: Connector 387">
                        <a:extLst>
                          <a:ext uri="{FF2B5EF4-FFF2-40B4-BE49-F238E27FC236}">
                            <a16:creationId xmlns:a16="http://schemas.microsoft.com/office/drawing/2014/main" id="{0F5C07C4-8562-46F2-8702-02E1540616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9" name="Flowchart: Connector 388">
                        <a:extLst>
                          <a:ext uri="{FF2B5EF4-FFF2-40B4-BE49-F238E27FC236}">
                            <a16:creationId xmlns:a16="http://schemas.microsoft.com/office/drawing/2014/main" id="{47EE1118-DAC8-43AE-8C60-95D7874BBFC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" name="Flowchart: Connector 389">
                        <a:extLst>
                          <a:ext uri="{FF2B5EF4-FFF2-40B4-BE49-F238E27FC236}">
                            <a16:creationId xmlns:a16="http://schemas.microsoft.com/office/drawing/2014/main" id="{AD0A9763-9A08-4AC7-87C1-7C7EC693E9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" name="3D Model 390" descr="Sphere">
                            <a:extLst>
                              <a:ext uri="{FF2B5EF4-FFF2-40B4-BE49-F238E27FC236}">
                                <a16:creationId xmlns:a16="http://schemas.microsoft.com/office/drawing/2014/main" id="{4C57123D-EE84-44E6-A211-91154B360F4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48422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2" name="Flowchart: Connector 391">
                        <a:extLst>
                          <a:ext uri="{FF2B5EF4-FFF2-40B4-BE49-F238E27FC236}">
                            <a16:creationId xmlns:a16="http://schemas.microsoft.com/office/drawing/2014/main" id="{873770B7-B11D-4842-ABAB-82E3CA1BCD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3" name="3D Model 392" descr="Sphere">
                            <a:extLst>
                              <a:ext uri="{FF2B5EF4-FFF2-40B4-BE49-F238E27FC236}">
                                <a16:creationId xmlns:a16="http://schemas.microsoft.com/office/drawing/2014/main" id="{F0452017-D37F-4F4B-801A-571AE95B2C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8308681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4" name="Flowchart: Connector 393">
                        <a:extLst>
                          <a:ext uri="{FF2B5EF4-FFF2-40B4-BE49-F238E27FC236}">
                            <a16:creationId xmlns:a16="http://schemas.microsoft.com/office/drawing/2014/main" id="{BDCE57F8-259E-4EF4-8C63-381B47DAB4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5" name="3D Model 394" descr="Sphere">
                            <a:extLst>
                              <a:ext uri="{FF2B5EF4-FFF2-40B4-BE49-F238E27FC236}">
                                <a16:creationId xmlns:a16="http://schemas.microsoft.com/office/drawing/2014/main" id="{90D4EB7D-A41E-4A91-80B0-59A514B7D2F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9056766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6" name="Flowchart: Connector 395">
                        <a:extLst>
                          <a:ext uri="{FF2B5EF4-FFF2-40B4-BE49-F238E27FC236}">
                            <a16:creationId xmlns:a16="http://schemas.microsoft.com/office/drawing/2014/main" id="{C32528F9-76A7-4805-B580-D21DCD5646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7" name="3D Model 396" descr="Sphere">
                            <a:extLst>
                              <a:ext uri="{FF2B5EF4-FFF2-40B4-BE49-F238E27FC236}">
                                <a16:creationId xmlns:a16="http://schemas.microsoft.com/office/drawing/2014/main" id="{2D1CBEDC-EDF3-466F-8A9E-D6D291B683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02483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9" name="Group 348">
                      <a:extLst>
                        <a:ext uri="{FF2B5EF4-FFF2-40B4-BE49-F238E27FC236}">
                          <a16:creationId xmlns:a16="http://schemas.microsoft.com/office/drawing/2014/main" id="{034B54D0-4135-4A0E-A356-D2DCAA4ACE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66" name="Flowchart: Connector 365">
                        <a:extLst>
                          <a:ext uri="{FF2B5EF4-FFF2-40B4-BE49-F238E27FC236}">
                            <a16:creationId xmlns:a16="http://schemas.microsoft.com/office/drawing/2014/main" id="{FB1EDD39-9AFB-4953-A1EE-4D319B62A63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8" name="Flowchart: Connector 367">
                        <a:extLst>
                          <a:ext uri="{FF2B5EF4-FFF2-40B4-BE49-F238E27FC236}">
                            <a16:creationId xmlns:a16="http://schemas.microsoft.com/office/drawing/2014/main" id="{FDCFC85F-4192-477A-A807-FACDF562F4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9" name="Flowchart: Connector 368">
                        <a:extLst>
                          <a:ext uri="{FF2B5EF4-FFF2-40B4-BE49-F238E27FC236}">
                            <a16:creationId xmlns:a16="http://schemas.microsoft.com/office/drawing/2014/main" id="{074F3799-87E1-442A-9991-FFB9417F36A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0" name="Flowchart: Connector 369">
                        <a:extLst>
                          <a:ext uri="{FF2B5EF4-FFF2-40B4-BE49-F238E27FC236}">
                            <a16:creationId xmlns:a16="http://schemas.microsoft.com/office/drawing/2014/main" id="{11641EB2-53A9-4A6C-B4DA-2BE6B26C4F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1" name="Flowchart: Connector 370">
                        <a:extLst>
                          <a:ext uri="{FF2B5EF4-FFF2-40B4-BE49-F238E27FC236}">
                            <a16:creationId xmlns:a16="http://schemas.microsoft.com/office/drawing/2014/main" id="{0826F8A9-EA2A-4CFB-9C37-211797BF5F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2" name="Flowchart: Connector 371">
                        <a:extLst>
                          <a:ext uri="{FF2B5EF4-FFF2-40B4-BE49-F238E27FC236}">
                            <a16:creationId xmlns:a16="http://schemas.microsoft.com/office/drawing/2014/main" id="{EC4160BB-CA17-430B-9AB0-6E28E5FB8F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3" name="Flowchart: Connector 372">
                        <a:extLst>
                          <a:ext uri="{FF2B5EF4-FFF2-40B4-BE49-F238E27FC236}">
                            <a16:creationId xmlns:a16="http://schemas.microsoft.com/office/drawing/2014/main" id="{3C703789-EE4D-4C2E-B563-3870EE9A0E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4" name="Flowchart: Connector 373">
                        <a:extLst>
                          <a:ext uri="{FF2B5EF4-FFF2-40B4-BE49-F238E27FC236}">
                            <a16:creationId xmlns:a16="http://schemas.microsoft.com/office/drawing/2014/main" id="{C45B06E0-D745-4DDD-9D4F-E9E149B17D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5" name="3D Model 374" descr="Sphere">
                            <a:extLst>
                              <a:ext uri="{FF2B5EF4-FFF2-40B4-BE49-F238E27FC236}">
                                <a16:creationId xmlns:a16="http://schemas.microsoft.com/office/drawing/2014/main" id="{47DD5D40-0E9D-4B1E-ADD9-013162C826F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752949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6" name="Flowchart: Connector 375">
                        <a:extLst>
                          <a:ext uri="{FF2B5EF4-FFF2-40B4-BE49-F238E27FC236}">
                            <a16:creationId xmlns:a16="http://schemas.microsoft.com/office/drawing/2014/main" id="{8087E836-EC2A-4A4D-ABE4-CC1D0C877A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7" name="3D Model 376" descr="Sphere">
                            <a:extLst>
                              <a:ext uri="{FF2B5EF4-FFF2-40B4-BE49-F238E27FC236}">
                                <a16:creationId xmlns:a16="http://schemas.microsoft.com/office/drawing/2014/main" id="{69E95245-2B79-4441-B2EB-94FFD1241DD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1571872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8" name="Flowchart: Connector 377">
                        <a:extLst>
                          <a:ext uri="{FF2B5EF4-FFF2-40B4-BE49-F238E27FC236}">
                            <a16:creationId xmlns:a16="http://schemas.microsoft.com/office/drawing/2014/main" id="{7E2E0CFE-B688-4B54-93C5-EBD985FC02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" name="3D Model 378" descr="Sphere">
                            <a:extLst>
                              <a:ext uri="{FF2B5EF4-FFF2-40B4-BE49-F238E27FC236}">
                                <a16:creationId xmlns:a16="http://schemas.microsoft.com/office/drawing/2014/main" id="{EF94584A-4394-4FE6-8608-0B95F633B64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935884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0" name="Flowchart: Connector 379">
                        <a:extLst>
                          <a:ext uri="{FF2B5EF4-FFF2-40B4-BE49-F238E27FC236}">
                            <a16:creationId xmlns:a16="http://schemas.microsoft.com/office/drawing/2014/main" id="{7E993AA6-F48B-4834-937B-5781AA9073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" name="3D Model 380" descr="Sphere">
                            <a:extLst>
                              <a:ext uri="{FF2B5EF4-FFF2-40B4-BE49-F238E27FC236}">
                                <a16:creationId xmlns:a16="http://schemas.microsoft.com/office/drawing/2014/main" id="{FAB5286B-5DDF-4399-9668-C024BC76E91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28291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50" name="Flowchart: Connector 349">
                      <a:extLst>
                        <a:ext uri="{FF2B5EF4-FFF2-40B4-BE49-F238E27FC236}">
                          <a16:creationId xmlns:a16="http://schemas.microsoft.com/office/drawing/2014/main" id="{68511A30-728E-470B-8E1A-ACC105E06B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" name="Flowchart: Connector 351">
                      <a:extLst>
                        <a:ext uri="{FF2B5EF4-FFF2-40B4-BE49-F238E27FC236}">
                          <a16:creationId xmlns:a16="http://schemas.microsoft.com/office/drawing/2014/main" id="{416C0012-E74A-4C61-A49A-1F4FF04D66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3" name="Flowchart: Connector 352">
                      <a:extLst>
                        <a:ext uri="{FF2B5EF4-FFF2-40B4-BE49-F238E27FC236}">
                          <a16:creationId xmlns:a16="http://schemas.microsoft.com/office/drawing/2014/main" id="{23820093-5F80-4233-A704-3D8EC035DD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4" name="Flowchart: Connector 353">
                      <a:extLst>
                        <a:ext uri="{FF2B5EF4-FFF2-40B4-BE49-F238E27FC236}">
                          <a16:creationId xmlns:a16="http://schemas.microsoft.com/office/drawing/2014/main" id="{7104A4A5-5646-465C-ABD2-C077C89EFF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5" name="Flowchart: Connector 354">
                      <a:extLst>
                        <a:ext uri="{FF2B5EF4-FFF2-40B4-BE49-F238E27FC236}">
                          <a16:creationId xmlns:a16="http://schemas.microsoft.com/office/drawing/2014/main" id="{9FAA8371-3217-413D-9EDE-E3D0049286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6" name="Flowchart: Connector 355">
                      <a:extLst>
                        <a:ext uri="{FF2B5EF4-FFF2-40B4-BE49-F238E27FC236}">
                          <a16:creationId xmlns:a16="http://schemas.microsoft.com/office/drawing/2014/main" id="{8D534455-7027-4A0D-B762-44DDFEB93C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7" name="Flowchart: Connector 356">
                      <a:extLst>
                        <a:ext uri="{FF2B5EF4-FFF2-40B4-BE49-F238E27FC236}">
                          <a16:creationId xmlns:a16="http://schemas.microsoft.com/office/drawing/2014/main" id="{045FBEBD-EF4E-4F87-B819-E0AAA5EC2D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8" name="Flowchart: Connector 357">
                      <a:extLst>
                        <a:ext uri="{FF2B5EF4-FFF2-40B4-BE49-F238E27FC236}">
                          <a16:creationId xmlns:a16="http://schemas.microsoft.com/office/drawing/2014/main" id="{A4B2ECFF-DE28-41BC-9C3B-A39FA670EA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59" name="3D Model 358" descr="Sphere">
                          <a:extLst>
                            <a:ext uri="{FF2B5EF4-FFF2-40B4-BE49-F238E27FC236}">
                              <a16:creationId xmlns:a16="http://schemas.microsoft.com/office/drawing/2014/main" id="{AB7F2509-A390-4C9F-9FAE-433FACED007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31981332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59" name="3D Model 358" descr="Sphere">
                          <a:extLst>
                            <a:ext uri="{FF2B5EF4-FFF2-40B4-BE49-F238E27FC236}">
                              <a16:creationId xmlns:a16="http://schemas.microsoft.com/office/drawing/2014/main" id="{AB7F2509-A390-4C9F-9FAE-433FACED007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53871" y="244090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60" name="Flowchart: Connector 359">
                      <a:extLst>
                        <a:ext uri="{FF2B5EF4-FFF2-40B4-BE49-F238E27FC236}">
                          <a16:creationId xmlns:a16="http://schemas.microsoft.com/office/drawing/2014/main" id="{EB5164ED-D9E9-443C-87E2-F35ED0C6B3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61" name="3D Model 360" descr="Sphere">
                          <a:extLst>
                            <a:ext uri="{FF2B5EF4-FFF2-40B4-BE49-F238E27FC236}">
                              <a16:creationId xmlns:a16="http://schemas.microsoft.com/office/drawing/2014/main" id="{F98C7F1E-A230-4BEF-A442-FA71AF2E2D0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909436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61" name="3D Model 360" descr="Sphere">
                          <a:extLst>
                            <a:ext uri="{FF2B5EF4-FFF2-40B4-BE49-F238E27FC236}">
                              <a16:creationId xmlns:a16="http://schemas.microsoft.com/office/drawing/2014/main" id="{F98C7F1E-A230-4BEF-A442-FA71AF2E2D0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90635" y="249762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62" name="Flowchart: Connector 361">
                      <a:extLst>
                        <a:ext uri="{FF2B5EF4-FFF2-40B4-BE49-F238E27FC236}">
                          <a16:creationId xmlns:a16="http://schemas.microsoft.com/office/drawing/2014/main" id="{52047875-5462-4A40-823D-A42C3321A3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63" name="3D Model 362" descr="Sphere">
                          <a:extLst>
                            <a:ext uri="{FF2B5EF4-FFF2-40B4-BE49-F238E27FC236}">
                              <a16:creationId xmlns:a16="http://schemas.microsoft.com/office/drawing/2014/main" id="{81F7ABBC-8434-4392-BAD0-DEDB86CCBDA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433302876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63" name="3D Model 362" descr="Sphere">
                          <a:extLst>
                            <a:ext uri="{FF2B5EF4-FFF2-40B4-BE49-F238E27FC236}">
                              <a16:creationId xmlns:a16="http://schemas.microsoft.com/office/drawing/2014/main" id="{81F7ABBC-8434-4392-BAD0-DEDB86CCBDA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028505" y="255941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64" name="Flowchart: Connector 363">
                      <a:extLst>
                        <a:ext uri="{FF2B5EF4-FFF2-40B4-BE49-F238E27FC236}">
                          <a16:creationId xmlns:a16="http://schemas.microsoft.com/office/drawing/2014/main" id="{9873F5FE-90FF-484C-87E0-E748F6EB20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65" name="3D Model 364" descr="Sphere">
                          <a:extLst>
                            <a:ext uri="{FF2B5EF4-FFF2-40B4-BE49-F238E27FC236}">
                              <a16:creationId xmlns:a16="http://schemas.microsoft.com/office/drawing/2014/main" id="{C6CCD757-C7D0-4418-96D6-4E6DFFF923D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6901271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65" name="3D Model 364" descr="Sphere">
                          <a:extLst>
                            <a:ext uri="{FF2B5EF4-FFF2-40B4-BE49-F238E27FC236}">
                              <a16:creationId xmlns:a16="http://schemas.microsoft.com/office/drawing/2014/main" id="{C6CCD757-C7D0-4418-96D6-4E6DFFF923D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96923" y="264645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176CC783-F26C-4196-8968-EAB305BCDB24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20" name="Flowchart: Connector 419">
                    <a:extLst>
                      <a:ext uri="{FF2B5EF4-FFF2-40B4-BE49-F238E27FC236}">
                        <a16:creationId xmlns:a16="http://schemas.microsoft.com/office/drawing/2014/main" id="{B101685C-673D-423D-8636-588DAF6473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1" name="Flowchart: Connector 420">
                    <a:extLst>
                      <a:ext uri="{FF2B5EF4-FFF2-40B4-BE49-F238E27FC236}">
                        <a16:creationId xmlns:a16="http://schemas.microsoft.com/office/drawing/2014/main" id="{F7C98303-8FD4-4E7D-96F8-59153502B0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2" name="Flowchart: Connector 421">
                    <a:extLst>
                      <a:ext uri="{FF2B5EF4-FFF2-40B4-BE49-F238E27FC236}">
                        <a16:creationId xmlns:a16="http://schemas.microsoft.com/office/drawing/2014/main" id="{C89F77C5-49BB-46E2-8034-82D9859BDC9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36" name="Flowchart: Connector 435">
                  <a:extLst>
                    <a:ext uri="{FF2B5EF4-FFF2-40B4-BE49-F238E27FC236}">
                      <a16:creationId xmlns:a16="http://schemas.microsoft.com/office/drawing/2014/main" id="{87E85E71-6701-486F-A2B9-815B7871116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37" name="Flowchart: Connector 436">
                  <a:extLst>
                    <a:ext uri="{FF2B5EF4-FFF2-40B4-BE49-F238E27FC236}">
                      <a16:creationId xmlns:a16="http://schemas.microsoft.com/office/drawing/2014/main" id="{7DBB2A49-C585-40D0-AA28-2F0F24E57B4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29" name="Group 428">
                  <a:extLst>
                    <a:ext uri="{FF2B5EF4-FFF2-40B4-BE49-F238E27FC236}">
                      <a16:creationId xmlns:a16="http://schemas.microsoft.com/office/drawing/2014/main" id="{1065F659-FC2B-4B48-A4AD-825B3CD3EF35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430" name="Flowchart: Connector 429">
                    <a:extLst>
                      <a:ext uri="{FF2B5EF4-FFF2-40B4-BE49-F238E27FC236}">
                        <a16:creationId xmlns:a16="http://schemas.microsoft.com/office/drawing/2014/main" id="{796AEF62-CFC3-4528-A03D-2BD6A6869E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1" name="Flowchart: Connector 430">
                    <a:extLst>
                      <a:ext uri="{FF2B5EF4-FFF2-40B4-BE49-F238E27FC236}">
                        <a16:creationId xmlns:a16="http://schemas.microsoft.com/office/drawing/2014/main" id="{E5D94F14-F194-4A1D-93E5-CC34AA73C3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2" name="Flowchart: Connector 431">
                    <a:extLst>
                      <a:ext uri="{FF2B5EF4-FFF2-40B4-BE49-F238E27FC236}">
                        <a16:creationId xmlns:a16="http://schemas.microsoft.com/office/drawing/2014/main" id="{9096954B-1AC9-4C95-A18D-7FF3F01562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892C704B-69A4-4ADC-8CC5-EA3F969ADA52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79" name="Group 278">
                    <a:extLst>
                      <a:ext uri="{FF2B5EF4-FFF2-40B4-BE49-F238E27FC236}">
                        <a16:creationId xmlns:a16="http://schemas.microsoft.com/office/drawing/2014/main" id="{C78A04FB-79F1-48BB-AF9A-D22FF2C0655F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340" name="Flowchart: Connector 339">
                      <a:extLst>
                        <a:ext uri="{FF2B5EF4-FFF2-40B4-BE49-F238E27FC236}">
                          <a16:creationId xmlns:a16="http://schemas.microsoft.com/office/drawing/2014/main" id="{CF933368-ECB5-44E5-AB97-F2DD16DAEB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" name="Flowchart: Connector 340">
                      <a:extLst>
                        <a:ext uri="{FF2B5EF4-FFF2-40B4-BE49-F238E27FC236}">
                          <a16:creationId xmlns:a16="http://schemas.microsoft.com/office/drawing/2014/main" id="{07B19A27-1809-458B-9BE6-7B34E72C22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2" name="Flowchart: Connector 341">
                      <a:extLst>
                        <a:ext uri="{FF2B5EF4-FFF2-40B4-BE49-F238E27FC236}">
                          <a16:creationId xmlns:a16="http://schemas.microsoft.com/office/drawing/2014/main" id="{2FCB6B73-26DA-4E9D-8335-CF12AD85B2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3" name="Flowchart: Connector 342">
                      <a:extLst>
                        <a:ext uri="{FF2B5EF4-FFF2-40B4-BE49-F238E27FC236}">
                          <a16:creationId xmlns:a16="http://schemas.microsoft.com/office/drawing/2014/main" id="{6D66612E-E1EB-472B-9550-89F1470BB1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80" name="Group 279">
                    <a:extLst>
                      <a:ext uri="{FF2B5EF4-FFF2-40B4-BE49-F238E27FC236}">
                        <a16:creationId xmlns:a16="http://schemas.microsoft.com/office/drawing/2014/main" id="{2CBC1B98-4270-4F15-8EC0-5103861F00F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81" name="Group 280">
                      <a:extLst>
                        <a:ext uri="{FF2B5EF4-FFF2-40B4-BE49-F238E27FC236}">
                          <a16:creationId xmlns:a16="http://schemas.microsoft.com/office/drawing/2014/main" id="{C847B286-F6FA-4F37-9A4A-A348F0A2DA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332" name="Flowchart: Connector 331">
                        <a:extLst>
                          <a:ext uri="{FF2B5EF4-FFF2-40B4-BE49-F238E27FC236}">
                            <a16:creationId xmlns:a16="http://schemas.microsoft.com/office/drawing/2014/main" id="{982CE6A5-EEFD-4EAC-A787-4FD628B127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3" name="3D Model 332" descr="Sphere">
                            <a:extLst>
                              <a:ext uri="{FF2B5EF4-FFF2-40B4-BE49-F238E27FC236}">
                                <a16:creationId xmlns:a16="http://schemas.microsoft.com/office/drawing/2014/main" id="{3745329D-9620-4B6B-85AA-68070E65878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3718145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4" name="Flowchart: Connector 333">
                        <a:extLst>
                          <a:ext uri="{FF2B5EF4-FFF2-40B4-BE49-F238E27FC236}">
                            <a16:creationId xmlns:a16="http://schemas.microsoft.com/office/drawing/2014/main" id="{E78175F4-092E-47A0-858E-5754F8C0E7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5" name="3D Model 334" descr="Sphere">
                            <a:extLst>
                              <a:ext uri="{FF2B5EF4-FFF2-40B4-BE49-F238E27FC236}">
                                <a16:creationId xmlns:a16="http://schemas.microsoft.com/office/drawing/2014/main" id="{62C3C1B9-7F23-4BAC-88AC-8E14572994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4582484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6" name="Flowchart: Connector 335">
                        <a:extLst>
                          <a:ext uri="{FF2B5EF4-FFF2-40B4-BE49-F238E27FC236}">
                            <a16:creationId xmlns:a16="http://schemas.microsoft.com/office/drawing/2014/main" id="{2987AA58-7A48-4C29-9CCF-5D37AC6893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7" name="3D Model 336" descr="Sphere">
                            <a:extLst>
                              <a:ext uri="{FF2B5EF4-FFF2-40B4-BE49-F238E27FC236}">
                                <a16:creationId xmlns:a16="http://schemas.microsoft.com/office/drawing/2014/main" id="{C7CC4D2B-3316-40CD-BEE2-AAD44C5AF6C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653427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8" name="Flowchart: Connector 337">
                        <a:extLst>
                          <a:ext uri="{FF2B5EF4-FFF2-40B4-BE49-F238E27FC236}">
                            <a16:creationId xmlns:a16="http://schemas.microsoft.com/office/drawing/2014/main" id="{8DC84FB5-9BC1-4A3D-A7F4-69E4911056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9" name="3D Model 338" descr="Sphere">
                            <a:extLst>
                              <a:ext uri="{FF2B5EF4-FFF2-40B4-BE49-F238E27FC236}">
                                <a16:creationId xmlns:a16="http://schemas.microsoft.com/office/drawing/2014/main" id="{B34705D8-46B1-4C64-BF3A-DABE013C40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5421566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82" name="Group 281">
                      <a:extLst>
                        <a:ext uri="{FF2B5EF4-FFF2-40B4-BE49-F238E27FC236}">
                          <a16:creationId xmlns:a16="http://schemas.microsoft.com/office/drawing/2014/main" id="{74506570-D79D-4446-B870-671B54938C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316" name="Flowchart: Connector 315">
                        <a:extLst>
                          <a:ext uri="{FF2B5EF4-FFF2-40B4-BE49-F238E27FC236}">
                            <a16:creationId xmlns:a16="http://schemas.microsoft.com/office/drawing/2014/main" id="{4E301E23-C440-45B3-9150-6ACF681978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" name="Flowchart: Connector 316">
                        <a:extLst>
                          <a:ext uri="{FF2B5EF4-FFF2-40B4-BE49-F238E27FC236}">
                            <a16:creationId xmlns:a16="http://schemas.microsoft.com/office/drawing/2014/main" id="{38D5C49F-22D1-4CAF-8F8A-9AAD3ABD84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8" name="Flowchart: Connector 317">
                        <a:extLst>
                          <a:ext uri="{FF2B5EF4-FFF2-40B4-BE49-F238E27FC236}">
                            <a16:creationId xmlns:a16="http://schemas.microsoft.com/office/drawing/2014/main" id="{95CD3B99-2E53-4C2C-8C5C-3CC1D1EDF7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9" name="Flowchart: Connector 318">
                        <a:extLst>
                          <a:ext uri="{FF2B5EF4-FFF2-40B4-BE49-F238E27FC236}">
                            <a16:creationId xmlns:a16="http://schemas.microsoft.com/office/drawing/2014/main" id="{6D41A55E-BD42-4AB9-89A3-49B85C5AE0F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0" name="Flowchart: Connector 319">
                        <a:extLst>
                          <a:ext uri="{FF2B5EF4-FFF2-40B4-BE49-F238E27FC236}">
                            <a16:creationId xmlns:a16="http://schemas.microsoft.com/office/drawing/2014/main" id="{77A4EA2A-7FED-4F62-830E-B7F89BCFBE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1" name="Flowchart: Connector 320">
                        <a:extLst>
                          <a:ext uri="{FF2B5EF4-FFF2-40B4-BE49-F238E27FC236}">
                            <a16:creationId xmlns:a16="http://schemas.microsoft.com/office/drawing/2014/main" id="{010FB084-C48B-4981-96EC-2E66F069562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" name="Flowchart: Connector 321">
                        <a:extLst>
                          <a:ext uri="{FF2B5EF4-FFF2-40B4-BE49-F238E27FC236}">
                            <a16:creationId xmlns:a16="http://schemas.microsoft.com/office/drawing/2014/main" id="{55403A69-3FFD-4CF9-A6B8-E9011FF313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3" name="Flowchart: Connector 322">
                        <a:extLst>
                          <a:ext uri="{FF2B5EF4-FFF2-40B4-BE49-F238E27FC236}">
                            <a16:creationId xmlns:a16="http://schemas.microsoft.com/office/drawing/2014/main" id="{C8D9530D-C9E5-4E7A-BF84-72375F19875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" name="Flowchart: Connector 323">
                        <a:extLst>
                          <a:ext uri="{FF2B5EF4-FFF2-40B4-BE49-F238E27FC236}">
                            <a16:creationId xmlns:a16="http://schemas.microsoft.com/office/drawing/2014/main" id="{9BBF5B65-1684-4200-BEDF-964374DDE4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" name="3D Model 324" descr="Sphere">
                            <a:extLst>
                              <a:ext uri="{FF2B5EF4-FFF2-40B4-BE49-F238E27FC236}">
                                <a16:creationId xmlns:a16="http://schemas.microsoft.com/office/drawing/2014/main" id="{AB1FF423-DE81-4906-B9B2-1003F506B42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48422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6" name="Flowchart: Connector 325">
                        <a:extLst>
                          <a:ext uri="{FF2B5EF4-FFF2-40B4-BE49-F238E27FC236}">
                            <a16:creationId xmlns:a16="http://schemas.microsoft.com/office/drawing/2014/main" id="{B32D4EEC-8452-43E5-912B-8943FBAE1D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7" name="3D Model 326" descr="Sphere">
                            <a:extLst>
                              <a:ext uri="{FF2B5EF4-FFF2-40B4-BE49-F238E27FC236}">
                                <a16:creationId xmlns:a16="http://schemas.microsoft.com/office/drawing/2014/main" id="{7A7F1779-5CAC-46F2-B30B-DF0290A4895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8308681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8" name="Flowchart: Connector 327">
                        <a:extLst>
                          <a:ext uri="{FF2B5EF4-FFF2-40B4-BE49-F238E27FC236}">
                            <a16:creationId xmlns:a16="http://schemas.microsoft.com/office/drawing/2014/main" id="{579A1336-583F-4884-8051-BAD98A6D76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9" name="3D Model 328" descr="Sphere">
                            <a:extLst>
                              <a:ext uri="{FF2B5EF4-FFF2-40B4-BE49-F238E27FC236}">
                                <a16:creationId xmlns:a16="http://schemas.microsoft.com/office/drawing/2014/main" id="{D47CDEA3-5015-4E02-8278-92EAB305A5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9056766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0" name="Flowchart: Connector 329">
                        <a:extLst>
                          <a:ext uri="{FF2B5EF4-FFF2-40B4-BE49-F238E27FC236}">
                            <a16:creationId xmlns:a16="http://schemas.microsoft.com/office/drawing/2014/main" id="{ADB1FC04-6ADC-4450-B686-15F5DA68A4E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1" name="3D Model 330" descr="Sphere">
                            <a:extLst>
                              <a:ext uri="{FF2B5EF4-FFF2-40B4-BE49-F238E27FC236}">
                                <a16:creationId xmlns:a16="http://schemas.microsoft.com/office/drawing/2014/main" id="{58BCFD5F-588F-4A08-8EE2-0A26BECC75D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02483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83" name="Group 282">
                      <a:extLst>
                        <a:ext uri="{FF2B5EF4-FFF2-40B4-BE49-F238E27FC236}">
                          <a16:creationId xmlns:a16="http://schemas.microsoft.com/office/drawing/2014/main" id="{17273D72-8443-47EE-9C42-3F33096644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300" name="Flowchart: Connector 299">
                        <a:extLst>
                          <a:ext uri="{FF2B5EF4-FFF2-40B4-BE49-F238E27FC236}">
                            <a16:creationId xmlns:a16="http://schemas.microsoft.com/office/drawing/2014/main" id="{7F30CF30-BC2E-4DE2-9229-75D6F81BCE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1" name="Flowchart: Connector 300">
                        <a:extLst>
                          <a:ext uri="{FF2B5EF4-FFF2-40B4-BE49-F238E27FC236}">
                            <a16:creationId xmlns:a16="http://schemas.microsoft.com/office/drawing/2014/main" id="{A8D83F1C-51FD-4FA0-BD41-286601DE81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2" name="Flowchart: Connector 301">
                        <a:extLst>
                          <a:ext uri="{FF2B5EF4-FFF2-40B4-BE49-F238E27FC236}">
                            <a16:creationId xmlns:a16="http://schemas.microsoft.com/office/drawing/2014/main" id="{5E8B1759-A0FE-42E4-BC5E-5BC8836A29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3" name="Flowchart: Connector 302">
                        <a:extLst>
                          <a:ext uri="{FF2B5EF4-FFF2-40B4-BE49-F238E27FC236}">
                            <a16:creationId xmlns:a16="http://schemas.microsoft.com/office/drawing/2014/main" id="{A791CC21-0A29-441B-82B1-2F508CB9A3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4" name="Flowchart: Connector 303">
                        <a:extLst>
                          <a:ext uri="{FF2B5EF4-FFF2-40B4-BE49-F238E27FC236}">
                            <a16:creationId xmlns:a16="http://schemas.microsoft.com/office/drawing/2014/main" id="{37B04DA4-73E1-4EC1-95C9-F38F5E862B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" name="Flowchart: Connector 304">
                        <a:extLst>
                          <a:ext uri="{FF2B5EF4-FFF2-40B4-BE49-F238E27FC236}">
                            <a16:creationId xmlns:a16="http://schemas.microsoft.com/office/drawing/2014/main" id="{EC8CE3A8-7107-4CEA-A8E1-38DD9F3FE28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" name="Flowchart: Connector 305">
                        <a:extLst>
                          <a:ext uri="{FF2B5EF4-FFF2-40B4-BE49-F238E27FC236}">
                            <a16:creationId xmlns:a16="http://schemas.microsoft.com/office/drawing/2014/main" id="{F829D6F0-7567-4815-9438-7322362B449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" name="Flowchart: Connector 306">
                        <a:extLst>
                          <a:ext uri="{FF2B5EF4-FFF2-40B4-BE49-F238E27FC236}">
                            <a16:creationId xmlns:a16="http://schemas.microsoft.com/office/drawing/2014/main" id="{D440F72F-AE71-4998-8C47-8E482D9652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8" name="Flowchart: Connector 307">
                        <a:extLst>
                          <a:ext uri="{FF2B5EF4-FFF2-40B4-BE49-F238E27FC236}">
                            <a16:creationId xmlns:a16="http://schemas.microsoft.com/office/drawing/2014/main" id="{F0E2ECEA-3DC5-4C79-AD6B-C20F6DD3A6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9" name="3D Model 308" descr="Sphere">
                            <a:extLst>
                              <a:ext uri="{FF2B5EF4-FFF2-40B4-BE49-F238E27FC236}">
                                <a16:creationId xmlns:a16="http://schemas.microsoft.com/office/drawing/2014/main" id="{A42FF106-B7E6-478B-99AF-99AC832B254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752949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0" name="Flowchart: Connector 309">
                        <a:extLst>
                          <a:ext uri="{FF2B5EF4-FFF2-40B4-BE49-F238E27FC236}">
                            <a16:creationId xmlns:a16="http://schemas.microsoft.com/office/drawing/2014/main" id="{ED53793B-0B38-4B01-AD87-181B1083D6D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" name="3D Model 310" descr="Sphere">
                            <a:extLst>
                              <a:ext uri="{FF2B5EF4-FFF2-40B4-BE49-F238E27FC236}">
                                <a16:creationId xmlns:a16="http://schemas.microsoft.com/office/drawing/2014/main" id="{C84FB0EB-F44C-455C-BAF6-556828B93D3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1571872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2" name="Flowchart: Connector 311">
                        <a:extLst>
                          <a:ext uri="{FF2B5EF4-FFF2-40B4-BE49-F238E27FC236}">
                            <a16:creationId xmlns:a16="http://schemas.microsoft.com/office/drawing/2014/main" id="{C9A51F1B-A834-4618-8DCD-CB8C87710C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3" name="3D Model 312" descr="Sphere">
                            <a:extLst>
                              <a:ext uri="{FF2B5EF4-FFF2-40B4-BE49-F238E27FC236}">
                                <a16:creationId xmlns:a16="http://schemas.microsoft.com/office/drawing/2014/main" id="{374D0223-C598-46E1-8C0B-B66DD0F75B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935884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4" name="Flowchart: Connector 313">
                        <a:extLst>
                          <a:ext uri="{FF2B5EF4-FFF2-40B4-BE49-F238E27FC236}">
                            <a16:creationId xmlns:a16="http://schemas.microsoft.com/office/drawing/2014/main" id="{39446F2B-C881-4E2A-83F5-7F140E0E72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5" name="3D Model 314" descr="Sphere">
                            <a:extLst>
                              <a:ext uri="{FF2B5EF4-FFF2-40B4-BE49-F238E27FC236}">
                                <a16:creationId xmlns:a16="http://schemas.microsoft.com/office/drawing/2014/main" id="{0DFF9356-1C52-49AA-B67F-B9FBF842B58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28291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84" name="Flowchart: Connector 283">
                      <a:extLst>
                        <a:ext uri="{FF2B5EF4-FFF2-40B4-BE49-F238E27FC236}">
                          <a16:creationId xmlns:a16="http://schemas.microsoft.com/office/drawing/2014/main" id="{4742447C-6392-48B6-A484-85593FFB9B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5" name="Flowchart: Connector 284">
                      <a:extLst>
                        <a:ext uri="{FF2B5EF4-FFF2-40B4-BE49-F238E27FC236}">
                          <a16:creationId xmlns:a16="http://schemas.microsoft.com/office/drawing/2014/main" id="{851742AF-3EEF-40DF-81F3-955FF9485C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" name="Flowchart: Connector 285">
                      <a:extLst>
                        <a:ext uri="{FF2B5EF4-FFF2-40B4-BE49-F238E27FC236}">
                          <a16:creationId xmlns:a16="http://schemas.microsoft.com/office/drawing/2014/main" id="{4AEA4892-CAD4-42A0-9437-7E74BDD27E0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7" name="Flowchart: Connector 286">
                      <a:extLst>
                        <a:ext uri="{FF2B5EF4-FFF2-40B4-BE49-F238E27FC236}">
                          <a16:creationId xmlns:a16="http://schemas.microsoft.com/office/drawing/2014/main" id="{42FDD80D-838A-4FDB-8CED-F119D7A9DE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8" name="Flowchart: Connector 287">
                      <a:extLst>
                        <a:ext uri="{FF2B5EF4-FFF2-40B4-BE49-F238E27FC236}">
                          <a16:creationId xmlns:a16="http://schemas.microsoft.com/office/drawing/2014/main" id="{47F516F1-B48D-4FB8-B3C0-69CD006CF9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9" name="Flowchart: Connector 288">
                      <a:extLst>
                        <a:ext uri="{FF2B5EF4-FFF2-40B4-BE49-F238E27FC236}">
                          <a16:creationId xmlns:a16="http://schemas.microsoft.com/office/drawing/2014/main" id="{606A9C1A-313E-4F37-9368-CBA5686036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0" name="Flowchart: Connector 289">
                      <a:extLst>
                        <a:ext uri="{FF2B5EF4-FFF2-40B4-BE49-F238E27FC236}">
                          <a16:creationId xmlns:a16="http://schemas.microsoft.com/office/drawing/2014/main" id="{2114B01A-793C-4922-B4C0-FA89D0618B2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1" name="Flowchart: Connector 290">
                      <a:extLst>
                        <a:ext uri="{FF2B5EF4-FFF2-40B4-BE49-F238E27FC236}">
                          <a16:creationId xmlns:a16="http://schemas.microsoft.com/office/drawing/2014/main" id="{0BF0B01B-09D0-43F8-9E9D-FB13AF40ED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2" name="Flowchart: Connector 291">
                      <a:extLst>
                        <a:ext uri="{FF2B5EF4-FFF2-40B4-BE49-F238E27FC236}">
                          <a16:creationId xmlns:a16="http://schemas.microsoft.com/office/drawing/2014/main" id="{191DECA9-FCCB-48DE-A3B5-0930011BFC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3" name="3D Model 292" descr="Sphere">
                          <a:extLst>
                            <a:ext uri="{FF2B5EF4-FFF2-40B4-BE49-F238E27FC236}">
                              <a16:creationId xmlns:a16="http://schemas.microsoft.com/office/drawing/2014/main" id="{3B0394A9-1973-47F3-8598-909175D9624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6229340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3" name="3D Model 292" descr="Sphere">
                          <a:extLst>
                            <a:ext uri="{FF2B5EF4-FFF2-40B4-BE49-F238E27FC236}">
                              <a16:creationId xmlns:a16="http://schemas.microsoft.com/office/drawing/2014/main" id="{3B0394A9-1973-47F3-8598-909175D9624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23408" y="254645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94" name="Flowchart: Connector 293">
                      <a:extLst>
                        <a:ext uri="{FF2B5EF4-FFF2-40B4-BE49-F238E27FC236}">
                          <a16:creationId xmlns:a16="http://schemas.microsoft.com/office/drawing/2014/main" id="{FEAC1200-DF0F-4687-8F26-A40A55BCC7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5" name="3D Model 294" descr="Sphere">
                          <a:extLst>
                            <a:ext uri="{FF2B5EF4-FFF2-40B4-BE49-F238E27FC236}">
                              <a16:creationId xmlns:a16="http://schemas.microsoft.com/office/drawing/2014/main" id="{ACB2E246-8658-41C9-BE9F-3F35227024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1597360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5" name="3D Model 294" descr="Sphere">
                          <a:extLst>
                            <a:ext uri="{FF2B5EF4-FFF2-40B4-BE49-F238E27FC236}">
                              <a16:creationId xmlns:a16="http://schemas.microsoft.com/office/drawing/2014/main" id="{ACB2E246-8658-41C9-BE9F-3F352270240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64178" y="262443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96" name="Flowchart: Connector 295">
                      <a:extLst>
                        <a:ext uri="{FF2B5EF4-FFF2-40B4-BE49-F238E27FC236}">
                          <a16:creationId xmlns:a16="http://schemas.microsoft.com/office/drawing/2014/main" id="{67B91069-394B-41F3-BB08-4FA84BEA78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7" name="3D Model 296" descr="Sphere">
                          <a:extLst>
                            <a:ext uri="{FF2B5EF4-FFF2-40B4-BE49-F238E27FC236}">
                              <a16:creationId xmlns:a16="http://schemas.microsoft.com/office/drawing/2014/main" id="{FECFD6EB-3134-4C6F-943C-26D89DD99CF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3665476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7" name="3D Model 296" descr="Sphere">
                          <a:extLst>
                            <a:ext uri="{FF2B5EF4-FFF2-40B4-BE49-F238E27FC236}">
                              <a16:creationId xmlns:a16="http://schemas.microsoft.com/office/drawing/2014/main" id="{FECFD6EB-3134-4C6F-943C-26D89DD99CF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21926" y="268292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98" name="Flowchart: Connector 297">
                      <a:extLst>
                        <a:ext uri="{FF2B5EF4-FFF2-40B4-BE49-F238E27FC236}">
                          <a16:creationId xmlns:a16="http://schemas.microsoft.com/office/drawing/2014/main" id="{E2BB4BA9-8A05-4422-9CF2-D5AC1B29BA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9" name="3D Model 298" descr="Sphere">
                          <a:extLst>
                            <a:ext uri="{FF2B5EF4-FFF2-40B4-BE49-F238E27FC236}">
                              <a16:creationId xmlns:a16="http://schemas.microsoft.com/office/drawing/2014/main" id="{AFDD360E-FAED-41EB-AE41-F842B897E18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6901271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9" name="3D Model 298" descr="Sphere">
                          <a:extLst>
                            <a:ext uri="{FF2B5EF4-FFF2-40B4-BE49-F238E27FC236}">
                              <a16:creationId xmlns:a16="http://schemas.microsoft.com/office/drawing/2014/main" id="{AFDD360E-FAED-41EB-AE41-F842B897E18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77092" y="2773274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8E3528F-7F1C-469B-B14B-A22FF7760DDA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16" name="Flowchart: Connector 415">
                    <a:extLst>
                      <a:ext uri="{FF2B5EF4-FFF2-40B4-BE49-F238E27FC236}">
                        <a16:creationId xmlns:a16="http://schemas.microsoft.com/office/drawing/2014/main" id="{AEB14E59-3E7D-4B71-B34A-980021E8A3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7" name="Flowchart: Connector 416">
                    <a:extLst>
                      <a:ext uri="{FF2B5EF4-FFF2-40B4-BE49-F238E27FC236}">
                        <a16:creationId xmlns:a16="http://schemas.microsoft.com/office/drawing/2014/main" id="{F6CB63FF-C734-4E97-BBCC-B7A95870D3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8" name="Flowchart: Connector 417">
                    <a:extLst>
                      <a:ext uri="{FF2B5EF4-FFF2-40B4-BE49-F238E27FC236}">
                        <a16:creationId xmlns:a16="http://schemas.microsoft.com/office/drawing/2014/main" id="{F114BC98-7A0F-4AEE-A266-506B22D6F0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34" name="Flowchart: Connector 433">
                  <a:extLst>
                    <a:ext uri="{FF2B5EF4-FFF2-40B4-BE49-F238E27FC236}">
                      <a16:creationId xmlns:a16="http://schemas.microsoft.com/office/drawing/2014/main" id="{A42C2207-3D60-425F-B214-D97A9BFAE44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35" name="Flowchart: Connector 434">
                  <a:extLst>
                    <a:ext uri="{FF2B5EF4-FFF2-40B4-BE49-F238E27FC236}">
                      <a16:creationId xmlns:a16="http://schemas.microsoft.com/office/drawing/2014/main" id="{8D18E464-DA41-47ED-BC3B-1A01BBED258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8DB9EBF-43E6-4010-8696-E0605720AE27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425" name="Flowchart: Connector 424">
                    <a:extLst>
                      <a:ext uri="{FF2B5EF4-FFF2-40B4-BE49-F238E27FC236}">
                        <a16:creationId xmlns:a16="http://schemas.microsoft.com/office/drawing/2014/main" id="{503721D5-B1DB-4114-9A90-A713D98DCD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" name="Flowchart: Connector 425">
                    <a:extLst>
                      <a:ext uri="{FF2B5EF4-FFF2-40B4-BE49-F238E27FC236}">
                        <a16:creationId xmlns:a16="http://schemas.microsoft.com/office/drawing/2014/main" id="{ADC86D6A-38CB-4002-B5DB-9BD653D311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7" name="Flowchart: Connector 426">
                    <a:extLst>
                      <a:ext uri="{FF2B5EF4-FFF2-40B4-BE49-F238E27FC236}">
                        <a16:creationId xmlns:a16="http://schemas.microsoft.com/office/drawing/2014/main" id="{813C04E2-5362-440B-B9FB-9CB5619739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481AE829-9106-4DAD-9C8E-B3F01A893969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4" name="Group 3">
                    <a:extLst>
                      <a:ext uri="{FF2B5EF4-FFF2-40B4-BE49-F238E27FC236}">
                        <a16:creationId xmlns:a16="http://schemas.microsoft.com/office/drawing/2014/main" id="{D6EC26FF-D0CB-4FF1-9AC5-ACE3578A6065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72" name="Flowchart: Connector 271">
                      <a:extLst>
                        <a:ext uri="{FF2B5EF4-FFF2-40B4-BE49-F238E27FC236}">
                          <a16:creationId xmlns:a16="http://schemas.microsoft.com/office/drawing/2014/main" id="{BB923A31-7909-4BB4-A24B-8DA7D1E5F8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3" name="Flowchart: Connector 272">
                      <a:extLst>
                        <a:ext uri="{FF2B5EF4-FFF2-40B4-BE49-F238E27FC236}">
                          <a16:creationId xmlns:a16="http://schemas.microsoft.com/office/drawing/2014/main" id="{5E09B534-D530-4876-A7DE-00E9596846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4" name="Flowchart: Connector 273">
                      <a:extLst>
                        <a:ext uri="{FF2B5EF4-FFF2-40B4-BE49-F238E27FC236}">
                          <a16:creationId xmlns:a16="http://schemas.microsoft.com/office/drawing/2014/main" id="{66307F1E-3421-4E9E-B9EB-1DFD6D3F084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5" name="Flowchart: Connector 274">
                      <a:extLst>
                        <a:ext uri="{FF2B5EF4-FFF2-40B4-BE49-F238E27FC236}">
                          <a16:creationId xmlns:a16="http://schemas.microsoft.com/office/drawing/2014/main" id="{C92ED941-21F6-48AD-9A19-5435DA1636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28778C97-0E89-47D4-9A56-71FFCB7D263B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537" name="Group 536">
                      <a:extLst>
                        <a:ext uri="{FF2B5EF4-FFF2-40B4-BE49-F238E27FC236}">
                          <a16:creationId xmlns:a16="http://schemas.microsoft.com/office/drawing/2014/main" id="{9CEEC594-699C-4517-BD4D-2D1D253E10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538" name="Flowchart: Connector 537">
                        <a:extLst>
                          <a:ext uri="{FF2B5EF4-FFF2-40B4-BE49-F238E27FC236}">
                            <a16:creationId xmlns:a16="http://schemas.microsoft.com/office/drawing/2014/main" id="{77ED2CAB-DD0D-4186-B731-DA35AEFF09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6915346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0" name="Flowchart: Connector 539">
                        <a:extLst>
                          <a:ext uri="{FF2B5EF4-FFF2-40B4-BE49-F238E27FC236}">
                            <a16:creationId xmlns:a16="http://schemas.microsoft.com/office/drawing/2014/main" id="{EE391157-63DD-482E-8480-260BA79B76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8280715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2" name="Flowchart: Connector 541">
                        <a:extLst>
                          <a:ext uri="{FF2B5EF4-FFF2-40B4-BE49-F238E27FC236}">
                            <a16:creationId xmlns:a16="http://schemas.microsoft.com/office/drawing/2014/main" id="{92678B26-6663-448E-89BC-ED68CCB40E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2449425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4" name="Flowchart: Connector 543">
                        <a:extLst>
                          <a:ext uri="{FF2B5EF4-FFF2-40B4-BE49-F238E27FC236}">
                            <a16:creationId xmlns:a16="http://schemas.microsoft.com/office/drawing/2014/main" id="{80B4B533-E97C-4655-8FAD-DD3C7233AA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1966205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536" name="Group 535">
                      <a:extLst>
                        <a:ext uri="{FF2B5EF4-FFF2-40B4-BE49-F238E27FC236}">
                          <a16:creationId xmlns:a16="http://schemas.microsoft.com/office/drawing/2014/main" id="{90FE9346-1F3E-423C-895B-772C3E468C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546" name="Flowchart: Connector 545">
                        <a:extLst>
                          <a:ext uri="{FF2B5EF4-FFF2-40B4-BE49-F238E27FC236}">
                            <a16:creationId xmlns:a16="http://schemas.microsoft.com/office/drawing/2014/main" id="{FDA2E6F3-1F36-4839-9038-D8BDC9E96B8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7" name="Flowchart: Connector 546">
                        <a:extLst>
                          <a:ext uri="{FF2B5EF4-FFF2-40B4-BE49-F238E27FC236}">
                            <a16:creationId xmlns:a16="http://schemas.microsoft.com/office/drawing/2014/main" id="{D93732C2-64C7-4301-8CE8-93D0C74F36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8" name="Flowchart: Connector 547">
                        <a:extLst>
                          <a:ext uri="{FF2B5EF4-FFF2-40B4-BE49-F238E27FC236}">
                            <a16:creationId xmlns:a16="http://schemas.microsoft.com/office/drawing/2014/main" id="{D95FD21C-3D79-45E5-B503-7DC5F01B63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9" name="Flowchart: Connector 548">
                        <a:extLst>
                          <a:ext uri="{FF2B5EF4-FFF2-40B4-BE49-F238E27FC236}">
                            <a16:creationId xmlns:a16="http://schemas.microsoft.com/office/drawing/2014/main" id="{9BD543CC-98C3-4485-8DB2-BA0D756CE5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0" name="Flowchart: Connector 549">
                        <a:extLst>
                          <a:ext uri="{FF2B5EF4-FFF2-40B4-BE49-F238E27FC236}">
                            <a16:creationId xmlns:a16="http://schemas.microsoft.com/office/drawing/2014/main" id="{92D55149-5056-4253-BD36-A28738737E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1" name="Flowchart: Connector 550">
                        <a:extLst>
                          <a:ext uri="{FF2B5EF4-FFF2-40B4-BE49-F238E27FC236}">
                            <a16:creationId xmlns:a16="http://schemas.microsoft.com/office/drawing/2014/main" id="{38347EE2-13D0-4278-B91F-979C64A2F9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2" name="Flowchart: Connector 551">
                        <a:extLst>
                          <a:ext uri="{FF2B5EF4-FFF2-40B4-BE49-F238E27FC236}">
                            <a16:creationId xmlns:a16="http://schemas.microsoft.com/office/drawing/2014/main" id="{21077AF6-DF0E-4422-8350-E4AEB7618D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3" name="Flowchart: Connector 552">
                        <a:extLst>
                          <a:ext uri="{FF2B5EF4-FFF2-40B4-BE49-F238E27FC236}">
                            <a16:creationId xmlns:a16="http://schemas.microsoft.com/office/drawing/2014/main" id="{BC4CBF12-3783-4885-B408-BC0936EECE8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4" name="Flowchart: Connector 553">
                        <a:extLst>
                          <a:ext uri="{FF2B5EF4-FFF2-40B4-BE49-F238E27FC236}">
                            <a16:creationId xmlns:a16="http://schemas.microsoft.com/office/drawing/2014/main" id="{2049E85B-E5DD-4681-86EE-A4E5F71CFB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8399755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56" name="Flowchart: Connector 555">
                        <a:extLst>
                          <a:ext uri="{FF2B5EF4-FFF2-40B4-BE49-F238E27FC236}">
                            <a16:creationId xmlns:a16="http://schemas.microsoft.com/office/drawing/2014/main" id="{D4BE672A-802A-4926-8B78-80970CBB617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693839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58" name="Flowchart: Connector 557">
                        <a:extLst>
                          <a:ext uri="{FF2B5EF4-FFF2-40B4-BE49-F238E27FC236}">
                            <a16:creationId xmlns:a16="http://schemas.microsoft.com/office/drawing/2014/main" id="{FD4A9DD2-0547-4394-82BD-7D0FFE47F7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968102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60" name="Flowchart: Connector 559">
                        <a:extLst>
                          <a:ext uri="{FF2B5EF4-FFF2-40B4-BE49-F238E27FC236}">
                            <a16:creationId xmlns:a16="http://schemas.microsoft.com/office/drawing/2014/main" id="{00530D70-C31A-4908-9517-8C59099102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1587286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535" name="Group 534">
                      <a:extLst>
                        <a:ext uri="{FF2B5EF4-FFF2-40B4-BE49-F238E27FC236}">
                          <a16:creationId xmlns:a16="http://schemas.microsoft.com/office/drawing/2014/main" id="{195CFD3F-D351-4420-9DE6-A992751FB9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562" name="Flowchart: Connector 561">
                        <a:extLst>
                          <a:ext uri="{FF2B5EF4-FFF2-40B4-BE49-F238E27FC236}">
                            <a16:creationId xmlns:a16="http://schemas.microsoft.com/office/drawing/2014/main" id="{5FBEB840-AA3E-44E5-9B59-A9395AD506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3" name="Flowchart: Connector 562">
                        <a:extLst>
                          <a:ext uri="{FF2B5EF4-FFF2-40B4-BE49-F238E27FC236}">
                            <a16:creationId xmlns:a16="http://schemas.microsoft.com/office/drawing/2014/main" id="{064DC5E5-EE89-4FBD-A82E-E1506DE538D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4" name="Flowchart: Connector 563">
                        <a:extLst>
                          <a:ext uri="{FF2B5EF4-FFF2-40B4-BE49-F238E27FC236}">
                            <a16:creationId xmlns:a16="http://schemas.microsoft.com/office/drawing/2014/main" id="{ECD5F31D-184B-4556-AAA7-32AD6965D8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5" name="Flowchart: Connector 564">
                        <a:extLst>
                          <a:ext uri="{FF2B5EF4-FFF2-40B4-BE49-F238E27FC236}">
                            <a16:creationId xmlns:a16="http://schemas.microsoft.com/office/drawing/2014/main" id="{F2CDAAA8-3AAF-41F0-A150-A8C1D521A0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6" name="Flowchart: Connector 565">
                        <a:extLst>
                          <a:ext uri="{FF2B5EF4-FFF2-40B4-BE49-F238E27FC236}">
                            <a16:creationId xmlns:a16="http://schemas.microsoft.com/office/drawing/2014/main" id="{510536FE-2A73-4CD3-8DD4-1B1B640E65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7" name="Flowchart: Connector 566">
                        <a:extLst>
                          <a:ext uri="{FF2B5EF4-FFF2-40B4-BE49-F238E27FC236}">
                            <a16:creationId xmlns:a16="http://schemas.microsoft.com/office/drawing/2014/main" id="{2E756EC9-FE25-4B9E-BDE8-69BF453CF4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8" name="Flowchart: Connector 567">
                        <a:extLst>
                          <a:ext uri="{FF2B5EF4-FFF2-40B4-BE49-F238E27FC236}">
                            <a16:creationId xmlns:a16="http://schemas.microsoft.com/office/drawing/2014/main" id="{E2070FB5-EBF1-41EC-82A2-92B2F86474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9" name="Flowchart: Connector 568">
                        <a:extLst>
                          <a:ext uri="{FF2B5EF4-FFF2-40B4-BE49-F238E27FC236}">
                            <a16:creationId xmlns:a16="http://schemas.microsoft.com/office/drawing/2014/main" id="{738D12D4-11B7-4A6B-9E6C-78BB0515CA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0" name="Flowchart: Connector 569">
                        <a:extLst>
                          <a:ext uri="{FF2B5EF4-FFF2-40B4-BE49-F238E27FC236}">
                            <a16:creationId xmlns:a16="http://schemas.microsoft.com/office/drawing/2014/main" id="{30648CDF-A819-4D98-92B0-C6C2608524A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552764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72" name="Flowchart: Connector 571">
                        <a:extLst>
                          <a:ext uri="{FF2B5EF4-FFF2-40B4-BE49-F238E27FC236}">
                            <a16:creationId xmlns:a16="http://schemas.microsoft.com/office/drawing/2014/main" id="{C83F7DAA-6B79-4303-8FB8-EA0AAAB877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4657183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74" name="Flowchart: Connector 573">
                        <a:extLst>
                          <a:ext uri="{FF2B5EF4-FFF2-40B4-BE49-F238E27FC236}">
                            <a16:creationId xmlns:a16="http://schemas.microsoft.com/office/drawing/2014/main" id="{7787DABA-1D0B-445A-A644-F754B8E16AA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6512264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76" name="Flowchart: Connector 575">
                        <a:extLst>
                          <a:ext uri="{FF2B5EF4-FFF2-40B4-BE49-F238E27FC236}">
                            <a16:creationId xmlns:a16="http://schemas.microsoft.com/office/drawing/2014/main" id="{B3DC9D38-DAE2-44A1-BA4C-99ACC1BE0D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7282413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519" name="Flowchart: Connector 518">
                      <a:extLst>
                        <a:ext uri="{FF2B5EF4-FFF2-40B4-BE49-F238E27FC236}">
                          <a16:creationId xmlns:a16="http://schemas.microsoft.com/office/drawing/2014/main" id="{4AB7407B-8CF4-4CB4-969D-FC725339AE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0" name="Flowchart: Connector 519">
                      <a:extLst>
                        <a:ext uri="{FF2B5EF4-FFF2-40B4-BE49-F238E27FC236}">
                          <a16:creationId xmlns:a16="http://schemas.microsoft.com/office/drawing/2014/main" id="{17D488F9-FF7A-4235-B327-C233D73C2E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1" name="Flowchart: Connector 520">
                      <a:extLst>
                        <a:ext uri="{FF2B5EF4-FFF2-40B4-BE49-F238E27FC236}">
                          <a16:creationId xmlns:a16="http://schemas.microsoft.com/office/drawing/2014/main" id="{5F883D52-F22C-4BED-B374-A4804FFF70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2" name="Flowchart: Connector 521">
                      <a:extLst>
                        <a:ext uri="{FF2B5EF4-FFF2-40B4-BE49-F238E27FC236}">
                          <a16:creationId xmlns:a16="http://schemas.microsoft.com/office/drawing/2014/main" id="{63629D61-1676-40DF-968F-0013EB35A8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3" name="Flowchart: Connector 522">
                      <a:extLst>
                        <a:ext uri="{FF2B5EF4-FFF2-40B4-BE49-F238E27FC236}">
                          <a16:creationId xmlns:a16="http://schemas.microsoft.com/office/drawing/2014/main" id="{650CF724-3444-4B19-9667-55A0E542721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4" name="Flowchart: Connector 523">
                      <a:extLst>
                        <a:ext uri="{FF2B5EF4-FFF2-40B4-BE49-F238E27FC236}">
                          <a16:creationId xmlns:a16="http://schemas.microsoft.com/office/drawing/2014/main" id="{9CFD7249-36B6-4E57-8576-C54DCD8828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5" name="Flowchart: Connector 524">
                      <a:extLst>
                        <a:ext uri="{FF2B5EF4-FFF2-40B4-BE49-F238E27FC236}">
                          <a16:creationId xmlns:a16="http://schemas.microsoft.com/office/drawing/2014/main" id="{31DA6749-08A4-4D7B-8102-B81753E10D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6" name="Flowchart: Connector 525">
                      <a:extLst>
                        <a:ext uri="{FF2B5EF4-FFF2-40B4-BE49-F238E27FC236}">
                          <a16:creationId xmlns:a16="http://schemas.microsoft.com/office/drawing/2014/main" id="{CC9756FE-08FB-4CFE-81FA-D8030C8095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7" name="Flowchart: Connector 526">
                      <a:extLst>
                        <a:ext uri="{FF2B5EF4-FFF2-40B4-BE49-F238E27FC236}">
                          <a16:creationId xmlns:a16="http://schemas.microsoft.com/office/drawing/2014/main" id="{7599DC91-A17F-4C48-A3F8-850F6B836E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28" name="3D Model 527" descr="Sphere">
                          <a:extLst>
                            <a:ext uri="{FF2B5EF4-FFF2-40B4-BE49-F238E27FC236}">
                              <a16:creationId xmlns:a16="http://schemas.microsoft.com/office/drawing/2014/main" id="{DB943260-12DA-4055-BBE3-759B132ACFB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55470684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28" name="3D Model 527" descr="Sphere">
                          <a:extLst>
                            <a:ext uri="{FF2B5EF4-FFF2-40B4-BE49-F238E27FC236}">
                              <a16:creationId xmlns:a16="http://schemas.microsoft.com/office/drawing/2014/main" id="{DB943260-12DA-4055-BBE3-759B132ACFB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02596" y="2651393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29" name="Flowchart: Connector 528">
                      <a:extLst>
                        <a:ext uri="{FF2B5EF4-FFF2-40B4-BE49-F238E27FC236}">
                          <a16:creationId xmlns:a16="http://schemas.microsoft.com/office/drawing/2014/main" id="{51E8E13E-1F73-4891-9941-13A733092A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0" name="3D Model 529" descr="Sphere">
                          <a:extLst>
                            <a:ext uri="{FF2B5EF4-FFF2-40B4-BE49-F238E27FC236}">
                              <a16:creationId xmlns:a16="http://schemas.microsoft.com/office/drawing/2014/main" id="{C7D31547-27F9-4BFA-98BF-DF52F323DC6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771356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0" name="3D Model 529" descr="Sphere">
                          <a:extLst>
                            <a:ext uri="{FF2B5EF4-FFF2-40B4-BE49-F238E27FC236}">
                              <a16:creationId xmlns:a16="http://schemas.microsoft.com/office/drawing/2014/main" id="{C7D31547-27F9-4BFA-98BF-DF52F323DC6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40005" y="271544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31" name="Flowchart: Connector 530">
                      <a:extLst>
                        <a:ext uri="{FF2B5EF4-FFF2-40B4-BE49-F238E27FC236}">
                          <a16:creationId xmlns:a16="http://schemas.microsoft.com/office/drawing/2014/main" id="{9A910FD7-E3ED-4E7A-824A-3F93146F79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2" name="3D Model 531" descr="Sphere">
                          <a:extLst>
                            <a:ext uri="{FF2B5EF4-FFF2-40B4-BE49-F238E27FC236}">
                              <a16:creationId xmlns:a16="http://schemas.microsoft.com/office/drawing/2014/main" id="{3E6C6993-92BC-44AF-BF57-89256B8019B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7433781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2" name="3D Model 531" descr="Sphere">
                          <a:extLst>
                            <a:ext uri="{FF2B5EF4-FFF2-40B4-BE49-F238E27FC236}">
                              <a16:creationId xmlns:a16="http://schemas.microsoft.com/office/drawing/2014/main" id="{3E6C6993-92BC-44AF-BF57-89256B8019B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84501" y="278422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33" name="Flowchart: Connector 532">
                      <a:extLst>
                        <a:ext uri="{FF2B5EF4-FFF2-40B4-BE49-F238E27FC236}">
                          <a16:creationId xmlns:a16="http://schemas.microsoft.com/office/drawing/2014/main" id="{B0D33577-5BB3-4D1F-99BE-2E2DB9D7A2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4" name="3D Model 533" descr="Sphere">
                          <a:extLst>
                            <a:ext uri="{FF2B5EF4-FFF2-40B4-BE49-F238E27FC236}">
                              <a16:creationId xmlns:a16="http://schemas.microsoft.com/office/drawing/2014/main" id="{C9F71922-569E-43DC-8CD0-B83114D44B3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1854542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4" name="3D Model 533" descr="Sphere">
                          <a:extLst>
                            <a:ext uri="{FF2B5EF4-FFF2-40B4-BE49-F238E27FC236}">
                              <a16:creationId xmlns:a16="http://schemas.microsoft.com/office/drawing/2014/main" id="{C9F71922-569E-43DC-8CD0-B83114D44B3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852919" y="2864285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410" name="Flowchart: Connector 409">
                  <a:extLst>
                    <a:ext uri="{FF2B5EF4-FFF2-40B4-BE49-F238E27FC236}">
                      <a16:creationId xmlns:a16="http://schemas.microsoft.com/office/drawing/2014/main" id="{6E8D1296-506C-4C72-9458-65F01246F8B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" name="Flowchart: Connector 411">
                  <a:extLst>
                    <a:ext uri="{FF2B5EF4-FFF2-40B4-BE49-F238E27FC236}">
                      <a16:creationId xmlns:a16="http://schemas.microsoft.com/office/drawing/2014/main" id="{8E33A7A8-DD3B-4434-B7D4-5B841AEECB9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1" name="Flowchart: Connector 410">
                  <a:extLst>
                    <a:ext uri="{FF2B5EF4-FFF2-40B4-BE49-F238E27FC236}">
                      <a16:creationId xmlns:a16="http://schemas.microsoft.com/office/drawing/2014/main" id="{C2E3A7C4-4E3E-4F2D-BC26-6326F626556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3" name="Flowchart: Connector 412">
                  <a:extLst>
                    <a:ext uri="{FF2B5EF4-FFF2-40B4-BE49-F238E27FC236}">
                      <a16:creationId xmlns:a16="http://schemas.microsoft.com/office/drawing/2014/main" id="{93D2A322-63B7-4F9E-A839-4015646510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4" name="Flowchart: Connector 413">
                  <a:extLst>
                    <a:ext uri="{FF2B5EF4-FFF2-40B4-BE49-F238E27FC236}">
                      <a16:creationId xmlns:a16="http://schemas.microsoft.com/office/drawing/2014/main" id="{326CAADD-CD7B-4B09-B93D-5182531236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33" name="Flowchart: Connector 432">
                  <a:extLst>
                    <a:ext uri="{FF2B5EF4-FFF2-40B4-BE49-F238E27FC236}">
                      <a16:creationId xmlns:a16="http://schemas.microsoft.com/office/drawing/2014/main" id="{F765FB3F-367E-4708-B147-E8B5CC3C9D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24" name="Flowchart: Connector 423">
                  <a:extLst>
                    <a:ext uri="{FF2B5EF4-FFF2-40B4-BE49-F238E27FC236}">
                      <a16:creationId xmlns:a16="http://schemas.microsoft.com/office/drawing/2014/main" id="{BCA0BE44-65E1-466E-86AB-B73B828C07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5" name="Flowchart: Connector 414">
                  <a:extLst>
                    <a:ext uri="{FF2B5EF4-FFF2-40B4-BE49-F238E27FC236}">
                      <a16:creationId xmlns:a16="http://schemas.microsoft.com/office/drawing/2014/main" id="{125C96C1-D382-4067-A840-B8A3D2A60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212" name="Group 211">
                  <a:extLst>
                    <a:ext uri="{FF2B5EF4-FFF2-40B4-BE49-F238E27FC236}">
                      <a16:creationId xmlns:a16="http://schemas.microsoft.com/office/drawing/2014/main" id="{67A48D66-3B66-4773-B711-A9D151675058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213" name="Group 212">
                    <a:extLst>
                      <a:ext uri="{FF2B5EF4-FFF2-40B4-BE49-F238E27FC236}">
                        <a16:creationId xmlns:a16="http://schemas.microsoft.com/office/drawing/2014/main" id="{31F040A4-D72B-488A-9F53-1882CDA0742B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264" name="Flowchart: Connector 263">
                      <a:extLst>
                        <a:ext uri="{FF2B5EF4-FFF2-40B4-BE49-F238E27FC236}">
                          <a16:creationId xmlns:a16="http://schemas.microsoft.com/office/drawing/2014/main" id="{3B9A40B2-0479-4555-88BB-6AA6CF6761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5" name="3D Model 264" descr="Sphere">
                          <a:extLst>
                            <a:ext uri="{FF2B5EF4-FFF2-40B4-BE49-F238E27FC236}">
                              <a16:creationId xmlns:a16="http://schemas.microsoft.com/office/drawing/2014/main" id="{28F30A1C-A183-4810-88B1-2D466CB2D05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12646038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5" name="3D Model 264" descr="Sphere">
                          <a:extLst>
                            <a:ext uri="{FF2B5EF4-FFF2-40B4-BE49-F238E27FC236}">
                              <a16:creationId xmlns:a16="http://schemas.microsoft.com/office/drawing/2014/main" id="{28F30A1C-A183-4810-88B1-2D466CB2D05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73298" y="3754682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6" name="Flowchart: Connector 265">
                      <a:extLst>
                        <a:ext uri="{FF2B5EF4-FFF2-40B4-BE49-F238E27FC236}">
                          <a16:creationId xmlns:a16="http://schemas.microsoft.com/office/drawing/2014/main" id="{AFCF16EF-6D5F-40A0-8EBD-94AD09A524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7" name="3D Model 266" descr="Sphere">
                          <a:extLst>
                            <a:ext uri="{FF2B5EF4-FFF2-40B4-BE49-F238E27FC236}">
                              <a16:creationId xmlns:a16="http://schemas.microsoft.com/office/drawing/2014/main" id="{1FE85E5A-DA68-46B8-9D54-5FF80DA8931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8861015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" name="Flowchart: Connector 267">
                      <a:extLst>
                        <a:ext uri="{FF2B5EF4-FFF2-40B4-BE49-F238E27FC236}">
                          <a16:creationId xmlns:a16="http://schemas.microsoft.com/office/drawing/2014/main" id="{875D9308-6213-4645-946B-B5CAE1B6B4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9" name="3D Model 268" descr="Sphere">
                          <a:extLst>
                            <a:ext uri="{FF2B5EF4-FFF2-40B4-BE49-F238E27FC236}">
                              <a16:creationId xmlns:a16="http://schemas.microsoft.com/office/drawing/2014/main" id="{BACF11A8-A19B-4044-872C-15415D4F07D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6013893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70" name="Flowchart: Connector 269">
                      <a:extLst>
                        <a:ext uri="{FF2B5EF4-FFF2-40B4-BE49-F238E27FC236}">
                          <a16:creationId xmlns:a16="http://schemas.microsoft.com/office/drawing/2014/main" id="{01B51839-882B-4373-8508-75F6503507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71" name="3D Model 270" descr="Sphere">
                          <a:extLst>
                            <a:ext uri="{FF2B5EF4-FFF2-40B4-BE49-F238E27FC236}">
                              <a16:creationId xmlns:a16="http://schemas.microsoft.com/office/drawing/2014/main" id="{CFEF621F-638B-47FC-A57E-C0B7CA90CFA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5123842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14" name="Group 213">
                    <a:extLst>
                      <a:ext uri="{FF2B5EF4-FFF2-40B4-BE49-F238E27FC236}">
                        <a16:creationId xmlns:a16="http://schemas.microsoft.com/office/drawing/2014/main" id="{40DEDB55-AADC-4B25-8BE9-CB3FE83D06B1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248" name="Flowchart: Connector 247">
                      <a:extLst>
                        <a:ext uri="{FF2B5EF4-FFF2-40B4-BE49-F238E27FC236}">
                          <a16:creationId xmlns:a16="http://schemas.microsoft.com/office/drawing/2014/main" id="{ADA2307F-7656-4389-B78D-05390F5EB9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9" name="Flowchart: Connector 248">
                      <a:extLst>
                        <a:ext uri="{FF2B5EF4-FFF2-40B4-BE49-F238E27FC236}">
                          <a16:creationId xmlns:a16="http://schemas.microsoft.com/office/drawing/2014/main" id="{5738A488-74FB-4ACF-AA50-6A22C44119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0" name="Flowchart: Connector 249">
                      <a:extLst>
                        <a:ext uri="{FF2B5EF4-FFF2-40B4-BE49-F238E27FC236}">
                          <a16:creationId xmlns:a16="http://schemas.microsoft.com/office/drawing/2014/main" id="{D49064AC-3202-47F4-90BE-6B7E4BCCCAD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" name="Flowchart: Connector 250">
                      <a:extLst>
                        <a:ext uri="{FF2B5EF4-FFF2-40B4-BE49-F238E27FC236}">
                          <a16:creationId xmlns:a16="http://schemas.microsoft.com/office/drawing/2014/main" id="{2C0BAA99-C5F6-40F9-BB39-D4A80D7FE3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2" name="Flowchart: Connector 251">
                      <a:extLst>
                        <a:ext uri="{FF2B5EF4-FFF2-40B4-BE49-F238E27FC236}">
                          <a16:creationId xmlns:a16="http://schemas.microsoft.com/office/drawing/2014/main" id="{7955C7D8-3736-4CDC-9D39-9C8A8FB339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3" name="Flowchart: Connector 252">
                      <a:extLst>
                        <a:ext uri="{FF2B5EF4-FFF2-40B4-BE49-F238E27FC236}">
                          <a16:creationId xmlns:a16="http://schemas.microsoft.com/office/drawing/2014/main" id="{AF87CCC8-D47E-4774-AADA-283FA67914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4" name="Flowchart: Connector 253">
                      <a:extLst>
                        <a:ext uri="{FF2B5EF4-FFF2-40B4-BE49-F238E27FC236}">
                          <a16:creationId xmlns:a16="http://schemas.microsoft.com/office/drawing/2014/main" id="{8465DA28-7659-470D-B0A8-F2EA2F554B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5" name="Flowchart: Connector 254">
                      <a:extLst>
                        <a:ext uri="{FF2B5EF4-FFF2-40B4-BE49-F238E27FC236}">
                          <a16:creationId xmlns:a16="http://schemas.microsoft.com/office/drawing/2014/main" id="{40BEB6FE-2E93-4F19-B0EE-012B0F6F19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6" name="Flowchart: Connector 255">
                      <a:extLst>
                        <a:ext uri="{FF2B5EF4-FFF2-40B4-BE49-F238E27FC236}">
                          <a16:creationId xmlns:a16="http://schemas.microsoft.com/office/drawing/2014/main" id="{2A111E26-341F-4196-9BEB-635EA60253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7" name="3D Model 256" descr="Sphere">
                          <a:extLst>
                            <a:ext uri="{FF2B5EF4-FFF2-40B4-BE49-F238E27FC236}">
                              <a16:creationId xmlns:a16="http://schemas.microsoft.com/office/drawing/2014/main" id="{EED65ECA-30E1-4C83-B757-6C758902E24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4535346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7" name="3D Model 256" descr="Sphere">
                          <a:extLst>
                            <a:ext uri="{FF2B5EF4-FFF2-40B4-BE49-F238E27FC236}">
                              <a16:creationId xmlns:a16="http://schemas.microsoft.com/office/drawing/2014/main" id="{EED65ECA-30E1-4C83-B757-6C758902E24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69939" y="342107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8" name="Flowchart: Connector 257">
                      <a:extLst>
                        <a:ext uri="{FF2B5EF4-FFF2-40B4-BE49-F238E27FC236}">
                          <a16:creationId xmlns:a16="http://schemas.microsoft.com/office/drawing/2014/main" id="{1619B48F-BA0C-420F-AE29-6BC2C06DD13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9" name="3D Model 258" descr="Sphere">
                          <a:extLst>
                            <a:ext uri="{FF2B5EF4-FFF2-40B4-BE49-F238E27FC236}">
                              <a16:creationId xmlns:a16="http://schemas.microsoft.com/office/drawing/2014/main" id="{66731EA8-4F68-483E-B5C5-A496CDC9507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3610378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0" name="Flowchart: Connector 259">
                      <a:extLst>
                        <a:ext uri="{FF2B5EF4-FFF2-40B4-BE49-F238E27FC236}">
                          <a16:creationId xmlns:a16="http://schemas.microsoft.com/office/drawing/2014/main" id="{747BD6DD-5F5D-4805-BAF9-A2105C926F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1" name="3D Model 260" descr="Sphere">
                          <a:extLst>
                            <a:ext uri="{FF2B5EF4-FFF2-40B4-BE49-F238E27FC236}">
                              <a16:creationId xmlns:a16="http://schemas.microsoft.com/office/drawing/2014/main" id="{48F998AB-C83B-40CC-891B-CD7411C5586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7491922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2" name="Flowchart: Connector 261">
                      <a:extLst>
                        <a:ext uri="{FF2B5EF4-FFF2-40B4-BE49-F238E27FC236}">
                          <a16:creationId xmlns:a16="http://schemas.microsoft.com/office/drawing/2014/main" id="{1180A145-97E8-4692-946B-D5E9AFBBE6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3" name="3D Model 262" descr="Sphere">
                          <a:extLst>
                            <a:ext uri="{FF2B5EF4-FFF2-40B4-BE49-F238E27FC236}">
                              <a16:creationId xmlns:a16="http://schemas.microsoft.com/office/drawing/2014/main" id="{DE6709BF-F8D7-4758-9488-5D2FE2CEDC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2499315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15" name="Group 214">
                    <a:extLst>
                      <a:ext uri="{FF2B5EF4-FFF2-40B4-BE49-F238E27FC236}">
                        <a16:creationId xmlns:a16="http://schemas.microsoft.com/office/drawing/2014/main" id="{94F95A51-3BE3-4C51-B664-7C6196DE94AD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232" name="Flowchart: Connector 231">
                      <a:extLst>
                        <a:ext uri="{FF2B5EF4-FFF2-40B4-BE49-F238E27FC236}">
                          <a16:creationId xmlns:a16="http://schemas.microsoft.com/office/drawing/2014/main" id="{BE5F01B0-FA36-4365-B66C-B4D819016B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3" name="Flowchart: Connector 232">
                      <a:extLst>
                        <a:ext uri="{FF2B5EF4-FFF2-40B4-BE49-F238E27FC236}">
                          <a16:creationId xmlns:a16="http://schemas.microsoft.com/office/drawing/2014/main" id="{D0F0C0C2-B978-4A05-8B73-02BDA3DEC5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" name="Flowchart: Connector 233">
                      <a:extLst>
                        <a:ext uri="{FF2B5EF4-FFF2-40B4-BE49-F238E27FC236}">
                          <a16:creationId xmlns:a16="http://schemas.microsoft.com/office/drawing/2014/main" id="{83D53F94-A454-4B6C-BB0F-C602D757AC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5" name="Flowchart: Connector 234">
                      <a:extLst>
                        <a:ext uri="{FF2B5EF4-FFF2-40B4-BE49-F238E27FC236}">
                          <a16:creationId xmlns:a16="http://schemas.microsoft.com/office/drawing/2014/main" id="{3C3961A5-34F9-4500-AC65-14E2E947FB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6" name="Flowchart: Connector 235">
                      <a:extLst>
                        <a:ext uri="{FF2B5EF4-FFF2-40B4-BE49-F238E27FC236}">
                          <a16:creationId xmlns:a16="http://schemas.microsoft.com/office/drawing/2014/main" id="{CE51A5D9-C657-4ED0-A134-4F755E8171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" name="Flowchart: Connector 236">
                      <a:extLst>
                        <a:ext uri="{FF2B5EF4-FFF2-40B4-BE49-F238E27FC236}">
                          <a16:creationId xmlns:a16="http://schemas.microsoft.com/office/drawing/2014/main" id="{183D6E09-AA9B-4F2B-AE2B-CD97EF021D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8" name="Flowchart: Connector 237">
                      <a:extLst>
                        <a:ext uri="{FF2B5EF4-FFF2-40B4-BE49-F238E27FC236}">
                          <a16:creationId xmlns:a16="http://schemas.microsoft.com/office/drawing/2014/main" id="{16BB6431-69E6-42E3-BA78-5EF9492870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9" name="Flowchart: Connector 238">
                      <a:extLst>
                        <a:ext uri="{FF2B5EF4-FFF2-40B4-BE49-F238E27FC236}">
                          <a16:creationId xmlns:a16="http://schemas.microsoft.com/office/drawing/2014/main" id="{001D0238-B9F9-45C6-B825-DBEA7B49E1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0" name="Flowchart: Connector 239">
                      <a:extLst>
                        <a:ext uri="{FF2B5EF4-FFF2-40B4-BE49-F238E27FC236}">
                          <a16:creationId xmlns:a16="http://schemas.microsoft.com/office/drawing/2014/main" id="{D0DDF3F8-14BC-4B81-AF0E-4829A7B7AB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1" name="3D Model 240" descr="Sphere">
                          <a:extLst>
                            <a:ext uri="{FF2B5EF4-FFF2-40B4-BE49-F238E27FC236}">
                              <a16:creationId xmlns:a16="http://schemas.microsoft.com/office/drawing/2014/main" id="{DC8CBD16-BC56-4228-9C3C-19C2347BDAC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16166404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1" name="3D Model 240" descr="Sphere">
                          <a:extLst>
                            <a:ext uri="{FF2B5EF4-FFF2-40B4-BE49-F238E27FC236}">
                              <a16:creationId xmlns:a16="http://schemas.microsoft.com/office/drawing/2014/main" id="{DC8CBD16-BC56-4228-9C3C-19C2347BDAC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60260" y="309789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2" name="Flowchart: Connector 241">
                      <a:extLst>
                        <a:ext uri="{FF2B5EF4-FFF2-40B4-BE49-F238E27FC236}">
                          <a16:creationId xmlns:a16="http://schemas.microsoft.com/office/drawing/2014/main" id="{DD6C6383-5B05-48A9-ABF4-FB7FD6A898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3" name="3D Model 242" descr="Sphere">
                          <a:extLst>
                            <a:ext uri="{FF2B5EF4-FFF2-40B4-BE49-F238E27FC236}">
                              <a16:creationId xmlns:a16="http://schemas.microsoft.com/office/drawing/2014/main" id="{03D26D85-7A4D-4C82-AF87-479AC900872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7555684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3" name="3D Model 242" descr="Sphere">
                          <a:extLst>
                            <a:ext uri="{FF2B5EF4-FFF2-40B4-BE49-F238E27FC236}">
                              <a16:creationId xmlns:a16="http://schemas.microsoft.com/office/drawing/2014/main" id="{03D26D85-7A4D-4C82-AF87-479AC900872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00326" y="31821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4" name="Flowchart: Connector 243">
                      <a:extLst>
                        <a:ext uri="{FF2B5EF4-FFF2-40B4-BE49-F238E27FC236}">
                          <a16:creationId xmlns:a16="http://schemas.microsoft.com/office/drawing/2014/main" id="{05D354DA-CD9C-4943-8D07-D918BE8A51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5" name="3D Model 244" descr="Sphere">
                          <a:extLst>
                            <a:ext uri="{FF2B5EF4-FFF2-40B4-BE49-F238E27FC236}">
                              <a16:creationId xmlns:a16="http://schemas.microsoft.com/office/drawing/2014/main" id="{F4A0F38F-7C8A-4566-9C72-12249F95F9E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4377495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6" name="Flowchart: Connector 245">
                      <a:extLst>
                        <a:ext uri="{FF2B5EF4-FFF2-40B4-BE49-F238E27FC236}">
                          <a16:creationId xmlns:a16="http://schemas.microsoft.com/office/drawing/2014/main" id="{0C9CA1EF-1A28-41C2-9CCB-155559B027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7" name="3D Model 246" descr="Sphere">
                          <a:extLst>
                            <a:ext uri="{FF2B5EF4-FFF2-40B4-BE49-F238E27FC236}">
                              <a16:creationId xmlns:a16="http://schemas.microsoft.com/office/drawing/2014/main" id="{9AE47F4C-2570-4E8C-B1DC-72D44C2F20F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65517798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216" name="Flowchart: Connector 215">
                    <a:extLst>
                      <a:ext uri="{FF2B5EF4-FFF2-40B4-BE49-F238E27FC236}">
                        <a16:creationId xmlns:a16="http://schemas.microsoft.com/office/drawing/2014/main" id="{5888CCCE-B0D7-40F5-A942-650D2F99EE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7" name="Flowchart: Connector 216">
                    <a:extLst>
                      <a:ext uri="{FF2B5EF4-FFF2-40B4-BE49-F238E27FC236}">
                        <a16:creationId xmlns:a16="http://schemas.microsoft.com/office/drawing/2014/main" id="{CE69578A-8D03-409C-AE00-1B9197294B4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8" name="Flowchart: Connector 217">
                    <a:extLst>
                      <a:ext uri="{FF2B5EF4-FFF2-40B4-BE49-F238E27FC236}">
                        <a16:creationId xmlns:a16="http://schemas.microsoft.com/office/drawing/2014/main" id="{30BD42A7-0CF1-41E5-851C-524F8FE2639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9" name="Flowchart: Connector 218">
                    <a:extLst>
                      <a:ext uri="{FF2B5EF4-FFF2-40B4-BE49-F238E27FC236}">
                        <a16:creationId xmlns:a16="http://schemas.microsoft.com/office/drawing/2014/main" id="{C19B706E-6341-4DCA-B77F-AB94F80D528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0" name="Flowchart: Connector 219">
                    <a:extLst>
                      <a:ext uri="{FF2B5EF4-FFF2-40B4-BE49-F238E27FC236}">
                        <a16:creationId xmlns:a16="http://schemas.microsoft.com/office/drawing/2014/main" id="{64BB9AD6-FE8D-4BC4-B1DE-F6F0F7A34AA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1" name="Flowchart: Connector 220">
                    <a:extLst>
                      <a:ext uri="{FF2B5EF4-FFF2-40B4-BE49-F238E27FC236}">
                        <a16:creationId xmlns:a16="http://schemas.microsoft.com/office/drawing/2014/main" id="{62D853D0-4D63-47BD-B967-38E22FF95F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2" name="Flowchart: Connector 221">
                    <a:extLst>
                      <a:ext uri="{FF2B5EF4-FFF2-40B4-BE49-F238E27FC236}">
                        <a16:creationId xmlns:a16="http://schemas.microsoft.com/office/drawing/2014/main" id="{24F748EC-D4D0-4015-8A27-0F305BCBBE4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3" name="Flowchart: Connector 222">
                    <a:extLst>
                      <a:ext uri="{FF2B5EF4-FFF2-40B4-BE49-F238E27FC236}">
                        <a16:creationId xmlns:a16="http://schemas.microsoft.com/office/drawing/2014/main" id="{4DEA7739-5197-4565-A1BD-D35D4BADA4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4" name="Flowchart: Connector 223">
                    <a:extLst>
                      <a:ext uri="{FF2B5EF4-FFF2-40B4-BE49-F238E27FC236}">
                        <a16:creationId xmlns:a16="http://schemas.microsoft.com/office/drawing/2014/main" id="{D9FB64A9-AEC9-41D1-BB19-4DE39E4ABDD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25" name="3D Model 224" descr="Sphere">
                        <a:extLst>
                          <a:ext uri="{FF2B5EF4-FFF2-40B4-BE49-F238E27FC236}">
                            <a16:creationId xmlns:a16="http://schemas.microsoft.com/office/drawing/2014/main" id="{DB5B6E8F-19EA-4CD6-A208-8155CA5F7CF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204192210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3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25" name="3D Model 224" descr="Sphere">
                        <a:extLst>
                          <a:ext uri="{FF2B5EF4-FFF2-40B4-BE49-F238E27FC236}">
                            <a16:creationId xmlns:a16="http://schemas.microsoft.com/office/drawing/2014/main" id="{DB5B6E8F-19EA-4CD6-A208-8155CA5F7CF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7411" y="2784003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26" name="Flowchart: Connector 225">
                    <a:extLst>
                      <a:ext uri="{FF2B5EF4-FFF2-40B4-BE49-F238E27FC236}">
                        <a16:creationId xmlns:a16="http://schemas.microsoft.com/office/drawing/2014/main" id="{068E1C5B-63B8-4C4E-9C85-20D3A0AA7C7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27" name="3D Model 226" descr="Sphere">
                        <a:extLst>
                          <a:ext uri="{FF2B5EF4-FFF2-40B4-BE49-F238E27FC236}">
                            <a16:creationId xmlns:a16="http://schemas.microsoft.com/office/drawing/2014/main" id="{8CE1709F-089C-4126-B7CB-EB174C9DD56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65989523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27" name="3D Model 226" descr="Sphere">
                        <a:extLst>
                          <a:ext uri="{FF2B5EF4-FFF2-40B4-BE49-F238E27FC236}">
                            <a16:creationId xmlns:a16="http://schemas.microsoft.com/office/drawing/2014/main" id="{8CE1709F-089C-4126-B7CB-EB174C9DD56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13367" y="2874325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28" name="Flowchart: Connector 227">
                    <a:extLst>
                      <a:ext uri="{FF2B5EF4-FFF2-40B4-BE49-F238E27FC236}">
                        <a16:creationId xmlns:a16="http://schemas.microsoft.com/office/drawing/2014/main" id="{F4EEF33D-8BFC-4ED6-9620-42C54F000DB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29" name="3D Model 228" descr="Sphere">
                        <a:extLst>
                          <a:ext uri="{FF2B5EF4-FFF2-40B4-BE49-F238E27FC236}">
                            <a16:creationId xmlns:a16="http://schemas.microsoft.com/office/drawing/2014/main" id="{27CEBD06-6125-4460-B9C4-3983A097B7A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09282419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7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29" name="3D Model 228" descr="Sphere">
                        <a:extLst>
                          <a:ext uri="{FF2B5EF4-FFF2-40B4-BE49-F238E27FC236}">
                            <a16:creationId xmlns:a16="http://schemas.microsoft.com/office/drawing/2014/main" id="{27CEBD06-6125-4460-B9C4-3983A097B7A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4501" y="2922195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30" name="Flowchart: Connector 229">
                    <a:extLst>
                      <a:ext uri="{FF2B5EF4-FFF2-40B4-BE49-F238E27FC236}">
                        <a16:creationId xmlns:a16="http://schemas.microsoft.com/office/drawing/2014/main" id="{3D240371-1985-4239-831E-0214665206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31" name="3D Model 230" descr="Sphere">
                        <a:extLst>
                          <a:ext uri="{FF2B5EF4-FFF2-40B4-BE49-F238E27FC236}">
                            <a16:creationId xmlns:a16="http://schemas.microsoft.com/office/drawing/2014/main" id="{084E3D87-9A97-446B-AF7B-048D6CF64C3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063530661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8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31" name="3D Model 230" descr="Sphere">
                        <a:extLst>
                          <a:ext uri="{FF2B5EF4-FFF2-40B4-BE49-F238E27FC236}">
                            <a16:creationId xmlns:a16="http://schemas.microsoft.com/office/drawing/2014/main" id="{084E3D87-9A97-446B-AF7B-048D6CF64C3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22919" y="3009234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7278895-D825-4C64-AD07-B85DA3E0E089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A03DD51-CCB7-40F8-A5E2-B5F0A162E8D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8D13002B-161C-43D7-921F-1B20007857C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75" name="Group 474">
                <a:extLst>
                  <a:ext uri="{FF2B5EF4-FFF2-40B4-BE49-F238E27FC236}">
                    <a16:creationId xmlns:a16="http://schemas.microsoft.com/office/drawing/2014/main" id="{C4B8EFE6-BA7C-42E8-8887-E817CF785BDB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476" name="Freeform: Shape 475">
                  <a:extLst>
                    <a:ext uri="{FF2B5EF4-FFF2-40B4-BE49-F238E27FC236}">
                      <a16:creationId xmlns:a16="http://schemas.microsoft.com/office/drawing/2014/main" id="{717C94E0-5A18-4475-937A-B09344E77E8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7" name="Rectangle: Rounded Corners 476">
                  <a:extLst>
                    <a:ext uri="{FF2B5EF4-FFF2-40B4-BE49-F238E27FC236}">
                      <a16:creationId xmlns:a16="http://schemas.microsoft.com/office/drawing/2014/main" id="{950E6413-73CA-44F4-B08B-D2CF78D2F59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78" name="Group 477">
                <a:extLst>
                  <a:ext uri="{FF2B5EF4-FFF2-40B4-BE49-F238E27FC236}">
                    <a16:creationId xmlns:a16="http://schemas.microsoft.com/office/drawing/2014/main" id="{06DBEC0A-9BBA-45C4-A2C8-0040AC478F94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1F473061-89F0-4629-A3EE-0DA9A5A21BE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0" name="Rectangle: Rounded Corners 479">
                  <a:extLst>
                    <a:ext uri="{FF2B5EF4-FFF2-40B4-BE49-F238E27FC236}">
                      <a16:creationId xmlns:a16="http://schemas.microsoft.com/office/drawing/2014/main" id="{2FF53C22-BDA1-464C-A666-E203BFCC093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EA3DDB2C-F1AB-4EFF-A28D-89ECF5B814FB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AB5ADF91-B481-45F1-8516-D4D93FDB0D0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3" name="Rectangle: Rounded Corners 482">
                  <a:extLst>
                    <a:ext uri="{FF2B5EF4-FFF2-40B4-BE49-F238E27FC236}">
                      <a16:creationId xmlns:a16="http://schemas.microsoft.com/office/drawing/2014/main" id="{ABCDE8E7-12BB-45C9-A856-D1696F51C7E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84" name="Group 483">
                <a:extLst>
                  <a:ext uri="{FF2B5EF4-FFF2-40B4-BE49-F238E27FC236}">
                    <a16:creationId xmlns:a16="http://schemas.microsoft.com/office/drawing/2014/main" id="{9048BCC5-8B12-4200-9607-1D1386FF95E5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7C3A2D5B-9E91-4CA4-8309-26D178DEE5F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6" name="Rectangle: Rounded Corners 485">
                  <a:extLst>
                    <a:ext uri="{FF2B5EF4-FFF2-40B4-BE49-F238E27FC236}">
                      <a16:creationId xmlns:a16="http://schemas.microsoft.com/office/drawing/2014/main" id="{975C8A70-9CAA-4296-9290-561F64B6DB7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7F423A72-3F32-4016-AA02-B0B32AF9FC18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488" name="Freeform: Shape 487">
                  <a:extLst>
                    <a:ext uri="{FF2B5EF4-FFF2-40B4-BE49-F238E27FC236}">
                      <a16:creationId xmlns:a16="http://schemas.microsoft.com/office/drawing/2014/main" id="{CB635CEE-9AF0-46BD-9984-D064C7D5936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9" name="Rectangle: Rounded Corners 488">
                  <a:extLst>
                    <a:ext uri="{FF2B5EF4-FFF2-40B4-BE49-F238E27FC236}">
                      <a16:creationId xmlns:a16="http://schemas.microsoft.com/office/drawing/2014/main" id="{215CFE6D-A221-4679-A6AE-6F12536CB50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ACEF6DC3-3E3D-49A1-B732-0C513687EE1C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491" name="Freeform: Shape 490">
                  <a:extLst>
                    <a:ext uri="{FF2B5EF4-FFF2-40B4-BE49-F238E27FC236}">
                      <a16:creationId xmlns:a16="http://schemas.microsoft.com/office/drawing/2014/main" id="{42435EED-DA42-4019-AF7C-70DFFD1D836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2" name="Rectangle: Rounded Corners 491">
                  <a:extLst>
                    <a:ext uri="{FF2B5EF4-FFF2-40B4-BE49-F238E27FC236}">
                      <a16:creationId xmlns:a16="http://schemas.microsoft.com/office/drawing/2014/main" id="{DB0DFBB5-17BA-4619-A0F1-1D7ED1B98EA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0B2900E8-5CEA-4512-87DF-6FCE93E2F41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494" name="Freeform: Shape 493">
                  <a:extLst>
                    <a:ext uri="{FF2B5EF4-FFF2-40B4-BE49-F238E27FC236}">
                      <a16:creationId xmlns:a16="http://schemas.microsoft.com/office/drawing/2014/main" id="{880AABF7-3B1D-43B9-A4A7-5E8C025CE3F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5" name="Rectangle: Rounded Corners 494">
                  <a:extLst>
                    <a:ext uri="{FF2B5EF4-FFF2-40B4-BE49-F238E27FC236}">
                      <a16:creationId xmlns:a16="http://schemas.microsoft.com/office/drawing/2014/main" id="{CD8B6FB2-5007-4CC6-A490-9EB8DC6BD92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65530F15-D778-4171-8FE6-A6C420181D46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A6273299-F0B9-4B34-AFB4-8C310DDBC2F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8" name="Rectangle: Rounded Corners 497">
                  <a:extLst>
                    <a:ext uri="{FF2B5EF4-FFF2-40B4-BE49-F238E27FC236}">
                      <a16:creationId xmlns:a16="http://schemas.microsoft.com/office/drawing/2014/main" id="{5CBAD6DC-D1E4-4462-BBF5-91890C1E43C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AD61C8A4-9078-4775-B864-45187AF74D2A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500" name="Freeform: Shape 499">
                  <a:extLst>
                    <a:ext uri="{FF2B5EF4-FFF2-40B4-BE49-F238E27FC236}">
                      <a16:creationId xmlns:a16="http://schemas.microsoft.com/office/drawing/2014/main" id="{AB7A1F0F-19F2-4D51-B6DC-F21209B38E2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1" name="Rectangle: Rounded Corners 500">
                  <a:extLst>
                    <a:ext uri="{FF2B5EF4-FFF2-40B4-BE49-F238E27FC236}">
                      <a16:creationId xmlns:a16="http://schemas.microsoft.com/office/drawing/2014/main" id="{30EC53A2-C013-4194-9FCF-448DC9BA93A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02" name="Group 501">
                <a:extLst>
                  <a:ext uri="{FF2B5EF4-FFF2-40B4-BE49-F238E27FC236}">
                    <a16:creationId xmlns:a16="http://schemas.microsoft.com/office/drawing/2014/main" id="{B22B3ADC-8533-4945-9A16-A2DBD3F09FBD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503" name="Freeform: Shape 502">
                  <a:extLst>
                    <a:ext uri="{FF2B5EF4-FFF2-40B4-BE49-F238E27FC236}">
                      <a16:creationId xmlns:a16="http://schemas.microsoft.com/office/drawing/2014/main" id="{BF43978B-9BF5-458F-892D-0190CCB78FF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4" name="Rectangle: Rounded Corners 503">
                  <a:extLst>
                    <a:ext uri="{FF2B5EF4-FFF2-40B4-BE49-F238E27FC236}">
                      <a16:creationId xmlns:a16="http://schemas.microsoft.com/office/drawing/2014/main" id="{70221CFD-0BD0-4EE4-9564-49B02DF5531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A8B86A95-993A-4CB5-82F4-5C9838B5117C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506" name="Freeform: Shape 505">
                  <a:extLst>
                    <a:ext uri="{FF2B5EF4-FFF2-40B4-BE49-F238E27FC236}">
                      <a16:creationId xmlns:a16="http://schemas.microsoft.com/office/drawing/2014/main" id="{260BC4C7-2B89-4277-AEFA-309F37BF9BB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7" name="Rectangle: Rounded Corners 506">
                  <a:extLst>
                    <a:ext uri="{FF2B5EF4-FFF2-40B4-BE49-F238E27FC236}">
                      <a16:creationId xmlns:a16="http://schemas.microsoft.com/office/drawing/2014/main" id="{B02A8C88-C3B4-4425-B090-7E36784FBF6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F37D08A8-895B-4CCF-82A9-F1879C20E527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509" name="Freeform: Shape 508">
                  <a:extLst>
                    <a:ext uri="{FF2B5EF4-FFF2-40B4-BE49-F238E27FC236}">
                      <a16:creationId xmlns:a16="http://schemas.microsoft.com/office/drawing/2014/main" id="{11782C35-0DC7-48F9-A1E4-2F28B1C5358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0" name="Rectangle: Rounded Corners 509">
                  <a:extLst>
                    <a:ext uri="{FF2B5EF4-FFF2-40B4-BE49-F238E27FC236}">
                      <a16:creationId xmlns:a16="http://schemas.microsoft.com/office/drawing/2014/main" id="{3296C5E5-762C-4BA5-8382-8F6BA4B89B9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A7E480A5-D898-4D20-9A85-33B9CDE0A1C6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512" name="Freeform: Shape 511">
                  <a:extLst>
                    <a:ext uri="{FF2B5EF4-FFF2-40B4-BE49-F238E27FC236}">
                      <a16:creationId xmlns:a16="http://schemas.microsoft.com/office/drawing/2014/main" id="{413AC938-A69D-4CA2-80FA-443AC706F47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3" name="Rectangle: Rounded Corners 512">
                  <a:extLst>
                    <a:ext uri="{FF2B5EF4-FFF2-40B4-BE49-F238E27FC236}">
                      <a16:creationId xmlns:a16="http://schemas.microsoft.com/office/drawing/2014/main" id="{784EB9BA-0F92-4B57-AEB3-25B451DA53F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F579C9CA-4914-48BB-9BC5-2C8F5365123E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C1FBE69D-9700-4ABC-A0FA-EC6D329CF05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6" name="Rectangle: Rounded Corners 515">
                  <a:extLst>
                    <a:ext uri="{FF2B5EF4-FFF2-40B4-BE49-F238E27FC236}">
                      <a16:creationId xmlns:a16="http://schemas.microsoft.com/office/drawing/2014/main" id="{A0D42F45-7412-4DBD-881E-AE7A535455D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4B542E1D-15DA-4751-A2CB-0ECA0F9B6493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8BEF2590-E9B7-4FA3-946C-07D32BF76E2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9" name="Rectangle: Rounded Corners 578">
                  <a:extLst>
                    <a:ext uri="{FF2B5EF4-FFF2-40B4-BE49-F238E27FC236}">
                      <a16:creationId xmlns:a16="http://schemas.microsoft.com/office/drawing/2014/main" id="{C2BE7886-5450-4203-A47E-1599CDC17AA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D3A07ED4-C328-4DAB-AAE9-D5637CE30613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9293DAFF-86FD-4577-B8EF-6FF50961C44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2" name="Rectangle: Rounded Corners 581">
                  <a:extLst>
                    <a:ext uri="{FF2B5EF4-FFF2-40B4-BE49-F238E27FC236}">
                      <a16:creationId xmlns:a16="http://schemas.microsoft.com/office/drawing/2014/main" id="{59C5B3A7-D81D-4F56-9698-6C209C25C71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89" name="Group 588">
                <a:extLst>
                  <a:ext uri="{FF2B5EF4-FFF2-40B4-BE49-F238E27FC236}">
                    <a16:creationId xmlns:a16="http://schemas.microsoft.com/office/drawing/2014/main" id="{F5C4CED6-A83A-44C2-BB7B-D240921E1D10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590" name="Freeform: Shape 589">
                  <a:extLst>
                    <a:ext uri="{FF2B5EF4-FFF2-40B4-BE49-F238E27FC236}">
                      <a16:creationId xmlns:a16="http://schemas.microsoft.com/office/drawing/2014/main" id="{0BCE3F54-290F-4B36-B1D5-D1A327BDAB3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1" name="Rectangle: Rounded Corners 590">
                  <a:extLst>
                    <a:ext uri="{FF2B5EF4-FFF2-40B4-BE49-F238E27FC236}">
                      <a16:creationId xmlns:a16="http://schemas.microsoft.com/office/drawing/2014/main" id="{FAAABD8D-B87F-4060-AB70-99A82B7F82A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92" name="Group 591">
                <a:extLst>
                  <a:ext uri="{FF2B5EF4-FFF2-40B4-BE49-F238E27FC236}">
                    <a16:creationId xmlns:a16="http://schemas.microsoft.com/office/drawing/2014/main" id="{C9B5B291-0EAE-4403-96D9-BA12C2A9C91B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593" name="Freeform: Shape 592">
                  <a:extLst>
                    <a:ext uri="{FF2B5EF4-FFF2-40B4-BE49-F238E27FC236}">
                      <a16:creationId xmlns:a16="http://schemas.microsoft.com/office/drawing/2014/main" id="{ABB0BE26-B12B-40A3-BC1C-636FAEA8EEB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4" name="Rectangle: Rounded Corners 593">
                  <a:extLst>
                    <a:ext uri="{FF2B5EF4-FFF2-40B4-BE49-F238E27FC236}">
                      <a16:creationId xmlns:a16="http://schemas.microsoft.com/office/drawing/2014/main" id="{D74D01B7-4B65-4AD6-AA53-824BFDB5FE2D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95" name="Group 594">
                <a:extLst>
                  <a:ext uri="{FF2B5EF4-FFF2-40B4-BE49-F238E27FC236}">
                    <a16:creationId xmlns:a16="http://schemas.microsoft.com/office/drawing/2014/main" id="{6C418C9A-8508-4DE2-AEBF-44AF8D4FF642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596" name="Freeform: Shape 595">
                  <a:extLst>
                    <a:ext uri="{FF2B5EF4-FFF2-40B4-BE49-F238E27FC236}">
                      <a16:creationId xmlns:a16="http://schemas.microsoft.com/office/drawing/2014/main" id="{3FC10BA1-094A-44C0-89B5-6DBE72E468A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7" name="Rectangle: Rounded Corners 596">
                  <a:extLst>
                    <a:ext uri="{FF2B5EF4-FFF2-40B4-BE49-F238E27FC236}">
                      <a16:creationId xmlns:a16="http://schemas.microsoft.com/office/drawing/2014/main" id="{DEFC9014-7D05-41C7-95AD-82D9B7C76F6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98" name="Group 597">
                <a:extLst>
                  <a:ext uri="{FF2B5EF4-FFF2-40B4-BE49-F238E27FC236}">
                    <a16:creationId xmlns:a16="http://schemas.microsoft.com/office/drawing/2014/main" id="{176C1D50-CE26-4838-B3C6-F02D384BFD8D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599" name="Freeform: Shape 598">
                  <a:extLst>
                    <a:ext uri="{FF2B5EF4-FFF2-40B4-BE49-F238E27FC236}">
                      <a16:creationId xmlns:a16="http://schemas.microsoft.com/office/drawing/2014/main" id="{47FC94C3-9938-4464-8690-058C7F5107A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0" name="Rectangle: Rounded Corners 599">
                  <a:extLst>
                    <a:ext uri="{FF2B5EF4-FFF2-40B4-BE49-F238E27FC236}">
                      <a16:creationId xmlns:a16="http://schemas.microsoft.com/office/drawing/2014/main" id="{E83E3090-347E-496D-95F5-295B058CCF7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01" name="Group 600">
                <a:extLst>
                  <a:ext uri="{FF2B5EF4-FFF2-40B4-BE49-F238E27FC236}">
                    <a16:creationId xmlns:a16="http://schemas.microsoft.com/office/drawing/2014/main" id="{9BE12ADF-4B71-4F98-8727-E21BA8B0562E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602" name="Freeform: Shape 601">
                  <a:extLst>
                    <a:ext uri="{FF2B5EF4-FFF2-40B4-BE49-F238E27FC236}">
                      <a16:creationId xmlns:a16="http://schemas.microsoft.com/office/drawing/2014/main" id="{E7D280DB-E0DB-4352-B2B8-8B505A2E51C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3" name="Rectangle: Rounded Corners 602">
                  <a:extLst>
                    <a:ext uri="{FF2B5EF4-FFF2-40B4-BE49-F238E27FC236}">
                      <a16:creationId xmlns:a16="http://schemas.microsoft.com/office/drawing/2014/main" id="{A02F6E1F-9041-40B6-AA8C-637634C0DC6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6AC78417-D102-4449-B550-330B9C2F76A9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605" name="Freeform: Shape 604">
                  <a:extLst>
                    <a:ext uri="{FF2B5EF4-FFF2-40B4-BE49-F238E27FC236}">
                      <a16:creationId xmlns:a16="http://schemas.microsoft.com/office/drawing/2014/main" id="{CF3026B1-C785-4D8B-904A-706BEE94FB9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6" name="Rectangle: Rounded Corners 605">
                  <a:extLst>
                    <a:ext uri="{FF2B5EF4-FFF2-40B4-BE49-F238E27FC236}">
                      <a16:creationId xmlns:a16="http://schemas.microsoft.com/office/drawing/2014/main" id="{F2AD0DB3-AC98-49D3-AC16-EF0F510D129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07" name="Group 606">
                <a:extLst>
                  <a:ext uri="{FF2B5EF4-FFF2-40B4-BE49-F238E27FC236}">
                    <a16:creationId xmlns:a16="http://schemas.microsoft.com/office/drawing/2014/main" id="{64781F85-1130-4045-A394-A6D8F1696E56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608" name="Freeform: Shape 607">
                  <a:extLst>
                    <a:ext uri="{FF2B5EF4-FFF2-40B4-BE49-F238E27FC236}">
                      <a16:creationId xmlns:a16="http://schemas.microsoft.com/office/drawing/2014/main" id="{D8151634-6C9B-4BFD-B1EB-0573E568E9A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9" name="Rectangle: Rounded Corners 608">
                  <a:extLst>
                    <a:ext uri="{FF2B5EF4-FFF2-40B4-BE49-F238E27FC236}">
                      <a16:creationId xmlns:a16="http://schemas.microsoft.com/office/drawing/2014/main" id="{F0C3E898-3DCB-4C24-9D3B-22C5A54E44E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5DAFF82-F957-4866-890D-D6E1D9721ABE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8DEE150E-1730-43E5-8674-B6D7FCAA2DB7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D0DC833C-1F80-4237-858F-CCE43262765A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3827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039EF4D-34DF-472A-8736-9DA6A1B94394}"/>
              </a:ext>
            </a:extLst>
          </p:cNvPr>
          <p:cNvGrpSpPr/>
          <p:nvPr/>
        </p:nvGrpSpPr>
        <p:grpSpPr>
          <a:xfrm>
            <a:off x="1490881" y="1589508"/>
            <a:ext cx="1730523" cy="1839492"/>
            <a:chOff x="420511" y="1784768"/>
            <a:chExt cx="1730523" cy="183949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E009241-6031-4214-BAEF-5C6AE9F3852B}"/>
                </a:ext>
              </a:extLst>
            </p:cNvPr>
            <p:cNvGrpSpPr/>
            <p:nvPr/>
          </p:nvGrpSpPr>
          <p:grpSpPr>
            <a:xfrm>
              <a:off x="1069572" y="1784768"/>
              <a:ext cx="1081462" cy="1476716"/>
              <a:chOff x="2089993" y="1523034"/>
              <a:chExt cx="1081462" cy="1476716"/>
            </a:xfrm>
          </p:grpSpPr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5EFC38E3-263C-4E3A-906B-7A464C6E52CA}"/>
                  </a:ext>
                </a:extLst>
              </p:cNvPr>
              <p:cNvGrpSpPr/>
              <p:nvPr/>
            </p:nvGrpSpPr>
            <p:grpSpPr>
              <a:xfrm>
                <a:off x="2089993" y="1670705"/>
                <a:ext cx="101484" cy="1016226"/>
                <a:chOff x="1800622" y="2364951"/>
                <a:chExt cx="101484" cy="1016226"/>
              </a:xfrm>
            </p:grpSpPr>
            <p:sp>
              <p:nvSpPr>
                <p:cNvPr id="281" name="Flowchart: Connector 280">
                  <a:extLst>
                    <a:ext uri="{FF2B5EF4-FFF2-40B4-BE49-F238E27FC236}">
                      <a16:creationId xmlns:a16="http://schemas.microsoft.com/office/drawing/2014/main" id="{EC4BD002-EB95-4D27-8903-A49D4DAEBBB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328757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82" name="Flowchart: Connector 281">
                  <a:extLst>
                    <a:ext uri="{FF2B5EF4-FFF2-40B4-BE49-F238E27FC236}">
                      <a16:creationId xmlns:a16="http://schemas.microsoft.com/office/drawing/2014/main" id="{95B1D25C-80B5-44D8-A34D-CB669509803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296789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83" name="Flowchart: Connector 282">
                  <a:extLst>
                    <a:ext uri="{FF2B5EF4-FFF2-40B4-BE49-F238E27FC236}">
                      <a16:creationId xmlns:a16="http://schemas.microsoft.com/office/drawing/2014/main" id="{891DD722-797A-4C03-A73C-B4A61206528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00622" y="265099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84" name="Flowchart: Connector 283">
                  <a:extLst>
                    <a:ext uri="{FF2B5EF4-FFF2-40B4-BE49-F238E27FC236}">
                      <a16:creationId xmlns:a16="http://schemas.microsoft.com/office/drawing/2014/main" id="{1DEE6E87-1D15-4031-8B5A-4BD58616EF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236495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44DD1AE8-8DCE-45AD-9FA7-A864F10FC2BA}"/>
                  </a:ext>
                </a:extLst>
              </p:cNvPr>
              <p:cNvGrpSpPr/>
              <p:nvPr/>
            </p:nvGrpSpPr>
            <p:grpSpPr>
              <a:xfrm>
                <a:off x="2114232" y="1523034"/>
                <a:ext cx="1057223" cy="1476716"/>
                <a:chOff x="2114232" y="1523034"/>
                <a:chExt cx="1057223" cy="1476716"/>
              </a:xfrm>
            </p:grpSpPr>
            <p:grpSp>
              <p:nvGrpSpPr>
                <p:cNvPr id="226" name="Group 225">
                  <a:extLst>
                    <a:ext uri="{FF2B5EF4-FFF2-40B4-BE49-F238E27FC236}">
                      <a16:creationId xmlns:a16="http://schemas.microsoft.com/office/drawing/2014/main" id="{DC4AB698-1307-4545-9951-DC6F26B07A9F}"/>
                    </a:ext>
                  </a:extLst>
                </p:cNvPr>
                <p:cNvGrpSpPr/>
                <p:nvPr/>
              </p:nvGrpSpPr>
              <p:grpSpPr>
                <a:xfrm>
                  <a:off x="2123911" y="2460111"/>
                  <a:ext cx="1047544" cy="539639"/>
                  <a:chOff x="3717189" y="1719497"/>
                  <a:chExt cx="1047544" cy="539639"/>
                </a:xfrm>
              </p:grpSpPr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74" name="3D Model 273" descr="Sphere">
                        <a:extLst>
                          <a:ext uri="{FF2B5EF4-FFF2-40B4-BE49-F238E27FC236}">
                            <a16:creationId xmlns:a16="http://schemas.microsoft.com/office/drawing/2014/main" id="{A86910AB-5D00-4326-8381-B064C15E44B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881652641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39" name="3D Model 538" descr="Sphere">
                        <a:extLst>
                          <a:ext uri="{FF2B5EF4-FFF2-40B4-BE49-F238E27FC236}">
                            <a16:creationId xmlns:a16="http://schemas.microsoft.com/office/drawing/2014/main" id="{989EAF3D-01F6-44C6-8257-DE398685513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7973" y="35882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75" name="Flowchart: Connector 274">
                    <a:extLst>
                      <a:ext uri="{FF2B5EF4-FFF2-40B4-BE49-F238E27FC236}">
                        <a16:creationId xmlns:a16="http://schemas.microsoft.com/office/drawing/2014/main" id="{B0D00FAB-9F14-4367-8DAA-D27DDDADD77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76" name="3D Model 275" descr="Sphere">
                        <a:extLst>
                          <a:ext uri="{FF2B5EF4-FFF2-40B4-BE49-F238E27FC236}">
                            <a16:creationId xmlns:a16="http://schemas.microsoft.com/office/drawing/2014/main" id="{B099C18E-359E-4A22-9ED3-8B6373BF13CD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31422783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1" name="3D Model 540" descr="Sphere">
                        <a:extLst>
                          <a:ext uri="{FF2B5EF4-FFF2-40B4-BE49-F238E27FC236}">
                            <a16:creationId xmlns:a16="http://schemas.microsoft.com/office/drawing/2014/main" id="{AB17CB10-4F93-4434-BA14-50AFAFF4946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666235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77" name="Flowchart: Connector 276">
                    <a:extLst>
                      <a:ext uri="{FF2B5EF4-FFF2-40B4-BE49-F238E27FC236}">
                        <a16:creationId xmlns:a16="http://schemas.microsoft.com/office/drawing/2014/main" id="{9F507708-2A03-4E10-88A2-D5B2A5E918A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78" name="3D Model 277" descr="Sphere">
                        <a:extLst>
                          <a:ext uri="{FF2B5EF4-FFF2-40B4-BE49-F238E27FC236}">
                            <a16:creationId xmlns:a16="http://schemas.microsoft.com/office/drawing/2014/main" id="{CA9E9ADB-B2BE-47ED-9041-0F61AB84FCB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96562753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3" name="3D Model 542" descr="Sphere">
                        <a:extLst>
                          <a:ext uri="{FF2B5EF4-FFF2-40B4-BE49-F238E27FC236}">
                            <a16:creationId xmlns:a16="http://schemas.microsoft.com/office/drawing/2014/main" id="{503D28F6-C92A-40B9-96B8-4050B0C4C9A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72803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79" name="Flowchart: Connector 278">
                    <a:extLst>
                      <a:ext uri="{FF2B5EF4-FFF2-40B4-BE49-F238E27FC236}">
                        <a16:creationId xmlns:a16="http://schemas.microsoft.com/office/drawing/2014/main" id="{2F6C7601-7BCB-46DF-BA9D-B899FC78A29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80" name="3D Model 279" descr="Sphere">
                        <a:extLst>
                          <a:ext uri="{FF2B5EF4-FFF2-40B4-BE49-F238E27FC236}">
                            <a16:creationId xmlns:a16="http://schemas.microsoft.com/office/drawing/2014/main" id="{6F490565-2543-4853-9660-B1CF697A06AD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090708197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5" name="3D Model 544" descr="Sphere">
                        <a:extLst>
                          <a:ext uri="{FF2B5EF4-FFF2-40B4-BE49-F238E27FC236}">
                            <a16:creationId xmlns:a16="http://schemas.microsoft.com/office/drawing/2014/main" id="{226A18F8-2383-4285-9223-CF3CEC25C57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815073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227" name="Group 226">
                  <a:extLst>
                    <a:ext uri="{FF2B5EF4-FFF2-40B4-BE49-F238E27FC236}">
                      <a16:creationId xmlns:a16="http://schemas.microsoft.com/office/drawing/2014/main" id="{E43E6A30-CE1B-40CD-BE4F-AE50AF8D1A8F}"/>
                    </a:ext>
                  </a:extLst>
                </p:cNvPr>
                <p:cNvGrpSpPr/>
                <p:nvPr/>
              </p:nvGrpSpPr>
              <p:grpSpPr>
                <a:xfrm>
                  <a:off x="2123911" y="2140429"/>
                  <a:ext cx="1047544" cy="637179"/>
                  <a:chOff x="3717189" y="1719497"/>
                  <a:chExt cx="1047544" cy="637179"/>
                </a:xfrm>
              </p:grpSpPr>
              <p:sp>
                <p:nvSpPr>
                  <p:cNvPr id="259" name="Flowchart: Connector 258">
                    <a:extLst>
                      <a:ext uri="{FF2B5EF4-FFF2-40B4-BE49-F238E27FC236}">
                        <a16:creationId xmlns:a16="http://schemas.microsoft.com/office/drawing/2014/main" id="{03A3D236-543D-42FB-BC4B-70290B5BF49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0" name="Flowchart: Connector 259">
                    <a:extLst>
                      <a:ext uri="{FF2B5EF4-FFF2-40B4-BE49-F238E27FC236}">
                        <a16:creationId xmlns:a16="http://schemas.microsoft.com/office/drawing/2014/main" id="{43103799-EF00-4F92-9211-5659E00F8C9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1" name="Flowchart: Connector 260">
                    <a:extLst>
                      <a:ext uri="{FF2B5EF4-FFF2-40B4-BE49-F238E27FC236}">
                        <a16:creationId xmlns:a16="http://schemas.microsoft.com/office/drawing/2014/main" id="{EA606BA2-A366-4DE4-9FF3-F9372A5D0BD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2" name="Flowchart: Connector 261">
                    <a:extLst>
                      <a:ext uri="{FF2B5EF4-FFF2-40B4-BE49-F238E27FC236}">
                        <a16:creationId xmlns:a16="http://schemas.microsoft.com/office/drawing/2014/main" id="{F5C3793C-4145-434E-A991-D56B80B844F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3" name="Flowchart: Connector 262">
                    <a:extLst>
                      <a:ext uri="{FF2B5EF4-FFF2-40B4-BE49-F238E27FC236}">
                        <a16:creationId xmlns:a16="http://schemas.microsoft.com/office/drawing/2014/main" id="{76C64857-B013-48B2-877F-8B907C6E70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4" name="Flowchart: Connector 263">
                    <a:extLst>
                      <a:ext uri="{FF2B5EF4-FFF2-40B4-BE49-F238E27FC236}">
                        <a16:creationId xmlns:a16="http://schemas.microsoft.com/office/drawing/2014/main" id="{0ECC1160-475C-46D3-A39C-3A05F6235D6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5" name="Flowchart: Connector 264">
                    <a:extLst>
                      <a:ext uri="{FF2B5EF4-FFF2-40B4-BE49-F238E27FC236}">
                        <a16:creationId xmlns:a16="http://schemas.microsoft.com/office/drawing/2014/main" id="{D05B9275-3F95-4182-847D-8E85856E3F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" name="Flowchart: Connector 265">
                    <a:extLst>
                      <a:ext uri="{FF2B5EF4-FFF2-40B4-BE49-F238E27FC236}">
                        <a16:creationId xmlns:a16="http://schemas.microsoft.com/office/drawing/2014/main" id="{9B2F7CD6-03CA-494F-B46B-6CC20A644B5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67" name="3D Model 266" descr="Sphere">
                        <a:extLst>
                          <a:ext uri="{FF2B5EF4-FFF2-40B4-BE49-F238E27FC236}">
                            <a16:creationId xmlns:a16="http://schemas.microsoft.com/office/drawing/2014/main" id="{392EB88D-9DEC-4701-9BB7-248D1DA6D1D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453282539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5" name="3D Model 554" descr="Sphere">
                        <a:extLst>
                          <a:ext uri="{FF2B5EF4-FFF2-40B4-BE49-F238E27FC236}">
                            <a16:creationId xmlns:a16="http://schemas.microsoft.com/office/drawing/2014/main" id="{B10B1F59-68DB-45EF-85AF-5C8351B1402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7973" y="3268571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68" name="Flowchart: Connector 267">
                    <a:extLst>
                      <a:ext uri="{FF2B5EF4-FFF2-40B4-BE49-F238E27FC236}">
                        <a16:creationId xmlns:a16="http://schemas.microsoft.com/office/drawing/2014/main" id="{6794F87D-E7AC-4FDD-9BB9-7DFB4EBE48E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69" name="3D Model 268" descr="Sphere">
                        <a:extLst>
                          <a:ext uri="{FF2B5EF4-FFF2-40B4-BE49-F238E27FC236}">
                            <a16:creationId xmlns:a16="http://schemas.microsoft.com/office/drawing/2014/main" id="{4CA9D411-0B44-47A0-8F03-80F19866D67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747007516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7" name="3D Model 556" descr="Sphere">
                        <a:extLst>
                          <a:ext uri="{FF2B5EF4-FFF2-40B4-BE49-F238E27FC236}">
                            <a16:creationId xmlns:a16="http://schemas.microsoft.com/office/drawing/2014/main" id="{A2534F90-63A2-4E00-9F6F-62444BCD921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3465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70" name="Flowchart: Connector 269">
                    <a:extLst>
                      <a:ext uri="{FF2B5EF4-FFF2-40B4-BE49-F238E27FC236}">
                        <a16:creationId xmlns:a16="http://schemas.microsoft.com/office/drawing/2014/main" id="{17FFC7BE-6D75-49BE-AEAC-85680BDB5C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71" name="3D Model 270" descr="Sphere">
                        <a:extLst>
                          <a:ext uri="{FF2B5EF4-FFF2-40B4-BE49-F238E27FC236}">
                            <a16:creationId xmlns:a16="http://schemas.microsoft.com/office/drawing/2014/main" id="{CE961D21-42DF-4EAB-A19C-5527315DD7A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037082019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9" name="3D Model 558" descr="Sphere">
                        <a:extLst>
                          <a:ext uri="{FF2B5EF4-FFF2-40B4-BE49-F238E27FC236}">
                            <a16:creationId xmlns:a16="http://schemas.microsoft.com/office/drawing/2014/main" id="{3144521F-B4C2-4106-B2F3-D31F5890AAB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40835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72" name="Flowchart: Connector 271">
                    <a:extLst>
                      <a:ext uri="{FF2B5EF4-FFF2-40B4-BE49-F238E27FC236}">
                        <a16:creationId xmlns:a16="http://schemas.microsoft.com/office/drawing/2014/main" id="{BD2B43A2-8EE2-42A5-8FEA-E6289529F06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73" name="3D Model 272" descr="Sphere">
                        <a:extLst>
                          <a:ext uri="{FF2B5EF4-FFF2-40B4-BE49-F238E27FC236}">
                            <a16:creationId xmlns:a16="http://schemas.microsoft.com/office/drawing/2014/main" id="{502A8A0E-76C9-4DF6-A0E4-600440196B2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269475407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8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61" name="3D Model 560" descr="Sphere">
                        <a:extLst>
                          <a:ext uri="{FF2B5EF4-FFF2-40B4-BE49-F238E27FC236}">
                            <a16:creationId xmlns:a16="http://schemas.microsoft.com/office/drawing/2014/main" id="{81B1584C-E839-495C-A926-920C4CB7DA9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495391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6A1AE598-ED1E-4CC6-88C2-4D2A75C382FD}"/>
                    </a:ext>
                  </a:extLst>
                </p:cNvPr>
                <p:cNvGrpSpPr/>
                <p:nvPr/>
              </p:nvGrpSpPr>
              <p:grpSpPr>
                <a:xfrm>
                  <a:off x="2114232" y="1823526"/>
                  <a:ext cx="1047544" cy="637179"/>
                  <a:chOff x="3717189" y="1719497"/>
                  <a:chExt cx="1047544" cy="637179"/>
                </a:xfrm>
              </p:grpSpPr>
              <p:sp>
                <p:nvSpPr>
                  <p:cNvPr id="244" name="Flowchart: Connector 243">
                    <a:extLst>
                      <a:ext uri="{FF2B5EF4-FFF2-40B4-BE49-F238E27FC236}">
                        <a16:creationId xmlns:a16="http://schemas.microsoft.com/office/drawing/2014/main" id="{8B447757-2EA9-4C9F-B579-0370EAF56B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5" name="Flowchart: Connector 244">
                    <a:extLst>
                      <a:ext uri="{FF2B5EF4-FFF2-40B4-BE49-F238E27FC236}">
                        <a16:creationId xmlns:a16="http://schemas.microsoft.com/office/drawing/2014/main" id="{3CE71F1C-4316-4FEE-A1B5-E3D656BEA36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6" name="Flowchart: Connector 245">
                    <a:extLst>
                      <a:ext uri="{FF2B5EF4-FFF2-40B4-BE49-F238E27FC236}">
                        <a16:creationId xmlns:a16="http://schemas.microsoft.com/office/drawing/2014/main" id="{645E8FC4-5346-4A76-8221-DBFFE2C508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7" name="Flowchart: Connector 246">
                    <a:extLst>
                      <a:ext uri="{FF2B5EF4-FFF2-40B4-BE49-F238E27FC236}">
                        <a16:creationId xmlns:a16="http://schemas.microsoft.com/office/drawing/2014/main" id="{0894670B-7BA6-4BAF-BE6A-4E0292F9377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8" name="Flowchart: Connector 247">
                    <a:extLst>
                      <a:ext uri="{FF2B5EF4-FFF2-40B4-BE49-F238E27FC236}">
                        <a16:creationId xmlns:a16="http://schemas.microsoft.com/office/drawing/2014/main" id="{63CF4C02-1B13-4689-9CD8-7AF6E1E8F8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9" name="Flowchart: Connector 248">
                    <a:extLst>
                      <a:ext uri="{FF2B5EF4-FFF2-40B4-BE49-F238E27FC236}">
                        <a16:creationId xmlns:a16="http://schemas.microsoft.com/office/drawing/2014/main" id="{EDB4059F-E5E7-4AE6-905C-EF9BEA7762F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50" name="Flowchart: Connector 249">
                    <a:extLst>
                      <a:ext uri="{FF2B5EF4-FFF2-40B4-BE49-F238E27FC236}">
                        <a16:creationId xmlns:a16="http://schemas.microsoft.com/office/drawing/2014/main" id="{E66E1149-98DD-4C3F-B40E-A1F128BC920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51" name="Flowchart: Connector 250">
                    <a:extLst>
                      <a:ext uri="{FF2B5EF4-FFF2-40B4-BE49-F238E27FC236}">
                        <a16:creationId xmlns:a16="http://schemas.microsoft.com/office/drawing/2014/main" id="{45CE7394-BA1F-465A-A643-6325B76F9DE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52" name="3D Model 251" descr="Sphere">
                        <a:extLst>
                          <a:ext uri="{FF2B5EF4-FFF2-40B4-BE49-F238E27FC236}">
                            <a16:creationId xmlns:a16="http://schemas.microsoft.com/office/drawing/2014/main" id="{80A7A3F5-D2B3-4009-AB78-DA1747CE071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64739111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1" name="3D Model 570" descr="Sphere">
                        <a:extLst>
                          <a:ext uri="{FF2B5EF4-FFF2-40B4-BE49-F238E27FC236}">
                            <a16:creationId xmlns:a16="http://schemas.microsoft.com/office/drawing/2014/main" id="{431CAFD4-B5D8-40F0-860A-3D38F1F2E4D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8294" y="2951668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53" name="Flowchart: Connector 252">
                    <a:extLst>
                      <a:ext uri="{FF2B5EF4-FFF2-40B4-BE49-F238E27FC236}">
                        <a16:creationId xmlns:a16="http://schemas.microsoft.com/office/drawing/2014/main" id="{BC9C4706-E309-4C17-9517-E3995825B87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54" name="3D Model 253" descr="Sphere">
                        <a:extLst>
                          <a:ext uri="{FF2B5EF4-FFF2-40B4-BE49-F238E27FC236}">
                            <a16:creationId xmlns:a16="http://schemas.microsoft.com/office/drawing/2014/main" id="{8FD029D0-D695-46F8-A9EB-5763A5FAEBE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41548492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3" name="3D Model 572" descr="Sphere">
                        <a:extLst>
                          <a:ext uri="{FF2B5EF4-FFF2-40B4-BE49-F238E27FC236}">
                            <a16:creationId xmlns:a16="http://schemas.microsoft.com/office/drawing/2014/main" id="{D6220843-76D7-4B68-A4C7-3C63A7751E1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9064" y="3029650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55" name="Flowchart: Connector 254">
                    <a:extLst>
                      <a:ext uri="{FF2B5EF4-FFF2-40B4-BE49-F238E27FC236}">
                        <a16:creationId xmlns:a16="http://schemas.microsoft.com/office/drawing/2014/main" id="{79F2AC7E-A366-4704-A3A4-32E6143820A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56" name="3D Model 255" descr="Sphere">
                        <a:extLst>
                          <a:ext uri="{FF2B5EF4-FFF2-40B4-BE49-F238E27FC236}">
                            <a16:creationId xmlns:a16="http://schemas.microsoft.com/office/drawing/2014/main" id="{6B226E18-FC53-490F-999C-5DD0A67E84DE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136474399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5" name="3D Model 574" descr="Sphere">
                        <a:extLst>
                          <a:ext uri="{FF2B5EF4-FFF2-40B4-BE49-F238E27FC236}">
                            <a16:creationId xmlns:a16="http://schemas.microsoft.com/office/drawing/2014/main" id="{A31C2113-6FBF-4DA7-9B5E-8D9B60E9FEA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3560" y="309144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57" name="Flowchart: Connector 256">
                    <a:extLst>
                      <a:ext uri="{FF2B5EF4-FFF2-40B4-BE49-F238E27FC236}">
                        <a16:creationId xmlns:a16="http://schemas.microsoft.com/office/drawing/2014/main" id="{6130F060-2436-446B-91B7-A7B33EA357D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58" name="3D Model 257" descr="Sphere">
                        <a:extLst>
                          <a:ext uri="{FF2B5EF4-FFF2-40B4-BE49-F238E27FC236}">
                            <a16:creationId xmlns:a16="http://schemas.microsoft.com/office/drawing/2014/main" id="{AD521363-B1A2-4244-AEA4-4576BA6EEC9D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693602224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7" name="3D Model 576" descr="Sphere">
                        <a:extLst>
                          <a:ext uri="{FF2B5EF4-FFF2-40B4-BE49-F238E27FC236}">
                            <a16:creationId xmlns:a16="http://schemas.microsoft.com/office/drawing/2014/main" id="{69CA7D75-9569-459B-AA3F-BFD6D15B257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978" y="317848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sp>
              <p:nvSpPr>
                <p:cNvPr id="229" name="Flowchart: Connector 228">
                  <a:extLst>
                    <a:ext uri="{FF2B5EF4-FFF2-40B4-BE49-F238E27FC236}">
                      <a16:creationId xmlns:a16="http://schemas.microsoft.com/office/drawing/2014/main" id="{8C87C9EA-3223-4D38-B772-DB38242747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22159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0" name="Flowchart: Connector 229">
                  <a:extLst>
                    <a:ext uri="{FF2B5EF4-FFF2-40B4-BE49-F238E27FC236}">
                      <a16:creationId xmlns:a16="http://schemas.microsoft.com/office/drawing/2014/main" id="{741B68EF-8C55-4907-AC7B-F22672705C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40307" y="178032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1" name="Flowchart: Connector 230">
                  <a:extLst>
                    <a:ext uri="{FF2B5EF4-FFF2-40B4-BE49-F238E27FC236}">
                      <a16:creationId xmlns:a16="http://schemas.microsoft.com/office/drawing/2014/main" id="{2AAAB36B-2631-4531-9F79-55D0D9850B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83299" y="175226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2" name="Flowchart: Connector 231">
                  <a:extLst>
                    <a:ext uri="{FF2B5EF4-FFF2-40B4-BE49-F238E27FC236}">
                      <a16:creationId xmlns:a16="http://schemas.microsoft.com/office/drawing/2014/main" id="{471C49CA-DFB3-4E87-992F-EAA01CC131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72010" y="184465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3" name="Flowchart: Connector 232">
                  <a:extLst>
                    <a:ext uri="{FF2B5EF4-FFF2-40B4-BE49-F238E27FC236}">
                      <a16:creationId xmlns:a16="http://schemas.microsoft.com/office/drawing/2014/main" id="{759CB916-C196-4C4B-B038-CB661F9C256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27678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4" name="Flowchart: Connector 233">
                  <a:extLst>
                    <a:ext uri="{FF2B5EF4-FFF2-40B4-BE49-F238E27FC236}">
                      <a16:creationId xmlns:a16="http://schemas.microsoft.com/office/drawing/2014/main" id="{EAD21EC1-FDE6-4C4E-8595-558A24B86C5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16506" y="192146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5" name="Flowchart: Connector 234">
                  <a:extLst>
                    <a:ext uri="{FF2B5EF4-FFF2-40B4-BE49-F238E27FC236}">
                      <a16:creationId xmlns:a16="http://schemas.microsoft.com/office/drawing/2014/main" id="{C4E900CF-34E5-4A6E-A150-76F3407D1F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88047" y="192294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6" name="Flowchart: Connector 235">
                  <a:extLst>
                    <a:ext uri="{FF2B5EF4-FFF2-40B4-BE49-F238E27FC236}">
                      <a16:creationId xmlns:a16="http://schemas.microsoft.com/office/drawing/2014/main" id="{690CB3BB-26A1-4FBF-A884-109A3C69E7F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81405" y="200468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237" name="3D Model 236" descr="Sphere">
                      <a:extLst>
                        <a:ext uri="{FF2B5EF4-FFF2-40B4-BE49-F238E27FC236}">
                          <a16:creationId xmlns:a16="http://schemas.microsoft.com/office/drawing/2014/main" id="{2F0D892F-59C1-4508-BD59-D01758D7DEB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561142872"/>
                        </p:ext>
                      </p:extLst>
                    </p:nvPr>
                  </p:nvGraphicFramePr>
                  <p:xfrm>
                    <a:off x="2134543" y="1523034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237" name="3D Model 236" descr="Sphere">
                      <a:extLst>
                        <a:ext uri="{FF2B5EF4-FFF2-40B4-BE49-F238E27FC236}">
                          <a16:creationId xmlns:a16="http://schemas.microsoft.com/office/drawing/2014/main" id="{2F0D892F-59C1-4508-BD59-D01758D7DEBD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184492" y="158950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238" name="Flowchart: Connector 237">
                  <a:extLst>
                    <a:ext uri="{FF2B5EF4-FFF2-40B4-BE49-F238E27FC236}">
                      <a16:creationId xmlns:a16="http://schemas.microsoft.com/office/drawing/2014/main" id="{5A1EE9E8-980B-436F-A501-A54EBE13D34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345380" y="165330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239" name="3D Model 238" descr="Sphere">
                      <a:extLst>
                        <a:ext uri="{FF2B5EF4-FFF2-40B4-BE49-F238E27FC236}">
                          <a16:creationId xmlns:a16="http://schemas.microsoft.com/office/drawing/2014/main" id="{0D1E6E50-302F-4BCA-816F-110EE28C52CE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820552998"/>
                        </p:ext>
                      </p:extLst>
                    </p:nvPr>
                  </p:nvGraphicFramePr>
                  <p:xfrm>
                    <a:off x="2371307" y="1579752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239" name="3D Model 238" descr="Sphere">
                      <a:extLst>
                        <a:ext uri="{FF2B5EF4-FFF2-40B4-BE49-F238E27FC236}">
                          <a16:creationId xmlns:a16="http://schemas.microsoft.com/office/drawing/2014/main" id="{0D1E6E50-302F-4BCA-816F-110EE28C52CE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421256" y="1646226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240" name="Flowchart: Connector 239">
                  <a:extLst>
                    <a:ext uri="{FF2B5EF4-FFF2-40B4-BE49-F238E27FC236}">
                      <a16:creationId xmlns:a16="http://schemas.microsoft.com/office/drawing/2014/main" id="{E9787B0D-DB05-42F3-8BED-BF5E2E0FB62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584559" y="172243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241" name="3D Model 240" descr="Sphere">
                      <a:extLst>
                        <a:ext uri="{FF2B5EF4-FFF2-40B4-BE49-F238E27FC236}">
                          <a16:creationId xmlns:a16="http://schemas.microsoft.com/office/drawing/2014/main" id="{85593F80-CB26-4E68-9C68-9BF03B29498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88323851"/>
                        </p:ext>
                      </p:extLst>
                    </p:nvPr>
                  </p:nvGraphicFramePr>
                  <p:xfrm>
                    <a:off x="2609177" y="1641551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241" name="3D Model 240" descr="Sphere">
                      <a:extLst>
                        <a:ext uri="{FF2B5EF4-FFF2-40B4-BE49-F238E27FC236}">
                          <a16:creationId xmlns:a16="http://schemas.microsoft.com/office/drawing/2014/main" id="{85593F80-CB26-4E68-9C68-9BF03B294983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659126" y="170802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242" name="Flowchart: Connector 241">
                  <a:extLst>
                    <a:ext uri="{FF2B5EF4-FFF2-40B4-BE49-F238E27FC236}">
                      <a16:creationId xmlns:a16="http://schemas.microsoft.com/office/drawing/2014/main" id="{6AF67D97-FEFA-41F3-82C2-C28730D7F7A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48075" y="180504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243" name="3D Model 242" descr="Sphere">
                      <a:extLst>
                        <a:ext uri="{FF2B5EF4-FFF2-40B4-BE49-F238E27FC236}">
                          <a16:creationId xmlns:a16="http://schemas.microsoft.com/office/drawing/2014/main" id="{B2AEC8C4-AAAA-42C6-A233-BE886B83815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235897813"/>
                        </p:ext>
                      </p:extLst>
                    </p:nvPr>
                  </p:nvGraphicFramePr>
                  <p:xfrm>
                    <a:off x="2877595" y="1728590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8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243" name="3D Model 242" descr="Sphere">
                      <a:extLst>
                        <a:ext uri="{FF2B5EF4-FFF2-40B4-BE49-F238E27FC236}">
                          <a16:creationId xmlns:a16="http://schemas.microsoft.com/office/drawing/2014/main" id="{B2AEC8C4-AAAA-42C6-A233-BE886B83815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2927544" y="1795064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B3CE46E-1954-4C79-96EE-2FE6FDD6C424}"/>
                </a:ext>
              </a:extLst>
            </p:cNvPr>
            <p:cNvGrpSpPr/>
            <p:nvPr/>
          </p:nvGrpSpPr>
          <p:grpSpPr>
            <a:xfrm>
              <a:off x="1773325" y="2268938"/>
              <a:ext cx="222323" cy="860409"/>
              <a:chOff x="1473033" y="2656490"/>
              <a:chExt cx="222323" cy="860409"/>
            </a:xfrm>
          </p:grpSpPr>
          <p:sp>
            <p:nvSpPr>
              <p:cNvPr id="221" name="Flowchart: Connector 220">
                <a:extLst>
                  <a:ext uri="{FF2B5EF4-FFF2-40B4-BE49-F238E27FC236}">
                    <a16:creationId xmlns:a16="http://schemas.microsoft.com/office/drawing/2014/main" id="{370A3FA2-CAFB-4A8F-84B0-097101BD0F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2672" y="2656490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222" name="Flowchart: Connector 221">
                <a:extLst>
                  <a:ext uri="{FF2B5EF4-FFF2-40B4-BE49-F238E27FC236}">
                    <a16:creationId xmlns:a16="http://schemas.microsoft.com/office/drawing/2014/main" id="{FFFF92DA-2103-4C1F-8D7C-C0DC26C323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73033" y="2982505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223" name="Flowchart: Connector 222">
                <a:extLst>
                  <a:ext uri="{FF2B5EF4-FFF2-40B4-BE49-F238E27FC236}">
                    <a16:creationId xmlns:a16="http://schemas.microsoft.com/office/drawing/2014/main" id="{92449CE3-1065-476A-AD9B-D656FE1344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3497" y="330089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9F80169F-79DA-4717-9C00-7CB55D076118}"/>
                </a:ext>
              </a:extLst>
            </p:cNvPr>
            <p:cNvSpPr>
              <a:spLocks/>
            </p:cNvSpPr>
            <p:nvPr/>
          </p:nvSpPr>
          <p:spPr>
            <a:xfrm>
              <a:off x="1337026" y="201261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4C725124-4D6A-4112-9C3E-297638600E97}"/>
                </a:ext>
              </a:extLst>
            </p:cNvPr>
            <p:cNvSpPr>
              <a:spLocks/>
            </p:cNvSpPr>
            <p:nvPr/>
          </p:nvSpPr>
          <p:spPr>
            <a:xfrm>
              <a:off x="1588002" y="2087270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EAFBBDF-8480-4882-A19D-2CCF990DF9CA}"/>
                </a:ext>
              </a:extLst>
            </p:cNvPr>
            <p:cNvGrpSpPr/>
            <p:nvPr/>
          </p:nvGrpSpPr>
          <p:grpSpPr>
            <a:xfrm rot="21228750">
              <a:off x="1171220" y="1918660"/>
              <a:ext cx="698062" cy="387533"/>
              <a:chOff x="854933" y="2290871"/>
              <a:chExt cx="698062" cy="387533"/>
            </a:xfrm>
          </p:grpSpPr>
          <p:sp>
            <p:nvSpPr>
              <p:cNvPr id="218" name="Flowchart: Connector 217">
                <a:extLst>
                  <a:ext uri="{FF2B5EF4-FFF2-40B4-BE49-F238E27FC236}">
                    <a16:creationId xmlns:a16="http://schemas.microsoft.com/office/drawing/2014/main" id="{BE3C33BB-3353-4BBB-991F-C1C0607005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933" y="229087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219" name="Flowchart: Connector 218">
                <a:extLst>
                  <a:ext uri="{FF2B5EF4-FFF2-40B4-BE49-F238E27FC236}">
                    <a16:creationId xmlns:a16="http://schemas.microsoft.com/office/drawing/2014/main" id="{F6C99279-CB70-489A-8ED3-7CC412463F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5206" y="2377897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220" name="Flowchart: Connector 219">
                <a:extLst>
                  <a:ext uri="{FF2B5EF4-FFF2-40B4-BE49-F238E27FC236}">
                    <a16:creationId xmlns:a16="http://schemas.microsoft.com/office/drawing/2014/main" id="{804C2632-4ACB-4532-85B3-6FA4F0A8EB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1136" y="2462404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951966-FE8F-40DE-9B07-9175FB5F932B}"/>
                </a:ext>
              </a:extLst>
            </p:cNvPr>
            <p:cNvGrpSpPr/>
            <p:nvPr/>
          </p:nvGrpSpPr>
          <p:grpSpPr>
            <a:xfrm>
              <a:off x="849741" y="1890320"/>
              <a:ext cx="1098636" cy="1497980"/>
              <a:chOff x="2089993" y="1501770"/>
              <a:chExt cx="1098636" cy="1497980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73520002-975F-40E1-AEFD-4A0000152B41}"/>
                  </a:ext>
                </a:extLst>
              </p:cNvPr>
              <p:cNvGrpSpPr/>
              <p:nvPr/>
            </p:nvGrpSpPr>
            <p:grpSpPr>
              <a:xfrm>
                <a:off x="2089993" y="1634990"/>
                <a:ext cx="101484" cy="1051941"/>
                <a:chOff x="1800622" y="2329236"/>
                <a:chExt cx="101484" cy="1051941"/>
              </a:xfrm>
            </p:grpSpPr>
            <p:sp>
              <p:nvSpPr>
                <p:cNvPr id="214" name="Flowchart: Connector 213">
                  <a:extLst>
                    <a:ext uri="{FF2B5EF4-FFF2-40B4-BE49-F238E27FC236}">
                      <a16:creationId xmlns:a16="http://schemas.microsoft.com/office/drawing/2014/main" id="{46875128-3F53-45F8-A879-DE676821D30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328757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15" name="Flowchart: Connector 214">
                  <a:extLst>
                    <a:ext uri="{FF2B5EF4-FFF2-40B4-BE49-F238E27FC236}">
                      <a16:creationId xmlns:a16="http://schemas.microsoft.com/office/drawing/2014/main" id="{9699F931-91F4-4850-A34F-98C41BDEC2D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296789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16" name="Flowchart: Connector 215">
                  <a:extLst>
                    <a:ext uri="{FF2B5EF4-FFF2-40B4-BE49-F238E27FC236}">
                      <a16:creationId xmlns:a16="http://schemas.microsoft.com/office/drawing/2014/main" id="{7E82229C-932E-487E-A75C-6620CC8E5BC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00622" y="265099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17" name="Flowchart: Connector 216">
                  <a:extLst>
                    <a:ext uri="{FF2B5EF4-FFF2-40B4-BE49-F238E27FC236}">
                      <a16:creationId xmlns:a16="http://schemas.microsoft.com/office/drawing/2014/main" id="{4FA4E6C4-CDC9-4097-B7B8-4359FC289FA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232923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C0ECCCB8-B750-4880-B6FD-DF99BC52DFC0}"/>
                  </a:ext>
                </a:extLst>
              </p:cNvPr>
              <p:cNvGrpSpPr/>
              <p:nvPr/>
            </p:nvGrpSpPr>
            <p:grpSpPr>
              <a:xfrm>
                <a:off x="2114232" y="1501770"/>
                <a:ext cx="1074397" cy="1497980"/>
                <a:chOff x="2114232" y="1501770"/>
                <a:chExt cx="1074397" cy="1497980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38A743C5-8328-4F81-B326-C3544BCBC899}"/>
                    </a:ext>
                  </a:extLst>
                </p:cNvPr>
                <p:cNvGrpSpPr/>
                <p:nvPr/>
              </p:nvGrpSpPr>
              <p:grpSpPr>
                <a:xfrm>
                  <a:off x="2123911" y="2460111"/>
                  <a:ext cx="1064718" cy="539639"/>
                  <a:chOff x="3717189" y="1719497"/>
                  <a:chExt cx="1064718" cy="539639"/>
                </a:xfrm>
              </p:grpSpPr>
              <p:sp>
                <p:nvSpPr>
                  <p:cNvPr id="206" name="Flowchart: Connector 205">
                    <a:extLst>
                      <a:ext uri="{FF2B5EF4-FFF2-40B4-BE49-F238E27FC236}">
                        <a16:creationId xmlns:a16="http://schemas.microsoft.com/office/drawing/2014/main" id="{8968ED9A-B10C-4C7F-BB11-177D6ED4CB2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07" name="3D Model 206" descr="Sphere">
                        <a:extLst>
                          <a:ext uri="{FF2B5EF4-FFF2-40B4-BE49-F238E27FC236}">
                            <a16:creationId xmlns:a16="http://schemas.microsoft.com/office/drawing/2014/main" id="{E4EB4B94-717A-4207-BBFD-700A10FF094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081241184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39" name="3D Model 538" descr="Sphere">
                        <a:extLst>
                          <a:ext uri="{FF2B5EF4-FFF2-40B4-BE49-F238E27FC236}">
                            <a16:creationId xmlns:a16="http://schemas.microsoft.com/office/drawing/2014/main" id="{989EAF3D-01F6-44C6-8257-DE398685513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7973" y="35882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08" name="Flowchart: Connector 207">
                    <a:extLst>
                      <a:ext uri="{FF2B5EF4-FFF2-40B4-BE49-F238E27FC236}">
                        <a16:creationId xmlns:a16="http://schemas.microsoft.com/office/drawing/2014/main" id="{FB60B526-C4B6-4A42-9E98-54163762EB1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09" name="3D Model 208" descr="Sphere">
                        <a:extLst>
                          <a:ext uri="{FF2B5EF4-FFF2-40B4-BE49-F238E27FC236}">
                            <a16:creationId xmlns:a16="http://schemas.microsoft.com/office/drawing/2014/main" id="{A082354C-C618-4F19-BA63-6D7BD27FA6A8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883279675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1" name="3D Model 540" descr="Sphere">
                        <a:extLst>
                          <a:ext uri="{FF2B5EF4-FFF2-40B4-BE49-F238E27FC236}">
                            <a16:creationId xmlns:a16="http://schemas.microsoft.com/office/drawing/2014/main" id="{AB17CB10-4F93-4434-BA14-50AFAFF4946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666235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10" name="Flowchart: Connector 209">
                    <a:extLst>
                      <a:ext uri="{FF2B5EF4-FFF2-40B4-BE49-F238E27FC236}">
                        <a16:creationId xmlns:a16="http://schemas.microsoft.com/office/drawing/2014/main" id="{76CA0CC1-27B4-4438-8FDB-A49908C2EBF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11" name="3D Model 210" descr="Sphere">
                        <a:extLst>
                          <a:ext uri="{FF2B5EF4-FFF2-40B4-BE49-F238E27FC236}">
                            <a16:creationId xmlns:a16="http://schemas.microsoft.com/office/drawing/2014/main" id="{9EB1E5EA-E7F1-4457-AC85-A0527D55602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209216053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3" name="3D Model 542" descr="Sphere">
                        <a:extLst>
                          <a:ext uri="{FF2B5EF4-FFF2-40B4-BE49-F238E27FC236}">
                            <a16:creationId xmlns:a16="http://schemas.microsoft.com/office/drawing/2014/main" id="{503D28F6-C92A-40B9-96B8-4050B0C4C9A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72803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12" name="Flowchart: Connector 211">
                    <a:extLst>
                      <a:ext uri="{FF2B5EF4-FFF2-40B4-BE49-F238E27FC236}">
                        <a16:creationId xmlns:a16="http://schemas.microsoft.com/office/drawing/2014/main" id="{83477695-9CC6-4F7A-B301-994FE1EDDE4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13" name="3D Model 212" descr="Sphere">
                        <a:extLst>
                          <a:ext uri="{FF2B5EF4-FFF2-40B4-BE49-F238E27FC236}">
                            <a16:creationId xmlns:a16="http://schemas.microsoft.com/office/drawing/2014/main" id="{5539C0A5-61F9-4280-BC39-14059B512F6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35382401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8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5" name="3D Model 544" descr="Sphere">
                        <a:extLst>
                          <a:ext uri="{FF2B5EF4-FFF2-40B4-BE49-F238E27FC236}">
                            <a16:creationId xmlns:a16="http://schemas.microsoft.com/office/drawing/2014/main" id="{226A18F8-2383-4285-9223-CF3CEC25C57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815073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A4796C39-71D7-4942-A522-C90D778247CA}"/>
                    </a:ext>
                  </a:extLst>
                </p:cNvPr>
                <p:cNvGrpSpPr/>
                <p:nvPr/>
              </p:nvGrpSpPr>
              <p:grpSpPr>
                <a:xfrm>
                  <a:off x="2123911" y="2140429"/>
                  <a:ext cx="1064718" cy="637179"/>
                  <a:chOff x="3717189" y="1719497"/>
                  <a:chExt cx="1064718" cy="637179"/>
                </a:xfrm>
              </p:grpSpPr>
              <p:sp>
                <p:nvSpPr>
                  <p:cNvPr id="190" name="Flowchart: Connector 189">
                    <a:extLst>
                      <a:ext uri="{FF2B5EF4-FFF2-40B4-BE49-F238E27FC236}">
                        <a16:creationId xmlns:a16="http://schemas.microsoft.com/office/drawing/2014/main" id="{CC6F1256-FA39-4854-AFB3-E79AD8AD5B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1" name="Flowchart: Connector 190">
                    <a:extLst>
                      <a:ext uri="{FF2B5EF4-FFF2-40B4-BE49-F238E27FC236}">
                        <a16:creationId xmlns:a16="http://schemas.microsoft.com/office/drawing/2014/main" id="{3E038F67-F0DA-4C4C-9DCE-E71597A1197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2" name="Flowchart: Connector 191">
                    <a:extLst>
                      <a:ext uri="{FF2B5EF4-FFF2-40B4-BE49-F238E27FC236}">
                        <a16:creationId xmlns:a16="http://schemas.microsoft.com/office/drawing/2014/main" id="{6A240404-B60E-4456-839D-8CCA19723A8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3" name="Flowchart: Connector 192">
                    <a:extLst>
                      <a:ext uri="{FF2B5EF4-FFF2-40B4-BE49-F238E27FC236}">
                        <a16:creationId xmlns:a16="http://schemas.microsoft.com/office/drawing/2014/main" id="{16BA1208-732E-46B2-BA7F-9ABD6C973D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" name="Flowchart: Connector 193">
                    <a:extLst>
                      <a:ext uri="{FF2B5EF4-FFF2-40B4-BE49-F238E27FC236}">
                        <a16:creationId xmlns:a16="http://schemas.microsoft.com/office/drawing/2014/main" id="{5BF06F02-2F79-4CE8-A510-F204A42BBBC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5" name="Flowchart: Connector 194">
                    <a:extLst>
                      <a:ext uri="{FF2B5EF4-FFF2-40B4-BE49-F238E27FC236}">
                        <a16:creationId xmlns:a16="http://schemas.microsoft.com/office/drawing/2014/main" id="{C0DF8801-097E-4DC4-BD88-D625F3F4A9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6" name="Flowchart: Connector 195">
                    <a:extLst>
                      <a:ext uri="{FF2B5EF4-FFF2-40B4-BE49-F238E27FC236}">
                        <a16:creationId xmlns:a16="http://schemas.microsoft.com/office/drawing/2014/main" id="{3B68AB5D-1195-4F0C-AF00-CBC4E46D28A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7" name="Flowchart: Connector 196">
                    <a:extLst>
                      <a:ext uri="{FF2B5EF4-FFF2-40B4-BE49-F238E27FC236}">
                        <a16:creationId xmlns:a16="http://schemas.microsoft.com/office/drawing/2014/main" id="{184C04DA-310A-4729-BAD9-6A23476F694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8" name="Flowchart: Connector 197">
                    <a:extLst>
                      <a:ext uri="{FF2B5EF4-FFF2-40B4-BE49-F238E27FC236}">
                        <a16:creationId xmlns:a16="http://schemas.microsoft.com/office/drawing/2014/main" id="{6C898872-B3A9-4CFA-9869-E7B1BB32AEC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99" name="3D Model 198" descr="Sphere">
                        <a:extLst>
                          <a:ext uri="{FF2B5EF4-FFF2-40B4-BE49-F238E27FC236}">
                            <a16:creationId xmlns:a16="http://schemas.microsoft.com/office/drawing/2014/main" id="{12B6F292-BB16-4BE7-B8BE-E021232ACE26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139835993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5" name="3D Model 554" descr="Sphere">
                        <a:extLst>
                          <a:ext uri="{FF2B5EF4-FFF2-40B4-BE49-F238E27FC236}">
                            <a16:creationId xmlns:a16="http://schemas.microsoft.com/office/drawing/2014/main" id="{B10B1F59-68DB-45EF-85AF-5C8351B1402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7973" y="3268571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00" name="Flowchart: Connector 199">
                    <a:extLst>
                      <a:ext uri="{FF2B5EF4-FFF2-40B4-BE49-F238E27FC236}">
                        <a16:creationId xmlns:a16="http://schemas.microsoft.com/office/drawing/2014/main" id="{66FF3EE3-F092-435A-B69C-C55E82AA209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01" name="3D Model 200" descr="Sphere">
                        <a:extLst>
                          <a:ext uri="{FF2B5EF4-FFF2-40B4-BE49-F238E27FC236}">
                            <a16:creationId xmlns:a16="http://schemas.microsoft.com/office/drawing/2014/main" id="{D034CABD-E90A-41CB-BE23-37463EB0266E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865616000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7" name="3D Model 556" descr="Sphere">
                        <a:extLst>
                          <a:ext uri="{FF2B5EF4-FFF2-40B4-BE49-F238E27FC236}">
                            <a16:creationId xmlns:a16="http://schemas.microsoft.com/office/drawing/2014/main" id="{A2534F90-63A2-4E00-9F6F-62444BCD921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3465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02" name="Flowchart: Connector 201">
                    <a:extLst>
                      <a:ext uri="{FF2B5EF4-FFF2-40B4-BE49-F238E27FC236}">
                        <a16:creationId xmlns:a16="http://schemas.microsoft.com/office/drawing/2014/main" id="{DA28AC4C-988E-4E15-961D-857FCB0B291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03" name="3D Model 202" descr="Sphere">
                        <a:extLst>
                          <a:ext uri="{FF2B5EF4-FFF2-40B4-BE49-F238E27FC236}">
                            <a16:creationId xmlns:a16="http://schemas.microsoft.com/office/drawing/2014/main" id="{10B1E84F-4BB1-45F9-BEA5-70FAE1E0EA4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038033006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9" name="3D Model 558" descr="Sphere">
                        <a:extLst>
                          <a:ext uri="{FF2B5EF4-FFF2-40B4-BE49-F238E27FC236}">
                            <a16:creationId xmlns:a16="http://schemas.microsoft.com/office/drawing/2014/main" id="{3144521F-B4C2-4106-B2F3-D31F5890AAB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40835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04" name="Flowchart: Connector 203">
                    <a:extLst>
                      <a:ext uri="{FF2B5EF4-FFF2-40B4-BE49-F238E27FC236}">
                        <a16:creationId xmlns:a16="http://schemas.microsoft.com/office/drawing/2014/main" id="{EF2C2B70-E649-4FB2-887C-2F2CBF890D9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05" name="3D Model 204" descr="Sphere">
                        <a:extLst>
                          <a:ext uri="{FF2B5EF4-FFF2-40B4-BE49-F238E27FC236}">
                            <a16:creationId xmlns:a16="http://schemas.microsoft.com/office/drawing/2014/main" id="{F76C0910-A441-4C52-B979-999F5646B136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5327476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61" name="3D Model 560" descr="Sphere">
                        <a:extLst>
                          <a:ext uri="{FF2B5EF4-FFF2-40B4-BE49-F238E27FC236}">
                            <a16:creationId xmlns:a16="http://schemas.microsoft.com/office/drawing/2014/main" id="{81B1584C-E839-495C-A926-920C4CB7DA9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495391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6E31ADE0-D1C0-4ADF-93A0-1EB5EBC66310}"/>
                    </a:ext>
                  </a:extLst>
                </p:cNvPr>
                <p:cNvGrpSpPr/>
                <p:nvPr/>
              </p:nvGrpSpPr>
              <p:grpSpPr>
                <a:xfrm>
                  <a:off x="2114232" y="1823526"/>
                  <a:ext cx="1064718" cy="637179"/>
                  <a:chOff x="3717189" y="1719497"/>
                  <a:chExt cx="1064718" cy="637179"/>
                </a:xfrm>
              </p:grpSpPr>
              <p:sp>
                <p:nvSpPr>
                  <p:cNvPr id="174" name="Flowchart: Connector 173">
                    <a:extLst>
                      <a:ext uri="{FF2B5EF4-FFF2-40B4-BE49-F238E27FC236}">
                        <a16:creationId xmlns:a16="http://schemas.microsoft.com/office/drawing/2014/main" id="{F3C4C0C0-3114-483C-BF8A-A41B06E774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5" name="Flowchart: Connector 174">
                    <a:extLst>
                      <a:ext uri="{FF2B5EF4-FFF2-40B4-BE49-F238E27FC236}">
                        <a16:creationId xmlns:a16="http://schemas.microsoft.com/office/drawing/2014/main" id="{5AA0D004-3597-42EA-9A30-245150FCF7E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6" name="Flowchart: Connector 175">
                    <a:extLst>
                      <a:ext uri="{FF2B5EF4-FFF2-40B4-BE49-F238E27FC236}">
                        <a16:creationId xmlns:a16="http://schemas.microsoft.com/office/drawing/2014/main" id="{6677341E-00A2-41D3-8ADD-5302EA552B5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7" name="Flowchart: Connector 176">
                    <a:extLst>
                      <a:ext uri="{FF2B5EF4-FFF2-40B4-BE49-F238E27FC236}">
                        <a16:creationId xmlns:a16="http://schemas.microsoft.com/office/drawing/2014/main" id="{EEFC6330-220C-4C2C-86E7-CC397A3146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8" name="Flowchart: Connector 177">
                    <a:extLst>
                      <a:ext uri="{FF2B5EF4-FFF2-40B4-BE49-F238E27FC236}">
                        <a16:creationId xmlns:a16="http://schemas.microsoft.com/office/drawing/2014/main" id="{859AFB61-DC92-424E-8770-B575F810F68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9" name="Flowchart: Connector 178">
                    <a:extLst>
                      <a:ext uri="{FF2B5EF4-FFF2-40B4-BE49-F238E27FC236}">
                        <a16:creationId xmlns:a16="http://schemas.microsoft.com/office/drawing/2014/main" id="{84C9E69E-52A5-43CA-9792-1386FA9D811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80" name="Flowchart: Connector 179">
                    <a:extLst>
                      <a:ext uri="{FF2B5EF4-FFF2-40B4-BE49-F238E27FC236}">
                        <a16:creationId xmlns:a16="http://schemas.microsoft.com/office/drawing/2014/main" id="{1E6E11EB-E89C-4D3D-AC49-4651D531018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81" name="Flowchart: Connector 180">
                    <a:extLst>
                      <a:ext uri="{FF2B5EF4-FFF2-40B4-BE49-F238E27FC236}">
                        <a16:creationId xmlns:a16="http://schemas.microsoft.com/office/drawing/2014/main" id="{D18D3544-C6F0-4289-BC33-2D15B9F36B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82" name="Flowchart: Connector 181">
                    <a:extLst>
                      <a:ext uri="{FF2B5EF4-FFF2-40B4-BE49-F238E27FC236}">
                        <a16:creationId xmlns:a16="http://schemas.microsoft.com/office/drawing/2014/main" id="{0F7803D1-1300-45BC-9645-74ECB8375B4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83" name="3D Model 182" descr="Sphere">
                        <a:extLst>
                          <a:ext uri="{FF2B5EF4-FFF2-40B4-BE49-F238E27FC236}">
                            <a16:creationId xmlns:a16="http://schemas.microsoft.com/office/drawing/2014/main" id="{46E0ABA7-13BA-4D19-BB8D-01A38665CC07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27852663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1" name="3D Model 570" descr="Sphere">
                        <a:extLst>
                          <a:ext uri="{FF2B5EF4-FFF2-40B4-BE49-F238E27FC236}">
                            <a16:creationId xmlns:a16="http://schemas.microsoft.com/office/drawing/2014/main" id="{431CAFD4-B5D8-40F0-860A-3D38F1F2E4D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8294" y="2951668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84" name="Flowchart: Connector 183">
                    <a:extLst>
                      <a:ext uri="{FF2B5EF4-FFF2-40B4-BE49-F238E27FC236}">
                        <a16:creationId xmlns:a16="http://schemas.microsoft.com/office/drawing/2014/main" id="{D3B60C9E-95DA-4623-9542-50F72FADA13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85" name="3D Model 184" descr="Sphere">
                        <a:extLst>
                          <a:ext uri="{FF2B5EF4-FFF2-40B4-BE49-F238E27FC236}">
                            <a16:creationId xmlns:a16="http://schemas.microsoft.com/office/drawing/2014/main" id="{045BC7EB-B923-4863-B94D-91EBD1B91C6E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62769531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3" name="3D Model 572" descr="Sphere">
                        <a:extLst>
                          <a:ext uri="{FF2B5EF4-FFF2-40B4-BE49-F238E27FC236}">
                            <a16:creationId xmlns:a16="http://schemas.microsoft.com/office/drawing/2014/main" id="{D6220843-76D7-4B68-A4C7-3C63A7751E1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9064" y="3029650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86" name="Flowchart: Connector 185">
                    <a:extLst>
                      <a:ext uri="{FF2B5EF4-FFF2-40B4-BE49-F238E27FC236}">
                        <a16:creationId xmlns:a16="http://schemas.microsoft.com/office/drawing/2014/main" id="{0082E9E7-A253-49AE-A84A-09C4ECB86DC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87" name="3D Model 186" descr="Sphere">
                        <a:extLst>
                          <a:ext uri="{FF2B5EF4-FFF2-40B4-BE49-F238E27FC236}">
                            <a16:creationId xmlns:a16="http://schemas.microsoft.com/office/drawing/2014/main" id="{FA866DDC-8CC1-41CE-B223-6A37BEAA5536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10693752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5" name="3D Model 574" descr="Sphere">
                        <a:extLst>
                          <a:ext uri="{FF2B5EF4-FFF2-40B4-BE49-F238E27FC236}">
                            <a16:creationId xmlns:a16="http://schemas.microsoft.com/office/drawing/2014/main" id="{A31C2113-6FBF-4DA7-9B5E-8D9B60E9FEA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3560" y="309144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88" name="Flowchart: Connector 187">
                    <a:extLst>
                      <a:ext uri="{FF2B5EF4-FFF2-40B4-BE49-F238E27FC236}">
                        <a16:creationId xmlns:a16="http://schemas.microsoft.com/office/drawing/2014/main" id="{F1718371-F201-41B7-B7B1-B557BCC0675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89" name="3D Model 188" descr="Sphere">
                        <a:extLst>
                          <a:ext uri="{FF2B5EF4-FFF2-40B4-BE49-F238E27FC236}">
                            <a16:creationId xmlns:a16="http://schemas.microsoft.com/office/drawing/2014/main" id="{BC6AB938-122C-4460-BF4C-72BA61A7E88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610169852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8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7" name="3D Model 576" descr="Sphere">
                        <a:extLst>
                          <a:ext uri="{FF2B5EF4-FFF2-40B4-BE49-F238E27FC236}">
                            <a16:creationId xmlns:a16="http://schemas.microsoft.com/office/drawing/2014/main" id="{69CA7D75-9569-459B-AA3F-BFD6D15B257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978" y="317848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sp>
              <p:nvSpPr>
                <p:cNvPr id="158" name="Flowchart: Connector 157">
                  <a:extLst>
                    <a:ext uri="{FF2B5EF4-FFF2-40B4-BE49-F238E27FC236}">
                      <a16:creationId xmlns:a16="http://schemas.microsoft.com/office/drawing/2014/main" id="{C9510E56-7A8A-48BB-9437-E5058B73696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22159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9" name="Flowchart: Connector 158">
                  <a:extLst>
                    <a:ext uri="{FF2B5EF4-FFF2-40B4-BE49-F238E27FC236}">
                      <a16:creationId xmlns:a16="http://schemas.microsoft.com/office/drawing/2014/main" id="{858B7434-ABE5-4684-AAF7-98090CF43BF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96824" y="178425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0" name="Flowchart: Connector 159">
                  <a:extLst>
                    <a:ext uri="{FF2B5EF4-FFF2-40B4-BE49-F238E27FC236}">
                      <a16:creationId xmlns:a16="http://schemas.microsoft.com/office/drawing/2014/main" id="{920D9E40-93E9-46EE-8DC8-BEF0FCA82DB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40307" y="178032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1" name="Flowchart: Connector 160">
                  <a:extLst>
                    <a:ext uri="{FF2B5EF4-FFF2-40B4-BE49-F238E27FC236}">
                      <a16:creationId xmlns:a16="http://schemas.microsoft.com/office/drawing/2014/main" id="{52E15B83-7106-44C6-881D-812E25C1AE7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83299" y="175226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2" name="Flowchart: Connector 161">
                  <a:extLst>
                    <a:ext uri="{FF2B5EF4-FFF2-40B4-BE49-F238E27FC236}">
                      <a16:creationId xmlns:a16="http://schemas.microsoft.com/office/drawing/2014/main" id="{B93CD32B-7C59-4B50-9DC4-CED21E1F298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72010" y="184465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3" name="Flowchart: Connector 162">
                  <a:extLst>
                    <a:ext uri="{FF2B5EF4-FFF2-40B4-BE49-F238E27FC236}">
                      <a16:creationId xmlns:a16="http://schemas.microsoft.com/office/drawing/2014/main" id="{B7B21DCE-7C65-4E1F-AAF8-0E0D0B9032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27678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4" name="Flowchart: Connector 163">
                  <a:extLst>
                    <a:ext uri="{FF2B5EF4-FFF2-40B4-BE49-F238E27FC236}">
                      <a16:creationId xmlns:a16="http://schemas.microsoft.com/office/drawing/2014/main" id="{5331C301-9CB9-4CF0-B2B7-44A36E6B2E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16506" y="192146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5" name="Flowchart: Connector 164">
                  <a:extLst>
                    <a:ext uri="{FF2B5EF4-FFF2-40B4-BE49-F238E27FC236}">
                      <a16:creationId xmlns:a16="http://schemas.microsoft.com/office/drawing/2014/main" id="{D46E25CB-7515-473A-AAEF-3C935B211D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88047" y="192294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6" name="Flowchart: Connector 165">
                  <a:extLst>
                    <a:ext uri="{FF2B5EF4-FFF2-40B4-BE49-F238E27FC236}">
                      <a16:creationId xmlns:a16="http://schemas.microsoft.com/office/drawing/2014/main" id="{F09B3F45-E0C5-4B6E-BD12-7C10F19DD4B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81405" y="200468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67" name="3D Model 166" descr="Sphere">
                      <a:extLst>
                        <a:ext uri="{FF2B5EF4-FFF2-40B4-BE49-F238E27FC236}">
                          <a16:creationId xmlns:a16="http://schemas.microsoft.com/office/drawing/2014/main" id="{C661BCB8-DDD8-42C4-854C-2E772B95368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166403699"/>
                        </p:ext>
                      </p:extLst>
                    </p:nvPr>
                  </p:nvGraphicFramePr>
                  <p:xfrm>
                    <a:off x="2123911" y="1501770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167" name="3D Model 166" descr="Sphere">
                      <a:extLst>
                        <a:ext uri="{FF2B5EF4-FFF2-40B4-BE49-F238E27FC236}">
                          <a16:creationId xmlns:a16="http://schemas.microsoft.com/office/drawing/2014/main" id="{C661BCB8-DDD8-42C4-854C-2E772B95368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954029" y="169506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68" name="Flowchart: Connector 167">
                  <a:extLst>
                    <a:ext uri="{FF2B5EF4-FFF2-40B4-BE49-F238E27FC236}">
                      <a16:creationId xmlns:a16="http://schemas.microsoft.com/office/drawing/2014/main" id="{93ADCE4D-7445-4DEF-BC6D-7449050B78D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345380" y="165330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69" name="3D Model 168" descr="Sphere">
                      <a:extLst>
                        <a:ext uri="{FF2B5EF4-FFF2-40B4-BE49-F238E27FC236}">
                          <a16:creationId xmlns:a16="http://schemas.microsoft.com/office/drawing/2014/main" id="{BE427722-2C48-467F-80AF-4F7E028B191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879855661"/>
                        </p:ext>
                      </p:extLst>
                    </p:nvPr>
                  </p:nvGraphicFramePr>
                  <p:xfrm>
                    <a:off x="2364681" y="1579752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169" name="3D Model 168" descr="Sphere">
                      <a:extLst>
                        <a:ext uri="{FF2B5EF4-FFF2-40B4-BE49-F238E27FC236}">
                          <a16:creationId xmlns:a16="http://schemas.microsoft.com/office/drawing/2014/main" id="{BE427722-2C48-467F-80AF-4F7E028B191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194799" y="177304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0" name="Flowchart: Connector 169">
                  <a:extLst>
                    <a:ext uri="{FF2B5EF4-FFF2-40B4-BE49-F238E27FC236}">
                      <a16:creationId xmlns:a16="http://schemas.microsoft.com/office/drawing/2014/main" id="{420F4F29-6A28-4443-87DA-A9AF2CF986C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593292" y="17177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1" name="3D Model 170" descr="Sphere">
                      <a:extLst>
                        <a:ext uri="{FF2B5EF4-FFF2-40B4-BE49-F238E27FC236}">
                          <a16:creationId xmlns:a16="http://schemas.microsoft.com/office/drawing/2014/main" id="{91449AE4-7E59-4D2C-9395-FF6F7268EA7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58979692"/>
                        </p:ext>
                      </p:extLst>
                    </p:nvPr>
                  </p:nvGraphicFramePr>
                  <p:xfrm>
                    <a:off x="2622429" y="163823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171" name="3D Model 170" descr="Sphere">
                      <a:extLst>
                        <a:ext uri="{FF2B5EF4-FFF2-40B4-BE49-F238E27FC236}">
                          <a16:creationId xmlns:a16="http://schemas.microsoft.com/office/drawing/2014/main" id="{91449AE4-7E59-4D2C-9395-FF6F7268EA7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452547" y="183152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" name="Flowchart: Connector 171">
                  <a:extLst>
                    <a:ext uri="{FF2B5EF4-FFF2-40B4-BE49-F238E27FC236}">
                      <a16:creationId xmlns:a16="http://schemas.microsoft.com/office/drawing/2014/main" id="{8269E3E8-55A0-4506-B6E8-4A94F8903D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48075" y="180504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3" name="3D Model 172" descr="Sphere">
                      <a:extLst>
                        <a:ext uri="{FF2B5EF4-FFF2-40B4-BE49-F238E27FC236}">
                          <a16:creationId xmlns:a16="http://schemas.microsoft.com/office/drawing/2014/main" id="{57D57B2E-EC1F-42ED-B3E0-B74E3B77EC38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954698834"/>
                        </p:ext>
                      </p:extLst>
                    </p:nvPr>
                  </p:nvGraphicFramePr>
                  <p:xfrm>
                    <a:off x="2877595" y="1728590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8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173" name="3D Model 172" descr="Sphere">
                      <a:extLst>
                        <a:ext uri="{FF2B5EF4-FFF2-40B4-BE49-F238E27FC236}">
                          <a16:creationId xmlns:a16="http://schemas.microsoft.com/office/drawing/2014/main" id="{57D57B2E-EC1F-42ED-B3E0-B74E3B77EC3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2707713" y="1921880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DA10250-ADF6-4B9B-B7D8-82A9572D2292}"/>
                </a:ext>
              </a:extLst>
            </p:cNvPr>
            <p:cNvGrpSpPr/>
            <p:nvPr/>
          </p:nvGrpSpPr>
          <p:grpSpPr>
            <a:xfrm>
              <a:off x="1547436" y="2361226"/>
              <a:ext cx="222323" cy="860409"/>
              <a:chOff x="1473033" y="2656490"/>
              <a:chExt cx="222323" cy="860409"/>
            </a:xfrm>
          </p:grpSpPr>
          <p:sp>
            <p:nvSpPr>
              <p:cNvPr id="150" name="Flowchart: Connector 149">
                <a:extLst>
                  <a:ext uri="{FF2B5EF4-FFF2-40B4-BE49-F238E27FC236}">
                    <a16:creationId xmlns:a16="http://schemas.microsoft.com/office/drawing/2014/main" id="{97D670EC-C1B6-4A71-B450-D5EA4933A3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2672" y="2656490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51" name="Flowchart: Connector 150">
                <a:extLst>
                  <a:ext uri="{FF2B5EF4-FFF2-40B4-BE49-F238E27FC236}">
                    <a16:creationId xmlns:a16="http://schemas.microsoft.com/office/drawing/2014/main" id="{8E0CC860-4A1F-46D8-9BAF-2326F1E782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73033" y="2982505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52" name="Flowchart: Connector 151">
                <a:extLst>
                  <a:ext uri="{FF2B5EF4-FFF2-40B4-BE49-F238E27FC236}">
                    <a16:creationId xmlns:a16="http://schemas.microsoft.com/office/drawing/2014/main" id="{59453310-40C3-4B8A-9622-830551D6A5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3497" y="330089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FC31C534-D9A0-489E-BDC6-6C3551058A4D}"/>
                </a:ext>
              </a:extLst>
            </p:cNvPr>
            <p:cNvSpPr>
              <a:spLocks/>
            </p:cNvSpPr>
            <p:nvPr/>
          </p:nvSpPr>
          <p:spPr>
            <a:xfrm>
              <a:off x="1119794" y="212254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57210908-E4F0-44B2-9C06-16B7A254F0EF}"/>
                </a:ext>
              </a:extLst>
            </p:cNvPr>
            <p:cNvSpPr>
              <a:spLocks/>
            </p:cNvSpPr>
            <p:nvPr/>
          </p:nvSpPr>
          <p:spPr>
            <a:xfrm>
              <a:off x="1374020" y="2185390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C12DEC-B59A-449F-9DB2-2407F463C260}"/>
                </a:ext>
              </a:extLst>
            </p:cNvPr>
            <p:cNvGrpSpPr/>
            <p:nvPr/>
          </p:nvGrpSpPr>
          <p:grpSpPr>
            <a:xfrm rot="21418957">
              <a:off x="941432" y="2025443"/>
              <a:ext cx="710250" cy="369080"/>
              <a:chOff x="854932" y="2290871"/>
              <a:chExt cx="710250" cy="369080"/>
            </a:xfrm>
          </p:grpSpPr>
          <p:sp>
            <p:nvSpPr>
              <p:cNvPr id="147" name="Flowchart: Connector 146">
                <a:extLst>
                  <a:ext uri="{FF2B5EF4-FFF2-40B4-BE49-F238E27FC236}">
                    <a16:creationId xmlns:a16="http://schemas.microsoft.com/office/drawing/2014/main" id="{7FB4D130-6B51-4435-8A25-65B9B92875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932" y="229087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48" name="Flowchart: Connector 147">
                <a:extLst>
                  <a:ext uri="{FF2B5EF4-FFF2-40B4-BE49-F238E27FC236}">
                    <a16:creationId xmlns:a16="http://schemas.microsoft.com/office/drawing/2014/main" id="{CA64804B-E976-4913-B565-C8B17842E7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1897" y="2377722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49" name="Flowchart: Connector 148">
                <a:extLst>
                  <a:ext uri="{FF2B5EF4-FFF2-40B4-BE49-F238E27FC236}">
                    <a16:creationId xmlns:a16="http://schemas.microsoft.com/office/drawing/2014/main" id="{A19116B2-C28E-4035-92D3-8383B391C1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53323" y="244395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DD2DA-586E-40CB-B296-81FD3EF65F63}"/>
                </a:ext>
              </a:extLst>
            </p:cNvPr>
            <p:cNvGrpSpPr/>
            <p:nvPr/>
          </p:nvGrpSpPr>
          <p:grpSpPr>
            <a:xfrm>
              <a:off x="621287" y="1995259"/>
              <a:ext cx="1102917" cy="1484052"/>
              <a:chOff x="2085712" y="1515698"/>
              <a:chExt cx="1102917" cy="1484052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6396513F-6B84-486F-AAC2-00D8F30811DB}"/>
                  </a:ext>
                </a:extLst>
              </p:cNvPr>
              <p:cNvGrpSpPr/>
              <p:nvPr/>
            </p:nvGrpSpPr>
            <p:grpSpPr>
              <a:xfrm>
                <a:off x="2085712" y="1648950"/>
                <a:ext cx="105765" cy="1037981"/>
                <a:chOff x="1796341" y="2343196"/>
                <a:chExt cx="105765" cy="1037981"/>
              </a:xfrm>
            </p:grpSpPr>
            <p:sp>
              <p:nvSpPr>
                <p:cNvPr id="143" name="Flowchart: Connector 142">
                  <a:extLst>
                    <a:ext uri="{FF2B5EF4-FFF2-40B4-BE49-F238E27FC236}">
                      <a16:creationId xmlns:a16="http://schemas.microsoft.com/office/drawing/2014/main" id="{3214A162-4714-49EB-B1CB-C3A78773C75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328757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44" name="Flowchart: Connector 143">
                  <a:extLst>
                    <a:ext uri="{FF2B5EF4-FFF2-40B4-BE49-F238E27FC236}">
                      <a16:creationId xmlns:a16="http://schemas.microsoft.com/office/drawing/2014/main" id="{9931E858-F1AD-4B19-B725-23FC332EF7A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10301" y="296789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45" name="Flowchart: Connector 144">
                  <a:extLst>
                    <a:ext uri="{FF2B5EF4-FFF2-40B4-BE49-F238E27FC236}">
                      <a16:creationId xmlns:a16="http://schemas.microsoft.com/office/drawing/2014/main" id="{CC822E4C-9CC4-4F0D-A5DA-CF13F71D61B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00622" y="265099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46" name="Flowchart: Connector 145">
                  <a:extLst>
                    <a:ext uri="{FF2B5EF4-FFF2-40B4-BE49-F238E27FC236}">
                      <a16:creationId xmlns:a16="http://schemas.microsoft.com/office/drawing/2014/main" id="{954F10B6-E9AC-4490-A0B2-2E4BA166814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96341" y="2343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EBE992D-DB0D-4BA9-8D56-FF7F52AD9573}"/>
                  </a:ext>
                </a:extLst>
              </p:cNvPr>
              <p:cNvGrpSpPr/>
              <p:nvPr/>
            </p:nvGrpSpPr>
            <p:grpSpPr>
              <a:xfrm>
                <a:off x="2114232" y="1515698"/>
                <a:ext cx="1074397" cy="1484052"/>
                <a:chOff x="2114232" y="1515698"/>
                <a:chExt cx="1074397" cy="1484052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F81A3CA1-407C-40DE-96D3-365F8E56851D}"/>
                    </a:ext>
                  </a:extLst>
                </p:cNvPr>
                <p:cNvGrpSpPr/>
                <p:nvPr/>
              </p:nvGrpSpPr>
              <p:grpSpPr>
                <a:xfrm>
                  <a:off x="2123911" y="2460111"/>
                  <a:ext cx="1064718" cy="539639"/>
                  <a:chOff x="3717189" y="1719497"/>
                  <a:chExt cx="1064718" cy="539639"/>
                </a:xfrm>
              </p:grpSpPr>
              <p:sp>
                <p:nvSpPr>
                  <p:cNvPr id="135" name="Flowchart: Connector 134">
                    <a:extLst>
                      <a:ext uri="{FF2B5EF4-FFF2-40B4-BE49-F238E27FC236}">
                        <a16:creationId xmlns:a16="http://schemas.microsoft.com/office/drawing/2014/main" id="{B21DCDFA-150F-451A-B086-EEE08A9AC7D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36" name="3D Model 135" descr="Sphere">
                        <a:extLst>
                          <a:ext uri="{FF2B5EF4-FFF2-40B4-BE49-F238E27FC236}">
                            <a16:creationId xmlns:a16="http://schemas.microsoft.com/office/drawing/2014/main" id="{93C27985-05C2-4D26-B9C5-832201289B9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86022415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39" name="3D Model 538" descr="Sphere">
                        <a:extLst>
                          <a:ext uri="{FF2B5EF4-FFF2-40B4-BE49-F238E27FC236}">
                            <a16:creationId xmlns:a16="http://schemas.microsoft.com/office/drawing/2014/main" id="{989EAF3D-01F6-44C6-8257-DE398685513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7973" y="35882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37" name="Flowchart: Connector 136">
                    <a:extLst>
                      <a:ext uri="{FF2B5EF4-FFF2-40B4-BE49-F238E27FC236}">
                        <a16:creationId xmlns:a16="http://schemas.microsoft.com/office/drawing/2014/main" id="{AE0466DF-28F5-475B-A6D4-0E4A3652000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38" name="3D Model 137" descr="Sphere">
                        <a:extLst>
                          <a:ext uri="{FF2B5EF4-FFF2-40B4-BE49-F238E27FC236}">
                            <a16:creationId xmlns:a16="http://schemas.microsoft.com/office/drawing/2014/main" id="{94A90AB6-2B00-4779-868B-4F8684423FE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003755546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1" name="3D Model 540" descr="Sphere">
                        <a:extLst>
                          <a:ext uri="{FF2B5EF4-FFF2-40B4-BE49-F238E27FC236}">
                            <a16:creationId xmlns:a16="http://schemas.microsoft.com/office/drawing/2014/main" id="{AB17CB10-4F93-4434-BA14-50AFAFF4946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666235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39" name="Flowchart: Connector 138">
                    <a:extLst>
                      <a:ext uri="{FF2B5EF4-FFF2-40B4-BE49-F238E27FC236}">
                        <a16:creationId xmlns:a16="http://schemas.microsoft.com/office/drawing/2014/main" id="{DC29BE12-591A-46C1-9825-8881892B9DF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40" name="3D Model 139" descr="Sphere">
                        <a:extLst>
                          <a:ext uri="{FF2B5EF4-FFF2-40B4-BE49-F238E27FC236}">
                            <a16:creationId xmlns:a16="http://schemas.microsoft.com/office/drawing/2014/main" id="{0488FE46-CED8-4267-B2BE-575DA39E65EE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52526746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3" name="3D Model 542" descr="Sphere">
                        <a:extLst>
                          <a:ext uri="{FF2B5EF4-FFF2-40B4-BE49-F238E27FC236}">
                            <a16:creationId xmlns:a16="http://schemas.microsoft.com/office/drawing/2014/main" id="{503D28F6-C92A-40B9-96B8-4050B0C4C9A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72803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41" name="Flowchart: Connector 140">
                    <a:extLst>
                      <a:ext uri="{FF2B5EF4-FFF2-40B4-BE49-F238E27FC236}">
                        <a16:creationId xmlns:a16="http://schemas.microsoft.com/office/drawing/2014/main" id="{5C7CE7CE-9B03-4F1C-A1B5-E8A2C7EE666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42" name="3D Model 141" descr="Sphere">
                        <a:extLst>
                          <a:ext uri="{FF2B5EF4-FFF2-40B4-BE49-F238E27FC236}">
                            <a16:creationId xmlns:a16="http://schemas.microsoft.com/office/drawing/2014/main" id="{8DC7810A-B80C-45D4-A291-E49BB595BE5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390948950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5" name="3D Model 544" descr="Sphere">
                        <a:extLst>
                          <a:ext uri="{FF2B5EF4-FFF2-40B4-BE49-F238E27FC236}">
                            <a16:creationId xmlns:a16="http://schemas.microsoft.com/office/drawing/2014/main" id="{226A18F8-2383-4285-9223-CF3CEC25C57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815073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D7AAB3BB-97BE-4196-A7B8-9B16B70E0F0B}"/>
                    </a:ext>
                  </a:extLst>
                </p:cNvPr>
                <p:cNvGrpSpPr/>
                <p:nvPr/>
              </p:nvGrpSpPr>
              <p:grpSpPr>
                <a:xfrm>
                  <a:off x="2123911" y="2140429"/>
                  <a:ext cx="1064718" cy="637179"/>
                  <a:chOff x="3717189" y="1719497"/>
                  <a:chExt cx="1064718" cy="637179"/>
                </a:xfrm>
              </p:grpSpPr>
              <p:sp>
                <p:nvSpPr>
                  <p:cNvPr id="119" name="Flowchart: Connector 118">
                    <a:extLst>
                      <a:ext uri="{FF2B5EF4-FFF2-40B4-BE49-F238E27FC236}">
                        <a16:creationId xmlns:a16="http://schemas.microsoft.com/office/drawing/2014/main" id="{70D71A30-5BBA-4570-BE5F-F889098B6F1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0" name="Flowchart: Connector 119">
                    <a:extLst>
                      <a:ext uri="{FF2B5EF4-FFF2-40B4-BE49-F238E27FC236}">
                        <a16:creationId xmlns:a16="http://schemas.microsoft.com/office/drawing/2014/main" id="{AA037DBD-C0EA-4957-82C8-A14CF59BD59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" name="Flowchart: Connector 120">
                    <a:extLst>
                      <a:ext uri="{FF2B5EF4-FFF2-40B4-BE49-F238E27FC236}">
                        <a16:creationId xmlns:a16="http://schemas.microsoft.com/office/drawing/2014/main" id="{F24DC507-DB9A-4289-9342-B818E5EC636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2" name="Flowchart: Connector 121">
                    <a:extLst>
                      <a:ext uri="{FF2B5EF4-FFF2-40B4-BE49-F238E27FC236}">
                        <a16:creationId xmlns:a16="http://schemas.microsoft.com/office/drawing/2014/main" id="{8958FF53-D049-4AA6-B108-F0D6DC6F15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3" name="Flowchart: Connector 122">
                    <a:extLst>
                      <a:ext uri="{FF2B5EF4-FFF2-40B4-BE49-F238E27FC236}">
                        <a16:creationId xmlns:a16="http://schemas.microsoft.com/office/drawing/2014/main" id="{FEE3C2A4-EADC-4737-88B9-CE26749BE0C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4" name="Flowchart: Connector 123">
                    <a:extLst>
                      <a:ext uri="{FF2B5EF4-FFF2-40B4-BE49-F238E27FC236}">
                        <a16:creationId xmlns:a16="http://schemas.microsoft.com/office/drawing/2014/main" id="{6E2E62A6-2362-4C97-8E32-51740358325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" name="Flowchart: Connector 124">
                    <a:extLst>
                      <a:ext uri="{FF2B5EF4-FFF2-40B4-BE49-F238E27FC236}">
                        <a16:creationId xmlns:a16="http://schemas.microsoft.com/office/drawing/2014/main" id="{5C3E791E-BA99-47BD-A7A2-CC790605399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6" name="Flowchart: Connector 125">
                    <a:extLst>
                      <a:ext uri="{FF2B5EF4-FFF2-40B4-BE49-F238E27FC236}">
                        <a16:creationId xmlns:a16="http://schemas.microsoft.com/office/drawing/2014/main" id="{2B37F7CD-D309-4C29-A55D-73CA418839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7" name="Flowchart: Connector 126">
                    <a:extLst>
                      <a:ext uri="{FF2B5EF4-FFF2-40B4-BE49-F238E27FC236}">
                        <a16:creationId xmlns:a16="http://schemas.microsoft.com/office/drawing/2014/main" id="{6F05DD11-786F-48A7-9814-CC6A90437F7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8" name="3D Model 127" descr="Sphere">
                        <a:extLst>
                          <a:ext uri="{FF2B5EF4-FFF2-40B4-BE49-F238E27FC236}">
                            <a16:creationId xmlns:a16="http://schemas.microsoft.com/office/drawing/2014/main" id="{FA67AE97-994A-4E8B-9F15-BE510EE875DD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48665350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5" name="3D Model 554" descr="Sphere">
                        <a:extLst>
                          <a:ext uri="{FF2B5EF4-FFF2-40B4-BE49-F238E27FC236}">
                            <a16:creationId xmlns:a16="http://schemas.microsoft.com/office/drawing/2014/main" id="{B10B1F59-68DB-45EF-85AF-5C8351B1402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7973" y="3268571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9" name="Flowchart: Connector 128">
                    <a:extLst>
                      <a:ext uri="{FF2B5EF4-FFF2-40B4-BE49-F238E27FC236}">
                        <a16:creationId xmlns:a16="http://schemas.microsoft.com/office/drawing/2014/main" id="{97EFA5BD-1161-4F78-9397-F8B51D665CF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30" name="3D Model 129" descr="Sphere">
                        <a:extLst>
                          <a:ext uri="{FF2B5EF4-FFF2-40B4-BE49-F238E27FC236}">
                            <a16:creationId xmlns:a16="http://schemas.microsoft.com/office/drawing/2014/main" id="{E7CD6E9C-BA2E-4927-9443-50A5DA6A31C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999019844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7" name="3D Model 556" descr="Sphere">
                        <a:extLst>
                          <a:ext uri="{FF2B5EF4-FFF2-40B4-BE49-F238E27FC236}">
                            <a16:creationId xmlns:a16="http://schemas.microsoft.com/office/drawing/2014/main" id="{A2534F90-63A2-4E00-9F6F-62444BCD921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3465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31" name="Flowchart: Connector 130">
                    <a:extLst>
                      <a:ext uri="{FF2B5EF4-FFF2-40B4-BE49-F238E27FC236}">
                        <a16:creationId xmlns:a16="http://schemas.microsoft.com/office/drawing/2014/main" id="{E619A2BF-AFDC-4BE8-A442-A62DF9F448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32" name="3D Model 131" descr="Sphere">
                        <a:extLst>
                          <a:ext uri="{FF2B5EF4-FFF2-40B4-BE49-F238E27FC236}">
                            <a16:creationId xmlns:a16="http://schemas.microsoft.com/office/drawing/2014/main" id="{58B46C13-89C9-4243-A767-BE2B4CB0FF4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15555950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9" name="3D Model 558" descr="Sphere">
                        <a:extLst>
                          <a:ext uri="{FF2B5EF4-FFF2-40B4-BE49-F238E27FC236}">
                            <a16:creationId xmlns:a16="http://schemas.microsoft.com/office/drawing/2014/main" id="{3144521F-B4C2-4106-B2F3-D31F5890AAB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40835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33" name="Flowchart: Connector 132">
                    <a:extLst>
                      <a:ext uri="{FF2B5EF4-FFF2-40B4-BE49-F238E27FC236}">
                        <a16:creationId xmlns:a16="http://schemas.microsoft.com/office/drawing/2014/main" id="{09BA8937-4FD9-4ABD-9CA2-68F0419473F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34" name="3D Model 133" descr="Sphere">
                        <a:extLst>
                          <a:ext uri="{FF2B5EF4-FFF2-40B4-BE49-F238E27FC236}">
                            <a16:creationId xmlns:a16="http://schemas.microsoft.com/office/drawing/2014/main" id="{C6CAC938-95C5-4E93-8F2C-88B5E525B48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131910227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61" name="3D Model 560" descr="Sphere">
                        <a:extLst>
                          <a:ext uri="{FF2B5EF4-FFF2-40B4-BE49-F238E27FC236}">
                            <a16:creationId xmlns:a16="http://schemas.microsoft.com/office/drawing/2014/main" id="{81B1584C-E839-495C-A926-920C4CB7DA9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495391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6EF9511F-422A-4475-AD55-DAAAB9632071}"/>
                    </a:ext>
                  </a:extLst>
                </p:cNvPr>
                <p:cNvGrpSpPr/>
                <p:nvPr/>
              </p:nvGrpSpPr>
              <p:grpSpPr>
                <a:xfrm>
                  <a:off x="2114232" y="1823526"/>
                  <a:ext cx="1064718" cy="637179"/>
                  <a:chOff x="3717189" y="1719497"/>
                  <a:chExt cx="1064718" cy="637179"/>
                </a:xfrm>
              </p:grpSpPr>
              <p:sp>
                <p:nvSpPr>
                  <p:cNvPr id="103" name="Flowchart: Connector 102">
                    <a:extLst>
                      <a:ext uri="{FF2B5EF4-FFF2-40B4-BE49-F238E27FC236}">
                        <a16:creationId xmlns:a16="http://schemas.microsoft.com/office/drawing/2014/main" id="{576E37B3-BB9E-4526-AFDA-2525E1BAFE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4" name="Flowchart: Connector 103">
                    <a:extLst>
                      <a:ext uri="{FF2B5EF4-FFF2-40B4-BE49-F238E27FC236}">
                        <a16:creationId xmlns:a16="http://schemas.microsoft.com/office/drawing/2014/main" id="{4CD5A6C1-FA00-4C7F-853C-463925607C7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5" name="Flowchart: Connector 104">
                    <a:extLst>
                      <a:ext uri="{FF2B5EF4-FFF2-40B4-BE49-F238E27FC236}">
                        <a16:creationId xmlns:a16="http://schemas.microsoft.com/office/drawing/2014/main" id="{D1CFB13A-5E42-44A1-AE92-754DF56C6A2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6" name="Flowchart: Connector 105">
                    <a:extLst>
                      <a:ext uri="{FF2B5EF4-FFF2-40B4-BE49-F238E27FC236}">
                        <a16:creationId xmlns:a16="http://schemas.microsoft.com/office/drawing/2014/main" id="{BD55FABE-E89D-41E3-99F8-6680A911AE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" name="Flowchart: Connector 106">
                    <a:extLst>
                      <a:ext uri="{FF2B5EF4-FFF2-40B4-BE49-F238E27FC236}">
                        <a16:creationId xmlns:a16="http://schemas.microsoft.com/office/drawing/2014/main" id="{E9F2EFDD-C5A2-4BB9-BE6B-8361D269442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8" name="Flowchart: Connector 107">
                    <a:extLst>
                      <a:ext uri="{FF2B5EF4-FFF2-40B4-BE49-F238E27FC236}">
                        <a16:creationId xmlns:a16="http://schemas.microsoft.com/office/drawing/2014/main" id="{BC739B70-1923-40BA-B23C-B700FCAAA5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9" name="Flowchart: Connector 108">
                    <a:extLst>
                      <a:ext uri="{FF2B5EF4-FFF2-40B4-BE49-F238E27FC236}">
                        <a16:creationId xmlns:a16="http://schemas.microsoft.com/office/drawing/2014/main" id="{FDDB9C24-F572-4F80-9379-905D78572F3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0" name="Flowchart: Connector 109">
                    <a:extLst>
                      <a:ext uri="{FF2B5EF4-FFF2-40B4-BE49-F238E27FC236}">
                        <a16:creationId xmlns:a16="http://schemas.microsoft.com/office/drawing/2014/main" id="{8E4C654F-606C-4B7C-8727-B687F9B40A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1" name="Flowchart: Connector 110">
                    <a:extLst>
                      <a:ext uri="{FF2B5EF4-FFF2-40B4-BE49-F238E27FC236}">
                        <a16:creationId xmlns:a16="http://schemas.microsoft.com/office/drawing/2014/main" id="{EEC77CC2-10D7-4BD2-904F-BA9DCABEC35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2" name="3D Model 111" descr="Sphere">
                        <a:extLst>
                          <a:ext uri="{FF2B5EF4-FFF2-40B4-BE49-F238E27FC236}">
                            <a16:creationId xmlns:a16="http://schemas.microsoft.com/office/drawing/2014/main" id="{FB97C46A-9211-419A-AA68-DE3B6A20AA0E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69131209"/>
                          </p:ext>
                        </p:extLst>
                      </p:nvPr>
                    </p:nvGraphicFramePr>
                    <p:xfrm>
                      <a:off x="3717189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1" name="3D Model 570" descr="Sphere">
                        <a:extLst>
                          <a:ext uri="{FF2B5EF4-FFF2-40B4-BE49-F238E27FC236}">
                            <a16:creationId xmlns:a16="http://schemas.microsoft.com/office/drawing/2014/main" id="{431CAFD4-B5D8-40F0-860A-3D38F1F2E4D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8294" y="2951668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3" name="Flowchart: Connector 112">
                    <a:extLst>
                      <a:ext uri="{FF2B5EF4-FFF2-40B4-BE49-F238E27FC236}">
                        <a16:creationId xmlns:a16="http://schemas.microsoft.com/office/drawing/2014/main" id="{FDED8B92-DA12-4AF5-B40E-E3C3F0C0D1C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4" name="3D Model 113" descr="Sphere">
                        <a:extLst>
                          <a:ext uri="{FF2B5EF4-FFF2-40B4-BE49-F238E27FC236}">
                            <a16:creationId xmlns:a16="http://schemas.microsoft.com/office/drawing/2014/main" id="{D79299BC-0A86-466A-81CA-EF2009E1C0B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20301018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3" name="3D Model 572" descr="Sphere">
                        <a:extLst>
                          <a:ext uri="{FF2B5EF4-FFF2-40B4-BE49-F238E27FC236}">
                            <a16:creationId xmlns:a16="http://schemas.microsoft.com/office/drawing/2014/main" id="{D6220843-76D7-4B68-A4C7-3C63A7751E1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9064" y="3029650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5" name="Flowchart: Connector 114">
                    <a:extLst>
                      <a:ext uri="{FF2B5EF4-FFF2-40B4-BE49-F238E27FC236}">
                        <a16:creationId xmlns:a16="http://schemas.microsoft.com/office/drawing/2014/main" id="{CF562858-ABB3-47C6-A773-F9669A5BE60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6" name="3D Model 115" descr="Sphere">
                        <a:extLst>
                          <a:ext uri="{FF2B5EF4-FFF2-40B4-BE49-F238E27FC236}">
                            <a16:creationId xmlns:a16="http://schemas.microsoft.com/office/drawing/2014/main" id="{046CE9AB-B0F7-4A06-BA57-B62EDA52452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00650957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5" name="3D Model 574" descr="Sphere">
                        <a:extLst>
                          <a:ext uri="{FF2B5EF4-FFF2-40B4-BE49-F238E27FC236}">
                            <a16:creationId xmlns:a16="http://schemas.microsoft.com/office/drawing/2014/main" id="{A31C2113-6FBF-4DA7-9B5E-8D9B60E9FEA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3560" y="309144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7" name="Flowchart: Connector 116">
                    <a:extLst>
                      <a:ext uri="{FF2B5EF4-FFF2-40B4-BE49-F238E27FC236}">
                        <a16:creationId xmlns:a16="http://schemas.microsoft.com/office/drawing/2014/main" id="{B01DAD82-E273-4EA3-A00F-4B9B04CED68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8" name="3D Model 117" descr="Sphere">
                        <a:extLst>
                          <a:ext uri="{FF2B5EF4-FFF2-40B4-BE49-F238E27FC236}">
                            <a16:creationId xmlns:a16="http://schemas.microsoft.com/office/drawing/2014/main" id="{5119DE84-CD13-49BD-9F5B-1F8FD364E6E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280592382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7" name="3D Model 576" descr="Sphere">
                        <a:extLst>
                          <a:ext uri="{FF2B5EF4-FFF2-40B4-BE49-F238E27FC236}">
                            <a16:creationId xmlns:a16="http://schemas.microsoft.com/office/drawing/2014/main" id="{69CA7D75-9569-459B-AA3F-BFD6D15B257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978" y="317848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sp>
              <p:nvSpPr>
                <p:cNvPr id="87" name="Flowchart: Connector 86">
                  <a:extLst>
                    <a:ext uri="{FF2B5EF4-FFF2-40B4-BE49-F238E27FC236}">
                      <a16:creationId xmlns:a16="http://schemas.microsoft.com/office/drawing/2014/main" id="{BECB155F-E1D7-4D76-8A6D-832B09BF3EA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22159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8" name="Flowchart: Connector 87">
                  <a:extLst>
                    <a:ext uri="{FF2B5EF4-FFF2-40B4-BE49-F238E27FC236}">
                      <a16:creationId xmlns:a16="http://schemas.microsoft.com/office/drawing/2014/main" id="{736BCBE3-A6AF-4406-BB36-A0E730BC895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96824" y="178425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9" name="Flowchart: Connector 88">
                  <a:extLst>
                    <a:ext uri="{FF2B5EF4-FFF2-40B4-BE49-F238E27FC236}">
                      <a16:creationId xmlns:a16="http://schemas.microsoft.com/office/drawing/2014/main" id="{0BE5C7F5-FD54-45FF-8878-3FC05138D97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40307" y="178032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0" name="Flowchart: Connector 89">
                  <a:extLst>
                    <a:ext uri="{FF2B5EF4-FFF2-40B4-BE49-F238E27FC236}">
                      <a16:creationId xmlns:a16="http://schemas.microsoft.com/office/drawing/2014/main" id="{7FAB6F50-E2BB-4DA4-B463-702E8E77C66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83299" y="175226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1" name="Flowchart: Connector 90">
                  <a:extLst>
                    <a:ext uri="{FF2B5EF4-FFF2-40B4-BE49-F238E27FC236}">
                      <a16:creationId xmlns:a16="http://schemas.microsoft.com/office/drawing/2014/main" id="{D89D6482-4F95-4A45-995B-248D77EB79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72010" y="184465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2" name="Flowchart: Connector 91">
                  <a:extLst>
                    <a:ext uri="{FF2B5EF4-FFF2-40B4-BE49-F238E27FC236}">
                      <a16:creationId xmlns:a16="http://schemas.microsoft.com/office/drawing/2014/main" id="{074D8F11-A816-4886-993E-AA9F5F30E4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27678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3" name="Flowchart: Connector 92">
                  <a:extLst>
                    <a:ext uri="{FF2B5EF4-FFF2-40B4-BE49-F238E27FC236}">
                      <a16:creationId xmlns:a16="http://schemas.microsoft.com/office/drawing/2014/main" id="{7FAAFE22-CECA-4D21-81A5-685F0273C1C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16506" y="192146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4" name="Flowchart: Connector 93">
                  <a:extLst>
                    <a:ext uri="{FF2B5EF4-FFF2-40B4-BE49-F238E27FC236}">
                      <a16:creationId xmlns:a16="http://schemas.microsoft.com/office/drawing/2014/main" id="{C00CF472-B910-4554-BA4D-6465AC7DAF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88047" y="192294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5" name="Flowchart: Connector 94">
                  <a:extLst>
                    <a:ext uri="{FF2B5EF4-FFF2-40B4-BE49-F238E27FC236}">
                      <a16:creationId xmlns:a16="http://schemas.microsoft.com/office/drawing/2014/main" id="{951C57DA-D068-4660-AA90-9264B43C281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81405" y="200468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96" name="3D Model 95" descr="Sphere">
                      <a:extLst>
                        <a:ext uri="{FF2B5EF4-FFF2-40B4-BE49-F238E27FC236}">
                          <a16:creationId xmlns:a16="http://schemas.microsoft.com/office/drawing/2014/main" id="{1B8D53DB-0EDE-4E92-901B-0D632DE7C424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053614755"/>
                        </p:ext>
                      </p:extLst>
                    </p:nvPr>
                  </p:nvGraphicFramePr>
                  <p:xfrm>
                    <a:off x="2127272" y="1515698"/>
                    <a:ext cx="299738" cy="29973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9738" cy="29973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0"/>
                        </am3d:raster>
                        <am3d:objViewport viewportSz="412140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96" name="3D Model 95" descr="Sphere">
                      <a:extLst>
                        <a:ext uri="{FF2B5EF4-FFF2-40B4-BE49-F238E27FC236}">
                          <a16:creationId xmlns:a16="http://schemas.microsoft.com/office/drawing/2014/main" id="{1B8D53DB-0EDE-4E92-901B-0D632DE7C42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1733217" y="1799999"/>
                      <a:ext cx="299738" cy="29973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97" name="Flowchart: Connector 96">
                  <a:extLst>
                    <a:ext uri="{FF2B5EF4-FFF2-40B4-BE49-F238E27FC236}">
                      <a16:creationId xmlns:a16="http://schemas.microsoft.com/office/drawing/2014/main" id="{638D1E6F-932E-4F1C-9D5A-98EFD2D4251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345380" y="165330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98" name="3D Model 97" descr="Sphere">
                      <a:extLst>
                        <a:ext uri="{FF2B5EF4-FFF2-40B4-BE49-F238E27FC236}">
                          <a16:creationId xmlns:a16="http://schemas.microsoft.com/office/drawing/2014/main" id="{887C411F-00D1-4C4A-B424-801E40D4045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19270531"/>
                        </p:ext>
                      </p:extLst>
                    </p:nvPr>
                  </p:nvGraphicFramePr>
                  <p:xfrm>
                    <a:off x="2364681" y="1579752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98" name="3D Model 97" descr="Sphere">
                      <a:extLst>
                        <a:ext uri="{FF2B5EF4-FFF2-40B4-BE49-F238E27FC236}">
                          <a16:creationId xmlns:a16="http://schemas.microsoft.com/office/drawing/2014/main" id="{887C411F-00D1-4C4A-B424-801E40D4045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970626" y="18640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99" name="Flowchart: Connector 98">
                  <a:extLst>
                    <a:ext uri="{FF2B5EF4-FFF2-40B4-BE49-F238E27FC236}">
                      <a16:creationId xmlns:a16="http://schemas.microsoft.com/office/drawing/2014/main" id="{29DBE41F-676D-4830-8C20-F3E7FB1AF25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586940" y="172243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00" name="3D Model 99" descr="Sphere">
                      <a:extLst>
                        <a:ext uri="{FF2B5EF4-FFF2-40B4-BE49-F238E27FC236}">
                          <a16:creationId xmlns:a16="http://schemas.microsoft.com/office/drawing/2014/main" id="{E74ABACD-B6F6-4A10-BA6B-DC3797D731B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541587599"/>
                        </p:ext>
                      </p:extLst>
                    </p:nvPr>
                  </p:nvGraphicFramePr>
                  <p:xfrm>
                    <a:off x="2609177" y="1648531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100" name="3D Model 99" descr="Sphere">
                      <a:extLst>
                        <a:ext uri="{FF2B5EF4-FFF2-40B4-BE49-F238E27FC236}">
                          <a16:creationId xmlns:a16="http://schemas.microsoft.com/office/drawing/2014/main" id="{E74ABACD-B6F6-4A10-BA6B-DC3797D731B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215122" y="193283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01" name="Flowchart: Connector 100">
                  <a:extLst>
                    <a:ext uri="{FF2B5EF4-FFF2-40B4-BE49-F238E27FC236}">
                      <a16:creationId xmlns:a16="http://schemas.microsoft.com/office/drawing/2014/main" id="{74B06F5C-E2A9-4FF8-9CED-BECDDCB2900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48075" y="180504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02" name="3D Model 101" descr="Sphere">
                      <a:extLst>
                        <a:ext uri="{FF2B5EF4-FFF2-40B4-BE49-F238E27FC236}">
                          <a16:creationId xmlns:a16="http://schemas.microsoft.com/office/drawing/2014/main" id="{07D24548-0104-418F-ABB7-E46E7BA8A92A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992865361"/>
                        </p:ext>
                      </p:extLst>
                    </p:nvPr>
                  </p:nvGraphicFramePr>
                  <p:xfrm>
                    <a:off x="2877595" y="1728590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8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102" name="3D Model 101" descr="Sphere">
                      <a:extLst>
                        <a:ext uri="{FF2B5EF4-FFF2-40B4-BE49-F238E27FC236}">
                          <a16:creationId xmlns:a16="http://schemas.microsoft.com/office/drawing/2014/main" id="{07D24548-0104-418F-ABB7-E46E7BA8A92A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2483540" y="20128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1F8DC4A5-F446-48ED-B3D5-9AA0A939C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6374" y="2138471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1BEE1A9E-91F1-41D6-90D4-F816E191AC35}"/>
                </a:ext>
              </a:extLst>
            </p:cNvPr>
            <p:cNvSpPr>
              <a:spLocks/>
            </p:cNvSpPr>
            <p:nvPr/>
          </p:nvSpPr>
          <p:spPr>
            <a:xfrm>
              <a:off x="886236" y="2232263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6DE4BA85-C43E-45AC-9130-BC49B11FC2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2806" y="2225497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99BA7EC1-F5F3-4CCF-A6E3-A51927E39B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272" y="2504090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3B58F4A7-31E3-49FB-A3B9-8BF63B5071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20633" y="2830105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E8EC90B0-7247-4ED1-BEC4-462FB3624448}"/>
                </a:ext>
              </a:extLst>
            </p:cNvPr>
            <p:cNvSpPr>
              <a:spLocks/>
            </p:cNvSpPr>
            <p:nvPr/>
          </p:nvSpPr>
          <p:spPr>
            <a:xfrm>
              <a:off x="1129128" y="2313219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3977615F-89FF-41E1-B37C-FE70DA3B9E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1385" y="230237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CDEEF8AF-0B0C-486B-B534-C8BBBA8607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1097" y="3148499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C4B5542-E8C5-4021-BB81-2EC6A5B8768F}"/>
                </a:ext>
              </a:extLst>
            </p:cNvPr>
            <p:cNvGrpSpPr/>
            <p:nvPr/>
          </p:nvGrpSpPr>
          <p:grpSpPr>
            <a:xfrm>
              <a:off x="420511" y="2127869"/>
              <a:ext cx="1073693" cy="1496391"/>
              <a:chOff x="2114936" y="1503359"/>
              <a:chExt cx="1073693" cy="149639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938772C-2284-45A7-902B-3E0FA7C0D137}"/>
                  </a:ext>
                </a:extLst>
              </p:cNvPr>
              <p:cNvGrpSpPr/>
              <p:nvPr/>
            </p:nvGrpSpPr>
            <p:grpSpPr>
              <a:xfrm>
                <a:off x="2127974" y="2474038"/>
                <a:ext cx="1060655" cy="525712"/>
                <a:chOff x="3721252" y="1733424"/>
                <a:chExt cx="1060655" cy="525712"/>
              </a:xfrm>
            </p:grpSpPr>
            <p:sp>
              <p:nvSpPr>
                <p:cNvPr id="74" name="Flowchart: Connector 73">
                  <a:extLst>
                    <a:ext uri="{FF2B5EF4-FFF2-40B4-BE49-F238E27FC236}">
                      <a16:creationId xmlns:a16="http://schemas.microsoft.com/office/drawing/2014/main" id="{E5C28EAA-6A37-4FBD-82D3-0A24D277C18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75" name="3D Model 74" descr="Sphere">
                      <a:extLst>
                        <a:ext uri="{FF2B5EF4-FFF2-40B4-BE49-F238E27FC236}">
                          <a16:creationId xmlns:a16="http://schemas.microsoft.com/office/drawing/2014/main" id="{EDD495A5-3E84-4559-BA09-7154A73066E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964467006"/>
                        </p:ext>
                      </p:extLst>
                    </p:nvPr>
                  </p:nvGraphicFramePr>
                  <p:xfrm>
                    <a:off x="3721252" y="1733424"/>
                    <a:ext cx="299739" cy="299738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9739" cy="299738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1"/>
                        </am3d:raster>
                        <am3d:objViewport viewportSz="412140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75" name="3D Model 74" descr="Sphere">
                      <a:extLst>
                        <a:ext uri="{FF2B5EF4-FFF2-40B4-BE49-F238E27FC236}">
                          <a16:creationId xmlns:a16="http://schemas.microsoft.com/office/drawing/2014/main" id="{EDD495A5-3E84-4559-BA09-7154A73066E2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1503919" y="2903288"/>
                      <a:ext cx="299739" cy="299738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76" name="Flowchart: Connector 75">
                  <a:extLst>
                    <a:ext uri="{FF2B5EF4-FFF2-40B4-BE49-F238E27FC236}">
                      <a16:creationId xmlns:a16="http://schemas.microsoft.com/office/drawing/2014/main" id="{2EDEC080-4837-46C4-91DB-F3659D11896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77" name="3D Model 76" descr="Sphere">
                      <a:extLst>
                        <a:ext uri="{FF2B5EF4-FFF2-40B4-BE49-F238E27FC236}">
                          <a16:creationId xmlns:a16="http://schemas.microsoft.com/office/drawing/2014/main" id="{176D0AE4-1AEF-448E-905B-5F52BC2C66D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305535537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1" name="3D Model 540" descr="Sphere">
                      <a:extLst>
                        <a:ext uri="{FF2B5EF4-FFF2-40B4-BE49-F238E27FC236}">
                          <a16:creationId xmlns:a16="http://schemas.microsoft.com/office/drawing/2014/main" id="{AB17CB10-4F93-4434-BA14-50AFAFF4946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66623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78" name="Flowchart: Connector 77">
                  <a:extLst>
                    <a:ext uri="{FF2B5EF4-FFF2-40B4-BE49-F238E27FC236}">
                      <a16:creationId xmlns:a16="http://schemas.microsoft.com/office/drawing/2014/main" id="{E1D06BB2-11E3-4D8C-911C-16D2460ECC5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79" name="3D Model 78" descr="Sphere">
                      <a:extLst>
                        <a:ext uri="{FF2B5EF4-FFF2-40B4-BE49-F238E27FC236}">
                          <a16:creationId xmlns:a16="http://schemas.microsoft.com/office/drawing/2014/main" id="{064E7011-BC03-4EF8-8190-B3E7D10F4EC5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40555729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3" name="3D Model 542" descr="Sphere">
                      <a:extLst>
                        <a:ext uri="{FF2B5EF4-FFF2-40B4-BE49-F238E27FC236}">
                          <a16:creationId xmlns:a16="http://schemas.microsoft.com/office/drawing/2014/main" id="{503D28F6-C92A-40B9-96B8-4050B0C4C9A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728034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80" name="Flowchart: Connector 79">
                  <a:extLst>
                    <a:ext uri="{FF2B5EF4-FFF2-40B4-BE49-F238E27FC236}">
                      <a16:creationId xmlns:a16="http://schemas.microsoft.com/office/drawing/2014/main" id="{473F006A-C4A1-4FDB-9056-10572C42D9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81" name="3D Model 80" descr="Sphere">
                      <a:extLst>
                        <a:ext uri="{FF2B5EF4-FFF2-40B4-BE49-F238E27FC236}">
                          <a16:creationId xmlns:a16="http://schemas.microsoft.com/office/drawing/2014/main" id="{64035412-2442-45FD-9181-7933614A518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814316857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7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5" name="3D Model 544" descr="Sphere">
                      <a:extLst>
                        <a:ext uri="{FF2B5EF4-FFF2-40B4-BE49-F238E27FC236}">
                          <a16:creationId xmlns:a16="http://schemas.microsoft.com/office/drawing/2014/main" id="{226A18F8-2383-4285-9223-CF3CEC25C57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815073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3FC386D-DC0C-4F74-9180-6CBA1D736B2C}"/>
                  </a:ext>
                </a:extLst>
              </p:cNvPr>
              <p:cNvGrpSpPr/>
              <p:nvPr/>
            </p:nvGrpSpPr>
            <p:grpSpPr>
              <a:xfrm>
                <a:off x="2124615" y="2140429"/>
                <a:ext cx="1064014" cy="637179"/>
                <a:chOff x="3717893" y="1719497"/>
                <a:chExt cx="1064014" cy="637179"/>
              </a:xfrm>
            </p:grpSpPr>
            <p:sp>
              <p:nvSpPr>
                <p:cNvPr id="58" name="Flowchart: Connector 57">
                  <a:extLst>
                    <a:ext uri="{FF2B5EF4-FFF2-40B4-BE49-F238E27FC236}">
                      <a16:creationId xmlns:a16="http://schemas.microsoft.com/office/drawing/2014/main" id="{31D6D31D-8580-433E-B051-FE400A9D5B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9" name="Flowchart: Connector 58">
                  <a:extLst>
                    <a:ext uri="{FF2B5EF4-FFF2-40B4-BE49-F238E27FC236}">
                      <a16:creationId xmlns:a16="http://schemas.microsoft.com/office/drawing/2014/main" id="{F8657BEF-92D0-40C4-82C7-2CCEC7BDADB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0" name="Flowchart: Connector 59">
                  <a:extLst>
                    <a:ext uri="{FF2B5EF4-FFF2-40B4-BE49-F238E27FC236}">
                      <a16:creationId xmlns:a16="http://schemas.microsoft.com/office/drawing/2014/main" id="{ADBE8289-934C-4AA0-985F-524FCF607F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1" name="Flowchart: Connector 60">
                  <a:extLst>
                    <a:ext uri="{FF2B5EF4-FFF2-40B4-BE49-F238E27FC236}">
                      <a16:creationId xmlns:a16="http://schemas.microsoft.com/office/drawing/2014/main" id="{843CB61A-1BAB-4CE8-B141-A5886CA5E7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2" name="Flowchart: Connector 61">
                  <a:extLst>
                    <a:ext uri="{FF2B5EF4-FFF2-40B4-BE49-F238E27FC236}">
                      <a16:creationId xmlns:a16="http://schemas.microsoft.com/office/drawing/2014/main" id="{40A05052-9E08-4F48-8513-46F2FF609C1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3" name="Flowchart: Connector 62">
                  <a:extLst>
                    <a:ext uri="{FF2B5EF4-FFF2-40B4-BE49-F238E27FC236}">
                      <a16:creationId xmlns:a16="http://schemas.microsoft.com/office/drawing/2014/main" id="{5C64DEC8-4C3C-425B-A567-1A81F949AF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4" name="Flowchart: Connector 63">
                  <a:extLst>
                    <a:ext uri="{FF2B5EF4-FFF2-40B4-BE49-F238E27FC236}">
                      <a16:creationId xmlns:a16="http://schemas.microsoft.com/office/drawing/2014/main" id="{4CE67D1C-1F23-40A4-A527-9582877A915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5" name="Flowchart: Connector 64">
                  <a:extLst>
                    <a:ext uri="{FF2B5EF4-FFF2-40B4-BE49-F238E27FC236}">
                      <a16:creationId xmlns:a16="http://schemas.microsoft.com/office/drawing/2014/main" id="{8881EEB3-066F-4994-9783-FF8B89940A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6" name="Flowchart: Connector 65">
                  <a:extLst>
                    <a:ext uri="{FF2B5EF4-FFF2-40B4-BE49-F238E27FC236}">
                      <a16:creationId xmlns:a16="http://schemas.microsoft.com/office/drawing/2014/main" id="{D54FBFE1-FE3C-47D2-8851-0FC9FA28067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67" name="3D Model 66" descr="Sphere">
                      <a:extLst>
                        <a:ext uri="{FF2B5EF4-FFF2-40B4-BE49-F238E27FC236}">
                          <a16:creationId xmlns:a16="http://schemas.microsoft.com/office/drawing/2014/main" id="{676ED806-8CEC-4BCB-9183-36C19FC27C38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833392121"/>
                        </p:ext>
                      </p:extLst>
                    </p:nvPr>
                  </p:nvGraphicFramePr>
                  <p:xfrm>
                    <a:off x="3717893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67" name="3D Model 66" descr="Sphere">
                      <a:extLst>
                        <a:ext uri="{FF2B5EF4-FFF2-40B4-BE49-F238E27FC236}">
                          <a16:creationId xmlns:a16="http://schemas.microsoft.com/office/drawing/2014/main" id="{676ED806-8CEC-4BCB-9183-36C19FC27C3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500560" y="256967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68" name="Flowchart: Connector 67">
                  <a:extLst>
                    <a:ext uri="{FF2B5EF4-FFF2-40B4-BE49-F238E27FC236}">
                      <a16:creationId xmlns:a16="http://schemas.microsoft.com/office/drawing/2014/main" id="{4A38CE0E-596D-44CB-9DE9-07E231B608A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69" name="3D Model 68" descr="Sphere">
                      <a:extLst>
                        <a:ext uri="{FF2B5EF4-FFF2-40B4-BE49-F238E27FC236}">
                          <a16:creationId xmlns:a16="http://schemas.microsoft.com/office/drawing/2014/main" id="{F105ED76-90A1-49F1-A26A-21289E4A56A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989432365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7" name="3D Model 556" descr="Sphere">
                      <a:extLst>
                        <a:ext uri="{FF2B5EF4-FFF2-40B4-BE49-F238E27FC236}">
                          <a16:creationId xmlns:a16="http://schemas.microsoft.com/office/drawing/2014/main" id="{A2534F90-63A2-4E00-9F6F-62444BCD921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3465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70" name="Flowchart: Connector 69">
                  <a:extLst>
                    <a:ext uri="{FF2B5EF4-FFF2-40B4-BE49-F238E27FC236}">
                      <a16:creationId xmlns:a16="http://schemas.microsoft.com/office/drawing/2014/main" id="{79C2514A-0769-4180-96D8-F7DE776B0F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71" name="3D Model 70" descr="Sphere">
                      <a:extLst>
                        <a:ext uri="{FF2B5EF4-FFF2-40B4-BE49-F238E27FC236}">
                          <a16:creationId xmlns:a16="http://schemas.microsoft.com/office/drawing/2014/main" id="{FA766615-84BB-4FE7-A186-8D5C727EBA2F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708218096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9" name="3D Model 558" descr="Sphere">
                      <a:extLst>
                        <a:ext uri="{FF2B5EF4-FFF2-40B4-BE49-F238E27FC236}">
                          <a16:creationId xmlns:a16="http://schemas.microsoft.com/office/drawing/2014/main" id="{3144521F-B4C2-4106-B2F3-D31F5890AAB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40835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72" name="Flowchart: Connector 71">
                  <a:extLst>
                    <a:ext uri="{FF2B5EF4-FFF2-40B4-BE49-F238E27FC236}">
                      <a16:creationId xmlns:a16="http://schemas.microsoft.com/office/drawing/2014/main" id="{1A883D78-B26E-4C0A-AB8F-69E9660F445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73" name="3D Model 72" descr="Sphere">
                      <a:extLst>
                        <a:ext uri="{FF2B5EF4-FFF2-40B4-BE49-F238E27FC236}">
                          <a16:creationId xmlns:a16="http://schemas.microsoft.com/office/drawing/2014/main" id="{4EB67E38-5E4E-4743-A1B4-7C8A5DB4A9D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938888152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61" name="3D Model 560" descr="Sphere">
                      <a:extLst>
                        <a:ext uri="{FF2B5EF4-FFF2-40B4-BE49-F238E27FC236}">
                          <a16:creationId xmlns:a16="http://schemas.microsoft.com/office/drawing/2014/main" id="{81B1584C-E839-495C-A926-920C4CB7DA9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4953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51CF6A6-08B8-4BEA-B340-202DE9CD01B6}"/>
                  </a:ext>
                </a:extLst>
              </p:cNvPr>
              <p:cNvGrpSpPr/>
              <p:nvPr/>
            </p:nvGrpSpPr>
            <p:grpSpPr>
              <a:xfrm>
                <a:off x="2114936" y="1817250"/>
                <a:ext cx="1064014" cy="643455"/>
                <a:chOff x="3717893" y="1713221"/>
                <a:chExt cx="1064014" cy="643455"/>
              </a:xfrm>
            </p:grpSpPr>
            <p:sp>
              <p:nvSpPr>
                <p:cNvPr id="42" name="Flowchart: Connector 41">
                  <a:extLst>
                    <a:ext uri="{FF2B5EF4-FFF2-40B4-BE49-F238E27FC236}">
                      <a16:creationId xmlns:a16="http://schemas.microsoft.com/office/drawing/2014/main" id="{4BAE36E0-D1C0-4498-A580-53A4FBF8C3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3" name="Flowchart: Connector 42">
                  <a:extLst>
                    <a:ext uri="{FF2B5EF4-FFF2-40B4-BE49-F238E27FC236}">
                      <a16:creationId xmlns:a16="http://schemas.microsoft.com/office/drawing/2014/main" id="{4A01505B-B379-474E-B1BE-DF3C77CFC39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4" name="Flowchart: Connector 43">
                  <a:extLst>
                    <a:ext uri="{FF2B5EF4-FFF2-40B4-BE49-F238E27FC236}">
                      <a16:creationId xmlns:a16="http://schemas.microsoft.com/office/drawing/2014/main" id="{4F50D8BF-3C89-4725-B0FC-6619F88F467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5" name="Flowchart: Connector 44">
                  <a:extLst>
                    <a:ext uri="{FF2B5EF4-FFF2-40B4-BE49-F238E27FC236}">
                      <a16:creationId xmlns:a16="http://schemas.microsoft.com/office/drawing/2014/main" id="{CB90EB57-C210-4E30-8928-653CB5DF1F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6" name="Flowchart: Connector 45">
                  <a:extLst>
                    <a:ext uri="{FF2B5EF4-FFF2-40B4-BE49-F238E27FC236}">
                      <a16:creationId xmlns:a16="http://schemas.microsoft.com/office/drawing/2014/main" id="{45087399-C8E0-41D4-8521-672D0683428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" name="Flowchart: Connector 46">
                  <a:extLst>
                    <a:ext uri="{FF2B5EF4-FFF2-40B4-BE49-F238E27FC236}">
                      <a16:creationId xmlns:a16="http://schemas.microsoft.com/office/drawing/2014/main" id="{1B1B5091-E902-4F34-9DDB-AAC7F82031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8" name="Flowchart: Connector 47">
                  <a:extLst>
                    <a:ext uri="{FF2B5EF4-FFF2-40B4-BE49-F238E27FC236}">
                      <a16:creationId xmlns:a16="http://schemas.microsoft.com/office/drawing/2014/main" id="{3BF14309-77C8-413B-80FC-2C224CFADAC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9" name="Flowchart: Connector 48">
                  <a:extLst>
                    <a:ext uri="{FF2B5EF4-FFF2-40B4-BE49-F238E27FC236}">
                      <a16:creationId xmlns:a16="http://schemas.microsoft.com/office/drawing/2014/main" id="{F14CB146-6DA4-4B72-B578-0DBFD05CB6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0" name="Flowchart: Connector 49">
                  <a:extLst>
                    <a:ext uri="{FF2B5EF4-FFF2-40B4-BE49-F238E27FC236}">
                      <a16:creationId xmlns:a16="http://schemas.microsoft.com/office/drawing/2014/main" id="{2B0F5198-442F-440D-BC65-10498BBAA45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51" name="3D Model 50" descr="Sphere">
                      <a:extLst>
                        <a:ext uri="{FF2B5EF4-FFF2-40B4-BE49-F238E27FC236}">
                          <a16:creationId xmlns:a16="http://schemas.microsoft.com/office/drawing/2014/main" id="{230F4963-8B47-4886-A572-B33D8E5ED018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957100771"/>
                        </p:ext>
                      </p:extLst>
                    </p:nvPr>
                  </p:nvGraphicFramePr>
                  <p:xfrm>
                    <a:off x="3717893" y="1713221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1" name="3D Model 50" descr="Sphere">
                      <a:extLst>
                        <a:ext uri="{FF2B5EF4-FFF2-40B4-BE49-F238E27FC236}">
                          <a16:creationId xmlns:a16="http://schemas.microsoft.com/office/drawing/2014/main" id="{230F4963-8B47-4886-A572-B33D8E5ED01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490881" y="224650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52" name="Flowchart: Connector 51">
                  <a:extLst>
                    <a:ext uri="{FF2B5EF4-FFF2-40B4-BE49-F238E27FC236}">
                      <a16:creationId xmlns:a16="http://schemas.microsoft.com/office/drawing/2014/main" id="{5B2F290D-EE07-4DDE-AD7E-622712C9DBC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53" name="3D Model 52" descr="Sphere">
                      <a:extLst>
                        <a:ext uri="{FF2B5EF4-FFF2-40B4-BE49-F238E27FC236}">
                          <a16:creationId xmlns:a16="http://schemas.microsoft.com/office/drawing/2014/main" id="{6F6B30B5-F9DC-456A-8439-6471B1EFA37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819262445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3" name="3D Model 572" descr="Sphere">
                      <a:extLst>
                        <a:ext uri="{FF2B5EF4-FFF2-40B4-BE49-F238E27FC236}">
                          <a16:creationId xmlns:a16="http://schemas.microsoft.com/office/drawing/2014/main" id="{D6220843-76D7-4B68-A4C7-3C63A7751E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59064" y="302965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54" name="Flowchart: Connector 53">
                  <a:extLst>
                    <a:ext uri="{FF2B5EF4-FFF2-40B4-BE49-F238E27FC236}">
                      <a16:creationId xmlns:a16="http://schemas.microsoft.com/office/drawing/2014/main" id="{62820782-6811-42EE-86C8-CF12A894C08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55" name="3D Model 54" descr="Sphere">
                      <a:extLst>
                        <a:ext uri="{FF2B5EF4-FFF2-40B4-BE49-F238E27FC236}">
                          <a16:creationId xmlns:a16="http://schemas.microsoft.com/office/drawing/2014/main" id="{55CA563F-AD93-4A73-B8B1-F83A6B4F5A4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967125259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5" name="3D Model 574" descr="Sphere">
                      <a:extLst>
                        <a:ext uri="{FF2B5EF4-FFF2-40B4-BE49-F238E27FC236}">
                          <a16:creationId xmlns:a16="http://schemas.microsoft.com/office/drawing/2014/main" id="{A31C2113-6FBF-4DA7-9B5E-8D9B60E9FEA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03560" y="309144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56" name="Flowchart: Connector 55">
                  <a:extLst>
                    <a:ext uri="{FF2B5EF4-FFF2-40B4-BE49-F238E27FC236}">
                      <a16:creationId xmlns:a16="http://schemas.microsoft.com/office/drawing/2014/main" id="{8C4871E2-EC7D-40D3-926E-FDB19300AC4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57" name="3D Model 56" descr="Sphere">
                      <a:extLst>
                        <a:ext uri="{FF2B5EF4-FFF2-40B4-BE49-F238E27FC236}">
                          <a16:creationId xmlns:a16="http://schemas.microsoft.com/office/drawing/2014/main" id="{A88463D4-8087-4633-BB7D-5B2905C45CC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892429083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7" name="3D Model 576" descr="Sphere">
                      <a:extLst>
                        <a:ext uri="{FF2B5EF4-FFF2-40B4-BE49-F238E27FC236}">
                          <a16:creationId xmlns:a16="http://schemas.microsoft.com/office/drawing/2014/main" id="{69CA7D75-9569-459B-AA3F-BFD6D15B257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71978" y="3178488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26" name="Flowchart: Connector 25">
                <a:extLst>
                  <a:ext uri="{FF2B5EF4-FFF2-40B4-BE49-F238E27FC236}">
                    <a16:creationId xmlns:a16="http://schemas.microsoft.com/office/drawing/2014/main" id="{0B279738-F6B6-4D7B-BCD4-06475FC808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22159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27" name="Flowchart: Connector 26">
                <a:extLst>
                  <a:ext uri="{FF2B5EF4-FFF2-40B4-BE49-F238E27FC236}">
                    <a16:creationId xmlns:a16="http://schemas.microsoft.com/office/drawing/2014/main" id="{DF7FAF61-72DF-42C5-B7F6-D1647867E6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96824" y="178425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C7A39FD7-C224-48BB-83F6-D9929EFCEB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26347" y="177334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29" name="Flowchart: Connector 28">
                <a:extLst>
                  <a:ext uri="{FF2B5EF4-FFF2-40B4-BE49-F238E27FC236}">
                    <a16:creationId xmlns:a16="http://schemas.microsoft.com/office/drawing/2014/main" id="{0E2D36A2-4033-4E74-B9D5-BB6314F2CA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3299" y="175226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30" name="Flowchart: Connector 29">
                <a:extLst>
                  <a:ext uri="{FF2B5EF4-FFF2-40B4-BE49-F238E27FC236}">
                    <a16:creationId xmlns:a16="http://schemas.microsoft.com/office/drawing/2014/main" id="{54E3C3CC-E68A-4F40-B0D2-AB3743A57B9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72010" y="18446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31" name="Flowchart: Connector 30">
                <a:extLst>
                  <a:ext uri="{FF2B5EF4-FFF2-40B4-BE49-F238E27FC236}">
                    <a16:creationId xmlns:a16="http://schemas.microsoft.com/office/drawing/2014/main" id="{6DB6E5D2-12C8-4B8C-9C06-7E1F40C892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27678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32" name="Flowchart: Connector 31">
                <a:extLst>
                  <a:ext uri="{FF2B5EF4-FFF2-40B4-BE49-F238E27FC236}">
                    <a16:creationId xmlns:a16="http://schemas.microsoft.com/office/drawing/2014/main" id="{2816DA76-FDAF-47AE-98D4-B616391E8B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6506" y="192146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35E55A01-CA47-469D-8CE7-5F2642B003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8047" y="192294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34" name="Flowchart: Connector 33">
                <a:extLst>
                  <a:ext uri="{FF2B5EF4-FFF2-40B4-BE49-F238E27FC236}">
                    <a16:creationId xmlns:a16="http://schemas.microsoft.com/office/drawing/2014/main" id="{0DFE2E7B-8855-4A49-BFDC-0578462263F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405" y="200468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35" name="3D Model 34" descr="Sphere">
                    <a:extLst>
                      <a:ext uri="{FF2B5EF4-FFF2-40B4-BE49-F238E27FC236}">
                        <a16:creationId xmlns:a16="http://schemas.microsoft.com/office/drawing/2014/main" id="{E543A355-5472-4511-BF4A-5370E6B44081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775142532"/>
                      </p:ext>
                    </p:extLst>
                  </p:nvPr>
                </p:nvGraphicFramePr>
                <p:xfrm>
                  <a:off x="2122087" y="1503359"/>
                  <a:ext cx="299738" cy="29973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9738" cy="29973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433448" ay="1433014" az="-1105299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0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35" name="3D Model 34" descr="Sphere">
                    <a:extLst>
                      <a:ext uri="{FF2B5EF4-FFF2-40B4-BE49-F238E27FC236}">
                        <a16:creationId xmlns:a16="http://schemas.microsoft.com/office/drawing/2014/main" id="{E543A355-5472-4511-BF4A-5370E6B44081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498032" y="1932609"/>
                    <a:ext cx="299738" cy="29973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B6E37D75-5A3F-4628-9F9A-4D78A98D70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5380" y="165330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37" name="3D Model 36" descr="Sphere">
                    <a:extLst>
                      <a:ext uri="{FF2B5EF4-FFF2-40B4-BE49-F238E27FC236}">
                        <a16:creationId xmlns:a16="http://schemas.microsoft.com/office/drawing/2014/main" id="{B171DEB2-2C1E-4E1B-861C-5003E06D790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9078313"/>
                      </p:ext>
                    </p:extLst>
                  </p:nvPr>
                </p:nvGraphicFramePr>
                <p:xfrm>
                  <a:off x="2368043" y="1593681"/>
                  <a:ext cx="299738" cy="29973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9738" cy="29973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1"/>
                      </am3d:raster>
                      <am3d:objViewport viewportSz="412140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37" name="3D Model 36" descr="Sphere">
                    <a:extLst>
                      <a:ext uri="{FF2B5EF4-FFF2-40B4-BE49-F238E27FC236}">
                        <a16:creationId xmlns:a16="http://schemas.microsoft.com/office/drawing/2014/main" id="{B171DEB2-2C1E-4E1B-861C-5003E06D790A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743988" y="2022931"/>
                    <a:ext cx="299738" cy="29973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38" name="Flowchart: Connector 37">
                <a:extLst>
                  <a:ext uri="{FF2B5EF4-FFF2-40B4-BE49-F238E27FC236}">
                    <a16:creationId xmlns:a16="http://schemas.microsoft.com/office/drawing/2014/main" id="{4DA6C6B5-640B-4B13-AFDC-36AE971110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84559" y="172243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39" name="3D Model 38" descr="Sphere">
                    <a:extLst>
                      <a:ext uri="{FF2B5EF4-FFF2-40B4-BE49-F238E27FC236}">
                        <a16:creationId xmlns:a16="http://schemas.microsoft.com/office/drawing/2014/main" id="{8739D819-B136-4B98-99C9-E94CF78ECC38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15903074"/>
                      </p:ext>
                    </p:extLst>
                  </p:nvPr>
                </p:nvGraphicFramePr>
                <p:xfrm>
                  <a:off x="2609177" y="1641551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6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39" name="3D Model 38" descr="Sphere">
                    <a:extLst>
                      <a:ext uri="{FF2B5EF4-FFF2-40B4-BE49-F238E27FC236}">
                        <a16:creationId xmlns:a16="http://schemas.microsoft.com/office/drawing/2014/main" id="{8739D819-B136-4B98-99C9-E94CF78ECC38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985122" y="2070801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40" name="Flowchart: Connector 39">
                <a:extLst>
                  <a:ext uri="{FF2B5EF4-FFF2-40B4-BE49-F238E27FC236}">
                    <a16:creationId xmlns:a16="http://schemas.microsoft.com/office/drawing/2014/main" id="{8FB63728-5146-44AF-BADF-D8CDD3C8EA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8075" y="180504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41" name="3D Model 40" descr="Sphere">
                    <a:extLst>
                      <a:ext uri="{FF2B5EF4-FFF2-40B4-BE49-F238E27FC236}">
                        <a16:creationId xmlns:a16="http://schemas.microsoft.com/office/drawing/2014/main" id="{FE12BA90-C2D3-4138-93B5-8A9C4922F570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32640005"/>
                      </p:ext>
                    </p:extLst>
                  </p:nvPr>
                </p:nvGraphicFramePr>
                <p:xfrm>
                  <a:off x="2877595" y="1728590"/>
                  <a:ext cx="293860" cy="31281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3860" cy="31281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329655" ay="3593320" az="-2226581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9"/>
                      </am3d:raster>
                      <am3d:objViewport viewportSz="407612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41" name="3D Model 40" descr="Sphere">
                    <a:extLst>
                      <a:ext uri="{FF2B5EF4-FFF2-40B4-BE49-F238E27FC236}">
                        <a16:creationId xmlns:a16="http://schemas.microsoft.com/office/drawing/2014/main" id="{FE12BA90-C2D3-4138-93B5-8A9C4922F570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253540" y="2157840"/>
                    <a:ext cx="293860" cy="31281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285" name="Picture 284">
            <a:extLst>
              <a:ext uri="{FF2B5EF4-FFF2-40B4-BE49-F238E27FC236}">
                <a16:creationId xmlns:a16="http://schemas.microsoft.com/office/drawing/2014/main" id="{F5E7278C-1C26-4F5E-BAB9-41044206D2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9759" y="2511250"/>
            <a:ext cx="1731414" cy="1841152"/>
          </a:xfrm>
          <a:prstGeom prst="rect">
            <a:avLst/>
          </a:prstGeom>
        </p:spPr>
      </p:pic>
      <p:sp>
        <p:nvSpPr>
          <p:cNvPr id="293" name="Flowchart: Terminator 292">
            <a:extLst>
              <a:ext uri="{FF2B5EF4-FFF2-40B4-BE49-F238E27FC236}">
                <a16:creationId xmlns:a16="http://schemas.microsoft.com/office/drawing/2014/main" id="{8A7369E6-E047-4F53-88D3-9954B063518A}"/>
              </a:ext>
            </a:extLst>
          </p:cNvPr>
          <p:cNvSpPr/>
          <p:nvPr/>
        </p:nvSpPr>
        <p:spPr>
          <a:xfrm rot="2935894" flipH="1">
            <a:off x="2959536" y="1981348"/>
            <a:ext cx="8860" cy="49799"/>
          </a:xfrm>
          <a:prstGeom prst="flowChartTerminator">
            <a:avLst/>
          </a:prstGeom>
          <a:solidFill>
            <a:schemeClr val="accent6">
              <a:lumMod val="50000"/>
            </a:schemeClr>
          </a:solidFill>
          <a:ln>
            <a:solidFill>
              <a:srgbClr val="21C1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8" name="Arc 327">
            <a:extLst>
              <a:ext uri="{FF2B5EF4-FFF2-40B4-BE49-F238E27FC236}">
                <a16:creationId xmlns:a16="http://schemas.microsoft.com/office/drawing/2014/main" id="{0C708BAE-C1D3-4F0A-A6FB-67066D3807DE}"/>
              </a:ext>
            </a:extLst>
          </p:cNvPr>
          <p:cNvSpPr/>
          <p:nvPr/>
        </p:nvSpPr>
        <p:spPr>
          <a:xfrm>
            <a:off x="5193759" y="1435431"/>
            <a:ext cx="916484" cy="607311"/>
          </a:xfrm>
          <a:prstGeom prst="arc">
            <a:avLst>
              <a:gd name="adj1" fmla="val 10463126"/>
              <a:gd name="adj2" fmla="val 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9" name="Arc 328">
            <a:extLst>
              <a:ext uri="{FF2B5EF4-FFF2-40B4-BE49-F238E27FC236}">
                <a16:creationId xmlns:a16="http://schemas.microsoft.com/office/drawing/2014/main" id="{3BA994C6-FCAD-421F-A76F-95840558677A}"/>
              </a:ext>
            </a:extLst>
          </p:cNvPr>
          <p:cNvSpPr/>
          <p:nvPr/>
        </p:nvSpPr>
        <p:spPr>
          <a:xfrm>
            <a:off x="5603271" y="1452785"/>
            <a:ext cx="1036811" cy="738682"/>
          </a:xfrm>
          <a:prstGeom prst="arc">
            <a:avLst>
              <a:gd name="adj1" fmla="val 10805979"/>
              <a:gd name="adj2" fmla="val 2146815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1" name="Arc 330">
            <a:extLst>
              <a:ext uri="{FF2B5EF4-FFF2-40B4-BE49-F238E27FC236}">
                <a16:creationId xmlns:a16="http://schemas.microsoft.com/office/drawing/2014/main" id="{2B3029EF-AEC6-4037-A87E-82499208876A}"/>
              </a:ext>
            </a:extLst>
          </p:cNvPr>
          <p:cNvSpPr/>
          <p:nvPr/>
        </p:nvSpPr>
        <p:spPr>
          <a:xfrm rot="10800000">
            <a:off x="5603271" y="1251070"/>
            <a:ext cx="506972" cy="992648"/>
          </a:xfrm>
          <a:prstGeom prst="arc">
            <a:avLst>
              <a:gd name="adj1" fmla="val 10805979"/>
              <a:gd name="adj2" fmla="val 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84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61D1C63-8C86-465B-9182-628455B5DA82}"/>
              </a:ext>
            </a:extLst>
          </p:cNvPr>
          <p:cNvGrpSpPr/>
          <p:nvPr/>
        </p:nvGrpSpPr>
        <p:grpSpPr>
          <a:xfrm>
            <a:off x="126365" y="1955765"/>
            <a:ext cx="3062199" cy="3047160"/>
            <a:chOff x="163719" y="1822501"/>
            <a:chExt cx="3062199" cy="30471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31F8D4-7B94-4276-9EB7-53256280C46A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36480C2-6EE8-45C9-8B93-4B64A2B1E781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6482CD7A-2A34-40DB-94D0-A7DC6FE8DE8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7" name="Rectangle: Rounded Corners 366">
                  <a:extLst>
                    <a:ext uri="{FF2B5EF4-FFF2-40B4-BE49-F238E27FC236}">
                      <a16:creationId xmlns:a16="http://schemas.microsoft.com/office/drawing/2014/main" id="{AD1D008C-BDF2-4A9B-9D31-AF980E3896D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EF59EBC-9564-451D-AF16-D3F554C2A699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C3D5EA23-BD20-4225-AAF8-364D2AAC177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5" name="Rectangle: Rounded Corners 364">
                  <a:extLst>
                    <a:ext uri="{FF2B5EF4-FFF2-40B4-BE49-F238E27FC236}">
                      <a16:creationId xmlns:a16="http://schemas.microsoft.com/office/drawing/2014/main" id="{E2DAF027-FF12-442D-A197-C66ECB5E301E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0583EFB-D39F-4ACC-AA4E-3222CFB60A13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0EE1170F-F455-4040-AECE-BD0088CD453F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303" name="Group 302">
                    <a:extLst>
                      <a:ext uri="{FF2B5EF4-FFF2-40B4-BE49-F238E27FC236}">
                        <a16:creationId xmlns:a16="http://schemas.microsoft.com/office/drawing/2014/main" id="{A76B0B76-426B-4479-A719-290635AB0A84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360" name="Flowchart: Connector 359">
                      <a:extLst>
                        <a:ext uri="{FF2B5EF4-FFF2-40B4-BE49-F238E27FC236}">
                          <a16:creationId xmlns:a16="http://schemas.microsoft.com/office/drawing/2014/main" id="{31D88A46-1E76-4529-B801-0E1D69AA3F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1" name="Flowchart: Connector 360">
                      <a:extLst>
                        <a:ext uri="{FF2B5EF4-FFF2-40B4-BE49-F238E27FC236}">
                          <a16:creationId xmlns:a16="http://schemas.microsoft.com/office/drawing/2014/main" id="{80A119F8-9EFA-45D2-B72C-513CB52E9E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2" name="Flowchart: Connector 361">
                      <a:extLst>
                        <a:ext uri="{FF2B5EF4-FFF2-40B4-BE49-F238E27FC236}">
                          <a16:creationId xmlns:a16="http://schemas.microsoft.com/office/drawing/2014/main" id="{96E7C874-D566-4600-8D0D-B96A8A7044D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3" name="Flowchart: Connector 362">
                      <a:extLst>
                        <a:ext uri="{FF2B5EF4-FFF2-40B4-BE49-F238E27FC236}">
                          <a16:creationId xmlns:a16="http://schemas.microsoft.com/office/drawing/2014/main" id="{F0DDA1E6-9B2B-4B7F-A34D-56477463BCF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4" name="Group 303">
                    <a:extLst>
                      <a:ext uri="{FF2B5EF4-FFF2-40B4-BE49-F238E27FC236}">
                        <a16:creationId xmlns:a16="http://schemas.microsoft.com/office/drawing/2014/main" id="{50E8199E-6340-4086-B828-EB8782D24A17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305" name="Group 304">
                      <a:extLst>
                        <a:ext uri="{FF2B5EF4-FFF2-40B4-BE49-F238E27FC236}">
                          <a16:creationId xmlns:a16="http://schemas.microsoft.com/office/drawing/2014/main" id="{C344F741-32CE-487A-921C-0AB16D420C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3" name="3D Model 352" descr="Sphere">
                            <a:extLst>
                              <a:ext uri="{FF2B5EF4-FFF2-40B4-BE49-F238E27FC236}">
                                <a16:creationId xmlns:a16="http://schemas.microsoft.com/office/drawing/2014/main" id="{04106D68-F015-49FC-A640-C07A11C3E9A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7654335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4" name="Flowchart: Connector 353">
                        <a:extLst>
                          <a:ext uri="{FF2B5EF4-FFF2-40B4-BE49-F238E27FC236}">
                            <a16:creationId xmlns:a16="http://schemas.microsoft.com/office/drawing/2014/main" id="{5C4C342A-A9E7-4085-A852-EB254F22FB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5" name="3D Model 354" descr="Sphere">
                            <a:extLst>
                              <a:ext uri="{FF2B5EF4-FFF2-40B4-BE49-F238E27FC236}">
                                <a16:creationId xmlns:a16="http://schemas.microsoft.com/office/drawing/2014/main" id="{EC73C867-3539-4877-B44C-5BADFD85CE5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7893385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6" name="Flowchart: Connector 355">
                        <a:extLst>
                          <a:ext uri="{FF2B5EF4-FFF2-40B4-BE49-F238E27FC236}">
                            <a16:creationId xmlns:a16="http://schemas.microsoft.com/office/drawing/2014/main" id="{CF47E579-4C43-462B-B3F3-B41C1A11F7A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7" name="3D Model 356" descr="Sphere">
                            <a:extLst>
                              <a:ext uri="{FF2B5EF4-FFF2-40B4-BE49-F238E27FC236}">
                                <a16:creationId xmlns:a16="http://schemas.microsoft.com/office/drawing/2014/main" id="{6BDD5FE3-C4A5-41C8-A2D3-3FFC8F17E3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6083963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8" name="Flowchart: Connector 357">
                        <a:extLst>
                          <a:ext uri="{FF2B5EF4-FFF2-40B4-BE49-F238E27FC236}">
                            <a16:creationId xmlns:a16="http://schemas.microsoft.com/office/drawing/2014/main" id="{A91631CC-A1C4-4246-BBC1-0C91475883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9" name="3D Model 358" descr="Sphere">
                            <a:extLst>
                              <a:ext uri="{FF2B5EF4-FFF2-40B4-BE49-F238E27FC236}">
                                <a16:creationId xmlns:a16="http://schemas.microsoft.com/office/drawing/2014/main" id="{9493F424-81A3-4683-9F20-8C5D8E1094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7026491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6" name="Group 305">
                      <a:extLst>
                        <a:ext uri="{FF2B5EF4-FFF2-40B4-BE49-F238E27FC236}">
                          <a16:creationId xmlns:a16="http://schemas.microsoft.com/office/drawing/2014/main" id="{9C419C42-E6D3-4F1D-BD60-3492293F80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38" name="Flowchart: Connector 337">
                        <a:extLst>
                          <a:ext uri="{FF2B5EF4-FFF2-40B4-BE49-F238E27FC236}">
                            <a16:creationId xmlns:a16="http://schemas.microsoft.com/office/drawing/2014/main" id="{704DE0DD-3C3F-42DA-9F4F-550DB1B60C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9" name="Flowchart: Connector 338">
                        <a:extLst>
                          <a:ext uri="{FF2B5EF4-FFF2-40B4-BE49-F238E27FC236}">
                            <a16:creationId xmlns:a16="http://schemas.microsoft.com/office/drawing/2014/main" id="{682249C8-7E8D-4748-8F96-52000C1E88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0" name="Flowchart: Connector 339">
                        <a:extLst>
                          <a:ext uri="{FF2B5EF4-FFF2-40B4-BE49-F238E27FC236}">
                            <a16:creationId xmlns:a16="http://schemas.microsoft.com/office/drawing/2014/main" id="{E1B547E9-76B9-40FA-BCB6-675437F65E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1" name="Flowchart: Connector 340">
                        <a:extLst>
                          <a:ext uri="{FF2B5EF4-FFF2-40B4-BE49-F238E27FC236}">
                            <a16:creationId xmlns:a16="http://schemas.microsoft.com/office/drawing/2014/main" id="{81826886-0E5D-46A5-9702-F7E4C5B326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" name="Flowchart: Connector 341">
                        <a:extLst>
                          <a:ext uri="{FF2B5EF4-FFF2-40B4-BE49-F238E27FC236}">
                            <a16:creationId xmlns:a16="http://schemas.microsoft.com/office/drawing/2014/main" id="{85B8FA87-4EAC-4375-A7FF-28875DD3132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" name="Flowchart: Connector 342">
                        <a:extLst>
                          <a:ext uri="{FF2B5EF4-FFF2-40B4-BE49-F238E27FC236}">
                            <a16:creationId xmlns:a16="http://schemas.microsoft.com/office/drawing/2014/main" id="{831EC489-2D12-498D-8BBF-6B355A15A2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" name="Flowchart: Connector 343">
                        <a:extLst>
                          <a:ext uri="{FF2B5EF4-FFF2-40B4-BE49-F238E27FC236}">
                            <a16:creationId xmlns:a16="http://schemas.microsoft.com/office/drawing/2014/main" id="{BEEBF4BA-31D4-463C-9B2E-B3D404E2EF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5" name="Flowchart: Connector 344">
                        <a:extLst>
                          <a:ext uri="{FF2B5EF4-FFF2-40B4-BE49-F238E27FC236}">
                            <a16:creationId xmlns:a16="http://schemas.microsoft.com/office/drawing/2014/main" id="{A9502B9E-5D4E-4C9D-B6F6-B5A5FBBF59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6" name="3D Model 345" descr="Sphere">
                            <a:extLst>
                              <a:ext uri="{FF2B5EF4-FFF2-40B4-BE49-F238E27FC236}">
                                <a16:creationId xmlns:a16="http://schemas.microsoft.com/office/drawing/2014/main" id="{1EFA50B3-BD7D-45EB-B0A7-45EBC79A2C7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7213439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" name="Flowchart: Connector 346">
                        <a:extLst>
                          <a:ext uri="{FF2B5EF4-FFF2-40B4-BE49-F238E27FC236}">
                            <a16:creationId xmlns:a16="http://schemas.microsoft.com/office/drawing/2014/main" id="{A16787E2-F97B-4AA5-A48F-BDF870DC546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8" name="3D Model 347" descr="Sphere">
                            <a:extLst>
                              <a:ext uri="{FF2B5EF4-FFF2-40B4-BE49-F238E27FC236}">
                                <a16:creationId xmlns:a16="http://schemas.microsoft.com/office/drawing/2014/main" id="{66F0010A-0F15-432E-8B12-85389072AE1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3073247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9" name="Flowchart: Connector 348">
                        <a:extLst>
                          <a:ext uri="{FF2B5EF4-FFF2-40B4-BE49-F238E27FC236}">
                            <a16:creationId xmlns:a16="http://schemas.microsoft.com/office/drawing/2014/main" id="{72F2D8C2-7E24-49DB-9986-FC963AC626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0" name="3D Model 349" descr="Sphere">
                            <a:extLst>
                              <a:ext uri="{FF2B5EF4-FFF2-40B4-BE49-F238E27FC236}">
                                <a16:creationId xmlns:a16="http://schemas.microsoft.com/office/drawing/2014/main" id="{A1A3C281-843B-439B-9B7C-881B48723E9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1418878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1" name="Flowchart: Connector 350">
                        <a:extLst>
                          <a:ext uri="{FF2B5EF4-FFF2-40B4-BE49-F238E27FC236}">
                            <a16:creationId xmlns:a16="http://schemas.microsoft.com/office/drawing/2014/main" id="{D66E14EA-3960-491A-86D1-F079BB9845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2" name="3D Model 351" descr="Sphere">
                            <a:extLst>
                              <a:ext uri="{FF2B5EF4-FFF2-40B4-BE49-F238E27FC236}">
                                <a16:creationId xmlns:a16="http://schemas.microsoft.com/office/drawing/2014/main" id="{1544250B-840F-4DE9-BA65-3ECCFC9EE46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3907842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7" name="Group 306">
                      <a:extLst>
                        <a:ext uri="{FF2B5EF4-FFF2-40B4-BE49-F238E27FC236}">
                          <a16:creationId xmlns:a16="http://schemas.microsoft.com/office/drawing/2014/main" id="{95D59DAD-44E1-4024-A776-F6127A95AE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23" name="Flowchart: Connector 322">
                        <a:extLst>
                          <a:ext uri="{FF2B5EF4-FFF2-40B4-BE49-F238E27FC236}">
                            <a16:creationId xmlns:a16="http://schemas.microsoft.com/office/drawing/2014/main" id="{CC91BE24-B0D0-4DCE-9847-2F54E0B4D7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" name="Flowchart: Connector 323">
                        <a:extLst>
                          <a:ext uri="{FF2B5EF4-FFF2-40B4-BE49-F238E27FC236}">
                            <a16:creationId xmlns:a16="http://schemas.microsoft.com/office/drawing/2014/main" id="{B588D26A-DDE4-46A8-B267-4A2F5053FF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5" name="Flowchart: Connector 324">
                        <a:extLst>
                          <a:ext uri="{FF2B5EF4-FFF2-40B4-BE49-F238E27FC236}">
                            <a16:creationId xmlns:a16="http://schemas.microsoft.com/office/drawing/2014/main" id="{8E0B11AB-51B3-44B5-9E18-F1C6BC6316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6" name="Flowchart: Connector 325">
                        <a:extLst>
                          <a:ext uri="{FF2B5EF4-FFF2-40B4-BE49-F238E27FC236}">
                            <a16:creationId xmlns:a16="http://schemas.microsoft.com/office/drawing/2014/main" id="{9C5A6062-833F-4EAD-96C6-6596984BA4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7" name="Flowchart: Connector 326">
                        <a:extLst>
                          <a:ext uri="{FF2B5EF4-FFF2-40B4-BE49-F238E27FC236}">
                            <a16:creationId xmlns:a16="http://schemas.microsoft.com/office/drawing/2014/main" id="{731EC2E1-23B6-485B-8546-A76A879F01C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8" name="Flowchart: Connector 327">
                        <a:extLst>
                          <a:ext uri="{FF2B5EF4-FFF2-40B4-BE49-F238E27FC236}">
                            <a16:creationId xmlns:a16="http://schemas.microsoft.com/office/drawing/2014/main" id="{77628BCC-F088-4778-B56B-F749E70046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" name="Flowchart: Connector 328">
                        <a:extLst>
                          <a:ext uri="{FF2B5EF4-FFF2-40B4-BE49-F238E27FC236}">
                            <a16:creationId xmlns:a16="http://schemas.microsoft.com/office/drawing/2014/main" id="{965E1338-4FC8-4153-8929-4226C6444F8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0" name="Flowchart: Connector 329">
                        <a:extLst>
                          <a:ext uri="{FF2B5EF4-FFF2-40B4-BE49-F238E27FC236}">
                            <a16:creationId xmlns:a16="http://schemas.microsoft.com/office/drawing/2014/main" id="{E76541D1-F211-41FC-A08E-56DFEEA3BD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1" name="3D Model 330" descr="Sphere">
                            <a:extLst>
                              <a:ext uri="{FF2B5EF4-FFF2-40B4-BE49-F238E27FC236}">
                                <a16:creationId xmlns:a16="http://schemas.microsoft.com/office/drawing/2014/main" id="{259FB8BB-3736-45B6-B9A4-A6DB9604F15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097866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2" name="Flowchart: Connector 331">
                        <a:extLst>
                          <a:ext uri="{FF2B5EF4-FFF2-40B4-BE49-F238E27FC236}">
                            <a16:creationId xmlns:a16="http://schemas.microsoft.com/office/drawing/2014/main" id="{E3E33A50-F53E-463C-9723-7ED3F5610D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3" name="3D Model 332" descr="Sphere">
                            <a:extLst>
                              <a:ext uri="{FF2B5EF4-FFF2-40B4-BE49-F238E27FC236}">
                                <a16:creationId xmlns:a16="http://schemas.microsoft.com/office/drawing/2014/main" id="{DE8C4488-E8F6-4181-B14F-62934E0D528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042793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4" name="Flowchart: Connector 333">
                        <a:extLst>
                          <a:ext uri="{FF2B5EF4-FFF2-40B4-BE49-F238E27FC236}">
                            <a16:creationId xmlns:a16="http://schemas.microsoft.com/office/drawing/2014/main" id="{31781C9A-2232-440A-94B5-005FD79887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5" name="3D Model 334" descr="Sphere">
                            <a:extLst>
                              <a:ext uri="{FF2B5EF4-FFF2-40B4-BE49-F238E27FC236}">
                                <a16:creationId xmlns:a16="http://schemas.microsoft.com/office/drawing/2014/main" id="{20871D49-6024-4F9D-B5EA-5C3F9A2EEB4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2457155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6" name="Flowchart: Connector 335">
                        <a:extLst>
                          <a:ext uri="{FF2B5EF4-FFF2-40B4-BE49-F238E27FC236}">
                            <a16:creationId xmlns:a16="http://schemas.microsoft.com/office/drawing/2014/main" id="{69F68B02-94AE-4BDE-BDB0-163188F6F7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7" name="3D Model 336" descr="Sphere">
                            <a:extLst>
                              <a:ext uri="{FF2B5EF4-FFF2-40B4-BE49-F238E27FC236}">
                                <a16:creationId xmlns:a16="http://schemas.microsoft.com/office/drawing/2014/main" id="{CD562B9D-5F9F-4D71-B81B-25B4CBBBF67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7024987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08" name="Flowchart: Connector 307">
                      <a:extLst>
                        <a:ext uri="{FF2B5EF4-FFF2-40B4-BE49-F238E27FC236}">
                          <a16:creationId xmlns:a16="http://schemas.microsoft.com/office/drawing/2014/main" id="{EAE98BEF-90C8-414F-B5D3-1EE7F582CF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9" name="Flowchart: Connector 308">
                      <a:extLst>
                        <a:ext uri="{FF2B5EF4-FFF2-40B4-BE49-F238E27FC236}">
                          <a16:creationId xmlns:a16="http://schemas.microsoft.com/office/drawing/2014/main" id="{7E49D13F-2147-4EA8-BC33-3475F97F38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0" name="Flowchart: Connector 309">
                      <a:extLst>
                        <a:ext uri="{FF2B5EF4-FFF2-40B4-BE49-F238E27FC236}">
                          <a16:creationId xmlns:a16="http://schemas.microsoft.com/office/drawing/2014/main" id="{CC849265-1083-4461-8D65-31F1835A31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1" name="Flowchart: Connector 310">
                      <a:extLst>
                        <a:ext uri="{FF2B5EF4-FFF2-40B4-BE49-F238E27FC236}">
                          <a16:creationId xmlns:a16="http://schemas.microsoft.com/office/drawing/2014/main" id="{138FE002-E30F-4398-9248-9A4C753A7A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2" name="Flowchart: Connector 311">
                      <a:extLst>
                        <a:ext uri="{FF2B5EF4-FFF2-40B4-BE49-F238E27FC236}">
                          <a16:creationId xmlns:a16="http://schemas.microsoft.com/office/drawing/2014/main" id="{E6CF7F60-499A-4099-B191-00364422AE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3" name="Flowchart: Connector 312">
                      <a:extLst>
                        <a:ext uri="{FF2B5EF4-FFF2-40B4-BE49-F238E27FC236}">
                          <a16:creationId xmlns:a16="http://schemas.microsoft.com/office/drawing/2014/main" id="{E3F3E3E0-CA37-4116-A63F-5B9C0BA0A8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4" name="Flowchart: Connector 313">
                      <a:extLst>
                        <a:ext uri="{FF2B5EF4-FFF2-40B4-BE49-F238E27FC236}">
                          <a16:creationId xmlns:a16="http://schemas.microsoft.com/office/drawing/2014/main" id="{77D4A17C-47E2-4939-B14D-CFCF262C36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5" name="Flowchart: Connector 314">
                      <a:extLst>
                        <a:ext uri="{FF2B5EF4-FFF2-40B4-BE49-F238E27FC236}">
                          <a16:creationId xmlns:a16="http://schemas.microsoft.com/office/drawing/2014/main" id="{F6A953D9-A5C2-420C-9E9C-7B878D8FB22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6" name="3D Model 315" descr="Sphere">
                          <a:extLst>
                            <a:ext uri="{FF2B5EF4-FFF2-40B4-BE49-F238E27FC236}">
                              <a16:creationId xmlns:a16="http://schemas.microsoft.com/office/drawing/2014/main" id="{94CEC40E-A38A-4B0D-A79B-E09B750E6BC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497044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6" name="3D Model 315" descr="Sphere">
                          <a:extLst>
                            <a:ext uri="{FF2B5EF4-FFF2-40B4-BE49-F238E27FC236}">
                              <a16:creationId xmlns:a16="http://schemas.microsoft.com/office/drawing/2014/main" id="{94CEC40E-A38A-4B0D-A79B-E09B750E6BC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6517" y="257416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17" name="Flowchart: Connector 316">
                      <a:extLst>
                        <a:ext uri="{FF2B5EF4-FFF2-40B4-BE49-F238E27FC236}">
                          <a16:creationId xmlns:a16="http://schemas.microsoft.com/office/drawing/2014/main" id="{A1EB0B08-CF37-4B3F-9FA2-AC33E4C51A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8" name="3D Model 317" descr="Sphere">
                          <a:extLst>
                            <a:ext uri="{FF2B5EF4-FFF2-40B4-BE49-F238E27FC236}">
                              <a16:creationId xmlns:a16="http://schemas.microsoft.com/office/drawing/2014/main" id="{2BEBEC1A-1AF1-4D15-819D-9B7F535C5F3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63664643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8" name="3D Model 317" descr="Sphere">
                          <a:extLst>
                            <a:ext uri="{FF2B5EF4-FFF2-40B4-BE49-F238E27FC236}">
                              <a16:creationId xmlns:a16="http://schemas.microsoft.com/office/drawing/2014/main" id="{2BEBEC1A-1AF1-4D15-819D-9B7F535C5F3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53281" y="263088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19" name="Flowchart: Connector 318">
                      <a:extLst>
                        <a:ext uri="{FF2B5EF4-FFF2-40B4-BE49-F238E27FC236}">
                          <a16:creationId xmlns:a16="http://schemas.microsoft.com/office/drawing/2014/main" id="{CB67673F-1FFB-4F21-8960-F5EDDB7745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0" name="3D Model 319" descr="Sphere">
                          <a:extLst>
                            <a:ext uri="{FF2B5EF4-FFF2-40B4-BE49-F238E27FC236}">
                              <a16:creationId xmlns:a16="http://schemas.microsoft.com/office/drawing/2014/main" id="{1A28C680-4EF8-400E-9656-44FEB9047F9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93016370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0" name="3D Model 319" descr="Sphere">
                          <a:extLst>
                            <a:ext uri="{FF2B5EF4-FFF2-40B4-BE49-F238E27FC236}">
                              <a16:creationId xmlns:a16="http://schemas.microsoft.com/office/drawing/2014/main" id="{1A28C680-4EF8-400E-9656-44FEB9047F9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91151" y="269268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21" name="Flowchart: Connector 320">
                      <a:extLst>
                        <a:ext uri="{FF2B5EF4-FFF2-40B4-BE49-F238E27FC236}">
                          <a16:creationId xmlns:a16="http://schemas.microsoft.com/office/drawing/2014/main" id="{85E71F9A-67CB-4A82-A865-3A710846AA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2" name="3D Model 321" descr="Sphere">
                          <a:extLst>
                            <a:ext uri="{FF2B5EF4-FFF2-40B4-BE49-F238E27FC236}">
                              <a16:creationId xmlns:a16="http://schemas.microsoft.com/office/drawing/2014/main" id="{14AA6C24-5D08-45CB-ACEC-CB80EC94130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97770142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2" name="3D Model 321" descr="Sphere">
                          <a:extLst>
                            <a:ext uri="{FF2B5EF4-FFF2-40B4-BE49-F238E27FC236}">
                              <a16:creationId xmlns:a16="http://schemas.microsoft.com/office/drawing/2014/main" id="{14AA6C24-5D08-45CB-ACEC-CB80EC94130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59569" y="2779722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7A3055DE-4C04-47E7-8033-3FF93EAE07F3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300" name="Flowchart: Connector 299">
                    <a:extLst>
                      <a:ext uri="{FF2B5EF4-FFF2-40B4-BE49-F238E27FC236}">
                        <a16:creationId xmlns:a16="http://schemas.microsoft.com/office/drawing/2014/main" id="{EE539C26-A21A-4C19-ABA9-F5643F8B284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1" name="Flowchart: Connector 300">
                    <a:extLst>
                      <a:ext uri="{FF2B5EF4-FFF2-40B4-BE49-F238E27FC236}">
                        <a16:creationId xmlns:a16="http://schemas.microsoft.com/office/drawing/2014/main" id="{1B780580-8F9C-4C88-A718-3F114E60D7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" name="Flowchart: Connector 301">
                    <a:extLst>
                      <a:ext uri="{FF2B5EF4-FFF2-40B4-BE49-F238E27FC236}">
                        <a16:creationId xmlns:a16="http://schemas.microsoft.com/office/drawing/2014/main" id="{402013CE-1B10-4214-B1E6-FADCD43A3D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4" name="Flowchart: Connector 83">
                  <a:extLst>
                    <a:ext uri="{FF2B5EF4-FFF2-40B4-BE49-F238E27FC236}">
                      <a16:creationId xmlns:a16="http://schemas.microsoft.com/office/drawing/2014/main" id="{006B026F-3909-4925-88FD-608E7ED6015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5" name="Flowchart: Connector 84">
                  <a:extLst>
                    <a:ext uri="{FF2B5EF4-FFF2-40B4-BE49-F238E27FC236}">
                      <a16:creationId xmlns:a16="http://schemas.microsoft.com/office/drawing/2014/main" id="{EC64BEAD-5BCA-4F43-904F-097737ED2C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6F05BFA5-A3A4-454D-9100-ABED3848551C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297" name="Flowchart: Connector 296">
                    <a:extLst>
                      <a:ext uri="{FF2B5EF4-FFF2-40B4-BE49-F238E27FC236}">
                        <a16:creationId xmlns:a16="http://schemas.microsoft.com/office/drawing/2014/main" id="{085FBF72-C3C2-4266-886D-1C4208438A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98" name="Flowchart: Connector 297">
                    <a:extLst>
                      <a:ext uri="{FF2B5EF4-FFF2-40B4-BE49-F238E27FC236}">
                        <a16:creationId xmlns:a16="http://schemas.microsoft.com/office/drawing/2014/main" id="{D7860871-B10D-4466-861D-F016B73A3B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99" name="Flowchart: Connector 298">
                    <a:extLst>
                      <a:ext uri="{FF2B5EF4-FFF2-40B4-BE49-F238E27FC236}">
                        <a16:creationId xmlns:a16="http://schemas.microsoft.com/office/drawing/2014/main" id="{8BD2BD48-9474-4F96-9671-9C5C97F569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9D29C0A7-22AB-4132-8716-E0940701BCB0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32" name="Group 231">
                    <a:extLst>
                      <a:ext uri="{FF2B5EF4-FFF2-40B4-BE49-F238E27FC236}">
                        <a16:creationId xmlns:a16="http://schemas.microsoft.com/office/drawing/2014/main" id="{030032BD-C0FF-4524-9565-131507799B77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293" name="Flowchart: Connector 292">
                      <a:extLst>
                        <a:ext uri="{FF2B5EF4-FFF2-40B4-BE49-F238E27FC236}">
                          <a16:creationId xmlns:a16="http://schemas.microsoft.com/office/drawing/2014/main" id="{C68F8604-0340-41C5-AC46-B6BD5223F22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4" name="Flowchart: Connector 293">
                      <a:extLst>
                        <a:ext uri="{FF2B5EF4-FFF2-40B4-BE49-F238E27FC236}">
                          <a16:creationId xmlns:a16="http://schemas.microsoft.com/office/drawing/2014/main" id="{B90CCD5D-A382-4886-A482-3ED2439E4FD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5" name="Flowchart: Connector 294">
                      <a:extLst>
                        <a:ext uri="{FF2B5EF4-FFF2-40B4-BE49-F238E27FC236}">
                          <a16:creationId xmlns:a16="http://schemas.microsoft.com/office/drawing/2014/main" id="{80402A7B-51D9-40E7-B83F-07321F9BDE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6" name="Flowchart: Connector 295">
                      <a:extLst>
                        <a:ext uri="{FF2B5EF4-FFF2-40B4-BE49-F238E27FC236}">
                          <a16:creationId xmlns:a16="http://schemas.microsoft.com/office/drawing/2014/main" id="{DA7F8A13-2B7A-4B4A-A735-F43B3CD23A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D52DCCF2-015D-414E-93BB-EC03984F648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34" name="Group 233">
                      <a:extLst>
                        <a:ext uri="{FF2B5EF4-FFF2-40B4-BE49-F238E27FC236}">
                          <a16:creationId xmlns:a16="http://schemas.microsoft.com/office/drawing/2014/main" id="{028BF595-E00A-4387-B586-50FE5A7138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85" name="Flowchart: Connector 284">
                        <a:extLst>
                          <a:ext uri="{FF2B5EF4-FFF2-40B4-BE49-F238E27FC236}">
                            <a16:creationId xmlns:a16="http://schemas.microsoft.com/office/drawing/2014/main" id="{B2D348F6-22BE-4F00-A6A8-1EE4E645D7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6" name="3D Model 285" descr="Sphere">
                            <a:extLst>
                              <a:ext uri="{FF2B5EF4-FFF2-40B4-BE49-F238E27FC236}">
                                <a16:creationId xmlns:a16="http://schemas.microsoft.com/office/drawing/2014/main" id="{A6884C0A-3C85-49B4-B186-27C155D2616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420228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7" name="Flowchart: Connector 286">
                        <a:extLst>
                          <a:ext uri="{FF2B5EF4-FFF2-40B4-BE49-F238E27FC236}">
                            <a16:creationId xmlns:a16="http://schemas.microsoft.com/office/drawing/2014/main" id="{FD52B0F0-23A8-49DA-8B09-8642244EEE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" name="3D Model 287" descr="Sphere">
                            <a:extLst>
                              <a:ext uri="{FF2B5EF4-FFF2-40B4-BE49-F238E27FC236}">
                                <a16:creationId xmlns:a16="http://schemas.microsoft.com/office/drawing/2014/main" id="{EFECD266-F624-4A44-8D9A-DD4A96447AA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9689614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9" name="Flowchart: Connector 288">
                        <a:extLst>
                          <a:ext uri="{FF2B5EF4-FFF2-40B4-BE49-F238E27FC236}">
                            <a16:creationId xmlns:a16="http://schemas.microsoft.com/office/drawing/2014/main" id="{92DEFB85-F2DD-4638-97F3-26BBA7F1F3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0" name="3D Model 289" descr="Sphere">
                            <a:extLst>
                              <a:ext uri="{FF2B5EF4-FFF2-40B4-BE49-F238E27FC236}">
                                <a16:creationId xmlns:a16="http://schemas.microsoft.com/office/drawing/2014/main" id="{857B9279-B7B9-472E-BC9A-C80B4C0E1BC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2073776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91" name="Flowchart: Connector 290">
                        <a:extLst>
                          <a:ext uri="{FF2B5EF4-FFF2-40B4-BE49-F238E27FC236}">
                            <a16:creationId xmlns:a16="http://schemas.microsoft.com/office/drawing/2014/main" id="{F354A09B-7F5B-4C1A-84C7-54387F3AD5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2" name="3D Model 291" descr="Sphere">
                            <a:extLst>
                              <a:ext uri="{FF2B5EF4-FFF2-40B4-BE49-F238E27FC236}">
                                <a16:creationId xmlns:a16="http://schemas.microsoft.com/office/drawing/2014/main" id="{C9686117-6C1C-4216-BEC3-3F4E2ED1328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572202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5" name="Group 234">
                      <a:extLst>
                        <a:ext uri="{FF2B5EF4-FFF2-40B4-BE49-F238E27FC236}">
                          <a16:creationId xmlns:a16="http://schemas.microsoft.com/office/drawing/2014/main" id="{8E7AFF63-679A-4760-987C-D8144CD31C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69" name="Flowchart: Connector 268">
                        <a:extLst>
                          <a:ext uri="{FF2B5EF4-FFF2-40B4-BE49-F238E27FC236}">
                            <a16:creationId xmlns:a16="http://schemas.microsoft.com/office/drawing/2014/main" id="{932CCECA-133A-4CFE-BF30-3B0C0C16FF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" name="Flowchart: Connector 269">
                        <a:extLst>
                          <a:ext uri="{FF2B5EF4-FFF2-40B4-BE49-F238E27FC236}">
                            <a16:creationId xmlns:a16="http://schemas.microsoft.com/office/drawing/2014/main" id="{C4FF24DA-2CC9-4554-BD9F-F239BE633A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" name="Flowchart: Connector 270">
                        <a:extLst>
                          <a:ext uri="{FF2B5EF4-FFF2-40B4-BE49-F238E27FC236}">
                            <a16:creationId xmlns:a16="http://schemas.microsoft.com/office/drawing/2014/main" id="{90DA4FD3-9FE9-4492-ABD5-0B885D6ACA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2" name="Flowchart: Connector 271">
                        <a:extLst>
                          <a:ext uri="{FF2B5EF4-FFF2-40B4-BE49-F238E27FC236}">
                            <a16:creationId xmlns:a16="http://schemas.microsoft.com/office/drawing/2014/main" id="{F4A60CE5-41CB-402C-8756-8E672315B6C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" name="Flowchart: Connector 272">
                        <a:extLst>
                          <a:ext uri="{FF2B5EF4-FFF2-40B4-BE49-F238E27FC236}">
                            <a16:creationId xmlns:a16="http://schemas.microsoft.com/office/drawing/2014/main" id="{8D77763E-8BA6-46FA-B63F-2819F98F50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" name="Flowchart: Connector 273">
                        <a:extLst>
                          <a:ext uri="{FF2B5EF4-FFF2-40B4-BE49-F238E27FC236}">
                            <a16:creationId xmlns:a16="http://schemas.microsoft.com/office/drawing/2014/main" id="{A1F3209C-051E-4CA1-8A50-1AA5AC7A111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5" name="Flowchart: Connector 274">
                        <a:extLst>
                          <a:ext uri="{FF2B5EF4-FFF2-40B4-BE49-F238E27FC236}">
                            <a16:creationId xmlns:a16="http://schemas.microsoft.com/office/drawing/2014/main" id="{71074A4D-A2B1-478C-BD39-023BF47A28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6" name="Flowchart: Connector 275">
                        <a:extLst>
                          <a:ext uri="{FF2B5EF4-FFF2-40B4-BE49-F238E27FC236}">
                            <a16:creationId xmlns:a16="http://schemas.microsoft.com/office/drawing/2014/main" id="{3053C3A3-2956-4B41-9E6A-CADB103EE1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7" name="Flowchart: Connector 276">
                        <a:extLst>
                          <a:ext uri="{FF2B5EF4-FFF2-40B4-BE49-F238E27FC236}">
                            <a16:creationId xmlns:a16="http://schemas.microsoft.com/office/drawing/2014/main" id="{39601331-62E2-4713-8361-443BA04FE8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8" name="3D Model 277" descr="Sphere">
                            <a:extLst>
                              <a:ext uri="{FF2B5EF4-FFF2-40B4-BE49-F238E27FC236}">
                                <a16:creationId xmlns:a16="http://schemas.microsoft.com/office/drawing/2014/main" id="{965E6DC1-870F-4248-8083-CCCE3D6DBC9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0710599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9" name="Flowchart: Connector 278">
                        <a:extLst>
                          <a:ext uri="{FF2B5EF4-FFF2-40B4-BE49-F238E27FC236}">
                            <a16:creationId xmlns:a16="http://schemas.microsoft.com/office/drawing/2014/main" id="{34A7FDDD-85BC-4193-97E7-AA0425CA31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0" name="3D Model 279" descr="Sphere">
                            <a:extLst>
                              <a:ext uri="{FF2B5EF4-FFF2-40B4-BE49-F238E27FC236}">
                                <a16:creationId xmlns:a16="http://schemas.microsoft.com/office/drawing/2014/main" id="{DD92E282-A379-406A-A993-0A30140E944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7479283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" name="Flowchart: Connector 280">
                        <a:extLst>
                          <a:ext uri="{FF2B5EF4-FFF2-40B4-BE49-F238E27FC236}">
                            <a16:creationId xmlns:a16="http://schemas.microsoft.com/office/drawing/2014/main" id="{0722EF70-FB05-4E15-AEF9-D158911BEA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2" name="3D Model 281" descr="Sphere">
                            <a:extLst>
                              <a:ext uri="{FF2B5EF4-FFF2-40B4-BE49-F238E27FC236}">
                                <a16:creationId xmlns:a16="http://schemas.microsoft.com/office/drawing/2014/main" id="{85EF0AD4-5DAB-4FD5-9039-CCE903A857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1442856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3" name="Flowchart: Connector 282">
                        <a:extLst>
                          <a:ext uri="{FF2B5EF4-FFF2-40B4-BE49-F238E27FC236}">
                            <a16:creationId xmlns:a16="http://schemas.microsoft.com/office/drawing/2014/main" id="{3DB9EB7A-F79A-4333-8448-F1BF7A9E68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4" name="3D Model 283" descr="Sphere">
                            <a:extLst>
                              <a:ext uri="{FF2B5EF4-FFF2-40B4-BE49-F238E27FC236}">
                                <a16:creationId xmlns:a16="http://schemas.microsoft.com/office/drawing/2014/main" id="{2821F2DA-BA88-4B66-B981-ABB7C6AEBB1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298045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6" name="Group 235">
                      <a:extLst>
                        <a:ext uri="{FF2B5EF4-FFF2-40B4-BE49-F238E27FC236}">
                          <a16:creationId xmlns:a16="http://schemas.microsoft.com/office/drawing/2014/main" id="{E0084869-6C2B-4A21-84E5-53019E6E14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53" name="Flowchart: Connector 252">
                        <a:extLst>
                          <a:ext uri="{FF2B5EF4-FFF2-40B4-BE49-F238E27FC236}">
                            <a16:creationId xmlns:a16="http://schemas.microsoft.com/office/drawing/2014/main" id="{5652D046-729F-40DC-BDC8-EFAD0BBDC33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" name="Flowchart: Connector 253">
                        <a:extLst>
                          <a:ext uri="{FF2B5EF4-FFF2-40B4-BE49-F238E27FC236}">
                            <a16:creationId xmlns:a16="http://schemas.microsoft.com/office/drawing/2014/main" id="{A65D4F36-9C84-4ED3-914B-5F5BBC38BFB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5" name="Flowchart: Connector 254">
                        <a:extLst>
                          <a:ext uri="{FF2B5EF4-FFF2-40B4-BE49-F238E27FC236}">
                            <a16:creationId xmlns:a16="http://schemas.microsoft.com/office/drawing/2014/main" id="{813CA8B5-2425-444E-94E5-52F546DFAF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6" name="Flowchart: Connector 255">
                        <a:extLst>
                          <a:ext uri="{FF2B5EF4-FFF2-40B4-BE49-F238E27FC236}">
                            <a16:creationId xmlns:a16="http://schemas.microsoft.com/office/drawing/2014/main" id="{6E31F9D2-BB21-4D89-A9D6-EF6C4F0D2B8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7" name="Flowchart: Connector 256">
                        <a:extLst>
                          <a:ext uri="{FF2B5EF4-FFF2-40B4-BE49-F238E27FC236}">
                            <a16:creationId xmlns:a16="http://schemas.microsoft.com/office/drawing/2014/main" id="{E4089EE8-EB0E-469A-A00A-90452BCF62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8" name="Flowchart: Connector 257">
                        <a:extLst>
                          <a:ext uri="{FF2B5EF4-FFF2-40B4-BE49-F238E27FC236}">
                            <a16:creationId xmlns:a16="http://schemas.microsoft.com/office/drawing/2014/main" id="{A1EE9C84-359E-4ED3-8060-02F91A5D68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9" name="Flowchart: Connector 258">
                        <a:extLst>
                          <a:ext uri="{FF2B5EF4-FFF2-40B4-BE49-F238E27FC236}">
                            <a16:creationId xmlns:a16="http://schemas.microsoft.com/office/drawing/2014/main" id="{B9BC973B-7BAD-499E-8E88-EC3B8BB6F0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0" name="Flowchart: Connector 259">
                        <a:extLst>
                          <a:ext uri="{FF2B5EF4-FFF2-40B4-BE49-F238E27FC236}">
                            <a16:creationId xmlns:a16="http://schemas.microsoft.com/office/drawing/2014/main" id="{E24C61A4-DBA9-4776-8C70-77C261D910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1" name="Flowchart: Connector 260">
                        <a:extLst>
                          <a:ext uri="{FF2B5EF4-FFF2-40B4-BE49-F238E27FC236}">
                            <a16:creationId xmlns:a16="http://schemas.microsoft.com/office/drawing/2014/main" id="{18203A0B-4FF0-476E-94E6-45DD215B7B2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2" name="3D Model 261" descr="Sphere">
                            <a:extLst>
                              <a:ext uri="{FF2B5EF4-FFF2-40B4-BE49-F238E27FC236}">
                                <a16:creationId xmlns:a16="http://schemas.microsoft.com/office/drawing/2014/main" id="{D1575F05-0477-4490-B916-18A78060920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9880802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3" name="Flowchart: Connector 262">
                        <a:extLst>
                          <a:ext uri="{FF2B5EF4-FFF2-40B4-BE49-F238E27FC236}">
                            <a16:creationId xmlns:a16="http://schemas.microsoft.com/office/drawing/2014/main" id="{4D22F8E3-71A0-4785-8EB1-6700BFE0AAC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4" name="3D Model 263" descr="Sphere">
                            <a:extLst>
                              <a:ext uri="{FF2B5EF4-FFF2-40B4-BE49-F238E27FC236}">
                                <a16:creationId xmlns:a16="http://schemas.microsoft.com/office/drawing/2014/main" id="{9826671F-58A8-4CD1-92A4-83A4BC245F8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870065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5" name="Flowchart: Connector 264">
                        <a:extLst>
                          <a:ext uri="{FF2B5EF4-FFF2-40B4-BE49-F238E27FC236}">
                            <a16:creationId xmlns:a16="http://schemas.microsoft.com/office/drawing/2014/main" id="{41A2972D-006E-4664-B98B-0B19FB3E36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6" name="3D Model 265" descr="Sphere">
                            <a:extLst>
                              <a:ext uri="{FF2B5EF4-FFF2-40B4-BE49-F238E27FC236}">
                                <a16:creationId xmlns:a16="http://schemas.microsoft.com/office/drawing/2014/main" id="{C3A17FC1-CE92-48FA-8DD5-AAA9EF18198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4212593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7" name="Flowchart: Connector 266">
                        <a:extLst>
                          <a:ext uri="{FF2B5EF4-FFF2-40B4-BE49-F238E27FC236}">
                            <a16:creationId xmlns:a16="http://schemas.microsoft.com/office/drawing/2014/main" id="{5C64B9F6-334C-4FEE-AA7D-DF87DCCA00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8" name="3D Model 267" descr="Sphere">
                            <a:extLst>
                              <a:ext uri="{FF2B5EF4-FFF2-40B4-BE49-F238E27FC236}">
                                <a16:creationId xmlns:a16="http://schemas.microsoft.com/office/drawing/2014/main" id="{294ADD32-0FB0-41D3-9FF8-E8D761CA0C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4391568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37" name="Flowchart: Connector 236">
                      <a:extLst>
                        <a:ext uri="{FF2B5EF4-FFF2-40B4-BE49-F238E27FC236}">
                          <a16:creationId xmlns:a16="http://schemas.microsoft.com/office/drawing/2014/main" id="{77050526-4430-4CB4-9CF8-FC90A304F2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8" name="Flowchart: Connector 237">
                      <a:extLst>
                        <a:ext uri="{FF2B5EF4-FFF2-40B4-BE49-F238E27FC236}">
                          <a16:creationId xmlns:a16="http://schemas.microsoft.com/office/drawing/2014/main" id="{EE798B88-C994-42C1-B90F-97873A543A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9" name="Flowchart: Connector 238">
                      <a:extLst>
                        <a:ext uri="{FF2B5EF4-FFF2-40B4-BE49-F238E27FC236}">
                          <a16:creationId xmlns:a16="http://schemas.microsoft.com/office/drawing/2014/main" id="{51EF9424-9E12-4977-8F20-95B2B9F531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0" name="Flowchart: Connector 239">
                      <a:extLst>
                        <a:ext uri="{FF2B5EF4-FFF2-40B4-BE49-F238E27FC236}">
                          <a16:creationId xmlns:a16="http://schemas.microsoft.com/office/drawing/2014/main" id="{0ED6B7B0-13BB-4C56-839A-6934D79EEF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1" name="Flowchart: Connector 240">
                      <a:extLst>
                        <a:ext uri="{FF2B5EF4-FFF2-40B4-BE49-F238E27FC236}">
                          <a16:creationId xmlns:a16="http://schemas.microsoft.com/office/drawing/2014/main" id="{7D62F223-DA61-45C5-93CC-93715A38B4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" name="Flowchart: Connector 241">
                      <a:extLst>
                        <a:ext uri="{FF2B5EF4-FFF2-40B4-BE49-F238E27FC236}">
                          <a16:creationId xmlns:a16="http://schemas.microsoft.com/office/drawing/2014/main" id="{192E73AF-EE02-4AE1-B424-F2EFD3D23F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3" name="Flowchart: Connector 242">
                      <a:extLst>
                        <a:ext uri="{FF2B5EF4-FFF2-40B4-BE49-F238E27FC236}">
                          <a16:creationId xmlns:a16="http://schemas.microsoft.com/office/drawing/2014/main" id="{9A8BAD8E-F541-4C19-9AB3-8925A60BC1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" name="Flowchart: Connector 243">
                      <a:extLst>
                        <a:ext uri="{FF2B5EF4-FFF2-40B4-BE49-F238E27FC236}">
                          <a16:creationId xmlns:a16="http://schemas.microsoft.com/office/drawing/2014/main" id="{DA3A30B5-0985-47FA-A332-6847330BDC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5" name="Flowchart: Connector 244">
                      <a:extLst>
                        <a:ext uri="{FF2B5EF4-FFF2-40B4-BE49-F238E27FC236}">
                          <a16:creationId xmlns:a16="http://schemas.microsoft.com/office/drawing/2014/main" id="{C6DA8D8C-4C3F-44B0-92FA-2DEFEF6D18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6" name="3D Model 245" descr="Sphere">
                          <a:extLst>
                            <a:ext uri="{FF2B5EF4-FFF2-40B4-BE49-F238E27FC236}">
                              <a16:creationId xmlns:a16="http://schemas.microsoft.com/office/drawing/2014/main" id="{577274C7-8617-4369-B298-B9B4DA1BC5D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44182237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6" name="3D Model 245" descr="Sphere">
                          <a:extLst>
                            <a:ext uri="{FF2B5EF4-FFF2-40B4-BE49-F238E27FC236}">
                              <a16:creationId xmlns:a16="http://schemas.microsoft.com/office/drawing/2014/main" id="{577274C7-8617-4369-B298-B9B4DA1BC5D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86054" y="267971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7" name="Flowchart: Connector 246">
                      <a:extLst>
                        <a:ext uri="{FF2B5EF4-FFF2-40B4-BE49-F238E27FC236}">
                          <a16:creationId xmlns:a16="http://schemas.microsoft.com/office/drawing/2014/main" id="{6C3B23CE-02D3-47C9-91F2-1589FF649B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8" name="3D Model 247" descr="Sphere">
                          <a:extLst>
                            <a:ext uri="{FF2B5EF4-FFF2-40B4-BE49-F238E27FC236}">
                              <a16:creationId xmlns:a16="http://schemas.microsoft.com/office/drawing/2014/main" id="{BC4E9140-BDC8-4E93-8770-30C4F9B0F09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68169078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8" name="3D Model 247" descr="Sphere">
                          <a:extLst>
                            <a:ext uri="{FF2B5EF4-FFF2-40B4-BE49-F238E27FC236}">
                              <a16:creationId xmlns:a16="http://schemas.microsoft.com/office/drawing/2014/main" id="{BC4E9140-BDC8-4E93-8770-30C4F9B0F09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26824" y="275770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9" name="Flowchart: Connector 248">
                      <a:extLst>
                        <a:ext uri="{FF2B5EF4-FFF2-40B4-BE49-F238E27FC236}">
                          <a16:creationId xmlns:a16="http://schemas.microsoft.com/office/drawing/2014/main" id="{22DA4221-1721-4BB5-AC30-E849F72E56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0" name="3D Model 249" descr="Sphere">
                          <a:extLst>
                            <a:ext uri="{FF2B5EF4-FFF2-40B4-BE49-F238E27FC236}">
                              <a16:creationId xmlns:a16="http://schemas.microsoft.com/office/drawing/2014/main" id="{C1AF7886-B135-485F-A801-5B21B530E01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81754621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0" name="3D Model 249" descr="Sphere">
                          <a:extLst>
                            <a:ext uri="{FF2B5EF4-FFF2-40B4-BE49-F238E27FC236}">
                              <a16:creationId xmlns:a16="http://schemas.microsoft.com/office/drawing/2014/main" id="{C1AF7886-B135-485F-A801-5B21B530E01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84572" y="281618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1" name="Flowchart: Connector 250">
                      <a:extLst>
                        <a:ext uri="{FF2B5EF4-FFF2-40B4-BE49-F238E27FC236}">
                          <a16:creationId xmlns:a16="http://schemas.microsoft.com/office/drawing/2014/main" id="{834C6F0F-ED60-40BD-9D5D-56DA041B0C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2" name="3D Model 251" descr="Sphere">
                          <a:extLst>
                            <a:ext uri="{FF2B5EF4-FFF2-40B4-BE49-F238E27FC236}">
                              <a16:creationId xmlns:a16="http://schemas.microsoft.com/office/drawing/2014/main" id="{EB68E7E5-FF10-4BB5-8F5E-DD6D67E5C06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5938353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2" name="3D Model 251" descr="Sphere">
                          <a:extLst>
                            <a:ext uri="{FF2B5EF4-FFF2-40B4-BE49-F238E27FC236}">
                              <a16:creationId xmlns:a16="http://schemas.microsoft.com/office/drawing/2014/main" id="{EB68E7E5-FF10-4BB5-8F5E-DD6D67E5C06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39738" y="290653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E9D542E1-79B9-4349-9E29-597518E58790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29" name="Flowchart: Connector 228">
                    <a:extLst>
                      <a:ext uri="{FF2B5EF4-FFF2-40B4-BE49-F238E27FC236}">
                        <a16:creationId xmlns:a16="http://schemas.microsoft.com/office/drawing/2014/main" id="{0D671F3A-54BC-4386-BFD6-146E41E53A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0" name="Flowchart: Connector 229">
                    <a:extLst>
                      <a:ext uri="{FF2B5EF4-FFF2-40B4-BE49-F238E27FC236}">
                        <a16:creationId xmlns:a16="http://schemas.microsoft.com/office/drawing/2014/main" id="{08CE707B-ED21-4FC3-8895-C2A5EFFB8F3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" name="Flowchart: Connector 230">
                    <a:extLst>
                      <a:ext uri="{FF2B5EF4-FFF2-40B4-BE49-F238E27FC236}">
                        <a16:creationId xmlns:a16="http://schemas.microsoft.com/office/drawing/2014/main" id="{6DF82EA4-9E00-4174-B0EF-0ED09F6703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9" name="Flowchart: Connector 88">
                  <a:extLst>
                    <a:ext uri="{FF2B5EF4-FFF2-40B4-BE49-F238E27FC236}">
                      <a16:creationId xmlns:a16="http://schemas.microsoft.com/office/drawing/2014/main" id="{D60C9FA9-4F38-4AA7-8DFE-08C8E4CFEF1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90" name="Flowchart: Connector 89">
                  <a:extLst>
                    <a:ext uri="{FF2B5EF4-FFF2-40B4-BE49-F238E27FC236}">
                      <a16:creationId xmlns:a16="http://schemas.microsoft.com/office/drawing/2014/main" id="{CAC6C11C-E25C-4D10-9956-CF8CF9F2E8C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499500A-1BD9-4FEE-A3AC-1924A2217A7B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226" name="Flowchart: Connector 225">
                    <a:extLst>
                      <a:ext uri="{FF2B5EF4-FFF2-40B4-BE49-F238E27FC236}">
                        <a16:creationId xmlns:a16="http://schemas.microsoft.com/office/drawing/2014/main" id="{06200EB9-FC5B-4549-A2C4-30A9CD550E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7" name="Flowchart: Connector 226">
                    <a:extLst>
                      <a:ext uri="{FF2B5EF4-FFF2-40B4-BE49-F238E27FC236}">
                        <a16:creationId xmlns:a16="http://schemas.microsoft.com/office/drawing/2014/main" id="{E5C73BB5-C798-464F-A17C-7647B1ECA8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8" name="Flowchart: Connector 227">
                    <a:extLst>
                      <a:ext uri="{FF2B5EF4-FFF2-40B4-BE49-F238E27FC236}">
                        <a16:creationId xmlns:a16="http://schemas.microsoft.com/office/drawing/2014/main" id="{D121C87A-C5CA-48E0-8CDC-95052502FB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1867C2D6-F67C-42F7-B679-B96623188997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61" name="Group 160">
                    <a:extLst>
                      <a:ext uri="{FF2B5EF4-FFF2-40B4-BE49-F238E27FC236}">
                        <a16:creationId xmlns:a16="http://schemas.microsoft.com/office/drawing/2014/main" id="{2E19001C-9911-4B47-8379-5AABD4A93590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22" name="Flowchart: Connector 221">
                      <a:extLst>
                        <a:ext uri="{FF2B5EF4-FFF2-40B4-BE49-F238E27FC236}">
                          <a16:creationId xmlns:a16="http://schemas.microsoft.com/office/drawing/2014/main" id="{48C6BA16-7B04-41C4-B321-816829584D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3" name="Flowchart: Connector 222">
                      <a:extLst>
                        <a:ext uri="{FF2B5EF4-FFF2-40B4-BE49-F238E27FC236}">
                          <a16:creationId xmlns:a16="http://schemas.microsoft.com/office/drawing/2014/main" id="{FDEFE063-5EA0-47BB-9961-D639B2A512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4" name="Flowchart: Connector 223">
                      <a:extLst>
                        <a:ext uri="{FF2B5EF4-FFF2-40B4-BE49-F238E27FC236}">
                          <a16:creationId xmlns:a16="http://schemas.microsoft.com/office/drawing/2014/main" id="{ACD8D606-5EF8-4093-B523-7F5AB49F16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5" name="Flowchart: Connector 224">
                      <a:extLst>
                        <a:ext uri="{FF2B5EF4-FFF2-40B4-BE49-F238E27FC236}">
                          <a16:creationId xmlns:a16="http://schemas.microsoft.com/office/drawing/2014/main" id="{7E447BAE-9082-45F5-A82B-ABD14EB758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62" name="Group 161">
                    <a:extLst>
                      <a:ext uri="{FF2B5EF4-FFF2-40B4-BE49-F238E27FC236}">
                        <a16:creationId xmlns:a16="http://schemas.microsoft.com/office/drawing/2014/main" id="{7752F284-46AA-4BB2-8374-09F103032DC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63" name="Group 162">
                      <a:extLst>
                        <a:ext uri="{FF2B5EF4-FFF2-40B4-BE49-F238E27FC236}">
                          <a16:creationId xmlns:a16="http://schemas.microsoft.com/office/drawing/2014/main" id="{E5B9A75D-96C4-4ACF-ADF6-C25AE1D2E7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14" name="Flowchart: Connector 213">
                        <a:extLst>
                          <a:ext uri="{FF2B5EF4-FFF2-40B4-BE49-F238E27FC236}">
                            <a16:creationId xmlns:a16="http://schemas.microsoft.com/office/drawing/2014/main" id="{2FEF0DEA-89FD-4D3A-817E-2BB6E32472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5" name="3D Model 214" descr="Sphere">
                            <a:extLst>
                              <a:ext uri="{FF2B5EF4-FFF2-40B4-BE49-F238E27FC236}">
                                <a16:creationId xmlns:a16="http://schemas.microsoft.com/office/drawing/2014/main" id="{9CB7A1DF-E234-4D57-A7DB-CBA8E7B3931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0918936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6" name="Flowchart: Connector 215">
                        <a:extLst>
                          <a:ext uri="{FF2B5EF4-FFF2-40B4-BE49-F238E27FC236}">
                            <a16:creationId xmlns:a16="http://schemas.microsoft.com/office/drawing/2014/main" id="{1E94DC86-2008-480A-A562-87DCF13871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7" name="3D Model 216" descr="Sphere">
                            <a:extLst>
                              <a:ext uri="{FF2B5EF4-FFF2-40B4-BE49-F238E27FC236}">
                                <a16:creationId xmlns:a16="http://schemas.microsoft.com/office/drawing/2014/main" id="{0CD81BEC-C6AA-4670-95D1-A4FEEFC51EA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36451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8" name="Flowchart: Connector 217">
                        <a:extLst>
                          <a:ext uri="{FF2B5EF4-FFF2-40B4-BE49-F238E27FC236}">
                            <a16:creationId xmlns:a16="http://schemas.microsoft.com/office/drawing/2014/main" id="{D8837DE0-E4A0-4337-B4C7-3EB4DAF4D1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9" name="3D Model 218" descr="Sphere">
                            <a:extLst>
                              <a:ext uri="{FF2B5EF4-FFF2-40B4-BE49-F238E27FC236}">
                                <a16:creationId xmlns:a16="http://schemas.microsoft.com/office/drawing/2014/main" id="{B0AD303F-CE6A-4611-AD2F-B880B4075B7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9985609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20" name="Flowchart: Connector 219">
                        <a:extLst>
                          <a:ext uri="{FF2B5EF4-FFF2-40B4-BE49-F238E27FC236}">
                            <a16:creationId xmlns:a16="http://schemas.microsoft.com/office/drawing/2014/main" id="{A4B52C92-F18E-4979-8236-CF014A83A4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21" name="3D Model 220" descr="Sphere">
                            <a:extLst>
                              <a:ext uri="{FF2B5EF4-FFF2-40B4-BE49-F238E27FC236}">
                                <a16:creationId xmlns:a16="http://schemas.microsoft.com/office/drawing/2014/main" id="{6CC635FA-C300-4A7A-ACD9-3DB7FE9DA4C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7804045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4" name="Group 163">
                      <a:extLst>
                        <a:ext uri="{FF2B5EF4-FFF2-40B4-BE49-F238E27FC236}">
                          <a16:creationId xmlns:a16="http://schemas.microsoft.com/office/drawing/2014/main" id="{9093B058-DA18-435B-8AD3-69078FF867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98" name="Flowchart: Connector 197">
                        <a:extLst>
                          <a:ext uri="{FF2B5EF4-FFF2-40B4-BE49-F238E27FC236}">
                            <a16:creationId xmlns:a16="http://schemas.microsoft.com/office/drawing/2014/main" id="{3FAB4DBC-A30F-4D0E-9130-6D53B60ADD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9" name="Flowchart: Connector 198">
                        <a:extLst>
                          <a:ext uri="{FF2B5EF4-FFF2-40B4-BE49-F238E27FC236}">
                            <a16:creationId xmlns:a16="http://schemas.microsoft.com/office/drawing/2014/main" id="{2F6779A5-FC17-415F-B7EB-DDEE7F5204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" name="Flowchart: Connector 199">
                        <a:extLst>
                          <a:ext uri="{FF2B5EF4-FFF2-40B4-BE49-F238E27FC236}">
                            <a16:creationId xmlns:a16="http://schemas.microsoft.com/office/drawing/2014/main" id="{4EC14E8B-4700-4061-A791-0C2A357A3B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1" name="Flowchart: Connector 200">
                        <a:extLst>
                          <a:ext uri="{FF2B5EF4-FFF2-40B4-BE49-F238E27FC236}">
                            <a16:creationId xmlns:a16="http://schemas.microsoft.com/office/drawing/2014/main" id="{B8DDAACE-8133-438C-970E-5751194426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" name="Flowchart: Connector 201">
                        <a:extLst>
                          <a:ext uri="{FF2B5EF4-FFF2-40B4-BE49-F238E27FC236}">
                            <a16:creationId xmlns:a16="http://schemas.microsoft.com/office/drawing/2014/main" id="{CADC25B3-257B-428C-A113-7AD86ADB3B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" name="Flowchart: Connector 202">
                        <a:extLst>
                          <a:ext uri="{FF2B5EF4-FFF2-40B4-BE49-F238E27FC236}">
                            <a16:creationId xmlns:a16="http://schemas.microsoft.com/office/drawing/2014/main" id="{249B7A53-F34E-4CE9-9401-AF243CB3ED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4" name="Flowchart: Connector 203">
                        <a:extLst>
                          <a:ext uri="{FF2B5EF4-FFF2-40B4-BE49-F238E27FC236}">
                            <a16:creationId xmlns:a16="http://schemas.microsoft.com/office/drawing/2014/main" id="{9A423622-C917-4789-81BD-04F642F2E7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5" name="Flowchart: Connector 204">
                        <a:extLst>
                          <a:ext uri="{FF2B5EF4-FFF2-40B4-BE49-F238E27FC236}">
                            <a16:creationId xmlns:a16="http://schemas.microsoft.com/office/drawing/2014/main" id="{DDA6646F-8466-45C6-B935-8CC6BFB5EF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6" name="Flowchart: Connector 205">
                        <a:extLst>
                          <a:ext uri="{FF2B5EF4-FFF2-40B4-BE49-F238E27FC236}">
                            <a16:creationId xmlns:a16="http://schemas.microsoft.com/office/drawing/2014/main" id="{BC3BD9FD-76E7-4E74-9287-8124E66689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7" name="3D Model 206" descr="Sphere">
                            <a:extLst>
                              <a:ext uri="{FF2B5EF4-FFF2-40B4-BE49-F238E27FC236}">
                                <a16:creationId xmlns:a16="http://schemas.microsoft.com/office/drawing/2014/main" id="{8E708F6F-8E30-4513-82BB-FB70B8EE4BF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2117661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8" name="Flowchart: Connector 207">
                        <a:extLst>
                          <a:ext uri="{FF2B5EF4-FFF2-40B4-BE49-F238E27FC236}">
                            <a16:creationId xmlns:a16="http://schemas.microsoft.com/office/drawing/2014/main" id="{2E1C91C8-9746-41F1-ADE4-A763B4BA81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9" name="3D Model 208" descr="Sphere">
                            <a:extLst>
                              <a:ext uri="{FF2B5EF4-FFF2-40B4-BE49-F238E27FC236}">
                                <a16:creationId xmlns:a16="http://schemas.microsoft.com/office/drawing/2014/main" id="{63FE8B97-5D54-40E4-8575-5F73794BFA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01147800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0" name="Flowchart: Connector 209">
                        <a:extLst>
                          <a:ext uri="{FF2B5EF4-FFF2-40B4-BE49-F238E27FC236}">
                            <a16:creationId xmlns:a16="http://schemas.microsoft.com/office/drawing/2014/main" id="{4E07E06D-916E-45E4-BC3D-CEFFFA5255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1" name="3D Model 210" descr="Sphere">
                            <a:extLst>
                              <a:ext uri="{FF2B5EF4-FFF2-40B4-BE49-F238E27FC236}">
                                <a16:creationId xmlns:a16="http://schemas.microsoft.com/office/drawing/2014/main" id="{490FEF31-FFEB-4074-A42A-931DE3A996B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7877440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2" name="Flowchart: Connector 211">
                        <a:extLst>
                          <a:ext uri="{FF2B5EF4-FFF2-40B4-BE49-F238E27FC236}">
                            <a16:creationId xmlns:a16="http://schemas.microsoft.com/office/drawing/2014/main" id="{E896089E-B78B-4445-A0D1-9AC978F392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3" name="3D Model 212" descr="Sphere">
                            <a:extLst>
                              <a:ext uri="{FF2B5EF4-FFF2-40B4-BE49-F238E27FC236}">
                                <a16:creationId xmlns:a16="http://schemas.microsoft.com/office/drawing/2014/main" id="{AAA049D7-F519-48ED-A6C6-71888A0FDA5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9571697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5" name="Group 164">
                      <a:extLst>
                        <a:ext uri="{FF2B5EF4-FFF2-40B4-BE49-F238E27FC236}">
                          <a16:creationId xmlns:a16="http://schemas.microsoft.com/office/drawing/2014/main" id="{DEE261FB-B283-4E34-B415-BAF5E3AE49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82" name="Flowchart: Connector 181">
                        <a:extLst>
                          <a:ext uri="{FF2B5EF4-FFF2-40B4-BE49-F238E27FC236}">
                            <a16:creationId xmlns:a16="http://schemas.microsoft.com/office/drawing/2014/main" id="{A8B6EDF3-236A-4CB1-B673-03D331798B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3" name="Flowchart: Connector 182">
                        <a:extLst>
                          <a:ext uri="{FF2B5EF4-FFF2-40B4-BE49-F238E27FC236}">
                            <a16:creationId xmlns:a16="http://schemas.microsoft.com/office/drawing/2014/main" id="{1E05524F-8811-4550-B451-0DADCF9D33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4" name="Flowchart: Connector 183">
                        <a:extLst>
                          <a:ext uri="{FF2B5EF4-FFF2-40B4-BE49-F238E27FC236}">
                            <a16:creationId xmlns:a16="http://schemas.microsoft.com/office/drawing/2014/main" id="{314597E1-A647-4609-9D00-2B801B674D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5" name="Flowchart: Connector 184">
                        <a:extLst>
                          <a:ext uri="{FF2B5EF4-FFF2-40B4-BE49-F238E27FC236}">
                            <a16:creationId xmlns:a16="http://schemas.microsoft.com/office/drawing/2014/main" id="{0137B7A7-AF9E-43EE-A632-4E2FBD7D6A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6" name="Flowchart: Connector 185">
                        <a:extLst>
                          <a:ext uri="{FF2B5EF4-FFF2-40B4-BE49-F238E27FC236}">
                            <a16:creationId xmlns:a16="http://schemas.microsoft.com/office/drawing/2014/main" id="{C94ADC12-3EDF-41CF-ABE1-CBC638D704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7" name="Flowchart: Connector 186">
                        <a:extLst>
                          <a:ext uri="{FF2B5EF4-FFF2-40B4-BE49-F238E27FC236}">
                            <a16:creationId xmlns:a16="http://schemas.microsoft.com/office/drawing/2014/main" id="{F12C3C61-9077-4CCF-B4E6-96C0120619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8" name="Flowchart: Connector 187">
                        <a:extLst>
                          <a:ext uri="{FF2B5EF4-FFF2-40B4-BE49-F238E27FC236}">
                            <a16:creationId xmlns:a16="http://schemas.microsoft.com/office/drawing/2014/main" id="{D95B72FC-E51C-4CFB-9F11-B69E2E76FA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9" name="Flowchart: Connector 188">
                        <a:extLst>
                          <a:ext uri="{FF2B5EF4-FFF2-40B4-BE49-F238E27FC236}">
                            <a16:creationId xmlns:a16="http://schemas.microsoft.com/office/drawing/2014/main" id="{5C540FD1-F7E5-4627-BF77-ADADB6BBDE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0" name="Flowchart: Connector 189">
                        <a:extLst>
                          <a:ext uri="{FF2B5EF4-FFF2-40B4-BE49-F238E27FC236}">
                            <a16:creationId xmlns:a16="http://schemas.microsoft.com/office/drawing/2014/main" id="{207148DF-A6AE-4926-A955-97A83B391E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1" name="3D Model 190" descr="Sphere">
                            <a:extLst>
                              <a:ext uri="{FF2B5EF4-FFF2-40B4-BE49-F238E27FC236}">
                                <a16:creationId xmlns:a16="http://schemas.microsoft.com/office/drawing/2014/main" id="{A7ABCBDA-8E8D-40BD-96A9-FFF9A9750D0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8301701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2" name="Flowchart: Connector 191">
                        <a:extLst>
                          <a:ext uri="{FF2B5EF4-FFF2-40B4-BE49-F238E27FC236}">
                            <a16:creationId xmlns:a16="http://schemas.microsoft.com/office/drawing/2014/main" id="{4C46550C-A1EF-40AE-BF08-FE276FBD27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3" name="3D Model 192" descr="Sphere">
                            <a:extLst>
                              <a:ext uri="{FF2B5EF4-FFF2-40B4-BE49-F238E27FC236}">
                                <a16:creationId xmlns:a16="http://schemas.microsoft.com/office/drawing/2014/main" id="{7C7AB146-BCAF-47C9-A9D2-65B7F9589AD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9468528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4" name="Flowchart: Connector 193">
                        <a:extLst>
                          <a:ext uri="{FF2B5EF4-FFF2-40B4-BE49-F238E27FC236}">
                            <a16:creationId xmlns:a16="http://schemas.microsoft.com/office/drawing/2014/main" id="{773F8545-9FBF-427B-9AE9-3026152CD9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5" name="3D Model 194" descr="Sphere">
                            <a:extLst>
                              <a:ext uri="{FF2B5EF4-FFF2-40B4-BE49-F238E27FC236}">
                                <a16:creationId xmlns:a16="http://schemas.microsoft.com/office/drawing/2014/main" id="{A2846D76-B782-4003-91CD-E643328851A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724034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6" name="Flowchart: Connector 195">
                        <a:extLst>
                          <a:ext uri="{FF2B5EF4-FFF2-40B4-BE49-F238E27FC236}">
                            <a16:creationId xmlns:a16="http://schemas.microsoft.com/office/drawing/2014/main" id="{C142B618-DDF8-40D3-A310-45B863019A1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7" name="3D Model 196" descr="Sphere">
                            <a:extLst>
                              <a:ext uri="{FF2B5EF4-FFF2-40B4-BE49-F238E27FC236}">
                                <a16:creationId xmlns:a16="http://schemas.microsoft.com/office/drawing/2014/main" id="{FC173A17-A413-4570-B383-342AF630076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6929161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66" name="Flowchart: Connector 165">
                      <a:extLst>
                        <a:ext uri="{FF2B5EF4-FFF2-40B4-BE49-F238E27FC236}">
                          <a16:creationId xmlns:a16="http://schemas.microsoft.com/office/drawing/2014/main" id="{987E076B-D791-4C85-BD6D-2881854194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7" name="Flowchart: Connector 166">
                      <a:extLst>
                        <a:ext uri="{FF2B5EF4-FFF2-40B4-BE49-F238E27FC236}">
                          <a16:creationId xmlns:a16="http://schemas.microsoft.com/office/drawing/2014/main" id="{B89A1DC0-C7A3-42E3-BC87-E76E1B63FE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8" name="Flowchart: Connector 167">
                      <a:extLst>
                        <a:ext uri="{FF2B5EF4-FFF2-40B4-BE49-F238E27FC236}">
                          <a16:creationId xmlns:a16="http://schemas.microsoft.com/office/drawing/2014/main" id="{3C3D33CB-79E7-4140-BF42-ABD28C9C43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" name="Flowchart: Connector 168">
                      <a:extLst>
                        <a:ext uri="{FF2B5EF4-FFF2-40B4-BE49-F238E27FC236}">
                          <a16:creationId xmlns:a16="http://schemas.microsoft.com/office/drawing/2014/main" id="{E8CCDAC3-C13D-4457-A2BA-DDD42DCCBE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" name="Flowchart: Connector 169">
                      <a:extLst>
                        <a:ext uri="{FF2B5EF4-FFF2-40B4-BE49-F238E27FC236}">
                          <a16:creationId xmlns:a16="http://schemas.microsoft.com/office/drawing/2014/main" id="{63C5C4EB-6E54-4B34-BFB2-DD3856769F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" name="Flowchart: Connector 170">
                      <a:extLst>
                        <a:ext uri="{FF2B5EF4-FFF2-40B4-BE49-F238E27FC236}">
                          <a16:creationId xmlns:a16="http://schemas.microsoft.com/office/drawing/2014/main" id="{7995FFBE-D94D-4851-AE31-86348474CE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2" name="Flowchart: Connector 171">
                      <a:extLst>
                        <a:ext uri="{FF2B5EF4-FFF2-40B4-BE49-F238E27FC236}">
                          <a16:creationId xmlns:a16="http://schemas.microsoft.com/office/drawing/2014/main" id="{31BE60D1-3D54-4FDD-A7F7-C44B5E4A0C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3" name="Flowchart: Connector 172">
                      <a:extLst>
                        <a:ext uri="{FF2B5EF4-FFF2-40B4-BE49-F238E27FC236}">
                          <a16:creationId xmlns:a16="http://schemas.microsoft.com/office/drawing/2014/main" id="{8C51FFD9-47C8-4B5B-9FA1-9036D1E1A7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4" name="Flowchart: Connector 173">
                      <a:extLst>
                        <a:ext uri="{FF2B5EF4-FFF2-40B4-BE49-F238E27FC236}">
                          <a16:creationId xmlns:a16="http://schemas.microsoft.com/office/drawing/2014/main" id="{8A32DF48-9CE7-4DC3-B981-A33FBAA300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5" name="3D Model 174" descr="Sphere">
                          <a:extLst>
                            <a:ext uri="{FF2B5EF4-FFF2-40B4-BE49-F238E27FC236}">
                              <a16:creationId xmlns:a16="http://schemas.microsoft.com/office/drawing/2014/main" id="{0F441D18-6D9C-4C48-BBF1-C28CF9A13BF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22665214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0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5" name="3D Model 174" descr="Sphere">
                          <a:extLst>
                            <a:ext uri="{FF2B5EF4-FFF2-40B4-BE49-F238E27FC236}">
                              <a16:creationId xmlns:a16="http://schemas.microsoft.com/office/drawing/2014/main" id="{0F441D18-6D9C-4C48-BBF1-C28CF9A13BF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65242" y="2784657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6" name="Flowchart: Connector 175">
                      <a:extLst>
                        <a:ext uri="{FF2B5EF4-FFF2-40B4-BE49-F238E27FC236}">
                          <a16:creationId xmlns:a16="http://schemas.microsoft.com/office/drawing/2014/main" id="{6115A113-D59D-407F-AB6F-65D6915B01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7" name="3D Model 176" descr="Sphere">
                          <a:extLst>
                            <a:ext uri="{FF2B5EF4-FFF2-40B4-BE49-F238E27FC236}">
                              <a16:creationId xmlns:a16="http://schemas.microsoft.com/office/drawing/2014/main" id="{653ADD8A-AFB8-4BB3-8461-2EBD4DD651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60588003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7" name="3D Model 176" descr="Sphere">
                          <a:extLst>
                            <a:ext uri="{FF2B5EF4-FFF2-40B4-BE49-F238E27FC236}">
                              <a16:creationId xmlns:a16="http://schemas.microsoft.com/office/drawing/2014/main" id="{653ADD8A-AFB8-4BB3-8461-2EBD4DD6515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02651" y="284871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8" name="Flowchart: Connector 177">
                      <a:extLst>
                        <a:ext uri="{FF2B5EF4-FFF2-40B4-BE49-F238E27FC236}">
                          <a16:creationId xmlns:a16="http://schemas.microsoft.com/office/drawing/2014/main" id="{E189C878-43AD-4F43-9ADF-960B2EA730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9" name="3D Model 178" descr="Sphere">
                          <a:extLst>
                            <a:ext uri="{FF2B5EF4-FFF2-40B4-BE49-F238E27FC236}">
                              <a16:creationId xmlns:a16="http://schemas.microsoft.com/office/drawing/2014/main" id="{04097741-C651-416C-B6DD-C24D5A1D138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67552156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9" name="3D Model 178" descr="Sphere">
                          <a:extLst>
                            <a:ext uri="{FF2B5EF4-FFF2-40B4-BE49-F238E27FC236}">
                              <a16:creationId xmlns:a16="http://schemas.microsoft.com/office/drawing/2014/main" id="{04097741-C651-416C-B6DD-C24D5A1D138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47147" y="291749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80" name="Flowchart: Connector 179">
                      <a:extLst>
                        <a:ext uri="{FF2B5EF4-FFF2-40B4-BE49-F238E27FC236}">
                          <a16:creationId xmlns:a16="http://schemas.microsoft.com/office/drawing/2014/main" id="{A0910846-8E32-4321-8AEB-036C00B7A3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81" name="3D Model 180" descr="Sphere">
                          <a:extLst>
                            <a:ext uri="{FF2B5EF4-FFF2-40B4-BE49-F238E27FC236}">
                              <a16:creationId xmlns:a16="http://schemas.microsoft.com/office/drawing/2014/main" id="{C85FB5A0-5213-4020-B74F-0E33E70A359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6159029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81" name="3D Model 180" descr="Sphere">
                          <a:extLst>
                            <a:ext uri="{FF2B5EF4-FFF2-40B4-BE49-F238E27FC236}">
                              <a16:creationId xmlns:a16="http://schemas.microsoft.com/office/drawing/2014/main" id="{C85FB5A0-5213-4020-B74F-0E33E70A359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815565" y="2997549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93" name="Flowchart: Connector 92">
                  <a:extLst>
                    <a:ext uri="{FF2B5EF4-FFF2-40B4-BE49-F238E27FC236}">
                      <a16:creationId xmlns:a16="http://schemas.microsoft.com/office/drawing/2014/main" id="{55320F24-E405-4C0F-AFC7-A6CD7D19D2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4" name="Flowchart: Connector 93">
                  <a:extLst>
                    <a:ext uri="{FF2B5EF4-FFF2-40B4-BE49-F238E27FC236}">
                      <a16:creationId xmlns:a16="http://schemas.microsoft.com/office/drawing/2014/main" id="{5B14F133-BEA8-4FCF-86E3-1CA694AC6C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5" name="Flowchart: Connector 94">
                  <a:extLst>
                    <a:ext uri="{FF2B5EF4-FFF2-40B4-BE49-F238E27FC236}">
                      <a16:creationId xmlns:a16="http://schemas.microsoft.com/office/drawing/2014/main" id="{D3AFF7BB-4019-4DC5-8201-8338839B02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6" name="Flowchart: Connector 95">
                  <a:extLst>
                    <a:ext uri="{FF2B5EF4-FFF2-40B4-BE49-F238E27FC236}">
                      <a16:creationId xmlns:a16="http://schemas.microsoft.com/office/drawing/2014/main" id="{8FACF5EB-B53D-4F2A-8069-4362D0D934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7" name="Flowchart: Connector 96">
                  <a:extLst>
                    <a:ext uri="{FF2B5EF4-FFF2-40B4-BE49-F238E27FC236}">
                      <a16:creationId xmlns:a16="http://schemas.microsoft.com/office/drawing/2014/main" id="{7B1A49B2-F660-496D-81B4-B0FDCE03617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8" name="Flowchart: Connector 97">
                  <a:extLst>
                    <a:ext uri="{FF2B5EF4-FFF2-40B4-BE49-F238E27FC236}">
                      <a16:creationId xmlns:a16="http://schemas.microsoft.com/office/drawing/2014/main" id="{2B01064F-7525-49A8-91C6-D76A8AE7251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99" name="Flowchart: Connector 98">
                  <a:extLst>
                    <a:ext uri="{FF2B5EF4-FFF2-40B4-BE49-F238E27FC236}">
                      <a16:creationId xmlns:a16="http://schemas.microsoft.com/office/drawing/2014/main" id="{7C72E90A-6AA8-4774-82C0-1C75568FAA5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00" name="Flowchart: Connector 99">
                  <a:extLst>
                    <a:ext uri="{FF2B5EF4-FFF2-40B4-BE49-F238E27FC236}">
                      <a16:creationId xmlns:a16="http://schemas.microsoft.com/office/drawing/2014/main" id="{503B4DC3-AFB6-435C-90AF-9B20DCF837F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EB9C9C5F-C4D2-40CE-917C-698859AA2E0B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02" name="Group 101">
                    <a:extLst>
                      <a:ext uri="{FF2B5EF4-FFF2-40B4-BE49-F238E27FC236}">
                        <a16:creationId xmlns:a16="http://schemas.microsoft.com/office/drawing/2014/main" id="{BEE93EAE-50B5-4170-A15D-C8533648BAB4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53" name="Flowchart: Connector 152">
                      <a:extLst>
                        <a:ext uri="{FF2B5EF4-FFF2-40B4-BE49-F238E27FC236}">
                          <a16:creationId xmlns:a16="http://schemas.microsoft.com/office/drawing/2014/main" id="{893AA2A7-6318-421E-AC35-BED34244F4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4" name="3D Model 153" descr="Sphere">
                          <a:extLst>
                            <a:ext uri="{FF2B5EF4-FFF2-40B4-BE49-F238E27FC236}">
                              <a16:creationId xmlns:a16="http://schemas.microsoft.com/office/drawing/2014/main" id="{59D6F9AA-09E2-4338-90EA-68FFD8CCDA4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6472488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4" name="3D Model 153" descr="Sphere">
                          <a:extLst>
                            <a:ext uri="{FF2B5EF4-FFF2-40B4-BE49-F238E27FC236}">
                              <a16:creationId xmlns:a16="http://schemas.microsoft.com/office/drawing/2014/main" id="{59D6F9AA-09E2-4338-90EA-68FFD8CCDA4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35944" y="3887946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5" name="Flowchart: Connector 154">
                      <a:extLst>
                        <a:ext uri="{FF2B5EF4-FFF2-40B4-BE49-F238E27FC236}">
                          <a16:creationId xmlns:a16="http://schemas.microsoft.com/office/drawing/2014/main" id="{A370B24F-6EF9-4596-BE9D-A3B215E286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6" name="3D Model 155" descr="Sphere">
                          <a:extLst>
                            <a:ext uri="{FF2B5EF4-FFF2-40B4-BE49-F238E27FC236}">
                              <a16:creationId xmlns:a16="http://schemas.microsoft.com/office/drawing/2014/main" id="{4C1E866F-ED5D-408F-94D4-CA7FFC0A618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24780583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7" name="Flowchart: Connector 156">
                      <a:extLst>
                        <a:ext uri="{FF2B5EF4-FFF2-40B4-BE49-F238E27FC236}">
                          <a16:creationId xmlns:a16="http://schemas.microsoft.com/office/drawing/2014/main" id="{AD35CA6B-99A1-4138-BAE2-662A77A2DC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8" name="3D Model 157" descr="Sphere">
                          <a:extLst>
                            <a:ext uri="{FF2B5EF4-FFF2-40B4-BE49-F238E27FC236}">
                              <a16:creationId xmlns:a16="http://schemas.microsoft.com/office/drawing/2014/main" id="{8E23AECE-82D0-404E-9965-25E61B1CE3E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2913912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9" name="Flowchart: Connector 158">
                      <a:extLst>
                        <a:ext uri="{FF2B5EF4-FFF2-40B4-BE49-F238E27FC236}">
                          <a16:creationId xmlns:a16="http://schemas.microsoft.com/office/drawing/2014/main" id="{65248308-0E7D-40DE-A8DD-9218A43AF4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0" name="3D Model 159" descr="Sphere">
                          <a:extLst>
                            <a:ext uri="{FF2B5EF4-FFF2-40B4-BE49-F238E27FC236}">
                              <a16:creationId xmlns:a16="http://schemas.microsoft.com/office/drawing/2014/main" id="{9761576E-706D-4A5E-B9A8-79B1E8FC0AA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67504279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A0321870-0D06-4852-9235-6D0E9F3D1518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37" name="Flowchart: Connector 136">
                      <a:extLst>
                        <a:ext uri="{FF2B5EF4-FFF2-40B4-BE49-F238E27FC236}">
                          <a16:creationId xmlns:a16="http://schemas.microsoft.com/office/drawing/2014/main" id="{2AB17CE1-C5CF-4BA2-9C20-E626D50BA9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" name="Flowchart: Connector 137">
                      <a:extLst>
                        <a:ext uri="{FF2B5EF4-FFF2-40B4-BE49-F238E27FC236}">
                          <a16:creationId xmlns:a16="http://schemas.microsoft.com/office/drawing/2014/main" id="{8DFE02A7-0AAE-4689-929D-34F10D97BA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9" name="Flowchart: Connector 138">
                      <a:extLst>
                        <a:ext uri="{FF2B5EF4-FFF2-40B4-BE49-F238E27FC236}">
                          <a16:creationId xmlns:a16="http://schemas.microsoft.com/office/drawing/2014/main" id="{5960E71C-DE7D-4DF3-ADED-68D093B0ED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" name="Flowchart: Connector 139">
                      <a:extLst>
                        <a:ext uri="{FF2B5EF4-FFF2-40B4-BE49-F238E27FC236}">
                          <a16:creationId xmlns:a16="http://schemas.microsoft.com/office/drawing/2014/main" id="{338BED6F-1297-4064-878B-AADEF672E1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" name="Flowchart: Connector 140">
                      <a:extLst>
                        <a:ext uri="{FF2B5EF4-FFF2-40B4-BE49-F238E27FC236}">
                          <a16:creationId xmlns:a16="http://schemas.microsoft.com/office/drawing/2014/main" id="{96CBBA44-CAA7-4B43-9F07-33CD322612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2" name="Flowchart: Connector 141">
                      <a:extLst>
                        <a:ext uri="{FF2B5EF4-FFF2-40B4-BE49-F238E27FC236}">
                          <a16:creationId xmlns:a16="http://schemas.microsoft.com/office/drawing/2014/main" id="{0762442E-C4CA-4C33-8847-9B5AC532E2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" name="Flowchart: Connector 142">
                      <a:extLst>
                        <a:ext uri="{FF2B5EF4-FFF2-40B4-BE49-F238E27FC236}">
                          <a16:creationId xmlns:a16="http://schemas.microsoft.com/office/drawing/2014/main" id="{0DFEAA1F-5A4A-4832-8E51-B6F24442AC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4" name="Flowchart: Connector 143">
                      <a:extLst>
                        <a:ext uri="{FF2B5EF4-FFF2-40B4-BE49-F238E27FC236}">
                          <a16:creationId xmlns:a16="http://schemas.microsoft.com/office/drawing/2014/main" id="{6B04563B-EFE1-4439-B5E9-0E1E11061D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" name="Flowchart: Connector 144">
                      <a:extLst>
                        <a:ext uri="{FF2B5EF4-FFF2-40B4-BE49-F238E27FC236}">
                          <a16:creationId xmlns:a16="http://schemas.microsoft.com/office/drawing/2014/main" id="{977410ED-8457-4DFD-9D92-87673D9E64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" name="3D Model 145" descr="Sphere">
                          <a:extLst>
                            <a:ext uri="{FF2B5EF4-FFF2-40B4-BE49-F238E27FC236}">
                              <a16:creationId xmlns:a16="http://schemas.microsoft.com/office/drawing/2014/main" id="{756B16C5-4508-40A0-B7F3-162B4744EE2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55555794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" name="3D Model 145" descr="Sphere">
                          <a:extLst>
                            <a:ext uri="{FF2B5EF4-FFF2-40B4-BE49-F238E27FC236}">
                              <a16:creationId xmlns:a16="http://schemas.microsoft.com/office/drawing/2014/main" id="{756B16C5-4508-40A0-B7F3-162B4744EE2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32585" y="355433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7" name="Flowchart: Connector 146">
                      <a:extLst>
                        <a:ext uri="{FF2B5EF4-FFF2-40B4-BE49-F238E27FC236}">
                          <a16:creationId xmlns:a16="http://schemas.microsoft.com/office/drawing/2014/main" id="{47174AD6-530C-4FA8-AC95-E4D6EC4A1F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8" name="3D Model 147" descr="Sphere">
                          <a:extLst>
                            <a:ext uri="{FF2B5EF4-FFF2-40B4-BE49-F238E27FC236}">
                              <a16:creationId xmlns:a16="http://schemas.microsoft.com/office/drawing/2014/main" id="{104DB187-300F-4C0C-B55E-B379F1DCE54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941481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9" name="Flowchart: Connector 148">
                      <a:extLst>
                        <a:ext uri="{FF2B5EF4-FFF2-40B4-BE49-F238E27FC236}">
                          <a16:creationId xmlns:a16="http://schemas.microsoft.com/office/drawing/2014/main" id="{252B1F8E-B0F1-4D9E-B953-AE90D9A200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0" name="3D Model 149" descr="Sphere">
                          <a:extLst>
                            <a:ext uri="{FF2B5EF4-FFF2-40B4-BE49-F238E27FC236}">
                              <a16:creationId xmlns:a16="http://schemas.microsoft.com/office/drawing/2014/main" id="{4065FEEF-8BCA-47E5-9EF7-89AC28BA82D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5696483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1" name="Flowchart: Connector 150">
                      <a:extLst>
                        <a:ext uri="{FF2B5EF4-FFF2-40B4-BE49-F238E27FC236}">
                          <a16:creationId xmlns:a16="http://schemas.microsoft.com/office/drawing/2014/main" id="{895E1F52-27E8-4829-9E9E-08F6F1F544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2" name="3D Model 151" descr="Sphere">
                          <a:extLst>
                            <a:ext uri="{FF2B5EF4-FFF2-40B4-BE49-F238E27FC236}">
                              <a16:creationId xmlns:a16="http://schemas.microsoft.com/office/drawing/2014/main" id="{974BD8CF-923F-4A88-9AC4-0B4BFB4298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35921781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FA255B8F-A700-41CA-80A0-69BE49784044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21" name="Flowchart: Connector 120">
                      <a:extLst>
                        <a:ext uri="{FF2B5EF4-FFF2-40B4-BE49-F238E27FC236}">
                          <a16:creationId xmlns:a16="http://schemas.microsoft.com/office/drawing/2014/main" id="{15CAE386-29AE-44EC-B64A-F499F895CA1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2" name="Flowchart: Connector 121">
                      <a:extLst>
                        <a:ext uri="{FF2B5EF4-FFF2-40B4-BE49-F238E27FC236}">
                          <a16:creationId xmlns:a16="http://schemas.microsoft.com/office/drawing/2014/main" id="{ED36A51F-2CA6-44C6-ABE8-223A68B212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3" name="Flowchart: Connector 122">
                      <a:extLst>
                        <a:ext uri="{FF2B5EF4-FFF2-40B4-BE49-F238E27FC236}">
                          <a16:creationId xmlns:a16="http://schemas.microsoft.com/office/drawing/2014/main" id="{D8402296-540C-4138-9AF0-B2B4344B9B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" name="Flowchart: Connector 123">
                      <a:extLst>
                        <a:ext uri="{FF2B5EF4-FFF2-40B4-BE49-F238E27FC236}">
                          <a16:creationId xmlns:a16="http://schemas.microsoft.com/office/drawing/2014/main" id="{76EAB9B9-AE86-4AB9-A95E-21A83298BD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5" name="Flowchart: Connector 124">
                      <a:extLst>
                        <a:ext uri="{FF2B5EF4-FFF2-40B4-BE49-F238E27FC236}">
                          <a16:creationId xmlns:a16="http://schemas.microsoft.com/office/drawing/2014/main" id="{E636ABA0-9106-4C94-87BA-CF13000FB9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" name="Flowchart: Connector 125">
                      <a:extLst>
                        <a:ext uri="{FF2B5EF4-FFF2-40B4-BE49-F238E27FC236}">
                          <a16:creationId xmlns:a16="http://schemas.microsoft.com/office/drawing/2014/main" id="{59D3209A-D54E-4318-9213-CB1AED2555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" name="Flowchart: Connector 126">
                      <a:extLst>
                        <a:ext uri="{FF2B5EF4-FFF2-40B4-BE49-F238E27FC236}">
                          <a16:creationId xmlns:a16="http://schemas.microsoft.com/office/drawing/2014/main" id="{96F766BC-6000-4834-99E8-F65A259A61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" name="Flowchart: Connector 127">
                      <a:extLst>
                        <a:ext uri="{FF2B5EF4-FFF2-40B4-BE49-F238E27FC236}">
                          <a16:creationId xmlns:a16="http://schemas.microsoft.com/office/drawing/2014/main" id="{2710A336-1C3F-4E2C-BC27-0D7FE69AA68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9" name="Flowchart: Connector 128">
                      <a:extLst>
                        <a:ext uri="{FF2B5EF4-FFF2-40B4-BE49-F238E27FC236}">
                          <a16:creationId xmlns:a16="http://schemas.microsoft.com/office/drawing/2014/main" id="{2CDC64E5-36D8-4C55-9632-591D240609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0" name="3D Model 129" descr="Sphere">
                          <a:extLst>
                            <a:ext uri="{FF2B5EF4-FFF2-40B4-BE49-F238E27FC236}">
                              <a16:creationId xmlns:a16="http://schemas.microsoft.com/office/drawing/2014/main" id="{47D4A59F-7345-4303-916A-A0AC6A0CF64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0345038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0" name="3D Model 129" descr="Sphere">
                          <a:extLst>
                            <a:ext uri="{FF2B5EF4-FFF2-40B4-BE49-F238E27FC236}">
                              <a16:creationId xmlns:a16="http://schemas.microsoft.com/office/drawing/2014/main" id="{47D4A59F-7345-4303-916A-A0AC6A0CF64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22906" y="323115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1" name="Flowchart: Connector 130">
                      <a:extLst>
                        <a:ext uri="{FF2B5EF4-FFF2-40B4-BE49-F238E27FC236}">
                          <a16:creationId xmlns:a16="http://schemas.microsoft.com/office/drawing/2014/main" id="{B95F4F62-7FD7-48B0-9338-E3CF7656BF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2" name="3D Model 131" descr="Sphere">
                          <a:extLst>
                            <a:ext uri="{FF2B5EF4-FFF2-40B4-BE49-F238E27FC236}">
                              <a16:creationId xmlns:a16="http://schemas.microsoft.com/office/drawing/2014/main" id="{2B44DAD8-B15B-485D-9084-36E08051076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36487216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2" name="3D Model 131" descr="Sphere">
                          <a:extLst>
                            <a:ext uri="{FF2B5EF4-FFF2-40B4-BE49-F238E27FC236}">
                              <a16:creationId xmlns:a16="http://schemas.microsoft.com/office/drawing/2014/main" id="{2B44DAD8-B15B-485D-9084-36E08051076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62972" y="331541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3" name="Flowchart: Connector 132">
                      <a:extLst>
                        <a:ext uri="{FF2B5EF4-FFF2-40B4-BE49-F238E27FC236}">
                          <a16:creationId xmlns:a16="http://schemas.microsoft.com/office/drawing/2014/main" id="{4E365D74-BD5B-48C4-88FA-593EF17C16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4" name="3D Model 133" descr="Sphere">
                          <a:extLst>
                            <a:ext uri="{FF2B5EF4-FFF2-40B4-BE49-F238E27FC236}">
                              <a16:creationId xmlns:a16="http://schemas.microsoft.com/office/drawing/2014/main" id="{6F088326-5AB6-4185-AC8C-FA477452C89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692023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5" name="Flowchart: Connector 134">
                      <a:extLst>
                        <a:ext uri="{FF2B5EF4-FFF2-40B4-BE49-F238E27FC236}">
                          <a16:creationId xmlns:a16="http://schemas.microsoft.com/office/drawing/2014/main" id="{11F70486-8002-4EC5-8EC2-F914F4CDBD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6" name="3D Model 135" descr="Sphere">
                          <a:extLst>
                            <a:ext uri="{FF2B5EF4-FFF2-40B4-BE49-F238E27FC236}">
                              <a16:creationId xmlns:a16="http://schemas.microsoft.com/office/drawing/2014/main" id="{AC96C85A-2B10-43D8-AD1F-CAC70E4EB90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1805625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05" name="Flowchart: Connector 104">
                    <a:extLst>
                      <a:ext uri="{FF2B5EF4-FFF2-40B4-BE49-F238E27FC236}">
                        <a16:creationId xmlns:a16="http://schemas.microsoft.com/office/drawing/2014/main" id="{8DE8F747-0B6C-403F-9A3A-8A9A14248D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6" name="Flowchart: Connector 105">
                    <a:extLst>
                      <a:ext uri="{FF2B5EF4-FFF2-40B4-BE49-F238E27FC236}">
                        <a16:creationId xmlns:a16="http://schemas.microsoft.com/office/drawing/2014/main" id="{B83799E1-8BCF-4F62-8A6D-02C5B9F37BE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" name="Flowchart: Connector 106">
                    <a:extLst>
                      <a:ext uri="{FF2B5EF4-FFF2-40B4-BE49-F238E27FC236}">
                        <a16:creationId xmlns:a16="http://schemas.microsoft.com/office/drawing/2014/main" id="{336F3683-B2F9-4A6A-9B8C-5318497FA15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8" name="Flowchart: Connector 107">
                    <a:extLst>
                      <a:ext uri="{FF2B5EF4-FFF2-40B4-BE49-F238E27FC236}">
                        <a16:creationId xmlns:a16="http://schemas.microsoft.com/office/drawing/2014/main" id="{51668B41-FF14-4A7F-B2F1-C7CA6AB2BE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9" name="Flowchart: Connector 108">
                    <a:extLst>
                      <a:ext uri="{FF2B5EF4-FFF2-40B4-BE49-F238E27FC236}">
                        <a16:creationId xmlns:a16="http://schemas.microsoft.com/office/drawing/2014/main" id="{9361CD0A-7941-4CBA-A5BD-64F01296344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0" name="Flowchart: Connector 109">
                    <a:extLst>
                      <a:ext uri="{FF2B5EF4-FFF2-40B4-BE49-F238E27FC236}">
                        <a16:creationId xmlns:a16="http://schemas.microsoft.com/office/drawing/2014/main" id="{EC1A29C1-C2D0-403A-8943-BD002A97B1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1" name="Flowchart: Connector 110">
                    <a:extLst>
                      <a:ext uri="{FF2B5EF4-FFF2-40B4-BE49-F238E27FC236}">
                        <a16:creationId xmlns:a16="http://schemas.microsoft.com/office/drawing/2014/main" id="{79CCDB31-B4B8-4212-98B7-2A43D6346B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2" name="Flowchart: Connector 111">
                    <a:extLst>
                      <a:ext uri="{FF2B5EF4-FFF2-40B4-BE49-F238E27FC236}">
                        <a16:creationId xmlns:a16="http://schemas.microsoft.com/office/drawing/2014/main" id="{79824907-2E95-4F9E-849E-35FC1AF096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3" name="Flowchart: Connector 112">
                    <a:extLst>
                      <a:ext uri="{FF2B5EF4-FFF2-40B4-BE49-F238E27FC236}">
                        <a16:creationId xmlns:a16="http://schemas.microsoft.com/office/drawing/2014/main" id="{8E1A4BED-A3BD-49C6-9D70-37CC4AE4BBA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4" name="3D Model 113" descr="Sphere">
                        <a:extLst>
                          <a:ext uri="{FF2B5EF4-FFF2-40B4-BE49-F238E27FC236}">
                            <a16:creationId xmlns:a16="http://schemas.microsoft.com/office/drawing/2014/main" id="{56A2AB05-F072-40CA-90AE-FD36A7808D3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029753100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3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4" name="3D Model 113" descr="Sphere">
                        <a:extLst>
                          <a:ext uri="{FF2B5EF4-FFF2-40B4-BE49-F238E27FC236}">
                            <a16:creationId xmlns:a16="http://schemas.microsoft.com/office/drawing/2014/main" id="{56A2AB05-F072-40CA-90AE-FD36A7808D3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0057" y="2917267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5" name="Flowchart: Connector 114">
                    <a:extLst>
                      <a:ext uri="{FF2B5EF4-FFF2-40B4-BE49-F238E27FC236}">
                        <a16:creationId xmlns:a16="http://schemas.microsoft.com/office/drawing/2014/main" id="{469E5D58-28DB-4E31-9251-F602EA5EA5A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6" name="3D Model 115" descr="Sphere">
                        <a:extLst>
                          <a:ext uri="{FF2B5EF4-FFF2-40B4-BE49-F238E27FC236}">
                            <a16:creationId xmlns:a16="http://schemas.microsoft.com/office/drawing/2014/main" id="{7C9E6E5C-C27E-459B-A76D-97CD231ABD4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61677202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6" name="3D Model 115" descr="Sphere">
                        <a:extLst>
                          <a:ext uri="{FF2B5EF4-FFF2-40B4-BE49-F238E27FC236}">
                            <a16:creationId xmlns:a16="http://schemas.microsoft.com/office/drawing/2014/main" id="{7C9E6E5C-C27E-459B-A76D-97CD231ABD4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76013" y="3007589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7" name="Flowchart: Connector 116">
                    <a:extLst>
                      <a:ext uri="{FF2B5EF4-FFF2-40B4-BE49-F238E27FC236}">
                        <a16:creationId xmlns:a16="http://schemas.microsoft.com/office/drawing/2014/main" id="{F889DA5E-3F09-42D2-BC20-9D3A65F8CA9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8" name="3D Model 117" descr="Sphere">
                        <a:extLst>
                          <a:ext uri="{FF2B5EF4-FFF2-40B4-BE49-F238E27FC236}">
                            <a16:creationId xmlns:a16="http://schemas.microsoft.com/office/drawing/2014/main" id="{4E73B661-C0D3-4777-B427-FC4F81686E2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235585359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8" name="3D Model 117" descr="Sphere">
                        <a:extLst>
                          <a:ext uri="{FF2B5EF4-FFF2-40B4-BE49-F238E27FC236}">
                            <a16:creationId xmlns:a16="http://schemas.microsoft.com/office/drawing/2014/main" id="{4E73B661-C0D3-4777-B427-FC4F81686E2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7147" y="305545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9" name="Flowchart: Connector 118">
                    <a:extLst>
                      <a:ext uri="{FF2B5EF4-FFF2-40B4-BE49-F238E27FC236}">
                        <a16:creationId xmlns:a16="http://schemas.microsoft.com/office/drawing/2014/main" id="{2210F4D3-EABA-45F7-B3DB-5DA6D8EFD7C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0" name="3D Model 119" descr="Sphere">
                        <a:extLst>
                          <a:ext uri="{FF2B5EF4-FFF2-40B4-BE49-F238E27FC236}">
                            <a16:creationId xmlns:a16="http://schemas.microsoft.com/office/drawing/2014/main" id="{3476476F-DDC4-49CE-B42B-4D693A51BEB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38716553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0" name="3D Model 119" descr="Sphere">
                        <a:extLst>
                          <a:ext uri="{FF2B5EF4-FFF2-40B4-BE49-F238E27FC236}">
                            <a16:creationId xmlns:a16="http://schemas.microsoft.com/office/drawing/2014/main" id="{3476476F-DDC4-49CE-B42B-4D693A51BEB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5565" y="314249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6DEB017-8DFE-4CFD-A04F-66225FFC1749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A25DCC1C-B676-4C08-90B8-1B656C935D0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A49B0365-E05F-4DC6-BEDF-F6D5634309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AA79D4F-2CF1-452A-ACE0-B20FB647C42C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4791031E-C624-4E1E-9EBC-36F4884AF85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51E74A48-C211-442F-A883-283682AF15A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A61BBF5-4B83-4D49-86F1-CEB886D687B7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74285DB5-E8DB-44B4-BD5C-FC135BEF4EF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7BC7430D-2AC6-4009-B451-3BA9F7E3B7A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4398C1D-0A71-481B-9BEC-D3289E597022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A62AB43F-223B-447E-8AAB-D7BDAF6452C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54A2D3BE-B231-4D30-83C7-D4B7FEDF005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93F424B-2898-4591-91BA-22F0E1326B69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E10281A1-32E8-4E24-9B48-96CE8A33B39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C881AD38-75AE-483C-9422-1037AD4133D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C2D8388-EEF9-481C-9EDB-A1CA779D4F53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AFC6B00B-F8F8-42FD-BFB6-295A12273E8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84049A55-777D-4AA4-9C60-5BF2AD6A296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F1052F6-D108-4E32-8647-269B95A43668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1EE7EC43-B124-4158-8C39-7F31DDF267B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DF01CADB-55C9-4A02-8AC9-4C6F418A636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1F59828-43B4-4FCF-9B8D-E477C2C8357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6920F5C0-432E-435C-AC0B-26899FAD7B8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5813ADF8-F81D-4289-B77F-C368A6351D3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F8A394F-D560-4782-AFEA-4013FC7B3F05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DD3E61A9-F38B-4FF6-ABB9-A094A455692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3D1C6239-0807-48A0-9480-97D63B4AC9D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4F02B70-5723-41AD-8A49-C2B64355BE22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67A30D7B-9B93-4678-9F53-AB158E78708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0FA288E6-76E9-415D-AA05-F9221B860C3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0ABF262-C288-449D-ADA9-446B5D88A6B3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D117E743-B5AA-450C-9EBC-6BDD4085AC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E85B394C-1D83-4C81-A427-8FE755F5D95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2C4063E-7C41-4E8C-BCD1-2FD9B4109E75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C66E6F38-BEF9-4494-A529-2F29C929B52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F2F8594C-935D-40ED-A6B5-B9E6DE9BFFC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F7CC483-3D49-40C6-B36B-C791225C01BB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F0D7E15C-E90C-4E93-92FC-47FD66DB47E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4701FAC3-87D0-46D5-AD45-7BEC41B8377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325C68A-63B8-4228-B7B4-A329C50C61D1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5EC204DE-728B-47B3-892F-D906DB9D5C6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72575100-4E38-480E-B559-F5FFE9ABCE3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8D8020C-560D-4346-9AD5-828E8E18B399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25385E2-C68D-421B-ABC4-8BF243DE5E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3" name="Rectangle: Rounded Corners 52">
                  <a:extLst>
                    <a:ext uri="{FF2B5EF4-FFF2-40B4-BE49-F238E27FC236}">
                      <a16:creationId xmlns:a16="http://schemas.microsoft.com/office/drawing/2014/main" id="{E6AA8F92-7D86-4165-993C-74C0E8C11E5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15248FA-77EF-4D6B-BEA3-5765DDD48051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74688C84-DDF1-4A76-BB40-757FD20B64F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588BA27E-670F-4E29-B160-D8CD27C4CBC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249D412-18AA-4AE7-A52A-5B9792F5C01A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5F9A0E15-8BEE-44E6-8877-53BF73A7E9D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2BAABAE3-FE68-4F39-A93E-AAB461C2B62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377085B-EA7C-46D0-B2EF-FD97E82D42A9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7711F58F-E74E-43F3-8D44-664E8CC42C1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EBE104B2-4689-4488-981E-0F258CB613C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6E158AB-B006-43AF-9ED0-99B6C28D97F8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5B57B974-73D8-4F93-BC74-C8E98E733BA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4C45AA32-E0AB-495F-ACCB-EF393C6C250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80FF8C5-DACA-4FDB-B930-5FCF78C75F58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7DAC81F3-8BCC-4256-83FC-ABC192EA29D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12BEB4CA-6858-4536-82EA-7EF5AA930E9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9A41630-92C1-447F-94E5-ECBABCB654A4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1E8619B-168A-4EBA-8866-7CD040403CE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0FFE9112-155E-44CF-89BE-38C2802DD3C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8366C9E-DA4A-416E-ABCD-95825A2A27F7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1227647-90C4-4D55-86C5-1F54EF17827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BF5A87CF-3EB6-441B-BCA2-D3FCF0EF920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86E90BC-F60D-4A32-B3CA-5CCB26F14FAF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56FCB94C-D4E4-4B34-AAD3-F02CE58488F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3EDCAD0F-D6B0-4777-876B-E3D011127B6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D14B08F-776D-473B-8F77-C27D6C7AE4CB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609D6494-D412-48DF-AD44-8523D923DB0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349D4FA0-9161-48F1-BA7A-BEDF5C835FB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EA50CEC-46D9-4030-87F5-E63BFA05FBAA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6E81F4A-8EF4-4858-9F9F-61B3DEE2D76B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5618B3-9D5E-4DA0-A11B-808D967E5173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46" name="Group 1145">
            <a:extLst>
              <a:ext uri="{FF2B5EF4-FFF2-40B4-BE49-F238E27FC236}">
                <a16:creationId xmlns:a16="http://schemas.microsoft.com/office/drawing/2014/main" id="{DDFEE340-AC3A-4085-891D-0BC9295A4558}"/>
              </a:ext>
            </a:extLst>
          </p:cNvPr>
          <p:cNvGrpSpPr/>
          <p:nvPr/>
        </p:nvGrpSpPr>
        <p:grpSpPr>
          <a:xfrm>
            <a:off x="3421184" y="2312340"/>
            <a:ext cx="1886859" cy="2342410"/>
            <a:chOff x="3360766" y="2140237"/>
            <a:chExt cx="2327751" cy="2728545"/>
          </a:xfrm>
        </p:grpSpPr>
        <p:sp>
          <p:nvSpPr>
            <p:cNvPr id="369" name="Curved Up Arrow 1">
              <a:extLst>
                <a:ext uri="{FF2B5EF4-FFF2-40B4-BE49-F238E27FC236}">
                  <a16:creationId xmlns:a16="http://schemas.microsoft.com/office/drawing/2014/main" id="{17156287-7811-4BFE-9CB9-92DB67BB4106}"/>
                </a:ext>
              </a:extLst>
            </p:cNvPr>
            <p:cNvSpPr/>
            <p:nvPr/>
          </p:nvSpPr>
          <p:spPr>
            <a:xfrm rot="9442209" flipH="1">
              <a:off x="3360766" y="3100767"/>
              <a:ext cx="2327751" cy="1768015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70" name="Curved Up Arrow 1">
              <a:extLst>
                <a:ext uri="{FF2B5EF4-FFF2-40B4-BE49-F238E27FC236}">
                  <a16:creationId xmlns:a16="http://schemas.microsoft.com/office/drawing/2014/main" id="{13F10144-7153-4315-BC0E-1F00499C3170}"/>
                </a:ext>
              </a:extLst>
            </p:cNvPr>
            <p:cNvSpPr/>
            <p:nvPr/>
          </p:nvSpPr>
          <p:spPr>
            <a:xfrm rot="12436148" flipH="1" flipV="1">
              <a:off x="3437356" y="2140237"/>
              <a:ext cx="2089735" cy="1983669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74B0A553-ABC0-4A1F-BAB8-AEC92E5D2B9C}"/>
              </a:ext>
            </a:extLst>
          </p:cNvPr>
          <p:cNvGrpSpPr/>
          <p:nvPr/>
        </p:nvGrpSpPr>
        <p:grpSpPr>
          <a:xfrm>
            <a:off x="4964043" y="3996048"/>
            <a:ext cx="3009933" cy="2694869"/>
            <a:chOff x="215985" y="1892158"/>
            <a:chExt cx="3009933" cy="2694869"/>
          </a:xfrm>
        </p:grpSpPr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8A30F15B-EFB7-4232-8C55-9E8FEF7434E9}"/>
                </a:ext>
              </a:extLst>
            </p:cNvPr>
            <p:cNvGrpSpPr/>
            <p:nvPr/>
          </p:nvGrpSpPr>
          <p:grpSpPr>
            <a:xfrm rot="5037398" flipV="1">
              <a:off x="1683131" y="3844124"/>
              <a:ext cx="731274" cy="157011"/>
              <a:chOff x="2620172" y="2546175"/>
              <a:chExt cx="834986" cy="143092"/>
            </a:xfrm>
          </p:grpSpPr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8C862264-C46F-49FE-846E-2A8D6F93C336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6" name="Rectangle: Rounded Corners 735">
                <a:extLst>
                  <a:ext uri="{FF2B5EF4-FFF2-40B4-BE49-F238E27FC236}">
                    <a16:creationId xmlns:a16="http://schemas.microsoft.com/office/drawing/2014/main" id="{A8ADB858-8644-409C-B636-0EE4EF9C3445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533C427C-781D-40DB-8E74-88CC866440AE}"/>
                </a:ext>
              </a:extLst>
            </p:cNvPr>
            <p:cNvGrpSpPr/>
            <p:nvPr/>
          </p:nvGrpSpPr>
          <p:grpSpPr>
            <a:xfrm rot="5037398" flipV="1">
              <a:off x="1123013" y="4110752"/>
              <a:ext cx="731274" cy="157011"/>
              <a:chOff x="2620172" y="2546175"/>
              <a:chExt cx="834986" cy="143092"/>
            </a:xfrm>
          </p:grpSpPr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14574433-5189-42D1-92AA-016FD01A2D4B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4" name="Rectangle: Rounded Corners 733">
                <a:extLst>
                  <a:ext uri="{FF2B5EF4-FFF2-40B4-BE49-F238E27FC236}">
                    <a16:creationId xmlns:a16="http://schemas.microsoft.com/office/drawing/2014/main" id="{9FA94851-D938-4D7D-911C-C3DA36E9FECC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13D30F55-8160-41F6-B4CE-F9C02AF0838C}"/>
                </a:ext>
              </a:extLst>
            </p:cNvPr>
            <p:cNvGrpSpPr/>
            <p:nvPr/>
          </p:nvGrpSpPr>
          <p:grpSpPr>
            <a:xfrm>
              <a:off x="860260" y="2440902"/>
              <a:ext cx="1730523" cy="1839492"/>
              <a:chOff x="420511" y="1784768"/>
              <a:chExt cx="1730523" cy="1839492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BD465CBB-CF0E-4644-819B-A22C60868834}"/>
                  </a:ext>
                </a:extLst>
              </p:cNvPr>
              <p:cNvGrpSpPr/>
              <p:nvPr/>
            </p:nvGrpSpPr>
            <p:grpSpPr>
              <a:xfrm>
                <a:off x="1069572" y="1784768"/>
                <a:ext cx="1081462" cy="1476716"/>
                <a:chOff x="2089993" y="1523034"/>
                <a:chExt cx="1081462" cy="1476716"/>
              </a:xfrm>
            </p:grpSpPr>
            <p:grpSp>
              <p:nvGrpSpPr>
                <p:cNvPr id="672" name="Group 671">
                  <a:extLst>
                    <a:ext uri="{FF2B5EF4-FFF2-40B4-BE49-F238E27FC236}">
                      <a16:creationId xmlns:a16="http://schemas.microsoft.com/office/drawing/2014/main" id="{0088C5FC-DD1F-448E-B9DA-85272A0D5F0C}"/>
                    </a:ext>
                  </a:extLst>
                </p:cNvPr>
                <p:cNvGrpSpPr/>
                <p:nvPr/>
              </p:nvGrpSpPr>
              <p:grpSpPr>
                <a:xfrm>
                  <a:off x="2089993" y="1670705"/>
                  <a:ext cx="101484" cy="1016226"/>
                  <a:chOff x="1800622" y="2364951"/>
                  <a:chExt cx="101484" cy="1016226"/>
                </a:xfrm>
              </p:grpSpPr>
              <p:sp>
                <p:nvSpPr>
                  <p:cNvPr id="729" name="Flowchart: Connector 728">
                    <a:extLst>
                      <a:ext uri="{FF2B5EF4-FFF2-40B4-BE49-F238E27FC236}">
                        <a16:creationId xmlns:a16="http://schemas.microsoft.com/office/drawing/2014/main" id="{7E59362A-C4D7-49A4-9F21-4F0C47A52C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328757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730" name="Flowchart: Connector 729">
                    <a:extLst>
                      <a:ext uri="{FF2B5EF4-FFF2-40B4-BE49-F238E27FC236}">
                        <a16:creationId xmlns:a16="http://schemas.microsoft.com/office/drawing/2014/main" id="{A30CDF08-127C-47B5-8DA5-FE907A9865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96789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731" name="Flowchart: Connector 730">
                    <a:extLst>
                      <a:ext uri="{FF2B5EF4-FFF2-40B4-BE49-F238E27FC236}">
                        <a16:creationId xmlns:a16="http://schemas.microsoft.com/office/drawing/2014/main" id="{EE437942-0393-48C0-87DD-0B883D62715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00622" y="265099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732" name="Flowchart: Connector 731">
                    <a:extLst>
                      <a:ext uri="{FF2B5EF4-FFF2-40B4-BE49-F238E27FC236}">
                        <a16:creationId xmlns:a16="http://schemas.microsoft.com/office/drawing/2014/main" id="{CEB6B218-7458-4A80-99B7-E734911919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3649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673" name="Group 672">
                  <a:extLst>
                    <a:ext uri="{FF2B5EF4-FFF2-40B4-BE49-F238E27FC236}">
                      <a16:creationId xmlns:a16="http://schemas.microsoft.com/office/drawing/2014/main" id="{44396035-C93A-45D5-80C2-10FD5C6234EB}"/>
                    </a:ext>
                  </a:extLst>
                </p:cNvPr>
                <p:cNvGrpSpPr/>
                <p:nvPr/>
              </p:nvGrpSpPr>
              <p:grpSpPr>
                <a:xfrm>
                  <a:off x="2114232" y="1523034"/>
                  <a:ext cx="1057223" cy="1476716"/>
                  <a:chOff x="2114232" y="1523034"/>
                  <a:chExt cx="1057223" cy="1476716"/>
                </a:xfrm>
              </p:grpSpPr>
              <p:grpSp>
                <p:nvGrpSpPr>
                  <p:cNvPr id="674" name="Group 673">
                    <a:extLst>
                      <a:ext uri="{FF2B5EF4-FFF2-40B4-BE49-F238E27FC236}">
                        <a16:creationId xmlns:a16="http://schemas.microsoft.com/office/drawing/2014/main" id="{A5DB6060-E9F8-4B24-8E32-C344C44E1ED0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460111"/>
                    <a:ext cx="1047544" cy="539639"/>
                    <a:chOff x="3717189" y="1719497"/>
                    <a:chExt cx="1047544" cy="539639"/>
                  </a:xfrm>
                </p:grpSpPr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2" name="3D Model 721" descr="Sphere">
                          <a:extLst>
                            <a:ext uri="{FF2B5EF4-FFF2-40B4-BE49-F238E27FC236}">
                              <a16:creationId xmlns:a16="http://schemas.microsoft.com/office/drawing/2014/main" id="{EE318F83-C452-41A9-AF7B-5589B404A21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57805760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9" name="3D Model 538" descr="Sphere">
                          <a:extLst>
                            <a:ext uri="{FF2B5EF4-FFF2-40B4-BE49-F238E27FC236}">
                              <a16:creationId xmlns:a16="http://schemas.microsoft.com/office/drawing/2014/main" id="{989EAF3D-01F6-44C6-8257-DE39868551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5882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3" name="Flowchart: Connector 722">
                      <a:extLst>
                        <a:ext uri="{FF2B5EF4-FFF2-40B4-BE49-F238E27FC236}">
                          <a16:creationId xmlns:a16="http://schemas.microsoft.com/office/drawing/2014/main" id="{436040A2-47DE-47E3-837D-1FF0FC3DA3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4" name="3D Model 723" descr="Sphere">
                          <a:extLst>
                            <a:ext uri="{FF2B5EF4-FFF2-40B4-BE49-F238E27FC236}">
                              <a16:creationId xmlns:a16="http://schemas.microsoft.com/office/drawing/2014/main" id="{A066ADF2-D8D6-495E-9D68-10A19278E8C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6474658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5" name="Flowchart: Connector 724">
                      <a:extLst>
                        <a:ext uri="{FF2B5EF4-FFF2-40B4-BE49-F238E27FC236}">
                          <a16:creationId xmlns:a16="http://schemas.microsoft.com/office/drawing/2014/main" id="{27262040-AB2B-4EB4-95D9-F7CF17443D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6" name="3D Model 725" descr="Sphere">
                          <a:extLst>
                            <a:ext uri="{FF2B5EF4-FFF2-40B4-BE49-F238E27FC236}">
                              <a16:creationId xmlns:a16="http://schemas.microsoft.com/office/drawing/2014/main" id="{B1AC3C70-7230-4A89-9E1F-13038E1C873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0881730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7" name="Flowchart: Connector 726">
                      <a:extLst>
                        <a:ext uri="{FF2B5EF4-FFF2-40B4-BE49-F238E27FC236}">
                          <a16:creationId xmlns:a16="http://schemas.microsoft.com/office/drawing/2014/main" id="{0CA8CFA1-EE34-40B4-B97E-4E30AAB320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8" name="3D Model 727" descr="Sphere">
                          <a:extLst>
                            <a:ext uri="{FF2B5EF4-FFF2-40B4-BE49-F238E27FC236}">
                              <a16:creationId xmlns:a16="http://schemas.microsoft.com/office/drawing/2014/main" id="{300913FE-410E-43A8-89CA-5DC084F6C7B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31867849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75" name="Group 674">
                    <a:extLst>
                      <a:ext uri="{FF2B5EF4-FFF2-40B4-BE49-F238E27FC236}">
                        <a16:creationId xmlns:a16="http://schemas.microsoft.com/office/drawing/2014/main" id="{77DA615A-1332-40BA-9864-58CD2791E192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140429"/>
                    <a:ext cx="1047544" cy="637179"/>
                    <a:chOff x="3717189" y="1719497"/>
                    <a:chExt cx="1047544" cy="637179"/>
                  </a:xfrm>
                </p:grpSpPr>
                <p:sp>
                  <p:nvSpPr>
                    <p:cNvPr id="707" name="Flowchart: Connector 706">
                      <a:extLst>
                        <a:ext uri="{FF2B5EF4-FFF2-40B4-BE49-F238E27FC236}">
                          <a16:creationId xmlns:a16="http://schemas.microsoft.com/office/drawing/2014/main" id="{4E0A715E-71DB-4CDD-82E4-6A33A185E5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08" name="Flowchart: Connector 707">
                      <a:extLst>
                        <a:ext uri="{FF2B5EF4-FFF2-40B4-BE49-F238E27FC236}">
                          <a16:creationId xmlns:a16="http://schemas.microsoft.com/office/drawing/2014/main" id="{17FA9FB7-A589-40CE-AF2A-2A3AD08F6D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09" name="Flowchart: Connector 708">
                      <a:extLst>
                        <a:ext uri="{FF2B5EF4-FFF2-40B4-BE49-F238E27FC236}">
                          <a16:creationId xmlns:a16="http://schemas.microsoft.com/office/drawing/2014/main" id="{82C5445E-8B05-4C73-B1A0-80E756B259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0" name="Flowchart: Connector 709">
                      <a:extLst>
                        <a:ext uri="{FF2B5EF4-FFF2-40B4-BE49-F238E27FC236}">
                          <a16:creationId xmlns:a16="http://schemas.microsoft.com/office/drawing/2014/main" id="{4DEEDDA9-869A-480E-B1CE-77C3307495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1" name="Flowchart: Connector 710">
                      <a:extLst>
                        <a:ext uri="{FF2B5EF4-FFF2-40B4-BE49-F238E27FC236}">
                          <a16:creationId xmlns:a16="http://schemas.microsoft.com/office/drawing/2014/main" id="{90009EC2-F051-4F95-B915-24FFF64033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2" name="Flowchart: Connector 711">
                      <a:extLst>
                        <a:ext uri="{FF2B5EF4-FFF2-40B4-BE49-F238E27FC236}">
                          <a16:creationId xmlns:a16="http://schemas.microsoft.com/office/drawing/2014/main" id="{96894124-B641-43E9-9366-37C3C9934A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3" name="Flowchart: Connector 712">
                      <a:extLst>
                        <a:ext uri="{FF2B5EF4-FFF2-40B4-BE49-F238E27FC236}">
                          <a16:creationId xmlns:a16="http://schemas.microsoft.com/office/drawing/2014/main" id="{B32B0F36-5C33-4BA6-9561-17A9C1EAAB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4" name="Flowchart: Connector 713">
                      <a:extLst>
                        <a:ext uri="{FF2B5EF4-FFF2-40B4-BE49-F238E27FC236}">
                          <a16:creationId xmlns:a16="http://schemas.microsoft.com/office/drawing/2014/main" id="{BC432463-CDD4-41E5-85A5-115F914EDD0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15" name="3D Model 714" descr="Sphere">
                          <a:extLst>
                            <a:ext uri="{FF2B5EF4-FFF2-40B4-BE49-F238E27FC236}">
                              <a16:creationId xmlns:a16="http://schemas.microsoft.com/office/drawing/2014/main" id="{E54991DF-5CB5-4069-972C-1A8137261EA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649839452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5" name="3D Model 554" descr="Sphere">
                          <a:extLst>
                            <a:ext uri="{FF2B5EF4-FFF2-40B4-BE49-F238E27FC236}">
                              <a16:creationId xmlns:a16="http://schemas.microsoft.com/office/drawing/2014/main" id="{B10B1F59-68DB-45EF-85AF-5C8351B140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26857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16" name="Flowchart: Connector 715">
                      <a:extLst>
                        <a:ext uri="{FF2B5EF4-FFF2-40B4-BE49-F238E27FC236}">
                          <a16:creationId xmlns:a16="http://schemas.microsoft.com/office/drawing/2014/main" id="{E79F8A9A-D3F7-4407-A123-77C34FF706D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17" name="3D Model 716" descr="Sphere">
                          <a:extLst>
                            <a:ext uri="{FF2B5EF4-FFF2-40B4-BE49-F238E27FC236}">
                              <a16:creationId xmlns:a16="http://schemas.microsoft.com/office/drawing/2014/main" id="{20C59C0F-FC7C-4215-A4D2-D39E60C4D31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16134858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18" name="Flowchart: Connector 717">
                      <a:extLst>
                        <a:ext uri="{FF2B5EF4-FFF2-40B4-BE49-F238E27FC236}">
                          <a16:creationId xmlns:a16="http://schemas.microsoft.com/office/drawing/2014/main" id="{49D0561C-3E0A-424F-A8C2-23A6BB0C66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19" name="3D Model 718" descr="Sphere">
                          <a:extLst>
                            <a:ext uri="{FF2B5EF4-FFF2-40B4-BE49-F238E27FC236}">
                              <a16:creationId xmlns:a16="http://schemas.microsoft.com/office/drawing/2014/main" id="{F9F63CCC-0D81-4707-8FDA-5F0A1FA4485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4896171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0" name="Flowchart: Connector 719">
                      <a:extLst>
                        <a:ext uri="{FF2B5EF4-FFF2-40B4-BE49-F238E27FC236}">
                          <a16:creationId xmlns:a16="http://schemas.microsoft.com/office/drawing/2014/main" id="{02C80847-9690-427E-943B-1005F03D0B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1" name="3D Model 720" descr="Sphere">
                          <a:extLst>
                            <a:ext uri="{FF2B5EF4-FFF2-40B4-BE49-F238E27FC236}">
                              <a16:creationId xmlns:a16="http://schemas.microsoft.com/office/drawing/2014/main" id="{8927001D-04FD-42E4-BAEF-BEB53FE1538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8526095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76" name="Group 675">
                    <a:extLst>
                      <a:ext uri="{FF2B5EF4-FFF2-40B4-BE49-F238E27FC236}">
                        <a16:creationId xmlns:a16="http://schemas.microsoft.com/office/drawing/2014/main" id="{5BE23872-C29B-40BC-A6BA-19E213B66C0C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823526"/>
                    <a:ext cx="1047544" cy="637179"/>
                    <a:chOff x="3717189" y="1719497"/>
                    <a:chExt cx="1047544" cy="637179"/>
                  </a:xfrm>
                </p:grpSpPr>
                <p:sp>
                  <p:nvSpPr>
                    <p:cNvPr id="692" name="Flowchart: Connector 691">
                      <a:extLst>
                        <a:ext uri="{FF2B5EF4-FFF2-40B4-BE49-F238E27FC236}">
                          <a16:creationId xmlns:a16="http://schemas.microsoft.com/office/drawing/2014/main" id="{811E092C-C288-46EC-B4CE-2914D22E80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3" name="Flowchart: Connector 692">
                      <a:extLst>
                        <a:ext uri="{FF2B5EF4-FFF2-40B4-BE49-F238E27FC236}">
                          <a16:creationId xmlns:a16="http://schemas.microsoft.com/office/drawing/2014/main" id="{4BB87467-AB8F-4C41-866A-AFE26CBE60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4" name="Flowchart: Connector 693">
                      <a:extLst>
                        <a:ext uri="{FF2B5EF4-FFF2-40B4-BE49-F238E27FC236}">
                          <a16:creationId xmlns:a16="http://schemas.microsoft.com/office/drawing/2014/main" id="{F2480C58-B745-4D88-9048-A373080777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5" name="Flowchart: Connector 694">
                      <a:extLst>
                        <a:ext uri="{FF2B5EF4-FFF2-40B4-BE49-F238E27FC236}">
                          <a16:creationId xmlns:a16="http://schemas.microsoft.com/office/drawing/2014/main" id="{98C6EB17-C52B-4BDD-84BC-B470F5C36A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6" name="Flowchart: Connector 695">
                      <a:extLst>
                        <a:ext uri="{FF2B5EF4-FFF2-40B4-BE49-F238E27FC236}">
                          <a16:creationId xmlns:a16="http://schemas.microsoft.com/office/drawing/2014/main" id="{86DCB85B-7FAA-4889-9DC9-D97767E42E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7" name="Flowchart: Connector 696">
                      <a:extLst>
                        <a:ext uri="{FF2B5EF4-FFF2-40B4-BE49-F238E27FC236}">
                          <a16:creationId xmlns:a16="http://schemas.microsoft.com/office/drawing/2014/main" id="{AAC5100C-B080-4B8E-915D-A0F005BFD2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8" name="Flowchart: Connector 697">
                      <a:extLst>
                        <a:ext uri="{FF2B5EF4-FFF2-40B4-BE49-F238E27FC236}">
                          <a16:creationId xmlns:a16="http://schemas.microsoft.com/office/drawing/2014/main" id="{E5B5EF7B-DB58-4D10-86D7-5A9A76A51B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9" name="Flowchart: Connector 698">
                      <a:extLst>
                        <a:ext uri="{FF2B5EF4-FFF2-40B4-BE49-F238E27FC236}">
                          <a16:creationId xmlns:a16="http://schemas.microsoft.com/office/drawing/2014/main" id="{C2053826-108D-47F0-A23C-2540285929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0" name="3D Model 699" descr="Sphere">
                          <a:extLst>
                            <a:ext uri="{FF2B5EF4-FFF2-40B4-BE49-F238E27FC236}">
                              <a16:creationId xmlns:a16="http://schemas.microsoft.com/office/drawing/2014/main" id="{472DD9A4-941C-4D81-8888-057E451E3EC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82027064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1" name="3D Model 570" descr="Sphere">
                          <a:extLst>
                            <a:ext uri="{FF2B5EF4-FFF2-40B4-BE49-F238E27FC236}">
                              <a16:creationId xmlns:a16="http://schemas.microsoft.com/office/drawing/2014/main" id="{431CAFD4-B5D8-40F0-860A-3D38F1F2E4D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8294" y="29516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01" name="Flowchart: Connector 700">
                      <a:extLst>
                        <a:ext uri="{FF2B5EF4-FFF2-40B4-BE49-F238E27FC236}">
                          <a16:creationId xmlns:a16="http://schemas.microsoft.com/office/drawing/2014/main" id="{CDBA980D-41A8-4F55-A54E-8E4A0298399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2" name="3D Model 701" descr="Sphere">
                          <a:extLst>
                            <a:ext uri="{FF2B5EF4-FFF2-40B4-BE49-F238E27FC236}">
                              <a16:creationId xmlns:a16="http://schemas.microsoft.com/office/drawing/2014/main" id="{7465BBAC-EACE-4FD7-A359-E8F99FB6AAB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2252391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3" name="3D Model 572" descr="Sphere">
                          <a:extLst>
                            <a:ext uri="{FF2B5EF4-FFF2-40B4-BE49-F238E27FC236}">
                              <a16:creationId xmlns:a16="http://schemas.microsoft.com/office/drawing/2014/main" id="{D6220843-76D7-4B68-A4C7-3C63A7751E1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9064" y="30296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03" name="Flowchart: Connector 702">
                      <a:extLst>
                        <a:ext uri="{FF2B5EF4-FFF2-40B4-BE49-F238E27FC236}">
                          <a16:creationId xmlns:a16="http://schemas.microsoft.com/office/drawing/2014/main" id="{767BF50E-0441-4C49-9EEC-F3B0D5E3C5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4" name="3D Model 703" descr="Sphere">
                          <a:extLst>
                            <a:ext uri="{FF2B5EF4-FFF2-40B4-BE49-F238E27FC236}">
                              <a16:creationId xmlns:a16="http://schemas.microsoft.com/office/drawing/2014/main" id="{11539060-60AB-4B17-BD92-03D49D6C16E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5486396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05" name="Flowchart: Connector 704">
                      <a:extLst>
                        <a:ext uri="{FF2B5EF4-FFF2-40B4-BE49-F238E27FC236}">
                          <a16:creationId xmlns:a16="http://schemas.microsoft.com/office/drawing/2014/main" id="{8D00438A-2E2E-48F6-88C8-B01D2A4E219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6" name="3D Model 705" descr="Sphere">
                          <a:extLst>
                            <a:ext uri="{FF2B5EF4-FFF2-40B4-BE49-F238E27FC236}">
                              <a16:creationId xmlns:a16="http://schemas.microsoft.com/office/drawing/2014/main" id="{EE90B902-47FC-4762-9D7E-3E6BCBA6A58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61023394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677" name="Flowchart: Connector 676">
                    <a:extLst>
                      <a:ext uri="{FF2B5EF4-FFF2-40B4-BE49-F238E27FC236}">
                        <a16:creationId xmlns:a16="http://schemas.microsoft.com/office/drawing/2014/main" id="{324BC854-256F-43BE-B8ED-CCE1D2597D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78" name="Flowchart: Connector 677">
                    <a:extLst>
                      <a:ext uri="{FF2B5EF4-FFF2-40B4-BE49-F238E27FC236}">
                        <a16:creationId xmlns:a16="http://schemas.microsoft.com/office/drawing/2014/main" id="{47B5872D-787E-4D4A-898E-94986D8C23C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40307" y="178032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79" name="Flowchart: Connector 678">
                    <a:extLst>
                      <a:ext uri="{FF2B5EF4-FFF2-40B4-BE49-F238E27FC236}">
                        <a16:creationId xmlns:a16="http://schemas.microsoft.com/office/drawing/2014/main" id="{A7AACAB1-8BBE-4DDA-BACB-A59955A410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0" name="Flowchart: Connector 679">
                    <a:extLst>
                      <a:ext uri="{FF2B5EF4-FFF2-40B4-BE49-F238E27FC236}">
                        <a16:creationId xmlns:a16="http://schemas.microsoft.com/office/drawing/2014/main" id="{3F657AE4-E5F1-437B-98FB-DBD55BF56B5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1" name="Flowchart: Connector 680">
                    <a:extLst>
                      <a:ext uri="{FF2B5EF4-FFF2-40B4-BE49-F238E27FC236}">
                        <a16:creationId xmlns:a16="http://schemas.microsoft.com/office/drawing/2014/main" id="{1E653858-2201-4411-B783-8511DE8432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2" name="Flowchart: Connector 681">
                    <a:extLst>
                      <a:ext uri="{FF2B5EF4-FFF2-40B4-BE49-F238E27FC236}">
                        <a16:creationId xmlns:a16="http://schemas.microsoft.com/office/drawing/2014/main" id="{881A8729-2D57-4C93-A25F-46DEF31BE71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3" name="Flowchart: Connector 682">
                    <a:extLst>
                      <a:ext uri="{FF2B5EF4-FFF2-40B4-BE49-F238E27FC236}">
                        <a16:creationId xmlns:a16="http://schemas.microsoft.com/office/drawing/2014/main" id="{715601AF-0C1A-4467-B13D-8C20C26EF5C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4" name="Flowchart: Connector 683">
                    <a:extLst>
                      <a:ext uri="{FF2B5EF4-FFF2-40B4-BE49-F238E27FC236}">
                        <a16:creationId xmlns:a16="http://schemas.microsoft.com/office/drawing/2014/main" id="{CC438495-B5BF-45C1-BF2C-E84AFCC0F24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85" name="3D Model 684" descr="Sphere">
                        <a:extLst>
                          <a:ext uri="{FF2B5EF4-FFF2-40B4-BE49-F238E27FC236}">
                            <a16:creationId xmlns:a16="http://schemas.microsoft.com/office/drawing/2014/main" id="{55EEB54F-62E3-4FCD-80D8-A2FAD191E56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998158243"/>
                          </p:ext>
                        </p:extLst>
                      </p:nvPr>
                    </p:nvGraphicFramePr>
                    <p:xfrm>
                      <a:off x="2134543" y="1523034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85" name="3D Model 684" descr="Sphere">
                        <a:extLst>
                          <a:ext uri="{FF2B5EF4-FFF2-40B4-BE49-F238E27FC236}">
                            <a16:creationId xmlns:a16="http://schemas.microsoft.com/office/drawing/2014/main" id="{55EEB54F-62E3-4FCD-80D8-A2FAD191E56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1929" y="454479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86" name="Flowchart: Connector 685">
                    <a:extLst>
                      <a:ext uri="{FF2B5EF4-FFF2-40B4-BE49-F238E27FC236}">
                        <a16:creationId xmlns:a16="http://schemas.microsoft.com/office/drawing/2014/main" id="{44EC1C9A-2FC8-49F7-8153-706D1DBDF66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87" name="3D Model 686" descr="Sphere">
                        <a:extLst>
                          <a:ext uri="{FF2B5EF4-FFF2-40B4-BE49-F238E27FC236}">
                            <a16:creationId xmlns:a16="http://schemas.microsoft.com/office/drawing/2014/main" id="{7057B383-CD79-4A11-95AC-D4547AFF693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204816060"/>
                          </p:ext>
                        </p:extLst>
                      </p:nvPr>
                    </p:nvGraphicFramePr>
                    <p:xfrm>
                      <a:off x="2371307" y="1579752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87" name="3D Model 686" descr="Sphere">
                        <a:extLst>
                          <a:ext uri="{FF2B5EF4-FFF2-40B4-BE49-F238E27FC236}">
                            <a16:creationId xmlns:a16="http://schemas.microsoft.com/office/drawing/2014/main" id="{7057B383-CD79-4A11-95AC-D4547AFF6933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38693" y="4601510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88" name="Flowchart: Connector 687">
                    <a:extLst>
                      <a:ext uri="{FF2B5EF4-FFF2-40B4-BE49-F238E27FC236}">
                        <a16:creationId xmlns:a16="http://schemas.microsoft.com/office/drawing/2014/main" id="{1B8A2E79-2EA6-4E80-9431-E3E22380644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89" name="3D Model 688" descr="Sphere">
                        <a:extLst>
                          <a:ext uri="{FF2B5EF4-FFF2-40B4-BE49-F238E27FC236}">
                            <a16:creationId xmlns:a16="http://schemas.microsoft.com/office/drawing/2014/main" id="{41807C7A-C073-404A-BB83-822A753647A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816978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89" name="3D Model 688" descr="Sphere">
                        <a:extLst>
                          <a:ext uri="{FF2B5EF4-FFF2-40B4-BE49-F238E27FC236}">
                            <a16:creationId xmlns:a16="http://schemas.microsoft.com/office/drawing/2014/main" id="{41807C7A-C073-404A-BB83-822A753647A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76563" y="466330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90" name="Flowchart: Connector 689">
                    <a:extLst>
                      <a:ext uri="{FF2B5EF4-FFF2-40B4-BE49-F238E27FC236}">
                        <a16:creationId xmlns:a16="http://schemas.microsoft.com/office/drawing/2014/main" id="{BCECA051-1D44-4989-9949-74E027E2F30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91" name="3D Model 690" descr="Sphere">
                        <a:extLst>
                          <a:ext uri="{FF2B5EF4-FFF2-40B4-BE49-F238E27FC236}">
                            <a16:creationId xmlns:a16="http://schemas.microsoft.com/office/drawing/2014/main" id="{FFE0E71E-0160-4111-B16C-06ED8619F0E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680368252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91" name="3D Model 690" descr="Sphere">
                        <a:extLst>
                          <a:ext uri="{FF2B5EF4-FFF2-40B4-BE49-F238E27FC236}">
                            <a16:creationId xmlns:a16="http://schemas.microsoft.com/office/drawing/2014/main" id="{FFE0E71E-0160-4111-B16C-06ED8619F0E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44981" y="475034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01B5147F-E0E6-4E16-B29D-ABAB982841AB}"/>
                  </a:ext>
                </a:extLst>
              </p:cNvPr>
              <p:cNvGrpSpPr/>
              <p:nvPr/>
            </p:nvGrpSpPr>
            <p:grpSpPr>
              <a:xfrm>
                <a:off x="1773325" y="2268938"/>
                <a:ext cx="222323" cy="860409"/>
                <a:chOff x="1473033" y="2656490"/>
                <a:chExt cx="222323" cy="860409"/>
              </a:xfrm>
            </p:grpSpPr>
            <p:sp>
              <p:nvSpPr>
                <p:cNvPr id="669" name="Flowchart: Connector 668">
                  <a:extLst>
                    <a:ext uri="{FF2B5EF4-FFF2-40B4-BE49-F238E27FC236}">
                      <a16:creationId xmlns:a16="http://schemas.microsoft.com/office/drawing/2014/main" id="{D0328D1C-751F-4202-A9C0-FAEC7A5990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2672" y="26564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70" name="Flowchart: Connector 669">
                  <a:extLst>
                    <a:ext uri="{FF2B5EF4-FFF2-40B4-BE49-F238E27FC236}">
                      <a16:creationId xmlns:a16="http://schemas.microsoft.com/office/drawing/2014/main" id="{262E7B9C-F370-45D1-94F4-C5562B2C73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73033" y="29825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71" name="Flowchart: Connector 670">
                  <a:extLst>
                    <a:ext uri="{FF2B5EF4-FFF2-40B4-BE49-F238E27FC236}">
                      <a16:creationId xmlns:a16="http://schemas.microsoft.com/office/drawing/2014/main" id="{FF5AC1AE-1B00-47F2-B989-420634F2D1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3497" y="33008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sp>
            <p:nvSpPr>
              <p:cNvPr id="453" name="Flowchart: Connector 452">
                <a:extLst>
                  <a:ext uri="{FF2B5EF4-FFF2-40B4-BE49-F238E27FC236}">
                    <a16:creationId xmlns:a16="http://schemas.microsoft.com/office/drawing/2014/main" id="{75EC3359-0C8C-4490-BFD9-244BDEAD0E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37026" y="2012614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54" name="Flowchart: Connector 453">
                <a:extLst>
                  <a:ext uri="{FF2B5EF4-FFF2-40B4-BE49-F238E27FC236}">
                    <a16:creationId xmlns:a16="http://schemas.microsoft.com/office/drawing/2014/main" id="{B656408D-4B18-4B80-A7F4-0B0BDD99C2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88002" y="208727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7E1DD403-9E3A-4969-9A2D-4E5212284E26}"/>
                  </a:ext>
                </a:extLst>
              </p:cNvPr>
              <p:cNvGrpSpPr/>
              <p:nvPr/>
            </p:nvGrpSpPr>
            <p:grpSpPr>
              <a:xfrm rot="21228750">
                <a:off x="1171220" y="1918660"/>
                <a:ext cx="698062" cy="387533"/>
                <a:chOff x="854933" y="2290871"/>
                <a:chExt cx="698062" cy="387533"/>
              </a:xfrm>
            </p:grpSpPr>
            <p:sp>
              <p:nvSpPr>
                <p:cNvPr id="666" name="Flowchart: Connector 665">
                  <a:extLst>
                    <a:ext uri="{FF2B5EF4-FFF2-40B4-BE49-F238E27FC236}">
                      <a16:creationId xmlns:a16="http://schemas.microsoft.com/office/drawing/2014/main" id="{6EF5477C-A574-4811-B9DC-66C0003F4D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54933" y="22908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67" name="Flowchart: Connector 666">
                  <a:extLst>
                    <a:ext uri="{FF2B5EF4-FFF2-40B4-BE49-F238E27FC236}">
                      <a16:creationId xmlns:a16="http://schemas.microsoft.com/office/drawing/2014/main" id="{1F118BFC-2578-43F1-9DA6-00E9018BD5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5206" y="23778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68" name="Flowchart: Connector 667">
                  <a:extLst>
                    <a:ext uri="{FF2B5EF4-FFF2-40B4-BE49-F238E27FC236}">
                      <a16:creationId xmlns:a16="http://schemas.microsoft.com/office/drawing/2014/main" id="{3A0A34A5-211F-449B-BC2A-120358DC71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41136" y="2462404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3F17EA9F-4DDF-40F8-8DF3-353E71F6872C}"/>
                  </a:ext>
                </a:extLst>
              </p:cNvPr>
              <p:cNvGrpSpPr/>
              <p:nvPr/>
            </p:nvGrpSpPr>
            <p:grpSpPr>
              <a:xfrm>
                <a:off x="849741" y="1890320"/>
                <a:ext cx="1098636" cy="1497980"/>
                <a:chOff x="2089993" y="1501770"/>
                <a:chExt cx="1098636" cy="1497980"/>
              </a:xfrm>
            </p:grpSpPr>
            <p:grpSp>
              <p:nvGrpSpPr>
                <p:cNvPr id="601" name="Group 600">
                  <a:extLst>
                    <a:ext uri="{FF2B5EF4-FFF2-40B4-BE49-F238E27FC236}">
                      <a16:creationId xmlns:a16="http://schemas.microsoft.com/office/drawing/2014/main" id="{4DE5E6E2-AA41-4555-B161-49D979BA6618}"/>
                    </a:ext>
                  </a:extLst>
                </p:cNvPr>
                <p:cNvGrpSpPr/>
                <p:nvPr/>
              </p:nvGrpSpPr>
              <p:grpSpPr>
                <a:xfrm>
                  <a:off x="2089993" y="1634990"/>
                  <a:ext cx="101484" cy="1051941"/>
                  <a:chOff x="1800622" y="2329236"/>
                  <a:chExt cx="101484" cy="1051941"/>
                </a:xfrm>
              </p:grpSpPr>
              <p:sp>
                <p:nvSpPr>
                  <p:cNvPr id="662" name="Flowchart: Connector 661">
                    <a:extLst>
                      <a:ext uri="{FF2B5EF4-FFF2-40B4-BE49-F238E27FC236}">
                        <a16:creationId xmlns:a16="http://schemas.microsoft.com/office/drawing/2014/main" id="{A45C0CE4-2F3F-4A41-9A83-426523741E4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328757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63" name="Flowchart: Connector 662">
                    <a:extLst>
                      <a:ext uri="{FF2B5EF4-FFF2-40B4-BE49-F238E27FC236}">
                        <a16:creationId xmlns:a16="http://schemas.microsoft.com/office/drawing/2014/main" id="{83737DBE-AB03-4242-A20D-B4F08DE35AA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96789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64" name="Flowchart: Connector 663">
                    <a:extLst>
                      <a:ext uri="{FF2B5EF4-FFF2-40B4-BE49-F238E27FC236}">
                        <a16:creationId xmlns:a16="http://schemas.microsoft.com/office/drawing/2014/main" id="{46D4BBCA-8C2A-49B1-845A-3E6BE0E2A31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00622" y="265099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65" name="Flowchart: Connector 664">
                    <a:extLst>
                      <a:ext uri="{FF2B5EF4-FFF2-40B4-BE49-F238E27FC236}">
                        <a16:creationId xmlns:a16="http://schemas.microsoft.com/office/drawing/2014/main" id="{E38C8CC8-6C46-469D-A455-BCED2044EEA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32923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602" name="Group 601">
                  <a:extLst>
                    <a:ext uri="{FF2B5EF4-FFF2-40B4-BE49-F238E27FC236}">
                      <a16:creationId xmlns:a16="http://schemas.microsoft.com/office/drawing/2014/main" id="{8F48362B-15D3-49AC-9198-026EACA7A9A5}"/>
                    </a:ext>
                  </a:extLst>
                </p:cNvPr>
                <p:cNvGrpSpPr/>
                <p:nvPr/>
              </p:nvGrpSpPr>
              <p:grpSpPr>
                <a:xfrm>
                  <a:off x="2114232" y="1501770"/>
                  <a:ext cx="1074397" cy="1497980"/>
                  <a:chOff x="2114232" y="1501770"/>
                  <a:chExt cx="1074397" cy="1497980"/>
                </a:xfrm>
              </p:grpSpPr>
              <p:grpSp>
                <p:nvGrpSpPr>
                  <p:cNvPr id="603" name="Group 602">
                    <a:extLst>
                      <a:ext uri="{FF2B5EF4-FFF2-40B4-BE49-F238E27FC236}">
                        <a16:creationId xmlns:a16="http://schemas.microsoft.com/office/drawing/2014/main" id="{0D58D1B2-78B3-46AA-8222-9AB9EF204316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460111"/>
                    <a:ext cx="1064718" cy="539639"/>
                    <a:chOff x="3717189" y="1719497"/>
                    <a:chExt cx="1064718" cy="539639"/>
                  </a:xfrm>
                </p:grpSpPr>
                <p:sp>
                  <p:nvSpPr>
                    <p:cNvPr id="654" name="Flowchart: Connector 653">
                      <a:extLst>
                        <a:ext uri="{FF2B5EF4-FFF2-40B4-BE49-F238E27FC236}">
                          <a16:creationId xmlns:a16="http://schemas.microsoft.com/office/drawing/2014/main" id="{DF7C616F-7281-422F-BDE5-D7A2C0F58F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5" name="3D Model 654" descr="Sphere">
                          <a:extLst>
                            <a:ext uri="{FF2B5EF4-FFF2-40B4-BE49-F238E27FC236}">
                              <a16:creationId xmlns:a16="http://schemas.microsoft.com/office/drawing/2014/main" id="{17A90D0C-505D-4606-9287-7A0A2BE7411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7399951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9" name="3D Model 538" descr="Sphere">
                          <a:extLst>
                            <a:ext uri="{FF2B5EF4-FFF2-40B4-BE49-F238E27FC236}">
                              <a16:creationId xmlns:a16="http://schemas.microsoft.com/office/drawing/2014/main" id="{989EAF3D-01F6-44C6-8257-DE39868551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5882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6" name="Flowchart: Connector 655">
                      <a:extLst>
                        <a:ext uri="{FF2B5EF4-FFF2-40B4-BE49-F238E27FC236}">
                          <a16:creationId xmlns:a16="http://schemas.microsoft.com/office/drawing/2014/main" id="{E08F6547-2D25-41D6-A939-6C5987F1269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7" name="3D Model 656" descr="Sphere">
                          <a:extLst>
                            <a:ext uri="{FF2B5EF4-FFF2-40B4-BE49-F238E27FC236}">
                              <a16:creationId xmlns:a16="http://schemas.microsoft.com/office/drawing/2014/main" id="{11E47085-5D60-4101-9EED-65F6DD56EF6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640281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8" name="Flowchart: Connector 657">
                      <a:extLst>
                        <a:ext uri="{FF2B5EF4-FFF2-40B4-BE49-F238E27FC236}">
                          <a16:creationId xmlns:a16="http://schemas.microsoft.com/office/drawing/2014/main" id="{12A84553-3E9E-4427-A4BE-B746537939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9" name="3D Model 658" descr="Sphere">
                          <a:extLst>
                            <a:ext uri="{FF2B5EF4-FFF2-40B4-BE49-F238E27FC236}">
                              <a16:creationId xmlns:a16="http://schemas.microsoft.com/office/drawing/2014/main" id="{68C85FFF-AAB3-4789-A5FA-B934F9EC76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8286349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60" name="Flowchart: Connector 659">
                      <a:extLst>
                        <a:ext uri="{FF2B5EF4-FFF2-40B4-BE49-F238E27FC236}">
                          <a16:creationId xmlns:a16="http://schemas.microsoft.com/office/drawing/2014/main" id="{0E6C5660-8E7E-49DF-8AFC-CB36889988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61" name="3D Model 660" descr="Sphere">
                          <a:extLst>
                            <a:ext uri="{FF2B5EF4-FFF2-40B4-BE49-F238E27FC236}">
                              <a16:creationId xmlns:a16="http://schemas.microsoft.com/office/drawing/2014/main" id="{1A153866-7F4B-402A-966D-5345EA90EA8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8054467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04" name="Group 603">
                    <a:extLst>
                      <a:ext uri="{FF2B5EF4-FFF2-40B4-BE49-F238E27FC236}">
                        <a16:creationId xmlns:a16="http://schemas.microsoft.com/office/drawing/2014/main" id="{3C416A3C-055A-4C5B-9A61-8F9E66ABBDCB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140429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638" name="Flowchart: Connector 637">
                      <a:extLst>
                        <a:ext uri="{FF2B5EF4-FFF2-40B4-BE49-F238E27FC236}">
                          <a16:creationId xmlns:a16="http://schemas.microsoft.com/office/drawing/2014/main" id="{E3B5D723-1CDF-4F0D-A049-51DEE69FC0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39" name="Flowchart: Connector 638">
                      <a:extLst>
                        <a:ext uri="{FF2B5EF4-FFF2-40B4-BE49-F238E27FC236}">
                          <a16:creationId xmlns:a16="http://schemas.microsoft.com/office/drawing/2014/main" id="{C9709B0A-F173-4E75-A9C8-CCC4B538DE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0" name="Flowchart: Connector 639">
                      <a:extLst>
                        <a:ext uri="{FF2B5EF4-FFF2-40B4-BE49-F238E27FC236}">
                          <a16:creationId xmlns:a16="http://schemas.microsoft.com/office/drawing/2014/main" id="{1F212D5A-BB2A-4FD9-A399-E46960E4EE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1" name="Flowchart: Connector 640">
                      <a:extLst>
                        <a:ext uri="{FF2B5EF4-FFF2-40B4-BE49-F238E27FC236}">
                          <a16:creationId xmlns:a16="http://schemas.microsoft.com/office/drawing/2014/main" id="{37A5855C-4BBF-47D0-8CC8-EDD5883D50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2" name="Flowchart: Connector 641">
                      <a:extLst>
                        <a:ext uri="{FF2B5EF4-FFF2-40B4-BE49-F238E27FC236}">
                          <a16:creationId xmlns:a16="http://schemas.microsoft.com/office/drawing/2014/main" id="{411B7635-C835-4CF3-81E9-5EB7FF2FF1D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3" name="Flowchart: Connector 642">
                      <a:extLst>
                        <a:ext uri="{FF2B5EF4-FFF2-40B4-BE49-F238E27FC236}">
                          <a16:creationId xmlns:a16="http://schemas.microsoft.com/office/drawing/2014/main" id="{94BE78B0-EEF6-400C-8531-6751B24BE6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4" name="Flowchart: Connector 643">
                      <a:extLst>
                        <a:ext uri="{FF2B5EF4-FFF2-40B4-BE49-F238E27FC236}">
                          <a16:creationId xmlns:a16="http://schemas.microsoft.com/office/drawing/2014/main" id="{86CD5511-945B-4D41-91CF-38CE16D806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5" name="Flowchart: Connector 644">
                      <a:extLst>
                        <a:ext uri="{FF2B5EF4-FFF2-40B4-BE49-F238E27FC236}">
                          <a16:creationId xmlns:a16="http://schemas.microsoft.com/office/drawing/2014/main" id="{CB7AE248-5ED2-4586-BD04-D29B3114D8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6" name="Flowchart: Connector 645">
                      <a:extLst>
                        <a:ext uri="{FF2B5EF4-FFF2-40B4-BE49-F238E27FC236}">
                          <a16:creationId xmlns:a16="http://schemas.microsoft.com/office/drawing/2014/main" id="{05A59E71-7133-4DAA-B771-42F517FFA4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47" name="3D Model 646" descr="Sphere">
                          <a:extLst>
                            <a:ext uri="{FF2B5EF4-FFF2-40B4-BE49-F238E27FC236}">
                              <a16:creationId xmlns:a16="http://schemas.microsoft.com/office/drawing/2014/main" id="{29B5ECCF-8436-4A61-A25E-7ECF94B7F9E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85050548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5" name="3D Model 554" descr="Sphere">
                          <a:extLst>
                            <a:ext uri="{FF2B5EF4-FFF2-40B4-BE49-F238E27FC236}">
                              <a16:creationId xmlns:a16="http://schemas.microsoft.com/office/drawing/2014/main" id="{B10B1F59-68DB-45EF-85AF-5C8351B140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26857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48" name="Flowchart: Connector 647">
                      <a:extLst>
                        <a:ext uri="{FF2B5EF4-FFF2-40B4-BE49-F238E27FC236}">
                          <a16:creationId xmlns:a16="http://schemas.microsoft.com/office/drawing/2014/main" id="{16EAAA57-A35A-4168-8976-F6B0BAD53A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49" name="3D Model 648" descr="Sphere">
                          <a:extLst>
                            <a:ext uri="{FF2B5EF4-FFF2-40B4-BE49-F238E27FC236}">
                              <a16:creationId xmlns:a16="http://schemas.microsoft.com/office/drawing/2014/main" id="{8C9B2079-D523-49A6-AD88-B51BDDC93EA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42328020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0" name="Flowchart: Connector 649">
                      <a:extLst>
                        <a:ext uri="{FF2B5EF4-FFF2-40B4-BE49-F238E27FC236}">
                          <a16:creationId xmlns:a16="http://schemas.microsoft.com/office/drawing/2014/main" id="{D3FE5D5B-4D0F-4142-8103-196E652991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1" name="3D Model 650" descr="Sphere">
                          <a:extLst>
                            <a:ext uri="{FF2B5EF4-FFF2-40B4-BE49-F238E27FC236}">
                              <a16:creationId xmlns:a16="http://schemas.microsoft.com/office/drawing/2014/main" id="{026AD409-BCEC-4ED4-B77C-01522684B01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2247224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2" name="Flowchart: Connector 651">
                      <a:extLst>
                        <a:ext uri="{FF2B5EF4-FFF2-40B4-BE49-F238E27FC236}">
                          <a16:creationId xmlns:a16="http://schemas.microsoft.com/office/drawing/2014/main" id="{3587879D-3C2A-43D5-8FC9-EBB409564D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3" name="3D Model 652" descr="Sphere">
                          <a:extLst>
                            <a:ext uri="{FF2B5EF4-FFF2-40B4-BE49-F238E27FC236}">
                              <a16:creationId xmlns:a16="http://schemas.microsoft.com/office/drawing/2014/main" id="{606A06E3-B6DA-4C2A-9213-09E1C862136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0155025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05" name="Group 604">
                    <a:extLst>
                      <a:ext uri="{FF2B5EF4-FFF2-40B4-BE49-F238E27FC236}">
                        <a16:creationId xmlns:a16="http://schemas.microsoft.com/office/drawing/2014/main" id="{41DC81B7-5D2D-4FA0-A28F-BC8B2C29E1D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823526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622" name="Flowchart: Connector 621">
                      <a:extLst>
                        <a:ext uri="{FF2B5EF4-FFF2-40B4-BE49-F238E27FC236}">
                          <a16:creationId xmlns:a16="http://schemas.microsoft.com/office/drawing/2014/main" id="{95FA0FB0-0477-4223-B37F-274DE44F55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3" name="Flowchart: Connector 622">
                      <a:extLst>
                        <a:ext uri="{FF2B5EF4-FFF2-40B4-BE49-F238E27FC236}">
                          <a16:creationId xmlns:a16="http://schemas.microsoft.com/office/drawing/2014/main" id="{6F6AA3C7-AD21-4C0E-BC66-439A1BAAAB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4" name="Flowchart: Connector 623">
                      <a:extLst>
                        <a:ext uri="{FF2B5EF4-FFF2-40B4-BE49-F238E27FC236}">
                          <a16:creationId xmlns:a16="http://schemas.microsoft.com/office/drawing/2014/main" id="{7332FE62-F36B-449F-902D-263BBD599E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5" name="Flowchart: Connector 624">
                      <a:extLst>
                        <a:ext uri="{FF2B5EF4-FFF2-40B4-BE49-F238E27FC236}">
                          <a16:creationId xmlns:a16="http://schemas.microsoft.com/office/drawing/2014/main" id="{3BACC093-9A9E-47D9-A4CA-D75ADFF458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6" name="Flowchart: Connector 625">
                      <a:extLst>
                        <a:ext uri="{FF2B5EF4-FFF2-40B4-BE49-F238E27FC236}">
                          <a16:creationId xmlns:a16="http://schemas.microsoft.com/office/drawing/2014/main" id="{38C536A1-19EE-44CC-B5D1-DD7B6D921A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7" name="Flowchart: Connector 626">
                      <a:extLst>
                        <a:ext uri="{FF2B5EF4-FFF2-40B4-BE49-F238E27FC236}">
                          <a16:creationId xmlns:a16="http://schemas.microsoft.com/office/drawing/2014/main" id="{5AB2A426-890E-453F-93E9-6F512C1252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8" name="Flowchart: Connector 627">
                      <a:extLst>
                        <a:ext uri="{FF2B5EF4-FFF2-40B4-BE49-F238E27FC236}">
                          <a16:creationId xmlns:a16="http://schemas.microsoft.com/office/drawing/2014/main" id="{F4389411-F5DF-494B-A0E1-B3A3DF78AA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9" name="Flowchart: Connector 628">
                      <a:extLst>
                        <a:ext uri="{FF2B5EF4-FFF2-40B4-BE49-F238E27FC236}">
                          <a16:creationId xmlns:a16="http://schemas.microsoft.com/office/drawing/2014/main" id="{A5A602D7-B9BC-4EC1-8930-B6CDA92E61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30" name="Flowchart: Connector 629">
                      <a:extLst>
                        <a:ext uri="{FF2B5EF4-FFF2-40B4-BE49-F238E27FC236}">
                          <a16:creationId xmlns:a16="http://schemas.microsoft.com/office/drawing/2014/main" id="{21F31DB9-F47F-4271-8D49-F9F7C95D744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1" name="3D Model 630" descr="Sphere">
                          <a:extLst>
                            <a:ext uri="{FF2B5EF4-FFF2-40B4-BE49-F238E27FC236}">
                              <a16:creationId xmlns:a16="http://schemas.microsoft.com/office/drawing/2014/main" id="{9D589543-5ADF-4402-9332-645BE36EE9B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18709031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1" name="3D Model 570" descr="Sphere">
                          <a:extLst>
                            <a:ext uri="{FF2B5EF4-FFF2-40B4-BE49-F238E27FC236}">
                              <a16:creationId xmlns:a16="http://schemas.microsoft.com/office/drawing/2014/main" id="{431CAFD4-B5D8-40F0-860A-3D38F1F2E4D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8294" y="29516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32" name="Flowchart: Connector 631">
                      <a:extLst>
                        <a:ext uri="{FF2B5EF4-FFF2-40B4-BE49-F238E27FC236}">
                          <a16:creationId xmlns:a16="http://schemas.microsoft.com/office/drawing/2014/main" id="{7A2EBC1E-8125-4F4A-9402-C201BAF4F3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3" name="3D Model 632" descr="Sphere">
                          <a:extLst>
                            <a:ext uri="{FF2B5EF4-FFF2-40B4-BE49-F238E27FC236}">
                              <a16:creationId xmlns:a16="http://schemas.microsoft.com/office/drawing/2014/main" id="{E72809DB-19FF-473A-8909-AC3E30C0BE7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244537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3" name="3D Model 572" descr="Sphere">
                          <a:extLst>
                            <a:ext uri="{FF2B5EF4-FFF2-40B4-BE49-F238E27FC236}">
                              <a16:creationId xmlns:a16="http://schemas.microsoft.com/office/drawing/2014/main" id="{D6220843-76D7-4B68-A4C7-3C63A7751E1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9064" y="30296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34" name="Flowchart: Connector 633">
                      <a:extLst>
                        <a:ext uri="{FF2B5EF4-FFF2-40B4-BE49-F238E27FC236}">
                          <a16:creationId xmlns:a16="http://schemas.microsoft.com/office/drawing/2014/main" id="{56871F48-E4D9-440E-A6DD-3FE8AD8D22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5" name="3D Model 634" descr="Sphere">
                          <a:extLst>
                            <a:ext uri="{FF2B5EF4-FFF2-40B4-BE49-F238E27FC236}">
                              <a16:creationId xmlns:a16="http://schemas.microsoft.com/office/drawing/2014/main" id="{944367A0-F1C6-495F-8052-7DB3EA7FCF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5003486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36" name="Flowchart: Connector 635">
                      <a:extLst>
                        <a:ext uri="{FF2B5EF4-FFF2-40B4-BE49-F238E27FC236}">
                          <a16:creationId xmlns:a16="http://schemas.microsoft.com/office/drawing/2014/main" id="{7DDD03DC-7DEC-4C34-AC9D-EC0CBD5BBB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7" name="3D Model 636" descr="Sphere">
                          <a:extLst>
                            <a:ext uri="{FF2B5EF4-FFF2-40B4-BE49-F238E27FC236}">
                              <a16:creationId xmlns:a16="http://schemas.microsoft.com/office/drawing/2014/main" id="{A70E7DB0-8A40-4111-A469-127520355F4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5372763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606" name="Flowchart: Connector 605">
                    <a:extLst>
                      <a:ext uri="{FF2B5EF4-FFF2-40B4-BE49-F238E27FC236}">
                        <a16:creationId xmlns:a16="http://schemas.microsoft.com/office/drawing/2014/main" id="{906D52B9-FCAF-4FCB-AACA-FD49F970E9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7" name="Flowchart: Connector 606">
                    <a:extLst>
                      <a:ext uri="{FF2B5EF4-FFF2-40B4-BE49-F238E27FC236}">
                        <a16:creationId xmlns:a16="http://schemas.microsoft.com/office/drawing/2014/main" id="{328B8AFF-E64E-450D-A8C9-9A24CD00E39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8" name="Flowchart: Connector 607">
                    <a:extLst>
                      <a:ext uri="{FF2B5EF4-FFF2-40B4-BE49-F238E27FC236}">
                        <a16:creationId xmlns:a16="http://schemas.microsoft.com/office/drawing/2014/main" id="{0546542A-F8ED-45DD-8A4F-371D43B5BA0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40307" y="178032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9" name="Flowchart: Connector 608">
                    <a:extLst>
                      <a:ext uri="{FF2B5EF4-FFF2-40B4-BE49-F238E27FC236}">
                        <a16:creationId xmlns:a16="http://schemas.microsoft.com/office/drawing/2014/main" id="{E9131E0F-6A7C-4EC8-A99E-8901297D03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0" name="Flowchart: Connector 609">
                    <a:extLst>
                      <a:ext uri="{FF2B5EF4-FFF2-40B4-BE49-F238E27FC236}">
                        <a16:creationId xmlns:a16="http://schemas.microsoft.com/office/drawing/2014/main" id="{B10FCC31-04F1-4770-B43E-52899ED9CC6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1" name="Flowchart: Connector 610">
                    <a:extLst>
                      <a:ext uri="{FF2B5EF4-FFF2-40B4-BE49-F238E27FC236}">
                        <a16:creationId xmlns:a16="http://schemas.microsoft.com/office/drawing/2014/main" id="{7818FC1D-C68A-4FF8-AF83-9B5AE14C5C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2" name="Flowchart: Connector 611">
                    <a:extLst>
                      <a:ext uri="{FF2B5EF4-FFF2-40B4-BE49-F238E27FC236}">
                        <a16:creationId xmlns:a16="http://schemas.microsoft.com/office/drawing/2014/main" id="{5A786162-DBAC-4685-A31E-58B3CC06A29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3" name="Flowchart: Connector 612">
                    <a:extLst>
                      <a:ext uri="{FF2B5EF4-FFF2-40B4-BE49-F238E27FC236}">
                        <a16:creationId xmlns:a16="http://schemas.microsoft.com/office/drawing/2014/main" id="{AC101E4F-81CB-49F8-98A1-AC83F28FD9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4" name="Flowchart: Connector 613">
                    <a:extLst>
                      <a:ext uri="{FF2B5EF4-FFF2-40B4-BE49-F238E27FC236}">
                        <a16:creationId xmlns:a16="http://schemas.microsoft.com/office/drawing/2014/main" id="{1D59A212-95DE-4B23-965E-E76A4AA6735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15" name="3D Model 614" descr="Sphere">
                        <a:extLst>
                          <a:ext uri="{FF2B5EF4-FFF2-40B4-BE49-F238E27FC236}">
                            <a16:creationId xmlns:a16="http://schemas.microsoft.com/office/drawing/2014/main" id="{3DCBF700-8825-486A-A687-0C3486CF8C0D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45791656"/>
                          </p:ext>
                        </p:extLst>
                      </p:nvPr>
                    </p:nvGraphicFramePr>
                    <p:xfrm>
                      <a:off x="2123911" y="1501770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15" name="3D Model 614" descr="Sphere">
                        <a:extLst>
                          <a:ext uri="{FF2B5EF4-FFF2-40B4-BE49-F238E27FC236}">
                            <a16:creationId xmlns:a16="http://schemas.microsoft.com/office/drawing/2014/main" id="{3DCBF700-8825-486A-A687-0C3486CF8C0D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71466" y="465034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16" name="Flowchart: Connector 615">
                    <a:extLst>
                      <a:ext uri="{FF2B5EF4-FFF2-40B4-BE49-F238E27FC236}">
                        <a16:creationId xmlns:a16="http://schemas.microsoft.com/office/drawing/2014/main" id="{786D34B5-98D8-412E-8221-E559F9EE728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17" name="3D Model 616" descr="Sphere">
                        <a:extLst>
                          <a:ext uri="{FF2B5EF4-FFF2-40B4-BE49-F238E27FC236}">
                            <a16:creationId xmlns:a16="http://schemas.microsoft.com/office/drawing/2014/main" id="{53A5F1CA-A865-4CA1-851F-EF621467314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1083749"/>
                          </p:ext>
                        </p:extLst>
                      </p:nvPr>
                    </p:nvGraphicFramePr>
                    <p:xfrm>
                      <a:off x="2364681" y="1579752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17" name="3D Model 616" descr="Sphere">
                        <a:extLst>
                          <a:ext uri="{FF2B5EF4-FFF2-40B4-BE49-F238E27FC236}">
                            <a16:creationId xmlns:a16="http://schemas.microsoft.com/office/drawing/2014/main" id="{53A5F1CA-A865-4CA1-851F-EF621467314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12236" y="4728326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18" name="Flowchart: Connector 617">
                    <a:extLst>
                      <a:ext uri="{FF2B5EF4-FFF2-40B4-BE49-F238E27FC236}">
                        <a16:creationId xmlns:a16="http://schemas.microsoft.com/office/drawing/2014/main" id="{C7CD93D9-6997-4473-B90D-439F8913932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93292" y="17177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19" name="3D Model 618" descr="Sphere">
                        <a:extLst>
                          <a:ext uri="{FF2B5EF4-FFF2-40B4-BE49-F238E27FC236}">
                            <a16:creationId xmlns:a16="http://schemas.microsoft.com/office/drawing/2014/main" id="{1BAA8820-5B74-411B-A5E3-A29AD6720D07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123440823"/>
                          </p:ext>
                        </p:extLst>
                      </p:nvPr>
                    </p:nvGraphicFramePr>
                    <p:xfrm>
                      <a:off x="2622429" y="163823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19" name="3D Model 618" descr="Sphere">
                        <a:extLst>
                          <a:ext uri="{FF2B5EF4-FFF2-40B4-BE49-F238E27FC236}">
                            <a16:creationId xmlns:a16="http://schemas.microsoft.com/office/drawing/2014/main" id="{1BAA8820-5B74-411B-A5E3-A29AD6720D0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69984" y="478681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20" name="Flowchart: Connector 619">
                    <a:extLst>
                      <a:ext uri="{FF2B5EF4-FFF2-40B4-BE49-F238E27FC236}">
                        <a16:creationId xmlns:a16="http://schemas.microsoft.com/office/drawing/2014/main" id="{202CE9BF-0558-44CE-9C16-4DD444E403C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21" name="3D Model 620" descr="Sphere">
                        <a:extLst>
                          <a:ext uri="{FF2B5EF4-FFF2-40B4-BE49-F238E27FC236}">
                            <a16:creationId xmlns:a16="http://schemas.microsoft.com/office/drawing/2014/main" id="{C4AB7619-4FD9-4394-8EBE-8672BD15398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836456351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21" name="3D Model 620" descr="Sphere">
                        <a:extLst>
                          <a:ext uri="{FF2B5EF4-FFF2-40B4-BE49-F238E27FC236}">
                            <a16:creationId xmlns:a16="http://schemas.microsoft.com/office/drawing/2014/main" id="{C4AB7619-4FD9-4394-8EBE-8672BD15398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25150" y="4877164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F50BE6DA-09BC-4C8D-B4D4-A9CB73455562}"/>
                  </a:ext>
                </a:extLst>
              </p:cNvPr>
              <p:cNvGrpSpPr/>
              <p:nvPr/>
            </p:nvGrpSpPr>
            <p:grpSpPr>
              <a:xfrm>
                <a:off x="1547436" y="2361226"/>
                <a:ext cx="222323" cy="860409"/>
                <a:chOff x="1473033" y="2656490"/>
                <a:chExt cx="222323" cy="860409"/>
              </a:xfrm>
            </p:grpSpPr>
            <p:sp>
              <p:nvSpPr>
                <p:cNvPr id="598" name="Flowchart: Connector 597">
                  <a:extLst>
                    <a:ext uri="{FF2B5EF4-FFF2-40B4-BE49-F238E27FC236}">
                      <a16:creationId xmlns:a16="http://schemas.microsoft.com/office/drawing/2014/main" id="{67239708-9266-4226-BB2F-3BD4FD67DB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2672" y="26564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99" name="Flowchart: Connector 598">
                  <a:extLst>
                    <a:ext uri="{FF2B5EF4-FFF2-40B4-BE49-F238E27FC236}">
                      <a16:creationId xmlns:a16="http://schemas.microsoft.com/office/drawing/2014/main" id="{BB0A9261-3729-4173-BF77-BC667A0B49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73033" y="29825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00" name="Flowchart: Connector 599">
                  <a:extLst>
                    <a:ext uri="{FF2B5EF4-FFF2-40B4-BE49-F238E27FC236}">
                      <a16:creationId xmlns:a16="http://schemas.microsoft.com/office/drawing/2014/main" id="{AEE7CE23-836E-4E2F-951D-DD2E5D5CC1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3497" y="33008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sp>
            <p:nvSpPr>
              <p:cNvPr id="458" name="Flowchart: Connector 457">
                <a:extLst>
                  <a:ext uri="{FF2B5EF4-FFF2-40B4-BE49-F238E27FC236}">
                    <a16:creationId xmlns:a16="http://schemas.microsoft.com/office/drawing/2014/main" id="{55677A40-EE74-4238-AB49-D76ABA2F4C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9794" y="2122544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59" name="Flowchart: Connector 458">
                <a:extLst>
                  <a:ext uri="{FF2B5EF4-FFF2-40B4-BE49-F238E27FC236}">
                    <a16:creationId xmlns:a16="http://schemas.microsoft.com/office/drawing/2014/main" id="{86A2B526-6F39-4FF4-A557-FE0196AAEF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4020" y="218539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grpSp>
            <p:nvGrpSpPr>
              <p:cNvPr id="460" name="Group 459">
                <a:extLst>
                  <a:ext uri="{FF2B5EF4-FFF2-40B4-BE49-F238E27FC236}">
                    <a16:creationId xmlns:a16="http://schemas.microsoft.com/office/drawing/2014/main" id="{BB329DEF-115B-43AA-A52D-4A79360AB67D}"/>
                  </a:ext>
                </a:extLst>
              </p:cNvPr>
              <p:cNvGrpSpPr/>
              <p:nvPr/>
            </p:nvGrpSpPr>
            <p:grpSpPr>
              <a:xfrm rot="21418957">
                <a:off x="941432" y="2025443"/>
                <a:ext cx="710250" cy="369080"/>
                <a:chOff x="854932" y="2290871"/>
                <a:chExt cx="710250" cy="369080"/>
              </a:xfrm>
            </p:grpSpPr>
            <p:sp>
              <p:nvSpPr>
                <p:cNvPr id="595" name="Flowchart: Connector 594">
                  <a:extLst>
                    <a:ext uri="{FF2B5EF4-FFF2-40B4-BE49-F238E27FC236}">
                      <a16:creationId xmlns:a16="http://schemas.microsoft.com/office/drawing/2014/main" id="{07AB34AE-166D-48F5-9935-8BCA37FF77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54932" y="22908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96" name="Flowchart: Connector 595">
                  <a:extLst>
                    <a:ext uri="{FF2B5EF4-FFF2-40B4-BE49-F238E27FC236}">
                      <a16:creationId xmlns:a16="http://schemas.microsoft.com/office/drawing/2014/main" id="{9B38657E-75E4-4DE4-A1C2-F966BD6E5B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897" y="2377722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97" name="Flowchart: Connector 596">
                  <a:extLst>
                    <a:ext uri="{FF2B5EF4-FFF2-40B4-BE49-F238E27FC236}">
                      <a16:creationId xmlns:a16="http://schemas.microsoft.com/office/drawing/2014/main" id="{64C33A74-AF74-45DE-A839-3DBFA89AB3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3323" y="244395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B240D4BB-D666-46C7-BED4-6BAD9B4B4356}"/>
                  </a:ext>
                </a:extLst>
              </p:cNvPr>
              <p:cNvGrpSpPr/>
              <p:nvPr/>
            </p:nvGrpSpPr>
            <p:grpSpPr>
              <a:xfrm>
                <a:off x="621287" y="1995259"/>
                <a:ext cx="1102917" cy="1484052"/>
                <a:chOff x="2085712" y="1515698"/>
                <a:chExt cx="1102917" cy="1484052"/>
              </a:xfrm>
            </p:grpSpPr>
            <p:grpSp>
              <p:nvGrpSpPr>
                <p:cNvPr id="530" name="Group 529">
                  <a:extLst>
                    <a:ext uri="{FF2B5EF4-FFF2-40B4-BE49-F238E27FC236}">
                      <a16:creationId xmlns:a16="http://schemas.microsoft.com/office/drawing/2014/main" id="{7F675FAA-5614-4C5D-9CDE-AA7081FD1C88}"/>
                    </a:ext>
                  </a:extLst>
                </p:cNvPr>
                <p:cNvGrpSpPr/>
                <p:nvPr/>
              </p:nvGrpSpPr>
              <p:grpSpPr>
                <a:xfrm>
                  <a:off x="2085712" y="1648950"/>
                  <a:ext cx="105765" cy="1037981"/>
                  <a:chOff x="1796341" y="2343196"/>
                  <a:chExt cx="105765" cy="1037981"/>
                </a:xfrm>
              </p:grpSpPr>
              <p:sp>
                <p:nvSpPr>
                  <p:cNvPr id="591" name="Flowchart: Connector 590">
                    <a:extLst>
                      <a:ext uri="{FF2B5EF4-FFF2-40B4-BE49-F238E27FC236}">
                        <a16:creationId xmlns:a16="http://schemas.microsoft.com/office/drawing/2014/main" id="{F948A103-C238-4B50-A0EE-DE5FD6F5530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328757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2" name="Flowchart: Connector 591">
                    <a:extLst>
                      <a:ext uri="{FF2B5EF4-FFF2-40B4-BE49-F238E27FC236}">
                        <a16:creationId xmlns:a16="http://schemas.microsoft.com/office/drawing/2014/main" id="{CC541697-5E60-4FA5-97B0-92E16649A9E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96789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3" name="Flowchart: Connector 592">
                    <a:extLst>
                      <a:ext uri="{FF2B5EF4-FFF2-40B4-BE49-F238E27FC236}">
                        <a16:creationId xmlns:a16="http://schemas.microsoft.com/office/drawing/2014/main" id="{051FB499-0798-4CA1-9EEB-4D5D9E03317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00622" y="265099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4" name="Flowchart: Connector 593">
                    <a:extLst>
                      <a:ext uri="{FF2B5EF4-FFF2-40B4-BE49-F238E27FC236}">
                        <a16:creationId xmlns:a16="http://schemas.microsoft.com/office/drawing/2014/main" id="{2E9EFC82-3CAC-4FCD-9600-1DCA4F893F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796341" y="2343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531" name="Group 530">
                  <a:extLst>
                    <a:ext uri="{FF2B5EF4-FFF2-40B4-BE49-F238E27FC236}">
                      <a16:creationId xmlns:a16="http://schemas.microsoft.com/office/drawing/2014/main" id="{D3B94A90-5B9F-496B-A581-A635FAC81A12}"/>
                    </a:ext>
                  </a:extLst>
                </p:cNvPr>
                <p:cNvGrpSpPr/>
                <p:nvPr/>
              </p:nvGrpSpPr>
              <p:grpSpPr>
                <a:xfrm>
                  <a:off x="2114232" y="1515698"/>
                  <a:ext cx="1074397" cy="1484052"/>
                  <a:chOff x="2114232" y="1515698"/>
                  <a:chExt cx="1074397" cy="1484052"/>
                </a:xfrm>
              </p:grpSpPr>
              <p:grpSp>
                <p:nvGrpSpPr>
                  <p:cNvPr id="532" name="Group 531">
                    <a:extLst>
                      <a:ext uri="{FF2B5EF4-FFF2-40B4-BE49-F238E27FC236}">
                        <a16:creationId xmlns:a16="http://schemas.microsoft.com/office/drawing/2014/main" id="{492B6142-244C-4E12-9580-76443345F687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460111"/>
                    <a:ext cx="1064718" cy="539639"/>
                    <a:chOff x="3717189" y="1719497"/>
                    <a:chExt cx="1064718" cy="539639"/>
                  </a:xfrm>
                </p:grpSpPr>
                <p:sp>
                  <p:nvSpPr>
                    <p:cNvPr id="583" name="Flowchart: Connector 582">
                      <a:extLst>
                        <a:ext uri="{FF2B5EF4-FFF2-40B4-BE49-F238E27FC236}">
                          <a16:creationId xmlns:a16="http://schemas.microsoft.com/office/drawing/2014/main" id="{FCFC7C8F-6D8D-450A-AF53-3B1FD91BEA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4" name="3D Model 583" descr="Sphere">
                          <a:extLst>
                            <a:ext uri="{FF2B5EF4-FFF2-40B4-BE49-F238E27FC236}">
                              <a16:creationId xmlns:a16="http://schemas.microsoft.com/office/drawing/2014/main" id="{DA29CB71-CF32-45C1-9616-AA728F7FBF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82340891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9" name="3D Model 538" descr="Sphere">
                          <a:extLst>
                            <a:ext uri="{FF2B5EF4-FFF2-40B4-BE49-F238E27FC236}">
                              <a16:creationId xmlns:a16="http://schemas.microsoft.com/office/drawing/2014/main" id="{989EAF3D-01F6-44C6-8257-DE39868551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5882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5" name="Flowchart: Connector 584">
                      <a:extLst>
                        <a:ext uri="{FF2B5EF4-FFF2-40B4-BE49-F238E27FC236}">
                          <a16:creationId xmlns:a16="http://schemas.microsoft.com/office/drawing/2014/main" id="{BB85C1D8-0D76-4486-BAB2-29FB945D3C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6" name="3D Model 585" descr="Sphere">
                          <a:extLst>
                            <a:ext uri="{FF2B5EF4-FFF2-40B4-BE49-F238E27FC236}">
                              <a16:creationId xmlns:a16="http://schemas.microsoft.com/office/drawing/2014/main" id="{3FB4ECDD-9248-45A0-8A5F-776F8112501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4222799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7" name="Flowchart: Connector 586">
                      <a:extLst>
                        <a:ext uri="{FF2B5EF4-FFF2-40B4-BE49-F238E27FC236}">
                          <a16:creationId xmlns:a16="http://schemas.microsoft.com/office/drawing/2014/main" id="{AC6DCB60-09EA-4AA8-AA40-AB9D1AE4D6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8" name="3D Model 587" descr="Sphere">
                          <a:extLst>
                            <a:ext uri="{FF2B5EF4-FFF2-40B4-BE49-F238E27FC236}">
                              <a16:creationId xmlns:a16="http://schemas.microsoft.com/office/drawing/2014/main" id="{88E963BF-441C-4E81-AA47-D01B737EAE7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60596473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9" name="Flowchart: Connector 588">
                      <a:extLst>
                        <a:ext uri="{FF2B5EF4-FFF2-40B4-BE49-F238E27FC236}">
                          <a16:creationId xmlns:a16="http://schemas.microsoft.com/office/drawing/2014/main" id="{938E808D-C2A6-41CF-8261-589935B51D6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90" name="3D Model 589" descr="Sphere">
                          <a:extLst>
                            <a:ext uri="{FF2B5EF4-FFF2-40B4-BE49-F238E27FC236}">
                              <a16:creationId xmlns:a16="http://schemas.microsoft.com/office/drawing/2014/main" id="{C7B8AB04-B36F-4A36-91D4-3920937A060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6372625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533" name="Group 532">
                    <a:extLst>
                      <a:ext uri="{FF2B5EF4-FFF2-40B4-BE49-F238E27FC236}">
                        <a16:creationId xmlns:a16="http://schemas.microsoft.com/office/drawing/2014/main" id="{1B1409F3-539E-44EF-94B1-EE2880117C85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140429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567" name="Flowchart: Connector 566">
                      <a:extLst>
                        <a:ext uri="{FF2B5EF4-FFF2-40B4-BE49-F238E27FC236}">
                          <a16:creationId xmlns:a16="http://schemas.microsoft.com/office/drawing/2014/main" id="{2115AA10-24E1-480C-AF30-8036CCF9C1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68" name="Flowchart: Connector 567">
                      <a:extLst>
                        <a:ext uri="{FF2B5EF4-FFF2-40B4-BE49-F238E27FC236}">
                          <a16:creationId xmlns:a16="http://schemas.microsoft.com/office/drawing/2014/main" id="{01FD9396-91A3-4667-A607-DFF6CCC0095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69" name="Flowchart: Connector 568">
                      <a:extLst>
                        <a:ext uri="{FF2B5EF4-FFF2-40B4-BE49-F238E27FC236}">
                          <a16:creationId xmlns:a16="http://schemas.microsoft.com/office/drawing/2014/main" id="{685F6757-3346-4C40-8DB7-BCA081E363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0" name="Flowchart: Connector 569">
                      <a:extLst>
                        <a:ext uri="{FF2B5EF4-FFF2-40B4-BE49-F238E27FC236}">
                          <a16:creationId xmlns:a16="http://schemas.microsoft.com/office/drawing/2014/main" id="{22EAA72D-30A3-4F34-9B7D-33858AD1EF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1" name="Flowchart: Connector 570">
                      <a:extLst>
                        <a:ext uri="{FF2B5EF4-FFF2-40B4-BE49-F238E27FC236}">
                          <a16:creationId xmlns:a16="http://schemas.microsoft.com/office/drawing/2014/main" id="{0929FD26-004A-4F96-B694-CF49FE8E1D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2" name="Flowchart: Connector 571">
                      <a:extLst>
                        <a:ext uri="{FF2B5EF4-FFF2-40B4-BE49-F238E27FC236}">
                          <a16:creationId xmlns:a16="http://schemas.microsoft.com/office/drawing/2014/main" id="{21DBAA56-2007-42C2-8969-FE1B33C53D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3" name="Flowchart: Connector 572">
                      <a:extLst>
                        <a:ext uri="{FF2B5EF4-FFF2-40B4-BE49-F238E27FC236}">
                          <a16:creationId xmlns:a16="http://schemas.microsoft.com/office/drawing/2014/main" id="{43102AA3-45B9-47AB-8EC9-88923050C5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4" name="Flowchart: Connector 573">
                      <a:extLst>
                        <a:ext uri="{FF2B5EF4-FFF2-40B4-BE49-F238E27FC236}">
                          <a16:creationId xmlns:a16="http://schemas.microsoft.com/office/drawing/2014/main" id="{D05E4D82-FA80-4273-A6DE-2A882D20B7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5" name="Flowchart: Connector 574">
                      <a:extLst>
                        <a:ext uri="{FF2B5EF4-FFF2-40B4-BE49-F238E27FC236}">
                          <a16:creationId xmlns:a16="http://schemas.microsoft.com/office/drawing/2014/main" id="{E2A5BBA1-0FD8-4E93-95B4-45BB17E52A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76" name="3D Model 575" descr="Sphere">
                          <a:extLst>
                            <a:ext uri="{FF2B5EF4-FFF2-40B4-BE49-F238E27FC236}">
                              <a16:creationId xmlns:a16="http://schemas.microsoft.com/office/drawing/2014/main" id="{DDC10256-85A1-42A9-92B6-029ACD9F8A5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58749432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5" name="3D Model 554" descr="Sphere">
                          <a:extLst>
                            <a:ext uri="{FF2B5EF4-FFF2-40B4-BE49-F238E27FC236}">
                              <a16:creationId xmlns:a16="http://schemas.microsoft.com/office/drawing/2014/main" id="{B10B1F59-68DB-45EF-85AF-5C8351B140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26857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77" name="Flowchart: Connector 576">
                      <a:extLst>
                        <a:ext uri="{FF2B5EF4-FFF2-40B4-BE49-F238E27FC236}">
                          <a16:creationId xmlns:a16="http://schemas.microsoft.com/office/drawing/2014/main" id="{2E072651-FD66-49C2-A1E7-BA6A5E54D2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78" name="3D Model 577" descr="Sphere">
                          <a:extLst>
                            <a:ext uri="{FF2B5EF4-FFF2-40B4-BE49-F238E27FC236}">
                              <a16:creationId xmlns:a16="http://schemas.microsoft.com/office/drawing/2014/main" id="{12673DCA-D814-4BC2-ABC0-E4C465123D8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8066622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79" name="Flowchart: Connector 578">
                      <a:extLst>
                        <a:ext uri="{FF2B5EF4-FFF2-40B4-BE49-F238E27FC236}">
                          <a16:creationId xmlns:a16="http://schemas.microsoft.com/office/drawing/2014/main" id="{5E824E1E-97A0-4EE9-8E40-DE3D024AE1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0" name="3D Model 579" descr="Sphere">
                          <a:extLst>
                            <a:ext uri="{FF2B5EF4-FFF2-40B4-BE49-F238E27FC236}">
                              <a16:creationId xmlns:a16="http://schemas.microsoft.com/office/drawing/2014/main" id="{35F7020D-AC44-446A-9A9B-EF2EFFFE892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487178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1" name="Flowchart: Connector 580">
                      <a:extLst>
                        <a:ext uri="{FF2B5EF4-FFF2-40B4-BE49-F238E27FC236}">
                          <a16:creationId xmlns:a16="http://schemas.microsoft.com/office/drawing/2014/main" id="{B664C1FE-C8DC-4B6D-AB88-1923CBF9F7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2" name="3D Model 581" descr="Sphere">
                          <a:extLst>
                            <a:ext uri="{FF2B5EF4-FFF2-40B4-BE49-F238E27FC236}">
                              <a16:creationId xmlns:a16="http://schemas.microsoft.com/office/drawing/2014/main" id="{9646A5CC-ACAA-4589-B46C-5EB5F3D7AA9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51718266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534" name="Group 533">
                    <a:extLst>
                      <a:ext uri="{FF2B5EF4-FFF2-40B4-BE49-F238E27FC236}">
                        <a16:creationId xmlns:a16="http://schemas.microsoft.com/office/drawing/2014/main" id="{78B5C96E-B5CC-4A0E-AF7C-60D10D68A07B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823526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551" name="Flowchart: Connector 550">
                      <a:extLst>
                        <a:ext uri="{FF2B5EF4-FFF2-40B4-BE49-F238E27FC236}">
                          <a16:creationId xmlns:a16="http://schemas.microsoft.com/office/drawing/2014/main" id="{E02EF242-38AB-42FD-8EBB-5D0B4543CD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2" name="Flowchart: Connector 551">
                      <a:extLst>
                        <a:ext uri="{FF2B5EF4-FFF2-40B4-BE49-F238E27FC236}">
                          <a16:creationId xmlns:a16="http://schemas.microsoft.com/office/drawing/2014/main" id="{D1B48563-365A-429A-8D6C-C2D2FF0042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3" name="Flowchart: Connector 552">
                      <a:extLst>
                        <a:ext uri="{FF2B5EF4-FFF2-40B4-BE49-F238E27FC236}">
                          <a16:creationId xmlns:a16="http://schemas.microsoft.com/office/drawing/2014/main" id="{A3DE7C2B-08E9-4D3C-B3B5-EE54BE1704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4" name="Flowchart: Connector 553">
                      <a:extLst>
                        <a:ext uri="{FF2B5EF4-FFF2-40B4-BE49-F238E27FC236}">
                          <a16:creationId xmlns:a16="http://schemas.microsoft.com/office/drawing/2014/main" id="{78B13DB2-26EF-4D41-A49A-46F9DC5877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5" name="Flowchart: Connector 554">
                      <a:extLst>
                        <a:ext uri="{FF2B5EF4-FFF2-40B4-BE49-F238E27FC236}">
                          <a16:creationId xmlns:a16="http://schemas.microsoft.com/office/drawing/2014/main" id="{99DCDD6B-2E92-469C-846A-E4A3E1FC64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6" name="Flowchart: Connector 555">
                      <a:extLst>
                        <a:ext uri="{FF2B5EF4-FFF2-40B4-BE49-F238E27FC236}">
                          <a16:creationId xmlns:a16="http://schemas.microsoft.com/office/drawing/2014/main" id="{E021A182-837B-46A9-A15C-25B97F7BEB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7" name="Flowchart: Connector 556">
                      <a:extLst>
                        <a:ext uri="{FF2B5EF4-FFF2-40B4-BE49-F238E27FC236}">
                          <a16:creationId xmlns:a16="http://schemas.microsoft.com/office/drawing/2014/main" id="{CBC8F42E-CFA9-4765-BCD3-6C655EC269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8" name="Flowchart: Connector 557">
                      <a:extLst>
                        <a:ext uri="{FF2B5EF4-FFF2-40B4-BE49-F238E27FC236}">
                          <a16:creationId xmlns:a16="http://schemas.microsoft.com/office/drawing/2014/main" id="{0CBC4A2C-C064-4114-BCF7-528315208B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9" name="Flowchart: Connector 558">
                      <a:extLst>
                        <a:ext uri="{FF2B5EF4-FFF2-40B4-BE49-F238E27FC236}">
                          <a16:creationId xmlns:a16="http://schemas.microsoft.com/office/drawing/2014/main" id="{9714092E-3AFF-405B-B69E-63C2769BF8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0" name="3D Model 559" descr="Sphere">
                          <a:extLst>
                            <a:ext uri="{FF2B5EF4-FFF2-40B4-BE49-F238E27FC236}">
                              <a16:creationId xmlns:a16="http://schemas.microsoft.com/office/drawing/2014/main" id="{3D761A8B-5794-4D7B-9594-79953218F70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08732080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1" name="3D Model 570" descr="Sphere">
                          <a:extLst>
                            <a:ext uri="{FF2B5EF4-FFF2-40B4-BE49-F238E27FC236}">
                              <a16:creationId xmlns:a16="http://schemas.microsoft.com/office/drawing/2014/main" id="{431CAFD4-B5D8-40F0-860A-3D38F1F2E4D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8294" y="29516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61" name="Flowchart: Connector 560">
                      <a:extLst>
                        <a:ext uri="{FF2B5EF4-FFF2-40B4-BE49-F238E27FC236}">
                          <a16:creationId xmlns:a16="http://schemas.microsoft.com/office/drawing/2014/main" id="{238E426F-8E05-421F-B97A-6ECD81EB1B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2" name="3D Model 561" descr="Sphere">
                          <a:extLst>
                            <a:ext uri="{FF2B5EF4-FFF2-40B4-BE49-F238E27FC236}">
                              <a16:creationId xmlns:a16="http://schemas.microsoft.com/office/drawing/2014/main" id="{2BFDD289-726C-4515-A914-763EBB0F3C4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37351306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3" name="3D Model 572" descr="Sphere">
                          <a:extLst>
                            <a:ext uri="{FF2B5EF4-FFF2-40B4-BE49-F238E27FC236}">
                              <a16:creationId xmlns:a16="http://schemas.microsoft.com/office/drawing/2014/main" id="{D6220843-76D7-4B68-A4C7-3C63A7751E1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9064" y="30296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63" name="Flowchart: Connector 562">
                      <a:extLst>
                        <a:ext uri="{FF2B5EF4-FFF2-40B4-BE49-F238E27FC236}">
                          <a16:creationId xmlns:a16="http://schemas.microsoft.com/office/drawing/2014/main" id="{E6B6EA44-252D-496C-92BF-9B33AD83ED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4" name="3D Model 563" descr="Sphere">
                          <a:extLst>
                            <a:ext uri="{FF2B5EF4-FFF2-40B4-BE49-F238E27FC236}">
                              <a16:creationId xmlns:a16="http://schemas.microsoft.com/office/drawing/2014/main" id="{CB5A0A59-AEE9-4C8F-A177-C4FE7A552F3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8061056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65" name="Flowchart: Connector 564">
                      <a:extLst>
                        <a:ext uri="{FF2B5EF4-FFF2-40B4-BE49-F238E27FC236}">
                          <a16:creationId xmlns:a16="http://schemas.microsoft.com/office/drawing/2014/main" id="{04B5ED46-D2D3-4C80-92B8-C38FD8256F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6" name="3D Model 565" descr="Sphere">
                          <a:extLst>
                            <a:ext uri="{FF2B5EF4-FFF2-40B4-BE49-F238E27FC236}">
                              <a16:creationId xmlns:a16="http://schemas.microsoft.com/office/drawing/2014/main" id="{838831C9-0168-4F79-BB54-49F619097B1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970539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535" name="Flowchart: Connector 534">
                    <a:extLst>
                      <a:ext uri="{FF2B5EF4-FFF2-40B4-BE49-F238E27FC236}">
                        <a16:creationId xmlns:a16="http://schemas.microsoft.com/office/drawing/2014/main" id="{7C6ADC64-EBC0-4CDF-9EF3-059C69DAF1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6" name="Flowchart: Connector 535">
                    <a:extLst>
                      <a:ext uri="{FF2B5EF4-FFF2-40B4-BE49-F238E27FC236}">
                        <a16:creationId xmlns:a16="http://schemas.microsoft.com/office/drawing/2014/main" id="{F6449C13-44CF-4BE3-BFB9-7DBA40FDCC6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7" name="Flowchart: Connector 536">
                    <a:extLst>
                      <a:ext uri="{FF2B5EF4-FFF2-40B4-BE49-F238E27FC236}">
                        <a16:creationId xmlns:a16="http://schemas.microsoft.com/office/drawing/2014/main" id="{E95DBFF4-5186-43F1-9571-7B2C8BEB1D7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40307" y="178032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8" name="Flowchart: Connector 537">
                    <a:extLst>
                      <a:ext uri="{FF2B5EF4-FFF2-40B4-BE49-F238E27FC236}">
                        <a16:creationId xmlns:a16="http://schemas.microsoft.com/office/drawing/2014/main" id="{BE1FA358-0B31-4DA4-BAE0-50F757E35B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9" name="Flowchart: Connector 538">
                    <a:extLst>
                      <a:ext uri="{FF2B5EF4-FFF2-40B4-BE49-F238E27FC236}">
                        <a16:creationId xmlns:a16="http://schemas.microsoft.com/office/drawing/2014/main" id="{EC55AB5C-5796-4CEF-8426-D6C81B69BE0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0" name="Flowchart: Connector 539">
                    <a:extLst>
                      <a:ext uri="{FF2B5EF4-FFF2-40B4-BE49-F238E27FC236}">
                        <a16:creationId xmlns:a16="http://schemas.microsoft.com/office/drawing/2014/main" id="{E8DA7E8E-D3AD-4FB8-BB45-911F82CF27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1" name="Flowchart: Connector 540">
                    <a:extLst>
                      <a:ext uri="{FF2B5EF4-FFF2-40B4-BE49-F238E27FC236}">
                        <a16:creationId xmlns:a16="http://schemas.microsoft.com/office/drawing/2014/main" id="{BFB60C52-6CD3-409C-AAC0-2DEED35EAB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2" name="Flowchart: Connector 541">
                    <a:extLst>
                      <a:ext uri="{FF2B5EF4-FFF2-40B4-BE49-F238E27FC236}">
                        <a16:creationId xmlns:a16="http://schemas.microsoft.com/office/drawing/2014/main" id="{D5E17BFB-CA95-4F74-BC1C-D5134EA8863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3" name="Flowchart: Connector 542">
                    <a:extLst>
                      <a:ext uri="{FF2B5EF4-FFF2-40B4-BE49-F238E27FC236}">
                        <a16:creationId xmlns:a16="http://schemas.microsoft.com/office/drawing/2014/main" id="{629C64D5-D3BC-49C0-A52E-254C94E5FC6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44" name="3D Model 543" descr="Sphere">
                        <a:extLst>
                          <a:ext uri="{FF2B5EF4-FFF2-40B4-BE49-F238E27FC236}">
                            <a16:creationId xmlns:a16="http://schemas.microsoft.com/office/drawing/2014/main" id="{7ED672B9-21A6-4EA4-B1AA-54A4BF4B2BD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05890107"/>
                          </p:ext>
                        </p:extLst>
                      </p:nvPr>
                    </p:nvGraphicFramePr>
                    <p:xfrm>
                      <a:off x="2127272" y="1515698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4" name="3D Model 543" descr="Sphere">
                        <a:extLst>
                          <a:ext uri="{FF2B5EF4-FFF2-40B4-BE49-F238E27FC236}">
                            <a16:creationId xmlns:a16="http://schemas.microsoft.com/office/drawing/2014/main" id="{7ED672B9-21A6-4EA4-B1AA-54A4BF4B2BD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50654" y="4755283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45" name="Flowchart: Connector 544">
                    <a:extLst>
                      <a:ext uri="{FF2B5EF4-FFF2-40B4-BE49-F238E27FC236}">
                        <a16:creationId xmlns:a16="http://schemas.microsoft.com/office/drawing/2014/main" id="{3A89B45A-2991-4BFD-94EE-D8F231BD228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46" name="3D Model 545" descr="Sphere">
                        <a:extLst>
                          <a:ext uri="{FF2B5EF4-FFF2-40B4-BE49-F238E27FC236}">
                            <a16:creationId xmlns:a16="http://schemas.microsoft.com/office/drawing/2014/main" id="{6F6191AC-9DCC-4DAE-9EA1-530EEE4D36A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077897527"/>
                          </p:ext>
                        </p:extLst>
                      </p:nvPr>
                    </p:nvGraphicFramePr>
                    <p:xfrm>
                      <a:off x="2364681" y="1579752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6" name="3D Model 545" descr="Sphere">
                        <a:extLst>
                          <a:ext uri="{FF2B5EF4-FFF2-40B4-BE49-F238E27FC236}">
                            <a16:creationId xmlns:a16="http://schemas.microsoft.com/office/drawing/2014/main" id="{6F6191AC-9DCC-4DAE-9EA1-530EEE4D36A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8063" y="4819337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47" name="Flowchart: Connector 546">
                    <a:extLst>
                      <a:ext uri="{FF2B5EF4-FFF2-40B4-BE49-F238E27FC236}">
                        <a16:creationId xmlns:a16="http://schemas.microsoft.com/office/drawing/2014/main" id="{D6708950-7A18-408D-9DCA-8D2D89EA946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6940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48" name="3D Model 547" descr="Sphere">
                        <a:extLst>
                          <a:ext uri="{FF2B5EF4-FFF2-40B4-BE49-F238E27FC236}">
                            <a16:creationId xmlns:a16="http://schemas.microsoft.com/office/drawing/2014/main" id="{DB9D3137-FD0E-4C92-93D0-D490961A061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911505111"/>
                          </p:ext>
                        </p:extLst>
                      </p:nvPr>
                    </p:nvGraphicFramePr>
                    <p:xfrm>
                      <a:off x="2609177" y="164853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8" name="3D Model 547" descr="Sphere">
                        <a:extLst>
                          <a:ext uri="{FF2B5EF4-FFF2-40B4-BE49-F238E27FC236}">
                            <a16:creationId xmlns:a16="http://schemas.microsoft.com/office/drawing/2014/main" id="{DB9D3137-FD0E-4C92-93D0-D490961A061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2559" y="4888116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49" name="Flowchart: Connector 548">
                    <a:extLst>
                      <a:ext uri="{FF2B5EF4-FFF2-40B4-BE49-F238E27FC236}">
                        <a16:creationId xmlns:a16="http://schemas.microsoft.com/office/drawing/2014/main" id="{83CD5F9E-F10A-48F8-B6EA-12D47BD17AF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50" name="3D Model 549" descr="Sphere">
                        <a:extLst>
                          <a:ext uri="{FF2B5EF4-FFF2-40B4-BE49-F238E27FC236}">
                            <a16:creationId xmlns:a16="http://schemas.microsoft.com/office/drawing/2014/main" id="{D696C0DA-A6A2-4FF7-9D1C-64AE4280D55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683072702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0" name="3D Model 549" descr="Sphere">
                        <a:extLst>
                          <a:ext uri="{FF2B5EF4-FFF2-40B4-BE49-F238E27FC236}">
                            <a16:creationId xmlns:a16="http://schemas.microsoft.com/office/drawing/2014/main" id="{D696C0DA-A6A2-4FF7-9D1C-64AE4280D55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0977" y="4968175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sp>
            <p:nvSpPr>
              <p:cNvPr id="462" name="Flowchart: Connector 461">
                <a:extLst>
                  <a:ext uri="{FF2B5EF4-FFF2-40B4-BE49-F238E27FC236}">
                    <a16:creationId xmlns:a16="http://schemas.microsoft.com/office/drawing/2014/main" id="{F0575B06-554F-4751-803E-042F970811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6374" y="213847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3" name="Flowchart: Connector 462">
                <a:extLst>
                  <a:ext uri="{FF2B5EF4-FFF2-40B4-BE49-F238E27FC236}">
                    <a16:creationId xmlns:a16="http://schemas.microsoft.com/office/drawing/2014/main" id="{C980234A-457A-400E-B984-3FBDAD9734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6236" y="2232263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4" name="Flowchart: Connector 463">
                <a:extLst>
                  <a:ext uri="{FF2B5EF4-FFF2-40B4-BE49-F238E27FC236}">
                    <a16:creationId xmlns:a16="http://schemas.microsoft.com/office/drawing/2014/main" id="{A3142ABB-9687-43D2-AABE-952EBB6566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2806" y="2225497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5" name="Flowchart: Connector 464">
                <a:extLst>
                  <a:ext uri="{FF2B5EF4-FFF2-40B4-BE49-F238E27FC236}">
                    <a16:creationId xmlns:a16="http://schemas.microsoft.com/office/drawing/2014/main" id="{C6DF7F6C-0477-4D62-8114-4309BDC08F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30272" y="2504090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6" name="Flowchart: Connector 465">
                <a:extLst>
                  <a:ext uri="{FF2B5EF4-FFF2-40B4-BE49-F238E27FC236}">
                    <a16:creationId xmlns:a16="http://schemas.microsoft.com/office/drawing/2014/main" id="{072C454E-F789-45A1-8FD3-0B92C4ABAD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20633" y="2830105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7" name="Flowchart: Connector 466">
                <a:extLst>
                  <a:ext uri="{FF2B5EF4-FFF2-40B4-BE49-F238E27FC236}">
                    <a16:creationId xmlns:a16="http://schemas.microsoft.com/office/drawing/2014/main" id="{ACF7E130-CB20-41B2-B1D1-3E92035E75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29128" y="231321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68" name="Flowchart: Connector 467">
                <a:extLst>
                  <a:ext uri="{FF2B5EF4-FFF2-40B4-BE49-F238E27FC236}">
                    <a16:creationId xmlns:a16="http://schemas.microsoft.com/office/drawing/2014/main" id="{B93CBCB3-0784-43D0-93DC-98BE91C794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11385" y="2302378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9" name="Flowchart: Connector 468">
                <a:extLst>
                  <a:ext uri="{FF2B5EF4-FFF2-40B4-BE49-F238E27FC236}">
                    <a16:creationId xmlns:a16="http://schemas.microsoft.com/office/drawing/2014/main" id="{6660DB77-FEDC-4F2B-A1CD-9ADC20B865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31097" y="314849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E1510258-8104-4400-BC17-CE3F6002FAA6}"/>
                  </a:ext>
                </a:extLst>
              </p:cNvPr>
              <p:cNvGrpSpPr/>
              <p:nvPr/>
            </p:nvGrpSpPr>
            <p:grpSpPr>
              <a:xfrm>
                <a:off x="420511" y="2127869"/>
                <a:ext cx="1073693" cy="1496391"/>
                <a:chOff x="2114936" y="1503359"/>
                <a:chExt cx="1073693" cy="1496391"/>
              </a:xfrm>
            </p:grpSpPr>
            <p:grpSp>
              <p:nvGrpSpPr>
                <p:cNvPr id="471" name="Group 470">
                  <a:extLst>
                    <a:ext uri="{FF2B5EF4-FFF2-40B4-BE49-F238E27FC236}">
                      <a16:creationId xmlns:a16="http://schemas.microsoft.com/office/drawing/2014/main" id="{80642EC6-CB19-4810-AB3E-83643C3C960B}"/>
                    </a:ext>
                  </a:extLst>
                </p:cNvPr>
                <p:cNvGrpSpPr/>
                <p:nvPr/>
              </p:nvGrpSpPr>
              <p:grpSpPr>
                <a:xfrm>
                  <a:off x="2127974" y="2474038"/>
                  <a:ext cx="1060655" cy="525712"/>
                  <a:chOff x="3721252" y="1733424"/>
                  <a:chExt cx="1060655" cy="525712"/>
                </a:xfrm>
              </p:grpSpPr>
              <p:sp>
                <p:nvSpPr>
                  <p:cNvPr id="522" name="Flowchart: Connector 521">
                    <a:extLst>
                      <a:ext uri="{FF2B5EF4-FFF2-40B4-BE49-F238E27FC236}">
                        <a16:creationId xmlns:a16="http://schemas.microsoft.com/office/drawing/2014/main" id="{228ADB97-0F6B-4157-AED3-D2066CE8918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3" name="3D Model 522" descr="Sphere">
                        <a:extLst>
                          <a:ext uri="{FF2B5EF4-FFF2-40B4-BE49-F238E27FC236}">
                            <a16:creationId xmlns:a16="http://schemas.microsoft.com/office/drawing/2014/main" id="{30CC4718-2EE6-4463-869B-B1695FF61DA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74354723"/>
                          </p:ext>
                        </p:extLst>
                      </p:nvPr>
                    </p:nvGraphicFramePr>
                    <p:xfrm>
                      <a:off x="3721252" y="1733424"/>
                      <a:ext cx="299739" cy="299738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9" cy="299738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23" name="3D Model 522" descr="Sphere">
                        <a:extLst>
                          <a:ext uri="{FF2B5EF4-FFF2-40B4-BE49-F238E27FC236}">
                            <a16:creationId xmlns:a16="http://schemas.microsoft.com/office/drawing/2014/main" id="{30CC4718-2EE6-4463-869B-B1695FF61DA3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21356" y="5858572"/>
                        <a:ext cx="299739" cy="29973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4" name="Flowchart: Connector 523">
                    <a:extLst>
                      <a:ext uri="{FF2B5EF4-FFF2-40B4-BE49-F238E27FC236}">
                        <a16:creationId xmlns:a16="http://schemas.microsoft.com/office/drawing/2014/main" id="{9D33CCF6-344F-4E78-A226-AF8191AB75C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5" name="3D Model 524" descr="Sphere">
                        <a:extLst>
                          <a:ext uri="{FF2B5EF4-FFF2-40B4-BE49-F238E27FC236}">
                            <a16:creationId xmlns:a16="http://schemas.microsoft.com/office/drawing/2014/main" id="{45DB2D15-E091-4778-AED5-7FF8D7E8DE8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042686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1" name="3D Model 540" descr="Sphere">
                        <a:extLst>
                          <a:ext uri="{FF2B5EF4-FFF2-40B4-BE49-F238E27FC236}">
                            <a16:creationId xmlns:a16="http://schemas.microsoft.com/office/drawing/2014/main" id="{AB17CB10-4F93-4434-BA14-50AFAFF4946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666235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6" name="Flowchart: Connector 525">
                    <a:extLst>
                      <a:ext uri="{FF2B5EF4-FFF2-40B4-BE49-F238E27FC236}">
                        <a16:creationId xmlns:a16="http://schemas.microsoft.com/office/drawing/2014/main" id="{F2A22556-F31C-4A31-B7C5-A0AD2676A45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7" name="3D Model 526" descr="Sphere">
                        <a:extLst>
                          <a:ext uri="{FF2B5EF4-FFF2-40B4-BE49-F238E27FC236}">
                            <a16:creationId xmlns:a16="http://schemas.microsoft.com/office/drawing/2014/main" id="{08CFFA7C-5DD4-4E65-8D29-B18E7818B6F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230808168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3" name="3D Model 542" descr="Sphere">
                        <a:extLst>
                          <a:ext uri="{FF2B5EF4-FFF2-40B4-BE49-F238E27FC236}">
                            <a16:creationId xmlns:a16="http://schemas.microsoft.com/office/drawing/2014/main" id="{503D28F6-C92A-40B9-96B8-4050B0C4C9A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72803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8" name="Flowchart: Connector 527">
                    <a:extLst>
                      <a:ext uri="{FF2B5EF4-FFF2-40B4-BE49-F238E27FC236}">
                        <a16:creationId xmlns:a16="http://schemas.microsoft.com/office/drawing/2014/main" id="{6ED1D736-B6E8-4CF3-99C4-498C85DBB8B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9" name="3D Model 528" descr="Sphere">
                        <a:extLst>
                          <a:ext uri="{FF2B5EF4-FFF2-40B4-BE49-F238E27FC236}">
                            <a16:creationId xmlns:a16="http://schemas.microsoft.com/office/drawing/2014/main" id="{26D0E671-74C5-4550-A6A5-343BB7593707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87254484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5" name="3D Model 544" descr="Sphere">
                        <a:extLst>
                          <a:ext uri="{FF2B5EF4-FFF2-40B4-BE49-F238E27FC236}">
                            <a16:creationId xmlns:a16="http://schemas.microsoft.com/office/drawing/2014/main" id="{226A18F8-2383-4285-9223-CF3CEC25C57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815073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472" name="Group 471">
                  <a:extLst>
                    <a:ext uri="{FF2B5EF4-FFF2-40B4-BE49-F238E27FC236}">
                      <a16:creationId xmlns:a16="http://schemas.microsoft.com/office/drawing/2014/main" id="{19ACDBD8-08AC-4ED7-9B6F-D1BE72CC60FA}"/>
                    </a:ext>
                  </a:extLst>
                </p:cNvPr>
                <p:cNvGrpSpPr/>
                <p:nvPr/>
              </p:nvGrpSpPr>
              <p:grpSpPr>
                <a:xfrm>
                  <a:off x="2124615" y="2140429"/>
                  <a:ext cx="1064014" cy="637179"/>
                  <a:chOff x="3717893" y="1719497"/>
                  <a:chExt cx="1064014" cy="637179"/>
                </a:xfrm>
              </p:grpSpPr>
              <p:sp>
                <p:nvSpPr>
                  <p:cNvPr id="506" name="Flowchart: Connector 505">
                    <a:extLst>
                      <a:ext uri="{FF2B5EF4-FFF2-40B4-BE49-F238E27FC236}">
                        <a16:creationId xmlns:a16="http://schemas.microsoft.com/office/drawing/2014/main" id="{E9F97B03-14BA-413A-A126-7FF14CAD15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07" name="Flowchart: Connector 506">
                    <a:extLst>
                      <a:ext uri="{FF2B5EF4-FFF2-40B4-BE49-F238E27FC236}">
                        <a16:creationId xmlns:a16="http://schemas.microsoft.com/office/drawing/2014/main" id="{39BC4FFB-2157-4D89-BA7F-14430BE2083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08" name="Flowchart: Connector 507">
                    <a:extLst>
                      <a:ext uri="{FF2B5EF4-FFF2-40B4-BE49-F238E27FC236}">
                        <a16:creationId xmlns:a16="http://schemas.microsoft.com/office/drawing/2014/main" id="{573EBA6C-F978-47E0-B60F-1BCEB0DFFC9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09" name="Flowchart: Connector 508">
                    <a:extLst>
                      <a:ext uri="{FF2B5EF4-FFF2-40B4-BE49-F238E27FC236}">
                        <a16:creationId xmlns:a16="http://schemas.microsoft.com/office/drawing/2014/main" id="{3A3DD6C7-0C2E-4BC2-B536-727F9E09B6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0" name="Flowchart: Connector 509">
                    <a:extLst>
                      <a:ext uri="{FF2B5EF4-FFF2-40B4-BE49-F238E27FC236}">
                        <a16:creationId xmlns:a16="http://schemas.microsoft.com/office/drawing/2014/main" id="{171963F6-086B-4929-A123-91DE5EECEBA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1" name="Flowchart: Connector 510">
                    <a:extLst>
                      <a:ext uri="{FF2B5EF4-FFF2-40B4-BE49-F238E27FC236}">
                        <a16:creationId xmlns:a16="http://schemas.microsoft.com/office/drawing/2014/main" id="{EAF37B53-5885-4292-A0E5-AD4AB8D5CDB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2" name="Flowchart: Connector 511">
                    <a:extLst>
                      <a:ext uri="{FF2B5EF4-FFF2-40B4-BE49-F238E27FC236}">
                        <a16:creationId xmlns:a16="http://schemas.microsoft.com/office/drawing/2014/main" id="{FA15D81E-BE2B-409F-A6E2-5A84124A483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3" name="Flowchart: Connector 512">
                    <a:extLst>
                      <a:ext uri="{FF2B5EF4-FFF2-40B4-BE49-F238E27FC236}">
                        <a16:creationId xmlns:a16="http://schemas.microsoft.com/office/drawing/2014/main" id="{93074265-85FD-4338-972B-2AA9F54321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4" name="Flowchart: Connector 513">
                    <a:extLst>
                      <a:ext uri="{FF2B5EF4-FFF2-40B4-BE49-F238E27FC236}">
                        <a16:creationId xmlns:a16="http://schemas.microsoft.com/office/drawing/2014/main" id="{6A9FE479-22F5-46FF-95B0-E14CD69369A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15" name="3D Model 514" descr="Sphere">
                        <a:extLst>
                          <a:ext uri="{FF2B5EF4-FFF2-40B4-BE49-F238E27FC236}">
                            <a16:creationId xmlns:a16="http://schemas.microsoft.com/office/drawing/2014/main" id="{B51A4A04-B024-48AF-9B06-15A8F5BC8366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651558698"/>
                          </p:ext>
                        </p:extLst>
                      </p:nvPr>
                    </p:nvGraphicFramePr>
                    <p:xfrm>
                      <a:off x="3717893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15" name="3D Model 514" descr="Sphere">
                        <a:extLst>
                          <a:ext uri="{FF2B5EF4-FFF2-40B4-BE49-F238E27FC236}">
                            <a16:creationId xmlns:a16="http://schemas.microsoft.com/office/drawing/2014/main" id="{B51A4A04-B024-48AF-9B06-15A8F5BC836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17997" y="552496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16" name="Flowchart: Connector 515">
                    <a:extLst>
                      <a:ext uri="{FF2B5EF4-FFF2-40B4-BE49-F238E27FC236}">
                        <a16:creationId xmlns:a16="http://schemas.microsoft.com/office/drawing/2014/main" id="{37715000-F42F-4B32-9093-799B256CEEB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17" name="3D Model 516" descr="Sphere">
                        <a:extLst>
                          <a:ext uri="{FF2B5EF4-FFF2-40B4-BE49-F238E27FC236}">
                            <a16:creationId xmlns:a16="http://schemas.microsoft.com/office/drawing/2014/main" id="{062205A1-1029-405F-A9C8-243E178B852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80536791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7" name="3D Model 556" descr="Sphere">
                        <a:extLst>
                          <a:ext uri="{FF2B5EF4-FFF2-40B4-BE49-F238E27FC236}">
                            <a16:creationId xmlns:a16="http://schemas.microsoft.com/office/drawing/2014/main" id="{A2534F90-63A2-4E00-9F6F-62444BCD921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3465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18" name="Flowchart: Connector 517">
                    <a:extLst>
                      <a:ext uri="{FF2B5EF4-FFF2-40B4-BE49-F238E27FC236}">
                        <a16:creationId xmlns:a16="http://schemas.microsoft.com/office/drawing/2014/main" id="{421881E6-C68C-46B4-AFE6-29BDE56AD48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19" name="3D Model 518" descr="Sphere">
                        <a:extLst>
                          <a:ext uri="{FF2B5EF4-FFF2-40B4-BE49-F238E27FC236}">
                            <a16:creationId xmlns:a16="http://schemas.microsoft.com/office/drawing/2014/main" id="{5EB56839-C92C-4B3D-8879-C6EB63A3F14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394549403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9" name="3D Model 558" descr="Sphere">
                        <a:extLst>
                          <a:ext uri="{FF2B5EF4-FFF2-40B4-BE49-F238E27FC236}">
                            <a16:creationId xmlns:a16="http://schemas.microsoft.com/office/drawing/2014/main" id="{3144521F-B4C2-4106-B2F3-D31F5890AAB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40835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0" name="Flowchart: Connector 519">
                    <a:extLst>
                      <a:ext uri="{FF2B5EF4-FFF2-40B4-BE49-F238E27FC236}">
                        <a16:creationId xmlns:a16="http://schemas.microsoft.com/office/drawing/2014/main" id="{65AFC43D-F1BA-4EC9-B725-DD016001A88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1" name="3D Model 520" descr="Sphere">
                        <a:extLst>
                          <a:ext uri="{FF2B5EF4-FFF2-40B4-BE49-F238E27FC236}">
                            <a16:creationId xmlns:a16="http://schemas.microsoft.com/office/drawing/2014/main" id="{09443625-B07C-4729-8AD9-622BB58DF4C8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051246049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8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61" name="3D Model 560" descr="Sphere">
                        <a:extLst>
                          <a:ext uri="{FF2B5EF4-FFF2-40B4-BE49-F238E27FC236}">
                            <a16:creationId xmlns:a16="http://schemas.microsoft.com/office/drawing/2014/main" id="{81B1584C-E839-495C-A926-920C4CB7DA9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495391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473" name="Group 472">
                  <a:extLst>
                    <a:ext uri="{FF2B5EF4-FFF2-40B4-BE49-F238E27FC236}">
                      <a16:creationId xmlns:a16="http://schemas.microsoft.com/office/drawing/2014/main" id="{4FA76F4A-6D13-4279-B43B-79897ED56FAC}"/>
                    </a:ext>
                  </a:extLst>
                </p:cNvPr>
                <p:cNvGrpSpPr/>
                <p:nvPr/>
              </p:nvGrpSpPr>
              <p:grpSpPr>
                <a:xfrm>
                  <a:off x="2114936" y="1817250"/>
                  <a:ext cx="1064014" cy="643455"/>
                  <a:chOff x="3717893" y="1713221"/>
                  <a:chExt cx="1064014" cy="643455"/>
                </a:xfrm>
              </p:grpSpPr>
              <p:sp>
                <p:nvSpPr>
                  <p:cNvPr id="490" name="Flowchart: Connector 489">
                    <a:extLst>
                      <a:ext uri="{FF2B5EF4-FFF2-40B4-BE49-F238E27FC236}">
                        <a16:creationId xmlns:a16="http://schemas.microsoft.com/office/drawing/2014/main" id="{2646DE3E-FC3B-4C54-93F9-528CE8958F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1" name="Flowchart: Connector 490">
                    <a:extLst>
                      <a:ext uri="{FF2B5EF4-FFF2-40B4-BE49-F238E27FC236}">
                        <a16:creationId xmlns:a16="http://schemas.microsoft.com/office/drawing/2014/main" id="{B982DEC5-E0FB-466E-A983-3731ECE71F1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2" name="Flowchart: Connector 491">
                    <a:extLst>
                      <a:ext uri="{FF2B5EF4-FFF2-40B4-BE49-F238E27FC236}">
                        <a16:creationId xmlns:a16="http://schemas.microsoft.com/office/drawing/2014/main" id="{9CD0CC4D-D99F-4456-AA19-425D2802EC8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3" name="Flowchart: Connector 492">
                    <a:extLst>
                      <a:ext uri="{FF2B5EF4-FFF2-40B4-BE49-F238E27FC236}">
                        <a16:creationId xmlns:a16="http://schemas.microsoft.com/office/drawing/2014/main" id="{FE7B6A9B-384C-465B-A4E1-74DE739A5A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4" name="Flowchart: Connector 493">
                    <a:extLst>
                      <a:ext uri="{FF2B5EF4-FFF2-40B4-BE49-F238E27FC236}">
                        <a16:creationId xmlns:a16="http://schemas.microsoft.com/office/drawing/2014/main" id="{3299D80A-9C69-4B8C-BC42-D03F08CFA8A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5" name="Flowchart: Connector 494">
                    <a:extLst>
                      <a:ext uri="{FF2B5EF4-FFF2-40B4-BE49-F238E27FC236}">
                        <a16:creationId xmlns:a16="http://schemas.microsoft.com/office/drawing/2014/main" id="{4BF19311-D3DE-4386-86C0-98F9EDDEF5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6" name="Flowchart: Connector 495">
                    <a:extLst>
                      <a:ext uri="{FF2B5EF4-FFF2-40B4-BE49-F238E27FC236}">
                        <a16:creationId xmlns:a16="http://schemas.microsoft.com/office/drawing/2014/main" id="{113F72E2-BD03-4B27-8F57-436F27D1040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7" name="Flowchart: Connector 496">
                    <a:extLst>
                      <a:ext uri="{FF2B5EF4-FFF2-40B4-BE49-F238E27FC236}">
                        <a16:creationId xmlns:a16="http://schemas.microsoft.com/office/drawing/2014/main" id="{253C2781-0D11-470E-9EE2-A3E562DD0B6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8" name="Flowchart: Connector 497">
                    <a:extLst>
                      <a:ext uri="{FF2B5EF4-FFF2-40B4-BE49-F238E27FC236}">
                        <a16:creationId xmlns:a16="http://schemas.microsoft.com/office/drawing/2014/main" id="{2DD595F9-2CD3-47EC-9320-B3DEB906168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99" name="3D Model 498" descr="Sphere">
                        <a:extLst>
                          <a:ext uri="{FF2B5EF4-FFF2-40B4-BE49-F238E27FC236}">
                            <a16:creationId xmlns:a16="http://schemas.microsoft.com/office/drawing/2014/main" id="{EB13F518-B578-4F24-8457-3FFDF36F44D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58718595"/>
                          </p:ext>
                        </p:extLst>
                      </p:nvPr>
                    </p:nvGraphicFramePr>
                    <p:xfrm>
                      <a:off x="3717893" y="171322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99" name="3D Model 498" descr="Sphere">
                        <a:extLst>
                          <a:ext uri="{FF2B5EF4-FFF2-40B4-BE49-F238E27FC236}">
                            <a16:creationId xmlns:a16="http://schemas.microsoft.com/office/drawing/2014/main" id="{EB13F518-B578-4F24-8457-3FFDF36F44D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08318" y="520178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00" name="Flowchart: Connector 499">
                    <a:extLst>
                      <a:ext uri="{FF2B5EF4-FFF2-40B4-BE49-F238E27FC236}">
                        <a16:creationId xmlns:a16="http://schemas.microsoft.com/office/drawing/2014/main" id="{4B9ACFC9-605A-4543-82C8-8F5A5B8E19D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01" name="3D Model 500" descr="Sphere">
                        <a:extLst>
                          <a:ext uri="{FF2B5EF4-FFF2-40B4-BE49-F238E27FC236}">
                            <a16:creationId xmlns:a16="http://schemas.microsoft.com/office/drawing/2014/main" id="{0638CA4F-A04C-4EB7-BB41-911B6286104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363659157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01" name="3D Model 500" descr="Sphere">
                        <a:extLst>
                          <a:ext uri="{FF2B5EF4-FFF2-40B4-BE49-F238E27FC236}">
                            <a16:creationId xmlns:a16="http://schemas.microsoft.com/office/drawing/2014/main" id="{0638CA4F-A04C-4EB7-BB41-911B6286104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48384" y="528604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02" name="Flowchart: Connector 501">
                    <a:extLst>
                      <a:ext uri="{FF2B5EF4-FFF2-40B4-BE49-F238E27FC236}">
                        <a16:creationId xmlns:a16="http://schemas.microsoft.com/office/drawing/2014/main" id="{1325FE85-6B8F-4D83-B88A-FA2F86AEC7C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03" name="3D Model 502" descr="Sphere">
                        <a:extLst>
                          <a:ext uri="{FF2B5EF4-FFF2-40B4-BE49-F238E27FC236}">
                            <a16:creationId xmlns:a16="http://schemas.microsoft.com/office/drawing/2014/main" id="{08709BD2-0009-4D58-B221-86C06754C7B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73969680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5" name="3D Model 574" descr="Sphere">
                        <a:extLst>
                          <a:ext uri="{FF2B5EF4-FFF2-40B4-BE49-F238E27FC236}">
                            <a16:creationId xmlns:a16="http://schemas.microsoft.com/office/drawing/2014/main" id="{A31C2113-6FBF-4DA7-9B5E-8D9B60E9FEA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3560" y="309144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04" name="Flowchart: Connector 503">
                    <a:extLst>
                      <a:ext uri="{FF2B5EF4-FFF2-40B4-BE49-F238E27FC236}">
                        <a16:creationId xmlns:a16="http://schemas.microsoft.com/office/drawing/2014/main" id="{451A4AD6-A210-43D7-B505-5AF2B395DD4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05" name="3D Model 504" descr="Sphere">
                        <a:extLst>
                          <a:ext uri="{FF2B5EF4-FFF2-40B4-BE49-F238E27FC236}">
                            <a16:creationId xmlns:a16="http://schemas.microsoft.com/office/drawing/2014/main" id="{93DBE440-6132-47BD-98EA-7CA62A8BE84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12712578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8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7" name="3D Model 576" descr="Sphere">
                        <a:extLst>
                          <a:ext uri="{FF2B5EF4-FFF2-40B4-BE49-F238E27FC236}">
                            <a16:creationId xmlns:a16="http://schemas.microsoft.com/office/drawing/2014/main" id="{69CA7D75-9569-459B-AA3F-BFD6D15B257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978" y="317848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sp>
              <p:nvSpPr>
                <p:cNvPr id="474" name="Flowchart: Connector 473">
                  <a:extLst>
                    <a:ext uri="{FF2B5EF4-FFF2-40B4-BE49-F238E27FC236}">
                      <a16:creationId xmlns:a16="http://schemas.microsoft.com/office/drawing/2014/main" id="{0A822B04-4499-46FF-9E62-A75139F87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22159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5" name="Flowchart: Connector 474">
                  <a:extLst>
                    <a:ext uri="{FF2B5EF4-FFF2-40B4-BE49-F238E27FC236}">
                      <a16:creationId xmlns:a16="http://schemas.microsoft.com/office/drawing/2014/main" id="{7975E72A-18B3-42E6-9785-219AB2A5B24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96824" y="178425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6" name="Flowchart: Connector 475">
                  <a:extLst>
                    <a:ext uri="{FF2B5EF4-FFF2-40B4-BE49-F238E27FC236}">
                      <a16:creationId xmlns:a16="http://schemas.microsoft.com/office/drawing/2014/main" id="{40EA2675-5D7D-4E39-BD70-76C37636AAC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26347" y="177334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7" name="Flowchart: Connector 476">
                  <a:extLst>
                    <a:ext uri="{FF2B5EF4-FFF2-40B4-BE49-F238E27FC236}">
                      <a16:creationId xmlns:a16="http://schemas.microsoft.com/office/drawing/2014/main" id="{16F08CD7-45BD-4ED0-9B0E-A4B92047B9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83299" y="175226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8" name="Flowchart: Connector 477">
                  <a:extLst>
                    <a:ext uri="{FF2B5EF4-FFF2-40B4-BE49-F238E27FC236}">
                      <a16:creationId xmlns:a16="http://schemas.microsoft.com/office/drawing/2014/main" id="{4E5C8420-D55D-4749-AB77-B9482FAEC8E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72010" y="184465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9" name="Flowchart: Connector 478">
                  <a:extLst>
                    <a:ext uri="{FF2B5EF4-FFF2-40B4-BE49-F238E27FC236}">
                      <a16:creationId xmlns:a16="http://schemas.microsoft.com/office/drawing/2014/main" id="{15794CF3-EB26-4ADF-863F-3D688463C9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27678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80" name="Flowchart: Connector 479">
                  <a:extLst>
                    <a:ext uri="{FF2B5EF4-FFF2-40B4-BE49-F238E27FC236}">
                      <a16:creationId xmlns:a16="http://schemas.microsoft.com/office/drawing/2014/main" id="{337880EC-DA1B-403F-AE1F-F428933AAF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16506" y="192146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81" name="Flowchart: Connector 480">
                  <a:extLst>
                    <a:ext uri="{FF2B5EF4-FFF2-40B4-BE49-F238E27FC236}">
                      <a16:creationId xmlns:a16="http://schemas.microsoft.com/office/drawing/2014/main" id="{F66007BE-E5C1-46CB-AF30-AFDCBE9EC87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88047" y="192294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82" name="Flowchart: Connector 481">
                  <a:extLst>
                    <a:ext uri="{FF2B5EF4-FFF2-40B4-BE49-F238E27FC236}">
                      <a16:creationId xmlns:a16="http://schemas.microsoft.com/office/drawing/2014/main" id="{335C0126-5815-4FAF-8596-3C32AA461EC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81405" y="200468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3" name="3D Model 482" descr="Sphere">
                      <a:extLst>
                        <a:ext uri="{FF2B5EF4-FFF2-40B4-BE49-F238E27FC236}">
                          <a16:creationId xmlns:a16="http://schemas.microsoft.com/office/drawing/2014/main" id="{63363138-7C6C-4D0E-906A-DCEAA8F79B4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359084384"/>
                        </p:ext>
                      </p:extLst>
                    </p:nvPr>
                  </p:nvGraphicFramePr>
                  <p:xfrm>
                    <a:off x="2122087" y="1503359"/>
                    <a:ext cx="299738" cy="29973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9738" cy="29973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433448" ay="1433014" az="-1105299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4"/>
                        </am3d:raster>
                        <am3d:objViewport viewportSz="412140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3" name="3D Model 482" descr="Sphere">
                      <a:extLst>
                        <a:ext uri="{FF2B5EF4-FFF2-40B4-BE49-F238E27FC236}">
                          <a16:creationId xmlns:a16="http://schemas.microsoft.com/office/drawing/2014/main" id="{63363138-7C6C-4D0E-906A-DCEAA8F79B4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615469" y="4887893"/>
                      <a:ext cx="299738" cy="29973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484" name="Flowchart: Connector 483">
                  <a:extLst>
                    <a:ext uri="{FF2B5EF4-FFF2-40B4-BE49-F238E27FC236}">
                      <a16:creationId xmlns:a16="http://schemas.microsoft.com/office/drawing/2014/main" id="{A1A744F2-0ADB-4962-AB3D-63A36485AF2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345380" y="165330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5" name="3D Model 484" descr="Sphere">
                      <a:extLst>
                        <a:ext uri="{FF2B5EF4-FFF2-40B4-BE49-F238E27FC236}">
                          <a16:creationId xmlns:a16="http://schemas.microsoft.com/office/drawing/2014/main" id="{F5AEF482-D7F5-4A2A-B8C2-9EAF7026933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231226310"/>
                        </p:ext>
                      </p:extLst>
                    </p:nvPr>
                  </p:nvGraphicFramePr>
                  <p:xfrm>
                    <a:off x="2368043" y="1593681"/>
                    <a:ext cx="299738" cy="29973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9738" cy="29973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1"/>
                        </am3d:raster>
                        <am3d:objViewport viewportSz="412140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5" name="3D Model 484" descr="Sphere">
                      <a:extLst>
                        <a:ext uri="{FF2B5EF4-FFF2-40B4-BE49-F238E27FC236}">
                          <a16:creationId xmlns:a16="http://schemas.microsoft.com/office/drawing/2014/main" id="{F5AEF482-D7F5-4A2A-B8C2-9EAF7026933D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5861425" y="4978215"/>
                      <a:ext cx="299738" cy="29973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486" name="Flowchart: Connector 485">
                  <a:extLst>
                    <a:ext uri="{FF2B5EF4-FFF2-40B4-BE49-F238E27FC236}">
                      <a16:creationId xmlns:a16="http://schemas.microsoft.com/office/drawing/2014/main" id="{78E37000-1A2E-44B9-851F-9E97A931E7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584559" y="172243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7" name="3D Model 486" descr="Sphere">
                      <a:extLst>
                        <a:ext uri="{FF2B5EF4-FFF2-40B4-BE49-F238E27FC236}">
                          <a16:creationId xmlns:a16="http://schemas.microsoft.com/office/drawing/2014/main" id="{F738BD09-0110-4019-AE7C-37EAEBF594D4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26076862"/>
                        </p:ext>
                      </p:extLst>
                    </p:nvPr>
                  </p:nvGraphicFramePr>
                  <p:xfrm>
                    <a:off x="2609177" y="1641551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7" name="3D Model 486" descr="Sphere">
                      <a:extLst>
                        <a:ext uri="{FF2B5EF4-FFF2-40B4-BE49-F238E27FC236}">
                          <a16:creationId xmlns:a16="http://schemas.microsoft.com/office/drawing/2014/main" id="{F738BD09-0110-4019-AE7C-37EAEBF594D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6102559" y="502608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488" name="Flowchart: Connector 487">
                  <a:extLst>
                    <a:ext uri="{FF2B5EF4-FFF2-40B4-BE49-F238E27FC236}">
                      <a16:creationId xmlns:a16="http://schemas.microsoft.com/office/drawing/2014/main" id="{1C1ABB0C-DC80-4198-9CEB-6CB55DAFED1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48075" y="180504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9" name="3D Model 488" descr="Sphere">
                      <a:extLst>
                        <a:ext uri="{FF2B5EF4-FFF2-40B4-BE49-F238E27FC236}">
                          <a16:creationId xmlns:a16="http://schemas.microsoft.com/office/drawing/2014/main" id="{6695DD82-EA38-4286-950B-8447FC2EA3C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884629579"/>
                        </p:ext>
                      </p:extLst>
                    </p:nvPr>
                  </p:nvGraphicFramePr>
                  <p:xfrm>
                    <a:off x="2877595" y="1728590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9" name="3D Model 488" descr="Sphere">
                      <a:extLst>
                        <a:ext uri="{FF2B5EF4-FFF2-40B4-BE49-F238E27FC236}">
                          <a16:creationId xmlns:a16="http://schemas.microsoft.com/office/drawing/2014/main" id="{6695DD82-EA38-4286-950B-8447FC2EA3C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6370977" y="5113124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52EE5AD9-B2AA-41DA-B38F-48332948111A}"/>
                </a:ext>
              </a:extLst>
            </p:cNvPr>
            <p:cNvGrpSpPr/>
            <p:nvPr/>
          </p:nvGrpSpPr>
          <p:grpSpPr>
            <a:xfrm rot="18542409">
              <a:off x="2257159" y="2362802"/>
              <a:ext cx="834986" cy="143092"/>
              <a:chOff x="2620172" y="2546175"/>
              <a:chExt cx="834986" cy="143092"/>
            </a:xfrm>
          </p:grpSpPr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A2A7ACF2-7800-4309-BA6E-C5663950ACB7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0" name="Rectangle: Rounded Corners 449">
                <a:extLst>
                  <a:ext uri="{FF2B5EF4-FFF2-40B4-BE49-F238E27FC236}">
                    <a16:creationId xmlns:a16="http://schemas.microsoft.com/office/drawing/2014/main" id="{E140B2F0-474E-40F1-8F67-E38B3F24CC1F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8B7507C-BA55-45E7-85D0-117606884372}"/>
                </a:ext>
              </a:extLst>
            </p:cNvPr>
            <p:cNvGrpSpPr/>
            <p:nvPr/>
          </p:nvGrpSpPr>
          <p:grpSpPr>
            <a:xfrm rot="658209">
              <a:off x="2479276" y="3323586"/>
              <a:ext cx="746642" cy="235253"/>
              <a:chOff x="2620172" y="2546175"/>
              <a:chExt cx="834986" cy="143092"/>
            </a:xfrm>
          </p:grpSpPr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024F143E-F090-4D3C-8A2A-FEC0B35AF50A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6" name="Rectangle: Rounded Corners 445">
                <a:extLst>
                  <a:ext uri="{FF2B5EF4-FFF2-40B4-BE49-F238E27FC236}">
                    <a16:creationId xmlns:a16="http://schemas.microsoft.com/office/drawing/2014/main" id="{A9229E1B-B177-48A1-845E-E58098A097AE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9350B053-420D-4823-AD86-B5747486E35A}"/>
                </a:ext>
              </a:extLst>
            </p:cNvPr>
            <p:cNvGrpSpPr/>
            <p:nvPr/>
          </p:nvGrpSpPr>
          <p:grpSpPr>
            <a:xfrm rot="18837888">
              <a:off x="1789768" y="2238105"/>
              <a:ext cx="834986" cy="143092"/>
              <a:chOff x="2620172" y="2546175"/>
              <a:chExt cx="834986" cy="143092"/>
            </a:xfrm>
          </p:grpSpPr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46D2DDDA-C469-4753-85E3-D1F804512E25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4" name="Rectangle: Rounded Corners 443">
                <a:extLst>
                  <a:ext uri="{FF2B5EF4-FFF2-40B4-BE49-F238E27FC236}">
                    <a16:creationId xmlns:a16="http://schemas.microsoft.com/office/drawing/2014/main" id="{7DD09F8D-917B-4577-AF72-C0C6D7551E2E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6136DB0E-A348-4450-A378-9523FCBE1DCA}"/>
                </a:ext>
              </a:extLst>
            </p:cNvPr>
            <p:cNvGrpSpPr/>
            <p:nvPr/>
          </p:nvGrpSpPr>
          <p:grpSpPr>
            <a:xfrm rot="16200000">
              <a:off x="563034" y="2429570"/>
              <a:ext cx="834986" cy="143092"/>
              <a:chOff x="2620172" y="2546175"/>
              <a:chExt cx="834986" cy="143092"/>
            </a:xfrm>
          </p:grpSpPr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E6C18BA6-72C9-49B4-A3FF-83B4D2A53377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2" name="Rectangle: Rounded Corners 441">
                <a:extLst>
                  <a:ext uri="{FF2B5EF4-FFF2-40B4-BE49-F238E27FC236}">
                    <a16:creationId xmlns:a16="http://schemas.microsoft.com/office/drawing/2014/main" id="{AF3820FB-18D1-4CF4-AF9A-155CCB310260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8D1E2C22-C6E5-455F-AEF5-8BFA6BE4561E}"/>
                </a:ext>
              </a:extLst>
            </p:cNvPr>
            <p:cNvGrpSpPr/>
            <p:nvPr/>
          </p:nvGrpSpPr>
          <p:grpSpPr>
            <a:xfrm rot="4193783">
              <a:off x="2062756" y="4148262"/>
              <a:ext cx="706454" cy="171076"/>
              <a:chOff x="2620172" y="2546175"/>
              <a:chExt cx="834986" cy="143092"/>
            </a:xfrm>
          </p:grpSpPr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EDBEBC10-FAA4-493B-A035-22BA36DB24F8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2" name="Rectangle: Rounded Corners 431">
                <a:extLst>
                  <a:ext uri="{FF2B5EF4-FFF2-40B4-BE49-F238E27FC236}">
                    <a16:creationId xmlns:a16="http://schemas.microsoft.com/office/drawing/2014/main" id="{75715EB0-AEEE-4468-81AD-C1161E9511BC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584DB0F5-44AC-4EB6-A00D-48E01B9F62F8}"/>
                </a:ext>
              </a:extLst>
            </p:cNvPr>
            <p:cNvGrpSpPr/>
            <p:nvPr/>
          </p:nvGrpSpPr>
          <p:grpSpPr>
            <a:xfrm rot="10458038">
              <a:off x="686489" y="3490410"/>
              <a:ext cx="381035" cy="92791"/>
              <a:chOff x="2620172" y="2546175"/>
              <a:chExt cx="834986" cy="143092"/>
            </a:xfrm>
          </p:grpSpPr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AFBEB1D-CDEC-4C78-9C38-5D1E2478B5EE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6" name="Rectangle: Rounded Corners 425">
                <a:extLst>
                  <a:ext uri="{FF2B5EF4-FFF2-40B4-BE49-F238E27FC236}">
                    <a16:creationId xmlns:a16="http://schemas.microsoft.com/office/drawing/2014/main" id="{033A9D5D-4DDD-458F-BDF1-C994EF3CB0AF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AC105E80-4445-43D1-A158-C8D59C8CF597}"/>
                </a:ext>
              </a:extLst>
            </p:cNvPr>
            <p:cNvSpPr/>
            <p:nvPr/>
          </p:nvSpPr>
          <p:spPr>
            <a:xfrm rot="15335403" flipV="1">
              <a:off x="989827" y="241488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5AB95EF7-F402-458C-9065-F4CA7D3C8850}"/>
                </a:ext>
              </a:extLst>
            </p:cNvPr>
            <p:cNvGrpSpPr/>
            <p:nvPr/>
          </p:nvGrpSpPr>
          <p:grpSpPr>
            <a:xfrm rot="9793356" flipV="1">
              <a:off x="215985" y="3237903"/>
              <a:ext cx="731274" cy="157011"/>
              <a:chOff x="2620172" y="2546175"/>
              <a:chExt cx="834986" cy="143092"/>
            </a:xfrm>
          </p:grpSpPr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129D1624-F31C-4779-923A-2EEAF86CBC85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8" name="Rectangle: Rounded Corners 417">
                <a:extLst>
                  <a:ext uri="{FF2B5EF4-FFF2-40B4-BE49-F238E27FC236}">
                    <a16:creationId xmlns:a16="http://schemas.microsoft.com/office/drawing/2014/main" id="{93977599-E9A8-4FB3-96A3-67756F00CD99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2775F59A-61D9-4BD4-9E8C-B2BFF882F1D4}"/>
                </a:ext>
              </a:extLst>
            </p:cNvPr>
            <p:cNvGrpSpPr/>
            <p:nvPr/>
          </p:nvGrpSpPr>
          <p:grpSpPr>
            <a:xfrm rot="6907686" flipV="1">
              <a:off x="692019" y="3931960"/>
              <a:ext cx="731274" cy="157011"/>
              <a:chOff x="2620172" y="2546175"/>
              <a:chExt cx="834986" cy="143092"/>
            </a:xfrm>
          </p:grpSpPr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7FF7A19E-2ED3-497C-8755-15BAE54DB055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6" name="Rectangle: Rounded Corners 415">
                <a:extLst>
                  <a:ext uri="{FF2B5EF4-FFF2-40B4-BE49-F238E27FC236}">
                    <a16:creationId xmlns:a16="http://schemas.microsoft.com/office/drawing/2014/main" id="{6C351F7F-B601-4FA5-B064-B2761EAD0FA4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7FB9591F-EAA6-4B7A-B376-EA1BEFBBA13D}"/>
                </a:ext>
              </a:extLst>
            </p:cNvPr>
            <p:cNvGrpSpPr/>
            <p:nvPr/>
          </p:nvGrpSpPr>
          <p:grpSpPr>
            <a:xfrm rot="19016516">
              <a:off x="1733273" y="2834891"/>
              <a:ext cx="381035" cy="92791"/>
              <a:chOff x="2620172" y="2546175"/>
              <a:chExt cx="834986" cy="143092"/>
            </a:xfrm>
          </p:grpSpPr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992E606B-DF2A-4FE1-B058-87BAE5ACBDAF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2" name="Rectangle: Rounded Corners 411">
                <a:extLst>
                  <a:ext uri="{FF2B5EF4-FFF2-40B4-BE49-F238E27FC236}">
                    <a16:creationId xmlns:a16="http://schemas.microsoft.com/office/drawing/2014/main" id="{7746E6C1-FA0F-4107-9236-E9C153E8EC6A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FEB36CF5-7E68-4F47-972F-F0D476F12A18}"/>
                </a:ext>
              </a:extLst>
            </p:cNvPr>
            <p:cNvGrpSpPr/>
            <p:nvPr/>
          </p:nvGrpSpPr>
          <p:grpSpPr>
            <a:xfrm rot="15824399">
              <a:off x="1224680" y="2818934"/>
              <a:ext cx="381035" cy="92791"/>
              <a:chOff x="2620172" y="2546175"/>
              <a:chExt cx="834986" cy="143092"/>
            </a:xfrm>
          </p:grpSpPr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B58D2E3C-A933-4BA0-8AB4-4B0CA935C292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6" name="Rectangle: Rounded Corners 405">
                <a:extLst>
                  <a:ext uri="{FF2B5EF4-FFF2-40B4-BE49-F238E27FC236}">
                    <a16:creationId xmlns:a16="http://schemas.microsoft.com/office/drawing/2014/main" id="{92D29C0A-9071-4097-8D02-26074925A521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741" name="Group 740">
            <a:extLst>
              <a:ext uri="{FF2B5EF4-FFF2-40B4-BE49-F238E27FC236}">
                <a16:creationId xmlns:a16="http://schemas.microsoft.com/office/drawing/2014/main" id="{6B374050-3AEB-493B-A390-C8A4C74CFE33}"/>
              </a:ext>
            </a:extLst>
          </p:cNvPr>
          <p:cNvGrpSpPr/>
          <p:nvPr/>
        </p:nvGrpSpPr>
        <p:grpSpPr>
          <a:xfrm rot="16437625">
            <a:off x="5620114" y="5079459"/>
            <a:ext cx="118339" cy="331254"/>
            <a:chOff x="3695849" y="4974319"/>
            <a:chExt cx="118339" cy="331254"/>
          </a:xfrm>
        </p:grpSpPr>
        <p:sp>
          <p:nvSpPr>
            <p:cNvPr id="737" name="Flowchart: Connector 736">
              <a:extLst>
                <a:ext uri="{FF2B5EF4-FFF2-40B4-BE49-F238E27FC236}">
                  <a16:creationId xmlns:a16="http://schemas.microsoft.com/office/drawing/2014/main" id="{0A716BE3-5EE3-42C4-BE26-B30EEE917FD0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38" name="Flowchart: Connector 737">
              <a:extLst>
                <a:ext uri="{FF2B5EF4-FFF2-40B4-BE49-F238E27FC236}">
                  <a16:creationId xmlns:a16="http://schemas.microsoft.com/office/drawing/2014/main" id="{3F7CE596-EDEA-415E-BE44-3A6FAA0108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39" name="Flowchart: Connector 738">
              <a:extLst>
                <a:ext uri="{FF2B5EF4-FFF2-40B4-BE49-F238E27FC236}">
                  <a16:creationId xmlns:a16="http://schemas.microsoft.com/office/drawing/2014/main" id="{6FBB9D87-68B2-446A-A070-9DBE230837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42" name="Group 741">
            <a:extLst>
              <a:ext uri="{FF2B5EF4-FFF2-40B4-BE49-F238E27FC236}">
                <a16:creationId xmlns:a16="http://schemas.microsoft.com/office/drawing/2014/main" id="{B96A6A66-5212-45BF-A425-89F54ED50CE1}"/>
              </a:ext>
            </a:extLst>
          </p:cNvPr>
          <p:cNvGrpSpPr/>
          <p:nvPr/>
        </p:nvGrpSpPr>
        <p:grpSpPr>
          <a:xfrm rot="19777033">
            <a:off x="5578375" y="4641716"/>
            <a:ext cx="118339" cy="331254"/>
            <a:chOff x="3695849" y="4974319"/>
            <a:chExt cx="118339" cy="331254"/>
          </a:xfrm>
        </p:grpSpPr>
        <p:sp>
          <p:nvSpPr>
            <p:cNvPr id="743" name="Flowchart: Connector 742">
              <a:extLst>
                <a:ext uri="{FF2B5EF4-FFF2-40B4-BE49-F238E27FC236}">
                  <a16:creationId xmlns:a16="http://schemas.microsoft.com/office/drawing/2014/main" id="{2A74C52E-AF3A-4A51-A819-5D29B42D23C9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4" name="Flowchart: Connector 743">
              <a:extLst>
                <a:ext uri="{FF2B5EF4-FFF2-40B4-BE49-F238E27FC236}">
                  <a16:creationId xmlns:a16="http://schemas.microsoft.com/office/drawing/2014/main" id="{BCE8B424-8392-48DC-9242-FF2645754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5" name="Flowchart: Connector 744">
              <a:extLst>
                <a:ext uri="{FF2B5EF4-FFF2-40B4-BE49-F238E27FC236}">
                  <a16:creationId xmlns:a16="http://schemas.microsoft.com/office/drawing/2014/main" id="{81E94B61-443F-43D8-8DA9-0FF3DF2C6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46" name="Group 745">
            <a:extLst>
              <a:ext uri="{FF2B5EF4-FFF2-40B4-BE49-F238E27FC236}">
                <a16:creationId xmlns:a16="http://schemas.microsoft.com/office/drawing/2014/main" id="{ACFDBD7E-9E4A-4677-9BDD-26D43FB25F20}"/>
              </a:ext>
            </a:extLst>
          </p:cNvPr>
          <p:cNvGrpSpPr/>
          <p:nvPr/>
        </p:nvGrpSpPr>
        <p:grpSpPr>
          <a:xfrm rot="6492982">
            <a:off x="7342622" y="5771364"/>
            <a:ext cx="118339" cy="331254"/>
            <a:chOff x="3695849" y="4974319"/>
            <a:chExt cx="118339" cy="331254"/>
          </a:xfrm>
        </p:grpSpPr>
        <p:sp>
          <p:nvSpPr>
            <p:cNvPr id="747" name="Flowchart: Connector 746">
              <a:extLst>
                <a:ext uri="{FF2B5EF4-FFF2-40B4-BE49-F238E27FC236}">
                  <a16:creationId xmlns:a16="http://schemas.microsoft.com/office/drawing/2014/main" id="{4F1F2A8E-ABBD-4FFD-B5FA-CE9E9A453486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8" name="Flowchart: Connector 747">
              <a:extLst>
                <a:ext uri="{FF2B5EF4-FFF2-40B4-BE49-F238E27FC236}">
                  <a16:creationId xmlns:a16="http://schemas.microsoft.com/office/drawing/2014/main" id="{52874A05-1878-460A-B2BB-1C25486423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9" name="Flowchart: Connector 748">
              <a:extLst>
                <a:ext uri="{FF2B5EF4-FFF2-40B4-BE49-F238E27FC236}">
                  <a16:creationId xmlns:a16="http://schemas.microsoft.com/office/drawing/2014/main" id="{00ACF847-3E49-4013-9B31-4EEE0B59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50" name="Group 749">
            <a:extLst>
              <a:ext uri="{FF2B5EF4-FFF2-40B4-BE49-F238E27FC236}">
                <a16:creationId xmlns:a16="http://schemas.microsoft.com/office/drawing/2014/main" id="{1F5C15BF-3E46-4973-A277-C897CBFED1F6}"/>
              </a:ext>
            </a:extLst>
          </p:cNvPr>
          <p:cNvGrpSpPr/>
          <p:nvPr/>
        </p:nvGrpSpPr>
        <p:grpSpPr>
          <a:xfrm rot="15532866">
            <a:off x="5653102" y="5729702"/>
            <a:ext cx="118339" cy="331254"/>
            <a:chOff x="3695849" y="4974319"/>
            <a:chExt cx="118339" cy="331254"/>
          </a:xfrm>
        </p:grpSpPr>
        <p:sp>
          <p:nvSpPr>
            <p:cNvPr id="751" name="Flowchart: Connector 750">
              <a:extLst>
                <a:ext uri="{FF2B5EF4-FFF2-40B4-BE49-F238E27FC236}">
                  <a16:creationId xmlns:a16="http://schemas.microsoft.com/office/drawing/2014/main" id="{E7B56938-EC95-4D6F-AED2-86761FFFFA7C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2" name="Flowchart: Connector 751">
              <a:extLst>
                <a:ext uri="{FF2B5EF4-FFF2-40B4-BE49-F238E27FC236}">
                  <a16:creationId xmlns:a16="http://schemas.microsoft.com/office/drawing/2014/main" id="{6401271C-BC7A-4EEF-A698-7686817AB0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3" name="Flowchart: Connector 752">
              <a:extLst>
                <a:ext uri="{FF2B5EF4-FFF2-40B4-BE49-F238E27FC236}">
                  <a16:creationId xmlns:a16="http://schemas.microsoft.com/office/drawing/2014/main" id="{7AD69073-4DEF-4DA3-8D88-C529CA5A8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54" name="Group 753">
            <a:extLst>
              <a:ext uri="{FF2B5EF4-FFF2-40B4-BE49-F238E27FC236}">
                <a16:creationId xmlns:a16="http://schemas.microsoft.com/office/drawing/2014/main" id="{286F1373-F7D1-4229-A5D2-BCC0D0DEDABA}"/>
              </a:ext>
            </a:extLst>
          </p:cNvPr>
          <p:cNvGrpSpPr/>
          <p:nvPr/>
        </p:nvGrpSpPr>
        <p:grpSpPr>
          <a:xfrm>
            <a:off x="6421547" y="4484627"/>
            <a:ext cx="118339" cy="331254"/>
            <a:chOff x="3695849" y="4974319"/>
            <a:chExt cx="118339" cy="331254"/>
          </a:xfrm>
        </p:grpSpPr>
        <p:sp>
          <p:nvSpPr>
            <p:cNvPr id="755" name="Flowchart: Connector 754">
              <a:extLst>
                <a:ext uri="{FF2B5EF4-FFF2-40B4-BE49-F238E27FC236}">
                  <a16:creationId xmlns:a16="http://schemas.microsoft.com/office/drawing/2014/main" id="{C493CAC9-5317-491B-BDE5-BFCA513F5B32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6" name="Flowchart: Connector 755">
              <a:extLst>
                <a:ext uri="{FF2B5EF4-FFF2-40B4-BE49-F238E27FC236}">
                  <a16:creationId xmlns:a16="http://schemas.microsoft.com/office/drawing/2014/main" id="{6B54A45A-AFBC-4783-80C4-C2E2D66C4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7" name="Flowchart: Connector 756">
              <a:extLst>
                <a:ext uri="{FF2B5EF4-FFF2-40B4-BE49-F238E27FC236}">
                  <a16:creationId xmlns:a16="http://schemas.microsoft.com/office/drawing/2014/main" id="{D6835A47-CD53-4525-9754-FA8B74244B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58AA0DA4-FA70-4988-9BD1-10F51C9E708E}"/>
              </a:ext>
            </a:extLst>
          </p:cNvPr>
          <p:cNvGrpSpPr/>
          <p:nvPr/>
        </p:nvGrpSpPr>
        <p:grpSpPr>
          <a:xfrm rot="4525635">
            <a:off x="6624185" y="5714568"/>
            <a:ext cx="118339" cy="331254"/>
            <a:chOff x="3695849" y="4974319"/>
            <a:chExt cx="118339" cy="331254"/>
          </a:xfrm>
        </p:grpSpPr>
        <p:sp>
          <p:nvSpPr>
            <p:cNvPr id="759" name="Flowchart: Connector 758">
              <a:extLst>
                <a:ext uri="{FF2B5EF4-FFF2-40B4-BE49-F238E27FC236}">
                  <a16:creationId xmlns:a16="http://schemas.microsoft.com/office/drawing/2014/main" id="{FEBD713C-3FC7-4541-A135-DF68D85F5F44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0" name="Flowchart: Connector 759">
              <a:extLst>
                <a:ext uri="{FF2B5EF4-FFF2-40B4-BE49-F238E27FC236}">
                  <a16:creationId xmlns:a16="http://schemas.microsoft.com/office/drawing/2014/main" id="{48A1C4D9-DC1A-4866-8C0C-7518DD8704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1" name="Flowchart: Connector 760">
              <a:extLst>
                <a:ext uri="{FF2B5EF4-FFF2-40B4-BE49-F238E27FC236}">
                  <a16:creationId xmlns:a16="http://schemas.microsoft.com/office/drawing/2014/main" id="{65F6D1A7-BD21-456B-9668-3F5E13A12C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62" name="Group 761">
            <a:extLst>
              <a:ext uri="{FF2B5EF4-FFF2-40B4-BE49-F238E27FC236}">
                <a16:creationId xmlns:a16="http://schemas.microsoft.com/office/drawing/2014/main" id="{516056B9-CFBB-4EBE-AD23-B4C7CD057C5E}"/>
              </a:ext>
            </a:extLst>
          </p:cNvPr>
          <p:cNvGrpSpPr/>
          <p:nvPr/>
        </p:nvGrpSpPr>
        <p:grpSpPr>
          <a:xfrm rot="5767404">
            <a:off x="7075838" y="4918427"/>
            <a:ext cx="118339" cy="331254"/>
            <a:chOff x="3695849" y="4974319"/>
            <a:chExt cx="118339" cy="331254"/>
          </a:xfrm>
        </p:grpSpPr>
        <p:sp>
          <p:nvSpPr>
            <p:cNvPr id="763" name="Flowchart: Connector 762">
              <a:extLst>
                <a:ext uri="{FF2B5EF4-FFF2-40B4-BE49-F238E27FC236}">
                  <a16:creationId xmlns:a16="http://schemas.microsoft.com/office/drawing/2014/main" id="{925E2CC5-F04C-4FDC-9C11-82605F138851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4" name="Flowchart: Connector 763">
              <a:extLst>
                <a:ext uri="{FF2B5EF4-FFF2-40B4-BE49-F238E27FC236}">
                  <a16:creationId xmlns:a16="http://schemas.microsoft.com/office/drawing/2014/main" id="{9C1068C9-653B-4667-B1F8-85ACAF9F45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5" name="Flowchart: Connector 764">
              <a:extLst>
                <a:ext uri="{FF2B5EF4-FFF2-40B4-BE49-F238E27FC236}">
                  <a16:creationId xmlns:a16="http://schemas.microsoft.com/office/drawing/2014/main" id="{ED4622D2-28B0-4973-A64E-5D4971B91F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66" name="Group 765">
            <a:extLst>
              <a:ext uri="{FF2B5EF4-FFF2-40B4-BE49-F238E27FC236}">
                <a16:creationId xmlns:a16="http://schemas.microsoft.com/office/drawing/2014/main" id="{7954D5B7-8807-4852-937D-098EB1DFF4AD}"/>
              </a:ext>
            </a:extLst>
          </p:cNvPr>
          <p:cNvGrpSpPr/>
          <p:nvPr/>
        </p:nvGrpSpPr>
        <p:grpSpPr>
          <a:xfrm rot="7152753">
            <a:off x="6208413" y="5261746"/>
            <a:ext cx="118339" cy="331254"/>
            <a:chOff x="3695849" y="4974319"/>
            <a:chExt cx="118339" cy="331254"/>
          </a:xfrm>
        </p:grpSpPr>
        <p:sp>
          <p:nvSpPr>
            <p:cNvPr id="767" name="Flowchart: Connector 766">
              <a:extLst>
                <a:ext uri="{FF2B5EF4-FFF2-40B4-BE49-F238E27FC236}">
                  <a16:creationId xmlns:a16="http://schemas.microsoft.com/office/drawing/2014/main" id="{CE9C0519-A968-4C0A-943C-147B5AF6DBAF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8" name="Flowchart: Connector 767">
              <a:extLst>
                <a:ext uri="{FF2B5EF4-FFF2-40B4-BE49-F238E27FC236}">
                  <a16:creationId xmlns:a16="http://schemas.microsoft.com/office/drawing/2014/main" id="{8A7CE699-191A-4E7B-8569-467ABD7BA3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9" name="Flowchart: Connector 768">
              <a:extLst>
                <a:ext uri="{FF2B5EF4-FFF2-40B4-BE49-F238E27FC236}">
                  <a16:creationId xmlns:a16="http://schemas.microsoft.com/office/drawing/2014/main" id="{61D16A30-08B3-4896-A012-AA1A0406A6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70" name="Group 769">
            <a:extLst>
              <a:ext uri="{FF2B5EF4-FFF2-40B4-BE49-F238E27FC236}">
                <a16:creationId xmlns:a16="http://schemas.microsoft.com/office/drawing/2014/main" id="{8FEF4334-9835-4CD3-ABC5-283F41345D2F}"/>
              </a:ext>
            </a:extLst>
          </p:cNvPr>
          <p:cNvGrpSpPr/>
          <p:nvPr/>
        </p:nvGrpSpPr>
        <p:grpSpPr>
          <a:xfrm rot="2975746">
            <a:off x="6594175" y="4824215"/>
            <a:ext cx="118339" cy="331254"/>
            <a:chOff x="3695849" y="4974319"/>
            <a:chExt cx="118339" cy="331254"/>
          </a:xfrm>
        </p:grpSpPr>
        <p:sp>
          <p:nvSpPr>
            <p:cNvPr id="771" name="Flowchart: Connector 770">
              <a:extLst>
                <a:ext uri="{FF2B5EF4-FFF2-40B4-BE49-F238E27FC236}">
                  <a16:creationId xmlns:a16="http://schemas.microsoft.com/office/drawing/2014/main" id="{B844422C-5A01-4C2B-8548-1ADAB9C45607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2" name="Flowchart: Connector 771">
              <a:extLst>
                <a:ext uri="{FF2B5EF4-FFF2-40B4-BE49-F238E27FC236}">
                  <a16:creationId xmlns:a16="http://schemas.microsoft.com/office/drawing/2014/main" id="{F03E7BF9-127E-49AA-A55A-E624E460CA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3" name="Flowchart: Connector 772">
              <a:extLst>
                <a:ext uri="{FF2B5EF4-FFF2-40B4-BE49-F238E27FC236}">
                  <a16:creationId xmlns:a16="http://schemas.microsoft.com/office/drawing/2014/main" id="{51C61DF9-87B2-4698-80EB-CACE8BEC3C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74" name="Group 773">
            <a:extLst>
              <a:ext uri="{FF2B5EF4-FFF2-40B4-BE49-F238E27FC236}">
                <a16:creationId xmlns:a16="http://schemas.microsoft.com/office/drawing/2014/main" id="{49BEE78C-746E-4F10-BDBB-6847425AA73F}"/>
              </a:ext>
            </a:extLst>
          </p:cNvPr>
          <p:cNvGrpSpPr/>
          <p:nvPr/>
        </p:nvGrpSpPr>
        <p:grpSpPr>
          <a:xfrm rot="8292953">
            <a:off x="6562212" y="6218658"/>
            <a:ext cx="118339" cy="331254"/>
            <a:chOff x="3695849" y="4974319"/>
            <a:chExt cx="118339" cy="331254"/>
          </a:xfrm>
        </p:grpSpPr>
        <p:sp>
          <p:nvSpPr>
            <p:cNvPr id="775" name="Flowchart: Connector 774">
              <a:extLst>
                <a:ext uri="{FF2B5EF4-FFF2-40B4-BE49-F238E27FC236}">
                  <a16:creationId xmlns:a16="http://schemas.microsoft.com/office/drawing/2014/main" id="{1939075E-85EC-4991-B2C0-F452B3DC1E2C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6" name="Flowchart: Connector 775">
              <a:extLst>
                <a:ext uri="{FF2B5EF4-FFF2-40B4-BE49-F238E27FC236}">
                  <a16:creationId xmlns:a16="http://schemas.microsoft.com/office/drawing/2014/main" id="{3FCBBB3A-636D-43DD-8E76-BFDA8EE76F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7" name="Flowchart: Connector 776">
              <a:extLst>
                <a:ext uri="{FF2B5EF4-FFF2-40B4-BE49-F238E27FC236}">
                  <a16:creationId xmlns:a16="http://schemas.microsoft.com/office/drawing/2014/main" id="{485BACA3-DD23-4EBF-84CE-9FBFA47713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79" name="Group 778">
            <a:extLst>
              <a:ext uri="{FF2B5EF4-FFF2-40B4-BE49-F238E27FC236}">
                <a16:creationId xmlns:a16="http://schemas.microsoft.com/office/drawing/2014/main" id="{70E25554-2A26-46E6-8E56-0FEEA8769138}"/>
              </a:ext>
            </a:extLst>
          </p:cNvPr>
          <p:cNvGrpSpPr/>
          <p:nvPr/>
        </p:nvGrpSpPr>
        <p:grpSpPr>
          <a:xfrm>
            <a:off x="4938074" y="156426"/>
            <a:ext cx="3062199" cy="3047160"/>
            <a:chOff x="163719" y="1822501"/>
            <a:chExt cx="3062199" cy="3047160"/>
          </a:xfrm>
        </p:grpSpPr>
        <p:grpSp>
          <p:nvGrpSpPr>
            <p:cNvPr id="780" name="Group 779">
              <a:extLst>
                <a:ext uri="{FF2B5EF4-FFF2-40B4-BE49-F238E27FC236}">
                  <a16:creationId xmlns:a16="http://schemas.microsoft.com/office/drawing/2014/main" id="{A6A0BED2-4446-42F0-8D0E-14604CF824BE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784" name="Group 783">
                <a:extLst>
                  <a:ext uri="{FF2B5EF4-FFF2-40B4-BE49-F238E27FC236}">
                    <a16:creationId xmlns:a16="http://schemas.microsoft.com/office/drawing/2014/main" id="{7AD73492-157B-4C65-A1F6-193EAC67DBCD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91B521DC-300A-4EA1-B816-5510840E653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4" name="Rectangle: Rounded Corners 1143">
                  <a:extLst>
                    <a:ext uri="{FF2B5EF4-FFF2-40B4-BE49-F238E27FC236}">
                      <a16:creationId xmlns:a16="http://schemas.microsoft.com/office/drawing/2014/main" id="{67CF6B30-9A9C-4890-B89F-27DDBAB9196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99247DDE-667C-4408-88CC-44952D088DB5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1141" name="Freeform: Shape 1140">
                  <a:extLst>
                    <a:ext uri="{FF2B5EF4-FFF2-40B4-BE49-F238E27FC236}">
                      <a16:creationId xmlns:a16="http://schemas.microsoft.com/office/drawing/2014/main" id="{3CBA461B-0D72-48E2-8CFF-50802553BB9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2" name="Rectangle: Rounded Corners 1141">
                  <a:extLst>
                    <a:ext uri="{FF2B5EF4-FFF2-40B4-BE49-F238E27FC236}">
                      <a16:creationId xmlns:a16="http://schemas.microsoft.com/office/drawing/2014/main" id="{1A76DE00-2748-4B25-BDC3-BE9AC9C7C606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68DC8CF3-C77E-466F-AA7C-67DCD9CFACB7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859" name="Group 858">
                  <a:extLst>
                    <a:ext uri="{FF2B5EF4-FFF2-40B4-BE49-F238E27FC236}">
                      <a16:creationId xmlns:a16="http://schemas.microsoft.com/office/drawing/2014/main" id="{32B0E201-4D69-4D4D-B77E-E5643C4CF374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1080" name="Group 1079">
                    <a:extLst>
                      <a:ext uri="{FF2B5EF4-FFF2-40B4-BE49-F238E27FC236}">
                        <a16:creationId xmlns:a16="http://schemas.microsoft.com/office/drawing/2014/main" id="{7F8296AB-FA15-4D42-9F50-FB81F02B3A39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1137" name="Flowchart: Connector 1136">
                      <a:extLst>
                        <a:ext uri="{FF2B5EF4-FFF2-40B4-BE49-F238E27FC236}">
                          <a16:creationId xmlns:a16="http://schemas.microsoft.com/office/drawing/2014/main" id="{EB1A91EE-E181-48FC-8FE7-A9B4EEAB8C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138" name="Flowchart: Connector 1137">
                      <a:extLst>
                        <a:ext uri="{FF2B5EF4-FFF2-40B4-BE49-F238E27FC236}">
                          <a16:creationId xmlns:a16="http://schemas.microsoft.com/office/drawing/2014/main" id="{CB13CA66-F544-4F0E-A996-04B48A7F8D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139" name="Flowchart: Connector 1138">
                      <a:extLst>
                        <a:ext uri="{FF2B5EF4-FFF2-40B4-BE49-F238E27FC236}">
                          <a16:creationId xmlns:a16="http://schemas.microsoft.com/office/drawing/2014/main" id="{9297207C-8C0A-4191-9574-40BAAB67DF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140" name="Flowchart: Connector 1139">
                      <a:extLst>
                        <a:ext uri="{FF2B5EF4-FFF2-40B4-BE49-F238E27FC236}">
                          <a16:creationId xmlns:a16="http://schemas.microsoft.com/office/drawing/2014/main" id="{B95C0F05-B7C7-42D3-A07B-2286B15CDB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081" name="Group 1080">
                    <a:extLst>
                      <a:ext uri="{FF2B5EF4-FFF2-40B4-BE49-F238E27FC236}">
                        <a16:creationId xmlns:a16="http://schemas.microsoft.com/office/drawing/2014/main" id="{B7FB1C71-7326-45D2-89DB-629D551FB77C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1082" name="Group 1081">
                      <a:extLst>
                        <a:ext uri="{FF2B5EF4-FFF2-40B4-BE49-F238E27FC236}">
                          <a16:creationId xmlns:a16="http://schemas.microsoft.com/office/drawing/2014/main" id="{6DACCCAE-82B8-41D4-B971-7F24E2956A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0" name="3D Model 1129" descr="Sphere">
                            <a:extLst>
                              <a:ext uri="{FF2B5EF4-FFF2-40B4-BE49-F238E27FC236}">
                                <a16:creationId xmlns:a16="http://schemas.microsoft.com/office/drawing/2014/main" id="{6367971B-9193-4FF1-99B1-AFF83DA6BCB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971163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31" name="Flowchart: Connector 1130">
                        <a:extLst>
                          <a:ext uri="{FF2B5EF4-FFF2-40B4-BE49-F238E27FC236}">
                            <a16:creationId xmlns:a16="http://schemas.microsoft.com/office/drawing/2014/main" id="{60104568-9F09-49EF-ACA2-51DD7EBBD9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2" name="3D Model 1131" descr="Sphere">
                            <a:extLst>
                              <a:ext uri="{FF2B5EF4-FFF2-40B4-BE49-F238E27FC236}">
                                <a16:creationId xmlns:a16="http://schemas.microsoft.com/office/drawing/2014/main" id="{EDB56074-834D-4BE0-AACD-1C491B61EDE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0701307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33" name="Flowchart: Connector 1132">
                        <a:extLst>
                          <a:ext uri="{FF2B5EF4-FFF2-40B4-BE49-F238E27FC236}">
                            <a16:creationId xmlns:a16="http://schemas.microsoft.com/office/drawing/2014/main" id="{2EB1BFFE-19BA-4176-9D0F-9F2B6049AA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4" name="3D Model 1133" descr="Sphere">
                            <a:extLst>
                              <a:ext uri="{FF2B5EF4-FFF2-40B4-BE49-F238E27FC236}">
                                <a16:creationId xmlns:a16="http://schemas.microsoft.com/office/drawing/2014/main" id="{ACFD3844-E52E-48F9-B203-FD0B5DED28A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178257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35" name="Flowchart: Connector 1134">
                        <a:extLst>
                          <a:ext uri="{FF2B5EF4-FFF2-40B4-BE49-F238E27FC236}">
                            <a16:creationId xmlns:a16="http://schemas.microsoft.com/office/drawing/2014/main" id="{DC34137A-9076-4156-8CAE-CEB14AEA53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6" name="3D Model 1135" descr="Sphere">
                            <a:extLst>
                              <a:ext uri="{FF2B5EF4-FFF2-40B4-BE49-F238E27FC236}">
                                <a16:creationId xmlns:a16="http://schemas.microsoft.com/office/drawing/2014/main" id="{F5AB812D-C691-45DD-9188-C978F2BB219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921075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83" name="Group 1082">
                      <a:extLst>
                        <a:ext uri="{FF2B5EF4-FFF2-40B4-BE49-F238E27FC236}">
                          <a16:creationId xmlns:a16="http://schemas.microsoft.com/office/drawing/2014/main" id="{9004BE4A-2DAE-41A0-9FD1-AD68879BC7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115" name="Flowchart: Connector 1114">
                        <a:extLst>
                          <a:ext uri="{FF2B5EF4-FFF2-40B4-BE49-F238E27FC236}">
                            <a16:creationId xmlns:a16="http://schemas.microsoft.com/office/drawing/2014/main" id="{344AC5E5-00C3-4E07-A8E1-5DCC088399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6" name="Flowchart: Connector 1115">
                        <a:extLst>
                          <a:ext uri="{FF2B5EF4-FFF2-40B4-BE49-F238E27FC236}">
                            <a16:creationId xmlns:a16="http://schemas.microsoft.com/office/drawing/2014/main" id="{2F938203-8FF3-4CBE-9F08-E0123DE20A1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7" name="Flowchart: Connector 1116">
                        <a:extLst>
                          <a:ext uri="{FF2B5EF4-FFF2-40B4-BE49-F238E27FC236}">
                            <a16:creationId xmlns:a16="http://schemas.microsoft.com/office/drawing/2014/main" id="{FA172938-A506-40D5-BBA1-25CD9332707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8" name="Flowchart: Connector 1117">
                        <a:extLst>
                          <a:ext uri="{FF2B5EF4-FFF2-40B4-BE49-F238E27FC236}">
                            <a16:creationId xmlns:a16="http://schemas.microsoft.com/office/drawing/2014/main" id="{AABDF62D-C3BF-4250-BF11-E154DBCD60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9" name="Flowchart: Connector 1118">
                        <a:extLst>
                          <a:ext uri="{FF2B5EF4-FFF2-40B4-BE49-F238E27FC236}">
                            <a16:creationId xmlns:a16="http://schemas.microsoft.com/office/drawing/2014/main" id="{46B1BBC8-4D21-47C4-9329-0AB2AC0130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20" name="Flowchart: Connector 1119">
                        <a:extLst>
                          <a:ext uri="{FF2B5EF4-FFF2-40B4-BE49-F238E27FC236}">
                            <a16:creationId xmlns:a16="http://schemas.microsoft.com/office/drawing/2014/main" id="{D0002DAC-9D36-4613-9C1B-CE8F68EBE3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21" name="Flowchart: Connector 1120">
                        <a:extLst>
                          <a:ext uri="{FF2B5EF4-FFF2-40B4-BE49-F238E27FC236}">
                            <a16:creationId xmlns:a16="http://schemas.microsoft.com/office/drawing/2014/main" id="{C1ADA7C3-78C6-41B1-902A-EA2ED3367A9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22" name="Flowchart: Connector 1121">
                        <a:extLst>
                          <a:ext uri="{FF2B5EF4-FFF2-40B4-BE49-F238E27FC236}">
                            <a16:creationId xmlns:a16="http://schemas.microsoft.com/office/drawing/2014/main" id="{F900424B-5198-4631-B211-D6161A42A3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3" name="3D Model 1122" descr="Sphere">
                            <a:extLst>
                              <a:ext uri="{FF2B5EF4-FFF2-40B4-BE49-F238E27FC236}">
                                <a16:creationId xmlns:a16="http://schemas.microsoft.com/office/drawing/2014/main" id="{A069E765-C408-4B9F-BB7B-B142433CED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5082223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24" name="Flowchart: Connector 1123">
                        <a:extLst>
                          <a:ext uri="{FF2B5EF4-FFF2-40B4-BE49-F238E27FC236}">
                            <a16:creationId xmlns:a16="http://schemas.microsoft.com/office/drawing/2014/main" id="{A2E7C3E5-840F-4AEB-856C-BC1E490A41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5" name="3D Model 1124" descr="Sphere">
                            <a:extLst>
                              <a:ext uri="{FF2B5EF4-FFF2-40B4-BE49-F238E27FC236}">
                                <a16:creationId xmlns:a16="http://schemas.microsoft.com/office/drawing/2014/main" id="{D7A7EF9D-E751-4AC0-9293-6838020BA0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360355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26" name="Flowchart: Connector 1125">
                        <a:extLst>
                          <a:ext uri="{FF2B5EF4-FFF2-40B4-BE49-F238E27FC236}">
                            <a16:creationId xmlns:a16="http://schemas.microsoft.com/office/drawing/2014/main" id="{CF21AA69-56C7-4DD1-B642-6AAA0CDEEEE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7" name="3D Model 1126" descr="Sphere">
                            <a:extLst>
                              <a:ext uri="{FF2B5EF4-FFF2-40B4-BE49-F238E27FC236}">
                                <a16:creationId xmlns:a16="http://schemas.microsoft.com/office/drawing/2014/main" id="{FEB24A75-5A01-49D2-8DFD-69D64376A6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676976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28" name="Flowchart: Connector 1127">
                        <a:extLst>
                          <a:ext uri="{FF2B5EF4-FFF2-40B4-BE49-F238E27FC236}">
                            <a16:creationId xmlns:a16="http://schemas.microsoft.com/office/drawing/2014/main" id="{4BEC0273-83CC-4ECF-95E4-968801A6BC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9" name="3D Model 1128" descr="Sphere">
                            <a:extLst>
                              <a:ext uri="{FF2B5EF4-FFF2-40B4-BE49-F238E27FC236}">
                                <a16:creationId xmlns:a16="http://schemas.microsoft.com/office/drawing/2014/main" id="{75E691D3-B3B3-47C1-9D8D-46C6682B49B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9306537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84" name="Group 1083">
                      <a:extLst>
                        <a:ext uri="{FF2B5EF4-FFF2-40B4-BE49-F238E27FC236}">
                          <a16:creationId xmlns:a16="http://schemas.microsoft.com/office/drawing/2014/main" id="{0FB539FB-9788-4CCA-9F4E-37F36240FA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100" name="Flowchart: Connector 1099">
                        <a:extLst>
                          <a:ext uri="{FF2B5EF4-FFF2-40B4-BE49-F238E27FC236}">
                            <a16:creationId xmlns:a16="http://schemas.microsoft.com/office/drawing/2014/main" id="{370DC8DE-F220-4317-B7F4-6BA2697695D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1" name="Flowchart: Connector 1100">
                        <a:extLst>
                          <a:ext uri="{FF2B5EF4-FFF2-40B4-BE49-F238E27FC236}">
                            <a16:creationId xmlns:a16="http://schemas.microsoft.com/office/drawing/2014/main" id="{8801BF39-B9FE-444F-A9ED-F5C9515B10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2" name="Flowchart: Connector 1101">
                        <a:extLst>
                          <a:ext uri="{FF2B5EF4-FFF2-40B4-BE49-F238E27FC236}">
                            <a16:creationId xmlns:a16="http://schemas.microsoft.com/office/drawing/2014/main" id="{DA10C1B7-7E05-446B-98C6-4DBC9ED5CA1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3" name="Flowchart: Connector 1102">
                        <a:extLst>
                          <a:ext uri="{FF2B5EF4-FFF2-40B4-BE49-F238E27FC236}">
                            <a16:creationId xmlns:a16="http://schemas.microsoft.com/office/drawing/2014/main" id="{249E857C-058F-41F9-9211-984926C784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4" name="Flowchart: Connector 1103">
                        <a:extLst>
                          <a:ext uri="{FF2B5EF4-FFF2-40B4-BE49-F238E27FC236}">
                            <a16:creationId xmlns:a16="http://schemas.microsoft.com/office/drawing/2014/main" id="{49DE3A81-7A85-436F-94A0-D376213A3FA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5" name="Flowchart: Connector 1104">
                        <a:extLst>
                          <a:ext uri="{FF2B5EF4-FFF2-40B4-BE49-F238E27FC236}">
                            <a16:creationId xmlns:a16="http://schemas.microsoft.com/office/drawing/2014/main" id="{D3B64093-E722-480B-A1C3-7AC394E501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6" name="Flowchart: Connector 1105">
                        <a:extLst>
                          <a:ext uri="{FF2B5EF4-FFF2-40B4-BE49-F238E27FC236}">
                            <a16:creationId xmlns:a16="http://schemas.microsoft.com/office/drawing/2014/main" id="{31036752-AB61-4773-ABC6-FB015F58D9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7" name="Flowchart: Connector 1106">
                        <a:extLst>
                          <a:ext uri="{FF2B5EF4-FFF2-40B4-BE49-F238E27FC236}">
                            <a16:creationId xmlns:a16="http://schemas.microsoft.com/office/drawing/2014/main" id="{834DB779-AE2A-487A-8348-9A9F13D25B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08" name="3D Model 1107" descr="Sphere">
                            <a:extLst>
                              <a:ext uri="{FF2B5EF4-FFF2-40B4-BE49-F238E27FC236}">
                                <a16:creationId xmlns:a16="http://schemas.microsoft.com/office/drawing/2014/main" id="{15D06768-BDBB-4CB8-9271-338AD43BF2C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4305911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09" name="Flowchart: Connector 1108">
                        <a:extLst>
                          <a:ext uri="{FF2B5EF4-FFF2-40B4-BE49-F238E27FC236}">
                            <a16:creationId xmlns:a16="http://schemas.microsoft.com/office/drawing/2014/main" id="{81E7948E-9931-47F1-8E47-D75A543EBA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10" name="3D Model 1109" descr="Sphere">
                            <a:extLst>
                              <a:ext uri="{FF2B5EF4-FFF2-40B4-BE49-F238E27FC236}">
                                <a16:creationId xmlns:a16="http://schemas.microsoft.com/office/drawing/2014/main" id="{D7F1DB05-22E2-43FE-A80F-640155B188A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5349859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11" name="Flowchart: Connector 1110">
                        <a:extLst>
                          <a:ext uri="{FF2B5EF4-FFF2-40B4-BE49-F238E27FC236}">
                            <a16:creationId xmlns:a16="http://schemas.microsoft.com/office/drawing/2014/main" id="{236D9A52-F127-4719-8D24-F26F9FA37A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12" name="3D Model 1111" descr="Sphere">
                            <a:extLst>
                              <a:ext uri="{FF2B5EF4-FFF2-40B4-BE49-F238E27FC236}">
                                <a16:creationId xmlns:a16="http://schemas.microsoft.com/office/drawing/2014/main" id="{90CEF84C-661F-41EE-B6A4-72251D54916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9220364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13" name="Flowchart: Connector 1112">
                        <a:extLst>
                          <a:ext uri="{FF2B5EF4-FFF2-40B4-BE49-F238E27FC236}">
                            <a16:creationId xmlns:a16="http://schemas.microsoft.com/office/drawing/2014/main" id="{D94EF07F-6095-498F-8A7E-1F3808EBF4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14" name="3D Model 1113" descr="Sphere">
                            <a:extLst>
                              <a:ext uri="{FF2B5EF4-FFF2-40B4-BE49-F238E27FC236}">
                                <a16:creationId xmlns:a16="http://schemas.microsoft.com/office/drawing/2014/main" id="{2C370527-09E3-4EAE-A618-CA8CB645E4E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9935619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085" name="Flowchart: Connector 1084">
                      <a:extLst>
                        <a:ext uri="{FF2B5EF4-FFF2-40B4-BE49-F238E27FC236}">
                          <a16:creationId xmlns:a16="http://schemas.microsoft.com/office/drawing/2014/main" id="{75C53AAC-A3B6-4ED0-9765-4788BE2C23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6" name="Flowchart: Connector 1085">
                      <a:extLst>
                        <a:ext uri="{FF2B5EF4-FFF2-40B4-BE49-F238E27FC236}">
                          <a16:creationId xmlns:a16="http://schemas.microsoft.com/office/drawing/2014/main" id="{2C827F8D-29AA-436A-8492-A7D9FB5C37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7" name="Flowchart: Connector 1086">
                      <a:extLst>
                        <a:ext uri="{FF2B5EF4-FFF2-40B4-BE49-F238E27FC236}">
                          <a16:creationId xmlns:a16="http://schemas.microsoft.com/office/drawing/2014/main" id="{C89F560F-2DBC-4E23-A152-6F198CA321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8" name="Flowchart: Connector 1087">
                      <a:extLst>
                        <a:ext uri="{FF2B5EF4-FFF2-40B4-BE49-F238E27FC236}">
                          <a16:creationId xmlns:a16="http://schemas.microsoft.com/office/drawing/2014/main" id="{AB1EDE89-2A20-421D-8E35-4C55BFE7E13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9" name="Flowchart: Connector 1088">
                      <a:extLst>
                        <a:ext uri="{FF2B5EF4-FFF2-40B4-BE49-F238E27FC236}">
                          <a16:creationId xmlns:a16="http://schemas.microsoft.com/office/drawing/2014/main" id="{C055BF0D-11A7-4F4E-8683-2AE068691F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0" name="Flowchart: Connector 1089">
                      <a:extLst>
                        <a:ext uri="{FF2B5EF4-FFF2-40B4-BE49-F238E27FC236}">
                          <a16:creationId xmlns:a16="http://schemas.microsoft.com/office/drawing/2014/main" id="{A0A43CA7-6076-445E-B4AE-5A818A1C77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1" name="Flowchart: Connector 1090">
                      <a:extLst>
                        <a:ext uri="{FF2B5EF4-FFF2-40B4-BE49-F238E27FC236}">
                          <a16:creationId xmlns:a16="http://schemas.microsoft.com/office/drawing/2014/main" id="{3912024F-B462-426F-AC9E-80AFC370F7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2" name="Flowchart: Connector 1091">
                      <a:extLst>
                        <a:ext uri="{FF2B5EF4-FFF2-40B4-BE49-F238E27FC236}">
                          <a16:creationId xmlns:a16="http://schemas.microsoft.com/office/drawing/2014/main" id="{EE92F9B3-3A09-40D9-908D-9B0143F2B2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3" name="3D Model 1092" descr="Sphere">
                          <a:extLst>
                            <a:ext uri="{FF2B5EF4-FFF2-40B4-BE49-F238E27FC236}">
                              <a16:creationId xmlns:a16="http://schemas.microsoft.com/office/drawing/2014/main" id="{68CD0D34-7F5A-4875-9D26-7E9E5BA1823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8484429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3" name="3D Model 1092" descr="Sphere">
                          <a:extLst>
                            <a:ext uri="{FF2B5EF4-FFF2-40B4-BE49-F238E27FC236}">
                              <a16:creationId xmlns:a16="http://schemas.microsoft.com/office/drawing/2014/main" id="{68CD0D34-7F5A-4875-9D26-7E9E5BA1823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328226" y="77482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94" name="Flowchart: Connector 1093">
                      <a:extLst>
                        <a:ext uri="{FF2B5EF4-FFF2-40B4-BE49-F238E27FC236}">
                          <a16:creationId xmlns:a16="http://schemas.microsoft.com/office/drawing/2014/main" id="{4FAA307D-342E-49A9-8A4F-BBAF128817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5" name="3D Model 1094" descr="Sphere">
                          <a:extLst>
                            <a:ext uri="{FF2B5EF4-FFF2-40B4-BE49-F238E27FC236}">
                              <a16:creationId xmlns:a16="http://schemas.microsoft.com/office/drawing/2014/main" id="{41612276-77FA-47B4-B82B-D4581F2E2F8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41139201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5" name="3D Model 1094" descr="Sphere">
                          <a:extLst>
                            <a:ext uri="{FF2B5EF4-FFF2-40B4-BE49-F238E27FC236}">
                              <a16:creationId xmlns:a16="http://schemas.microsoft.com/office/drawing/2014/main" id="{41612276-77FA-47B4-B82B-D4581F2E2F8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64990" y="83154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96" name="Flowchart: Connector 1095">
                      <a:extLst>
                        <a:ext uri="{FF2B5EF4-FFF2-40B4-BE49-F238E27FC236}">
                          <a16:creationId xmlns:a16="http://schemas.microsoft.com/office/drawing/2014/main" id="{F6F50CDD-9BFB-4838-A3A3-0DE95C4082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7" name="3D Model 1096" descr="Sphere">
                          <a:extLst>
                            <a:ext uri="{FF2B5EF4-FFF2-40B4-BE49-F238E27FC236}">
                              <a16:creationId xmlns:a16="http://schemas.microsoft.com/office/drawing/2014/main" id="{E35E8CD4-2A02-4653-B328-63A3D0AEAE1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05663823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7" name="3D Model 1096" descr="Sphere">
                          <a:extLst>
                            <a:ext uri="{FF2B5EF4-FFF2-40B4-BE49-F238E27FC236}">
                              <a16:creationId xmlns:a16="http://schemas.microsoft.com/office/drawing/2014/main" id="{E35E8CD4-2A02-4653-B328-63A3D0AEAE1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802860" y="89334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98" name="Flowchart: Connector 1097">
                      <a:extLst>
                        <a:ext uri="{FF2B5EF4-FFF2-40B4-BE49-F238E27FC236}">
                          <a16:creationId xmlns:a16="http://schemas.microsoft.com/office/drawing/2014/main" id="{5F8AE701-DD1D-44DB-AC1E-BD47AD552A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9" name="3D Model 1098" descr="Sphere">
                          <a:extLst>
                            <a:ext uri="{FF2B5EF4-FFF2-40B4-BE49-F238E27FC236}">
                              <a16:creationId xmlns:a16="http://schemas.microsoft.com/office/drawing/2014/main" id="{78B6CDA6-BBA1-43E1-995A-B04A82765F2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3139453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9" name="3D Model 1098" descr="Sphere">
                          <a:extLst>
                            <a:ext uri="{FF2B5EF4-FFF2-40B4-BE49-F238E27FC236}">
                              <a16:creationId xmlns:a16="http://schemas.microsoft.com/office/drawing/2014/main" id="{78B6CDA6-BBA1-43E1-995A-B04A82765F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71278" y="98038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60" name="Group 859">
                  <a:extLst>
                    <a:ext uri="{FF2B5EF4-FFF2-40B4-BE49-F238E27FC236}">
                      <a16:creationId xmlns:a16="http://schemas.microsoft.com/office/drawing/2014/main" id="{4A42985C-3B0A-45C0-8645-23BAF8E71F10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077" name="Flowchart: Connector 1076">
                    <a:extLst>
                      <a:ext uri="{FF2B5EF4-FFF2-40B4-BE49-F238E27FC236}">
                        <a16:creationId xmlns:a16="http://schemas.microsoft.com/office/drawing/2014/main" id="{8DDE2269-C6E9-4816-B546-6CED3E23C57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8" name="Flowchart: Connector 1077">
                    <a:extLst>
                      <a:ext uri="{FF2B5EF4-FFF2-40B4-BE49-F238E27FC236}">
                        <a16:creationId xmlns:a16="http://schemas.microsoft.com/office/drawing/2014/main" id="{A68EE07D-1C5E-401E-89A9-DA8867797B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9" name="Flowchart: Connector 1078">
                    <a:extLst>
                      <a:ext uri="{FF2B5EF4-FFF2-40B4-BE49-F238E27FC236}">
                        <a16:creationId xmlns:a16="http://schemas.microsoft.com/office/drawing/2014/main" id="{2EA8F427-72F6-4062-8D54-2827CA8941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61" name="Flowchart: Connector 860">
                  <a:extLst>
                    <a:ext uri="{FF2B5EF4-FFF2-40B4-BE49-F238E27FC236}">
                      <a16:creationId xmlns:a16="http://schemas.microsoft.com/office/drawing/2014/main" id="{20461D9B-D4BF-4D71-80E1-215486A5565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62" name="Flowchart: Connector 861">
                  <a:extLst>
                    <a:ext uri="{FF2B5EF4-FFF2-40B4-BE49-F238E27FC236}">
                      <a16:creationId xmlns:a16="http://schemas.microsoft.com/office/drawing/2014/main" id="{3BDE7EBD-D052-4843-9D6F-76C65C332C1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9460F6EE-0A44-4506-B06E-2420B5BE7B9F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1074" name="Flowchart: Connector 1073">
                    <a:extLst>
                      <a:ext uri="{FF2B5EF4-FFF2-40B4-BE49-F238E27FC236}">
                        <a16:creationId xmlns:a16="http://schemas.microsoft.com/office/drawing/2014/main" id="{DB1CC0B8-6128-458F-97BB-1EC680D5B8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5" name="Flowchart: Connector 1074">
                    <a:extLst>
                      <a:ext uri="{FF2B5EF4-FFF2-40B4-BE49-F238E27FC236}">
                        <a16:creationId xmlns:a16="http://schemas.microsoft.com/office/drawing/2014/main" id="{D3C0F550-403A-44BC-BB61-5DF1B7986E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6" name="Flowchart: Connector 1075">
                    <a:extLst>
                      <a:ext uri="{FF2B5EF4-FFF2-40B4-BE49-F238E27FC236}">
                        <a16:creationId xmlns:a16="http://schemas.microsoft.com/office/drawing/2014/main" id="{82F1EFB3-1441-46B0-AEB3-DBEF834D7F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64" name="Group 863">
                  <a:extLst>
                    <a:ext uri="{FF2B5EF4-FFF2-40B4-BE49-F238E27FC236}">
                      <a16:creationId xmlns:a16="http://schemas.microsoft.com/office/drawing/2014/main" id="{C59B3E90-A97A-4142-8FDD-1129FD12939D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1009" name="Group 1008">
                    <a:extLst>
                      <a:ext uri="{FF2B5EF4-FFF2-40B4-BE49-F238E27FC236}">
                        <a16:creationId xmlns:a16="http://schemas.microsoft.com/office/drawing/2014/main" id="{EDC76C0F-F08E-49E6-A153-FAD893B97675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1070" name="Flowchart: Connector 1069">
                      <a:extLst>
                        <a:ext uri="{FF2B5EF4-FFF2-40B4-BE49-F238E27FC236}">
                          <a16:creationId xmlns:a16="http://schemas.microsoft.com/office/drawing/2014/main" id="{DF1E6347-9AB7-4F68-BB6E-8764E538BD6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71" name="Flowchart: Connector 1070">
                      <a:extLst>
                        <a:ext uri="{FF2B5EF4-FFF2-40B4-BE49-F238E27FC236}">
                          <a16:creationId xmlns:a16="http://schemas.microsoft.com/office/drawing/2014/main" id="{E9026899-EC1B-4F29-968F-702B1BDE6B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72" name="Flowchart: Connector 1071">
                      <a:extLst>
                        <a:ext uri="{FF2B5EF4-FFF2-40B4-BE49-F238E27FC236}">
                          <a16:creationId xmlns:a16="http://schemas.microsoft.com/office/drawing/2014/main" id="{346913F7-CDEA-478A-A3B7-6B19847B7E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73" name="Flowchart: Connector 1072">
                      <a:extLst>
                        <a:ext uri="{FF2B5EF4-FFF2-40B4-BE49-F238E27FC236}">
                          <a16:creationId xmlns:a16="http://schemas.microsoft.com/office/drawing/2014/main" id="{2619FEFD-E65F-42F8-A0CF-A745FAFC31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010" name="Group 1009">
                    <a:extLst>
                      <a:ext uri="{FF2B5EF4-FFF2-40B4-BE49-F238E27FC236}">
                        <a16:creationId xmlns:a16="http://schemas.microsoft.com/office/drawing/2014/main" id="{F675E6B6-9D2A-4C09-983E-ADDFFAE7319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1011" name="Group 1010">
                      <a:extLst>
                        <a:ext uri="{FF2B5EF4-FFF2-40B4-BE49-F238E27FC236}">
                          <a16:creationId xmlns:a16="http://schemas.microsoft.com/office/drawing/2014/main" id="{51111D6F-E1B8-4998-AF0E-8525022A17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062" name="Flowchart: Connector 1061">
                        <a:extLst>
                          <a:ext uri="{FF2B5EF4-FFF2-40B4-BE49-F238E27FC236}">
                            <a16:creationId xmlns:a16="http://schemas.microsoft.com/office/drawing/2014/main" id="{850992E1-BAEF-410F-981B-85C4DC218F5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3" name="3D Model 1062" descr="Sphere">
                            <a:extLst>
                              <a:ext uri="{FF2B5EF4-FFF2-40B4-BE49-F238E27FC236}">
                                <a16:creationId xmlns:a16="http://schemas.microsoft.com/office/drawing/2014/main" id="{201186BC-92CB-43D3-917F-5669C61D90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6655136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4" name="Flowchart: Connector 1063">
                        <a:extLst>
                          <a:ext uri="{FF2B5EF4-FFF2-40B4-BE49-F238E27FC236}">
                            <a16:creationId xmlns:a16="http://schemas.microsoft.com/office/drawing/2014/main" id="{A3D9744E-5DE8-45DC-A5D1-D3C9092B05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5" name="3D Model 1064" descr="Sphere">
                            <a:extLst>
                              <a:ext uri="{FF2B5EF4-FFF2-40B4-BE49-F238E27FC236}">
                                <a16:creationId xmlns:a16="http://schemas.microsoft.com/office/drawing/2014/main" id="{86F17E76-EF16-4B87-802D-7D1ADBCAF95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0267900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6" name="Flowchart: Connector 1065">
                        <a:extLst>
                          <a:ext uri="{FF2B5EF4-FFF2-40B4-BE49-F238E27FC236}">
                            <a16:creationId xmlns:a16="http://schemas.microsoft.com/office/drawing/2014/main" id="{232323B0-D72D-422F-A6CA-B44F2083A9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7" name="3D Model 1066" descr="Sphere">
                            <a:extLst>
                              <a:ext uri="{FF2B5EF4-FFF2-40B4-BE49-F238E27FC236}">
                                <a16:creationId xmlns:a16="http://schemas.microsoft.com/office/drawing/2014/main" id="{C9D60E48-0061-4E14-B0D3-5F1A468ECB4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579895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8" name="Flowchart: Connector 1067">
                        <a:extLst>
                          <a:ext uri="{FF2B5EF4-FFF2-40B4-BE49-F238E27FC236}">
                            <a16:creationId xmlns:a16="http://schemas.microsoft.com/office/drawing/2014/main" id="{F14C9E68-53CF-4A4D-99C3-6329DF9CC9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9" name="3D Model 1068" descr="Sphere">
                            <a:extLst>
                              <a:ext uri="{FF2B5EF4-FFF2-40B4-BE49-F238E27FC236}">
                                <a16:creationId xmlns:a16="http://schemas.microsoft.com/office/drawing/2014/main" id="{F1A7CB91-9246-496A-B7E0-921097913D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882803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12" name="Group 1011">
                      <a:extLst>
                        <a:ext uri="{FF2B5EF4-FFF2-40B4-BE49-F238E27FC236}">
                          <a16:creationId xmlns:a16="http://schemas.microsoft.com/office/drawing/2014/main" id="{B93EBDD5-E07A-4142-98D6-B57AFA9006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046" name="Flowchart: Connector 1045">
                        <a:extLst>
                          <a:ext uri="{FF2B5EF4-FFF2-40B4-BE49-F238E27FC236}">
                            <a16:creationId xmlns:a16="http://schemas.microsoft.com/office/drawing/2014/main" id="{E0DA2C47-D0BD-4EFD-AEBB-B6B892BD72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7" name="Flowchart: Connector 1046">
                        <a:extLst>
                          <a:ext uri="{FF2B5EF4-FFF2-40B4-BE49-F238E27FC236}">
                            <a16:creationId xmlns:a16="http://schemas.microsoft.com/office/drawing/2014/main" id="{A551B57E-1631-4B0E-B361-553DEF0404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8" name="Flowchart: Connector 1047">
                        <a:extLst>
                          <a:ext uri="{FF2B5EF4-FFF2-40B4-BE49-F238E27FC236}">
                            <a16:creationId xmlns:a16="http://schemas.microsoft.com/office/drawing/2014/main" id="{4E1AF699-3D73-4CD8-A595-CC587473D8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9" name="Flowchart: Connector 1048">
                        <a:extLst>
                          <a:ext uri="{FF2B5EF4-FFF2-40B4-BE49-F238E27FC236}">
                            <a16:creationId xmlns:a16="http://schemas.microsoft.com/office/drawing/2014/main" id="{5039F54B-7F8E-4B5B-AB85-37190B0DE3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0" name="Flowchart: Connector 1049">
                        <a:extLst>
                          <a:ext uri="{FF2B5EF4-FFF2-40B4-BE49-F238E27FC236}">
                            <a16:creationId xmlns:a16="http://schemas.microsoft.com/office/drawing/2014/main" id="{A76D745A-8860-412F-BBF8-D9ADFDC6BB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1" name="Flowchart: Connector 1050">
                        <a:extLst>
                          <a:ext uri="{FF2B5EF4-FFF2-40B4-BE49-F238E27FC236}">
                            <a16:creationId xmlns:a16="http://schemas.microsoft.com/office/drawing/2014/main" id="{571E57B0-8036-4B4A-BFB1-B4B7193690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2" name="Flowchart: Connector 1051">
                        <a:extLst>
                          <a:ext uri="{FF2B5EF4-FFF2-40B4-BE49-F238E27FC236}">
                            <a16:creationId xmlns:a16="http://schemas.microsoft.com/office/drawing/2014/main" id="{1E380BA9-7F69-4D47-B6E0-77A9827269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3" name="Flowchart: Connector 1052">
                        <a:extLst>
                          <a:ext uri="{FF2B5EF4-FFF2-40B4-BE49-F238E27FC236}">
                            <a16:creationId xmlns:a16="http://schemas.microsoft.com/office/drawing/2014/main" id="{E775218F-9678-407E-9A29-0526AABA12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4" name="Flowchart: Connector 1053">
                        <a:extLst>
                          <a:ext uri="{FF2B5EF4-FFF2-40B4-BE49-F238E27FC236}">
                            <a16:creationId xmlns:a16="http://schemas.microsoft.com/office/drawing/2014/main" id="{E286A421-2A7B-4314-B856-4D80AE291D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5" name="3D Model 1054" descr="Sphere">
                            <a:extLst>
                              <a:ext uri="{FF2B5EF4-FFF2-40B4-BE49-F238E27FC236}">
                                <a16:creationId xmlns:a16="http://schemas.microsoft.com/office/drawing/2014/main" id="{22ECC586-8F10-48A3-B274-39336AA7DB9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640694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56" name="Flowchart: Connector 1055">
                        <a:extLst>
                          <a:ext uri="{FF2B5EF4-FFF2-40B4-BE49-F238E27FC236}">
                            <a16:creationId xmlns:a16="http://schemas.microsoft.com/office/drawing/2014/main" id="{4307A08B-B824-4560-BBE6-4722C90954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7" name="3D Model 1056" descr="Sphere">
                            <a:extLst>
                              <a:ext uri="{FF2B5EF4-FFF2-40B4-BE49-F238E27FC236}">
                                <a16:creationId xmlns:a16="http://schemas.microsoft.com/office/drawing/2014/main" id="{40DDBCE6-90AC-4704-9873-A080DACB9E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6698426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58" name="Flowchart: Connector 1057">
                        <a:extLst>
                          <a:ext uri="{FF2B5EF4-FFF2-40B4-BE49-F238E27FC236}">
                            <a16:creationId xmlns:a16="http://schemas.microsoft.com/office/drawing/2014/main" id="{9B937604-9A27-4A40-BF7A-734C92FF80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9" name="3D Model 1058" descr="Sphere">
                            <a:extLst>
                              <a:ext uri="{FF2B5EF4-FFF2-40B4-BE49-F238E27FC236}">
                                <a16:creationId xmlns:a16="http://schemas.microsoft.com/office/drawing/2014/main" id="{D65A5B94-A3AD-46CC-A9AB-E503C64217D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4632783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0" name="Flowchart: Connector 1059">
                        <a:extLst>
                          <a:ext uri="{FF2B5EF4-FFF2-40B4-BE49-F238E27FC236}">
                            <a16:creationId xmlns:a16="http://schemas.microsoft.com/office/drawing/2014/main" id="{510374CD-7A82-47BF-8733-03D63F25173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1" name="3D Model 1060" descr="Sphere">
                            <a:extLst>
                              <a:ext uri="{FF2B5EF4-FFF2-40B4-BE49-F238E27FC236}">
                                <a16:creationId xmlns:a16="http://schemas.microsoft.com/office/drawing/2014/main" id="{93C66797-F261-4C2D-A1AF-7EE366FB32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0017978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13" name="Group 1012">
                      <a:extLst>
                        <a:ext uri="{FF2B5EF4-FFF2-40B4-BE49-F238E27FC236}">
                          <a16:creationId xmlns:a16="http://schemas.microsoft.com/office/drawing/2014/main" id="{703EC8FE-821F-41A4-AF6B-44C20BB6B8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030" name="Flowchart: Connector 1029">
                        <a:extLst>
                          <a:ext uri="{FF2B5EF4-FFF2-40B4-BE49-F238E27FC236}">
                            <a16:creationId xmlns:a16="http://schemas.microsoft.com/office/drawing/2014/main" id="{B3667546-CE5C-4755-931C-A9BD9A6C61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1" name="Flowchart: Connector 1030">
                        <a:extLst>
                          <a:ext uri="{FF2B5EF4-FFF2-40B4-BE49-F238E27FC236}">
                            <a16:creationId xmlns:a16="http://schemas.microsoft.com/office/drawing/2014/main" id="{905A9983-6711-4AA0-AC78-543CEC53F4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2" name="Flowchart: Connector 1031">
                        <a:extLst>
                          <a:ext uri="{FF2B5EF4-FFF2-40B4-BE49-F238E27FC236}">
                            <a16:creationId xmlns:a16="http://schemas.microsoft.com/office/drawing/2014/main" id="{C186169C-0BD2-4F28-86F5-666DC523DC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3" name="Flowchart: Connector 1032">
                        <a:extLst>
                          <a:ext uri="{FF2B5EF4-FFF2-40B4-BE49-F238E27FC236}">
                            <a16:creationId xmlns:a16="http://schemas.microsoft.com/office/drawing/2014/main" id="{36C3A8E9-2F21-45A8-B98A-15BB7273C3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4" name="Flowchart: Connector 1033">
                        <a:extLst>
                          <a:ext uri="{FF2B5EF4-FFF2-40B4-BE49-F238E27FC236}">
                            <a16:creationId xmlns:a16="http://schemas.microsoft.com/office/drawing/2014/main" id="{93B7B0C7-BD95-42EB-ABB8-DCF891DE33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5" name="Flowchart: Connector 1034">
                        <a:extLst>
                          <a:ext uri="{FF2B5EF4-FFF2-40B4-BE49-F238E27FC236}">
                            <a16:creationId xmlns:a16="http://schemas.microsoft.com/office/drawing/2014/main" id="{6ABE4888-0A25-4FEE-85CD-9EB394B8CA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6" name="Flowchart: Connector 1035">
                        <a:extLst>
                          <a:ext uri="{FF2B5EF4-FFF2-40B4-BE49-F238E27FC236}">
                            <a16:creationId xmlns:a16="http://schemas.microsoft.com/office/drawing/2014/main" id="{F7CFB930-7582-41C7-A19A-A37269B28F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7" name="Flowchart: Connector 1036">
                        <a:extLst>
                          <a:ext uri="{FF2B5EF4-FFF2-40B4-BE49-F238E27FC236}">
                            <a16:creationId xmlns:a16="http://schemas.microsoft.com/office/drawing/2014/main" id="{6A9B38D5-A43E-4C74-8C89-363F105CF6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8" name="Flowchart: Connector 1037">
                        <a:extLst>
                          <a:ext uri="{FF2B5EF4-FFF2-40B4-BE49-F238E27FC236}">
                            <a16:creationId xmlns:a16="http://schemas.microsoft.com/office/drawing/2014/main" id="{0932C9AE-E851-4F19-B10A-C7E88173A6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39" name="3D Model 1038" descr="Sphere">
                            <a:extLst>
                              <a:ext uri="{FF2B5EF4-FFF2-40B4-BE49-F238E27FC236}">
                                <a16:creationId xmlns:a16="http://schemas.microsoft.com/office/drawing/2014/main" id="{AE2708A0-F59C-48BF-B7F0-8117A4C7CCF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4926054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40" name="Flowchart: Connector 1039">
                        <a:extLst>
                          <a:ext uri="{FF2B5EF4-FFF2-40B4-BE49-F238E27FC236}">
                            <a16:creationId xmlns:a16="http://schemas.microsoft.com/office/drawing/2014/main" id="{6ADD35A9-A71B-4E75-8004-8DBAE24D10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41" name="3D Model 1040" descr="Sphere">
                            <a:extLst>
                              <a:ext uri="{FF2B5EF4-FFF2-40B4-BE49-F238E27FC236}">
                                <a16:creationId xmlns:a16="http://schemas.microsoft.com/office/drawing/2014/main" id="{AC05F3CC-0485-4885-A63C-C3EF42643B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46190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42" name="Flowchart: Connector 1041">
                        <a:extLst>
                          <a:ext uri="{FF2B5EF4-FFF2-40B4-BE49-F238E27FC236}">
                            <a16:creationId xmlns:a16="http://schemas.microsoft.com/office/drawing/2014/main" id="{63614E08-CEFC-4D28-ACFF-2363EB11DB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43" name="3D Model 1042" descr="Sphere">
                            <a:extLst>
                              <a:ext uri="{FF2B5EF4-FFF2-40B4-BE49-F238E27FC236}">
                                <a16:creationId xmlns:a16="http://schemas.microsoft.com/office/drawing/2014/main" id="{34AEC5B6-8B3A-4684-9048-1E67F6B6533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6156908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44" name="Flowchart: Connector 1043">
                        <a:extLst>
                          <a:ext uri="{FF2B5EF4-FFF2-40B4-BE49-F238E27FC236}">
                            <a16:creationId xmlns:a16="http://schemas.microsoft.com/office/drawing/2014/main" id="{014756C1-EB17-42A2-BB9E-8ABB7BD989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45" name="3D Model 1044" descr="Sphere">
                            <a:extLst>
                              <a:ext uri="{FF2B5EF4-FFF2-40B4-BE49-F238E27FC236}">
                                <a16:creationId xmlns:a16="http://schemas.microsoft.com/office/drawing/2014/main" id="{BBB8C0C9-1489-4439-9F5F-A0547D2713D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9610746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014" name="Flowchart: Connector 1013">
                      <a:extLst>
                        <a:ext uri="{FF2B5EF4-FFF2-40B4-BE49-F238E27FC236}">
                          <a16:creationId xmlns:a16="http://schemas.microsoft.com/office/drawing/2014/main" id="{065346C9-9C1E-4F6D-8148-02E9914AF6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5" name="Flowchart: Connector 1014">
                      <a:extLst>
                        <a:ext uri="{FF2B5EF4-FFF2-40B4-BE49-F238E27FC236}">
                          <a16:creationId xmlns:a16="http://schemas.microsoft.com/office/drawing/2014/main" id="{8A27F766-D200-4356-AD0C-2C670CAE43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6" name="Flowchart: Connector 1015">
                      <a:extLst>
                        <a:ext uri="{FF2B5EF4-FFF2-40B4-BE49-F238E27FC236}">
                          <a16:creationId xmlns:a16="http://schemas.microsoft.com/office/drawing/2014/main" id="{4474197D-CEAF-4748-BA38-321AF053E9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7" name="Flowchart: Connector 1016">
                      <a:extLst>
                        <a:ext uri="{FF2B5EF4-FFF2-40B4-BE49-F238E27FC236}">
                          <a16:creationId xmlns:a16="http://schemas.microsoft.com/office/drawing/2014/main" id="{2EFE9729-5DD3-48CC-8DC9-07B34AEDF5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8" name="Flowchart: Connector 1017">
                      <a:extLst>
                        <a:ext uri="{FF2B5EF4-FFF2-40B4-BE49-F238E27FC236}">
                          <a16:creationId xmlns:a16="http://schemas.microsoft.com/office/drawing/2014/main" id="{FFAB7E82-C31C-453A-9BB3-B572C0C076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9" name="Flowchart: Connector 1018">
                      <a:extLst>
                        <a:ext uri="{FF2B5EF4-FFF2-40B4-BE49-F238E27FC236}">
                          <a16:creationId xmlns:a16="http://schemas.microsoft.com/office/drawing/2014/main" id="{05A14C6B-23BB-4CE9-9775-08F62130BA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20" name="Flowchart: Connector 1019">
                      <a:extLst>
                        <a:ext uri="{FF2B5EF4-FFF2-40B4-BE49-F238E27FC236}">
                          <a16:creationId xmlns:a16="http://schemas.microsoft.com/office/drawing/2014/main" id="{59BF3468-BD1D-4724-BEB0-25A471C17B5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21" name="Flowchart: Connector 1020">
                      <a:extLst>
                        <a:ext uri="{FF2B5EF4-FFF2-40B4-BE49-F238E27FC236}">
                          <a16:creationId xmlns:a16="http://schemas.microsoft.com/office/drawing/2014/main" id="{9EEF2153-E5CC-4C5B-A00B-9911916929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22" name="Flowchart: Connector 1021">
                      <a:extLst>
                        <a:ext uri="{FF2B5EF4-FFF2-40B4-BE49-F238E27FC236}">
                          <a16:creationId xmlns:a16="http://schemas.microsoft.com/office/drawing/2014/main" id="{7E54D04D-6539-4927-AC7F-6CE69D3228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3" name="3D Model 1022" descr="Sphere">
                          <a:extLst>
                            <a:ext uri="{FF2B5EF4-FFF2-40B4-BE49-F238E27FC236}">
                              <a16:creationId xmlns:a16="http://schemas.microsoft.com/office/drawing/2014/main" id="{49EA1901-4B37-406B-9E7D-C3EC10B20E0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63790235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3" name="3D Model 1022" descr="Sphere">
                          <a:extLst>
                            <a:ext uri="{FF2B5EF4-FFF2-40B4-BE49-F238E27FC236}">
                              <a16:creationId xmlns:a16="http://schemas.microsoft.com/office/drawing/2014/main" id="{49EA1901-4B37-406B-9E7D-C3EC10B20E0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97763" y="88037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24" name="Flowchart: Connector 1023">
                      <a:extLst>
                        <a:ext uri="{FF2B5EF4-FFF2-40B4-BE49-F238E27FC236}">
                          <a16:creationId xmlns:a16="http://schemas.microsoft.com/office/drawing/2014/main" id="{C7F70527-706E-478F-8596-6C8FDFCA53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5" name="3D Model 1024" descr="Sphere">
                          <a:extLst>
                            <a:ext uri="{FF2B5EF4-FFF2-40B4-BE49-F238E27FC236}">
                              <a16:creationId xmlns:a16="http://schemas.microsoft.com/office/drawing/2014/main" id="{E7FC004D-F133-4BFE-B299-FD503A73868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6702226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5" name="3D Model 1024" descr="Sphere">
                          <a:extLst>
                            <a:ext uri="{FF2B5EF4-FFF2-40B4-BE49-F238E27FC236}">
                              <a16:creationId xmlns:a16="http://schemas.microsoft.com/office/drawing/2014/main" id="{E7FC004D-F133-4BFE-B299-FD503A73868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38533" y="95836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26" name="Flowchart: Connector 1025">
                      <a:extLst>
                        <a:ext uri="{FF2B5EF4-FFF2-40B4-BE49-F238E27FC236}">
                          <a16:creationId xmlns:a16="http://schemas.microsoft.com/office/drawing/2014/main" id="{C1129374-9B16-4B85-8F17-17F6380FA1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7" name="3D Model 1026" descr="Sphere">
                          <a:extLst>
                            <a:ext uri="{FF2B5EF4-FFF2-40B4-BE49-F238E27FC236}">
                              <a16:creationId xmlns:a16="http://schemas.microsoft.com/office/drawing/2014/main" id="{F59B25DC-8F91-4A64-944D-24C60365F33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1100635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7" name="3D Model 1026" descr="Sphere">
                          <a:extLst>
                            <a:ext uri="{FF2B5EF4-FFF2-40B4-BE49-F238E27FC236}">
                              <a16:creationId xmlns:a16="http://schemas.microsoft.com/office/drawing/2014/main" id="{F59B25DC-8F91-4A64-944D-24C60365F33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96281" y="101684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28" name="Flowchart: Connector 1027">
                      <a:extLst>
                        <a:ext uri="{FF2B5EF4-FFF2-40B4-BE49-F238E27FC236}">
                          <a16:creationId xmlns:a16="http://schemas.microsoft.com/office/drawing/2014/main" id="{0DCC5679-0BEA-431D-9CE3-184B700583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9" name="3D Model 1028" descr="Sphere">
                          <a:extLst>
                            <a:ext uri="{FF2B5EF4-FFF2-40B4-BE49-F238E27FC236}">
                              <a16:creationId xmlns:a16="http://schemas.microsoft.com/office/drawing/2014/main" id="{E215810F-4C07-45A1-9CA2-8619BA1527F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4417578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9" name="3D Model 1028" descr="Sphere">
                          <a:extLst>
                            <a:ext uri="{FF2B5EF4-FFF2-40B4-BE49-F238E27FC236}">
                              <a16:creationId xmlns:a16="http://schemas.microsoft.com/office/drawing/2014/main" id="{E215810F-4C07-45A1-9CA2-8619BA1527F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851447" y="1107199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65" name="Group 864">
                  <a:extLst>
                    <a:ext uri="{FF2B5EF4-FFF2-40B4-BE49-F238E27FC236}">
                      <a16:creationId xmlns:a16="http://schemas.microsoft.com/office/drawing/2014/main" id="{08A5B714-8030-4331-8CD4-DA74B98A8905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006" name="Flowchart: Connector 1005">
                    <a:extLst>
                      <a:ext uri="{FF2B5EF4-FFF2-40B4-BE49-F238E27FC236}">
                        <a16:creationId xmlns:a16="http://schemas.microsoft.com/office/drawing/2014/main" id="{FF11CA97-BF4C-4967-B62F-B1D242B317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7" name="Flowchart: Connector 1006">
                    <a:extLst>
                      <a:ext uri="{FF2B5EF4-FFF2-40B4-BE49-F238E27FC236}">
                        <a16:creationId xmlns:a16="http://schemas.microsoft.com/office/drawing/2014/main" id="{4C729739-9B3D-4B02-8A83-BF03D517DE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8" name="Flowchart: Connector 1007">
                    <a:extLst>
                      <a:ext uri="{FF2B5EF4-FFF2-40B4-BE49-F238E27FC236}">
                        <a16:creationId xmlns:a16="http://schemas.microsoft.com/office/drawing/2014/main" id="{E4E2F519-D735-445E-AE98-A3AFF4E760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66" name="Flowchart: Connector 865">
                  <a:extLst>
                    <a:ext uri="{FF2B5EF4-FFF2-40B4-BE49-F238E27FC236}">
                      <a16:creationId xmlns:a16="http://schemas.microsoft.com/office/drawing/2014/main" id="{327663C2-9EC5-4F90-BAEF-282FBFB53A7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67" name="Flowchart: Connector 866">
                  <a:extLst>
                    <a:ext uri="{FF2B5EF4-FFF2-40B4-BE49-F238E27FC236}">
                      <a16:creationId xmlns:a16="http://schemas.microsoft.com/office/drawing/2014/main" id="{13237EE1-5A26-47A1-BB2D-A62DB68480F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68" name="Group 867">
                  <a:extLst>
                    <a:ext uri="{FF2B5EF4-FFF2-40B4-BE49-F238E27FC236}">
                      <a16:creationId xmlns:a16="http://schemas.microsoft.com/office/drawing/2014/main" id="{ECBD4822-D264-4CD0-86BD-8C5F2CE947BC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1003" name="Flowchart: Connector 1002">
                    <a:extLst>
                      <a:ext uri="{FF2B5EF4-FFF2-40B4-BE49-F238E27FC236}">
                        <a16:creationId xmlns:a16="http://schemas.microsoft.com/office/drawing/2014/main" id="{E42B0D3D-A251-4608-9BB9-CC81F6FBD2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4" name="Flowchart: Connector 1003">
                    <a:extLst>
                      <a:ext uri="{FF2B5EF4-FFF2-40B4-BE49-F238E27FC236}">
                        <a16:creationId xmlns:a16="http://schemas.microsoft.com/office/drawing/2014/main" id="{EE019339-F163-4DB2-94F8-1A3B2C578C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5" name="Flowchart: Connector 1004">
                    <a:extLst>
                      <a:ext uri="{FF2B5EF4-FFF2-40B4-BE49-F238E27FC236}">
                        <a16:creationId xmlns:a16="http://schemas.microsoft.com/office/drawing/2014/main" id="{34A9401C-3FCB-499B-BD39-5BD64B8C96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69" name="Group 868">
                  <a:extLst>
                    <a:ext uri="{FF2B5EF4-FFF2-40B4-BE49-F238E27FC236}">
                      <a16:creationId xmlns:a16="http://schemas.microsoft.com/office/drawing/2014/main" id="{FADAF3AF-6E33-4AD9-9444-E5CE8B819F90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938" name="Group 937">
                    <a:extLst>
                      <a:ext uri="{FF2B5EF4-FFF2-40B4-BE49-F238E27FC236}">
                        <a16:creationId xmlns:a16="http://schemas.microsoft.com/office/drawing/2014/main" id="{3B418AA0-6140-4CC7-B228-766D7F2B8FEC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999" name="Flowchart: Connector 998">
                      <a:extLst>
                        <a:ext uri="{FF2B5EF4-FFF2-40B4-BE49-F238E27FC236}">
                          <a16:creationId xmlns:a16="http://schemas.microsoft.com/office/drawing/2014/main" id="{B9882999-6E00-438A-A317-0668AD4133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00" name="Flowchart: Connector 999">
                      <a:extLst>
                        <a:ext uri="{FF2B5EF4-FFF2-40B4-BE49-F238E27FC236}">
                          <a16:creationId xmlns:a16="http://schemas.microsoft.com/office/drawing/2014/main" id="{973CE287-B58A-4AC1-8C82-2F025D16F9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01" name="Flowchart: Connector 1000">
                      <a:extLst>
                        <a:ext uri="{FF2B5EF4-FFF2-40B4-BE49-F238E27FC236}">
                          <a16:creationId xmlns:a16="http://schemas.microsoft.com/office/drawing/2014/main" id="{4F62C22C-ACC0-40CE-84B4-CED954C840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02" name="Flowchart: Connector 1001">
                      <a:extLst>
                        <a:ext uri="{FF2B5EF4-FFF2-40B4-BE49-F238E27FC236}">
                          <a16:creationId xmlns:a16="http://schemas.microsoft.com/office/drawing/2014/main" id="{50A735A2-1A6D-40A4-939F-735B3037B6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939" name="Group 938">
                    <a:extLst>
                      <a:ext uri="{FF2B5EF4-FFF2-40B4-BE49-F238E27FC236}">
                        <a16:creationId xmlns:a16="http://schemas.microsoft.com/office/drawing/2014/main" id="{9ECE6BF9-CB4C-46D1-AAED-95B31576787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940" name="Group 939">
                      <a:extLst>
                        <a:ext uri="{FF2B5EF4-FFF2-40B4-BE49-F238E27FC236}">
                          <a16:creationId xmlns:a16="http://schemas.microsoft.com/office/drawing/2014/main" id="{ADAB294E-8195-4D28-8243-D5C4AC72BA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991" name="Flowchart: Connector 990">
                        <a:extLst>
                          <a:ext uri="{FF2B5EF4-FFF2-40B4-BE49-F238E27FC236}">
                            <a16:creationId xmlns:a16="http://schemas.microsoft.com/office/drawing/2014/main" id="{437CAE01-83E3-4C03-B153-C06E576617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2" name="3D Model 991" descr="Sphere">
                            <a:extLst>
                              <a:ext uri="{FF2B5EF4-FFF2-40B4-BE49-F238E27FC236}">
                                <a16:creationId xmlns:a16="http://schemas.microsoft.com/office/drawing/2014/main" id="{172539BA-5D3F-441F-8DE6-EF9E7EE8B5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8856232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93" name="Flowchart: Connector 992">
                        <a:extLst>
                          <a:ext uri="{FF2B5EF4-FFF2-40B4-BE49-F238E27FC236}">
                            <a16:creationId xmlns:a16="http://schemas.microsoft.com/office/drawing/2014/main" id="{8E3AB673-9576-497A-94B4-502399CA48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4" name="3D Model 993" descr="Sphere">
                            <a:extLst>
                              <a:ext uri="{FF2B5EF4-FFF2-40B4-BE49-F238E27FC236}">
                                <a16:creationId xmlns:a16="http://schemas.microsoft.com/office/drawing/2014/main" id="{C506CF31-CD5F-4D83-B26C-23BBC7D688F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1920300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95" name="Flowchart: Connector 994">
                        <a:extLst>
                          <a:ext uri="{FF2B5EF4-FFF2-40B4-BE49-F238E27FC236}">
                            <a16:creationId xmlns:a16="http://schemas.microsoft.com/office/drawing/2014/main" id="{3BF3F52B-D7E8-43EE-B319-01AD4B4CAF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6" name="3D Model 995" descr="Sphere">
                            <a:extLst>
                              <a:ext uri="{FF2B5EF4-FFF2-40B4-BE49-F238E27FC236}">
                                <a16:creationId xmlns:a16="http://schemas.microsoft.com/office/drawing/2014/main" id="{FF69B1E2-14D2-45A2-A6B1-941B1AC3428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0270816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97" name="Flowchart: Connector 996">
                        <a:extLst>
                          <a:ext uri="{FF2B5EF4-FFF2-40B4-BE49-F238E27FC236}">
                            <a16:creationId xmlns:a16="http://schemas.microsoft.com/office/drawing/2014/main" id="{8E913295-F5B6-45CE-8C42-59DE315A5D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8" name="3D Model 997" descr="Sphere">
                            <a:extLst>
                              <a:ext uri="{FF2B5EF4-FFF2-40B4-BE49-F238E27FC236}">
                                <a16:creationId xmlns:a16="http://schemas.microsoft.com/office/drawing/2014/main" id="{8ADFE970-803E-4D86-A784-F82A638FFF4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2129401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41" name="Group 940">
                      <a:extLst>
                        <a:ext uri="{FF2B5EF4-FFF2-40B4-BE49-F238E27FC236}">
                          <a16:creationId xmlns:a16="http://schemas.microsoft.com/office/drawing/2014/main" id="{89499554-44E8-47C0-99D5-9F018B9C9D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975" name="Flowchart: Connector 974">
                        <a:extLst>
                          <a:ext uri="{FF2B5EF4-FFF2-40B4-BE49-F238E27FC236}">
                            <a16:creationId xmlns:a16="http://schemas.microsoft.com/office/drawing/2014/main" id="{D66024C9-A7B8-4E06-8E40-B87AFFCAE48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6" name="Flowchart: Connector 975">
                        <a:extLst>
                          <a:ext uri="{FF2B5EF4-FFF2-40B4-BE49-F238E27FC236}">
                            <a16:creationId xmlns:a16="http://schemas.microsoft.com/office/drawing/2014/main" id="{635F5393-99AB-4FB9-82C4-7BBBE21F45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7" name="Flowchart: Connector 976">
                        <a:extLst>
                          <a:ext uri="{FF2B5EF4-FFF2-40B4-BE49-F238E27FC236}">
                            <a16:creationId xmlns:a16="http://schemas.microsoft.com/office/drawing/2014/main" id="{E25548B7-4601-4588-B443-F01989008E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8" name="Flowchart: Connector 977">
                        <a:extLst>
                          <a:ext uri="{FF2B5EF4-FFF2-40B4-BE49-F238E27FC236}">
                            <a16:creationId xmlns:a16="http://schemas.microsoft.com/office/drawing/2014/main" id="{16B8C766-2935-4095-9FD6-285822AEFE8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9" name="Flowchart: Connector 978">
                        <a:extLst>
                          <a:ext uri="{FF2B5EF4-FFF2-40B4-BE49-F238E27FC236}">
                            <a16:creationId xmlns:a16="http://schemas.microsoft.com/office/drawing/2014/main" id="{294B3A03-4908-40D5-818D-11D780DC53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0" name="Flowchart: Connector 979">
                        <a:extLst>
                          <a:ext uri="{FF2B5EF4-FFF2-40B4-BE49-F238E27FC236}">
                            <a16:creationId xmlns:a16="http://schemas.microsoft.com/office/drawing/2014/main" id="{1EA5DA47-359C-416C-99EF-FFAE98B279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1" name="Flowchart: Connector 980">
                        <a:extLst>
                          <a:ext uri="{FF2B5EF4-FFF2-40B4-BE49-F238E27FC236}">
                            <a16:creationId xmlns:a16="http://schemas.microsoft.com/office/drawing/2014/main" id="{5842D7BF-EF21-4CB6-A0A7-6CF68F38E5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2" name="Flowchart: Connector 981">
                        <a:extLst>
                          <a:ext uri="{FF2B5EF4-FFF2-40B4-BE49-F238E27FC236}">
                            <a16:creationId xmlns:a16="http://schemas.microsoft.com/office/drawing/2014/main" id="{6ED4A088-BC3E-48BE-8D6B-259B82A1538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3" name="Flowchart: Connector 982">
                        <a:extLst>
                          <a:ext uri="{FF2B5EF4-FFF2-40B4-BE49-F238E27FC236}">
                            <a16:creationId xmlns:a16="http://schemas.microsoft.com/office/drawing/2014/main" id="{38DFE71E-1129-4EA2-94A7-82E54FF641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4" name="3D Model 983" descr="Sphere">
                            <a:extLst>
                              <a:ext uri="{FF2B5EF4-FFF2-40B4-BE49-F238E27FC236}">
                                <a16:creationId xmlns:a16="http://schemas.microsoft.com/office/drawing/2014/main" id="{854D29F7-0C93-4D41-AF56-E43E270D75E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7354807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5" name="Flowchart: Connector 984">
                        <a:extLst>
                          <a:ext uri="{FF2B5EF4-FFF2-40B4-BE49-F238E27FC236}">
                            <a16:creationId xmlns:a16="http://schemas.microsoft.com/office/drawing/2014/main" id="{FC57DAEE-4886-4707-874D-42D98211D3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6" name="3D Model 985" descr="Sphere">
                            <a:extLst>
                              <a:ext uri="{FF2B5EF4-FFF2-40B4-BE49-F238E27FC236}">
                                <a16:creationId xmlns:a16="http://schemas.microsoft.com/office/drawing/2014/main" id="{3EFFB201-26D5-4B5E-BCE9-36AAB0FA421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2022324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7" name="Flowchart: Connector 986">
                        <a:extLst>
                          <a:ext uri="{FF2B5EF4-FFF2-40B4-BE49-F238E27FC236}">
                            <a16:creationId xmlns:a16="http://schemas.microsoft.com/office/drawing/2014/main" id="{80F1CCB0-A485-4E38-85EE-C638CEAC8C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8" name="3D Model 987" descr="Sphere">
                            <a:extLst>
                              <a:ext uri="{FF2B5EF4-FFF2-40B4-BE49-F238E27FC236}">
                                <a16:creationId xmlns:a16="http://schemas.microsoft.com/office/drawing/2014/main" id="{0F96FA69-F00E-4668-B448-FCA05B5AE5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7919795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9" name="Flowchart: Connector 988">
                        <a:extLst>
                          <a:ext uri="{FF2B5EF4-FFF2-40B4-BE49-F238E27FC236}">
                            <a16:creationId xmlns:a16="http://schemas.microsoft.com/office/drawing/2014/main" id="{6879437C-4753-4D3F-ACA0-0B003ED06F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0" name="3D Model 989" descr="Sphere">
                            <a:extLst>
                              <a:ext uri="{FF2B5EF4-FFF2-40B4-BE49-F238E27FC236}">
                                <a16:creationId xmlns:a16="http://schemas.microsoft.com/office/drawing/2014/main" id="{66D8DF36-248E-46E1-80E5-26CAEAD6B5E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9775103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42" name="Group 941">
                      <a:extLst>
                        <a:ext uri="{FF2B5EF4-FFF2-40B4-BE49-F238E27FC236}">
                          <a16:creationId xmlns:a16="http://schemas.microsoft.com/office/drawing/2014/main" id="{1FE3276D-C5BF-4307-A024-16EB0D4B9D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959" name="Flowchart: Connector 958">
                        <a:extLst>
                          <a:ext uri="{FF2B5EF4-FFF2-40B4-BE49-F238E27FC236}">
                            <a16:creationId xmlns:a16="http://schemas.microsoft.com/office/drawing/2014/main" id="{80EC5654-CFA7-4EE6-9C15-68D87558A48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0" name="Flowchart: Connector 959">
                        <a:extLst>
                          <a:ext uri="{FF2B5EF4-FFF2-40B4-BE49-F238E27FC236}">
                            <a16:creationId xmlns:a16="http://schemas.microsoft.com/office/drawing/2014/main" id="{C2B45B7F-15BD-4136-B8E6-6A3D6668A4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1" name="Flowchart: Connector 960">
                        <a:extLst>
                          <a:ext uri="{FF2B5EF4-FFF2-40B4-BE49-F238E27FC236}">
                            <a16:creationId xmlns:a16="http://schemas.microsoft.com/office/drawing/2014/main" id="{C792FF74-C3EB-4073-91A7-FC24F952DE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2" name="Flowchart: Connector 961">
                        <a:extLst>
                          <a:ext uri="{FF2B5EF4-FFF2-40B4-BE49-F238E27FC236}">
                            <a16:creationId xmlns:a16="http://schemas.microsoft.com/office/drawing/2014/main" id="{61E266E9-B14F-4227-91B9-6C8432BF3EA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3" name="Flowchart: Connector 962">
                        <a:extLst>
                          <a:ext uri="{FF2B5EF4-FFF2-40B4-BE49-F238E27FC236}">
                            <a16:creationId xmlns:a16="http://schemas.microsoft.com/office/drawing/2014/main" id="{EE58248D-CAAD-458E-BF87-4F7E320F33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4" name="Flowchart: Connector 963">
                        <a:extLst>
                          <a:ext uri="{FF2B5EF4-FFF2-40B4-BE49-F238E27FC236}">
                            <a16:creationId xmlns:a16="http://schemas.microsoft.com/office/drawing/2014/main" id="{7F7F4FD0-86AA-47AA-B38B-EA9F629590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5" name="Flowchart: Connector 964">
                        <a:extLst>
                          <a:ext uri="{FF2B5EF4-FFF2-40B4-BE49-F238E27FC236}">
                            <a16:creationId xmlns:a16="http://schemas.microsoft.com/office/drawing/2014/main" id="{9A78F53F-2072-4F7D-B92A-38ABCB1932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6" name="Flowchart: Connector 965">
                        <a:extLst>
                          <a:ext uri="{FF2B5EF4-FFF2-40B4-BE49-F238E27FC236}">
                            <a16:creationId xmlns:a16="http://schemas.microsoft.com/office/drawing/2014/main" id="{6C6A4629-78E1-4277-A5F1-F8018350CC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7" name="Flowchart: Connector 966">
                        <a:extLst>
                          <a:ext uri="{FF2B5EF4-FFF2-40B4-BE49-F238E27FC236}">
                            <a16:creationId xmlns:a16="http://schemas.microsoft.com/office/drawing/2014/main" id="{71D3B50C-9045-48BB-820F-B6CB775B07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68" name="3D Model 967" descr="Sphere">
                            <a:extLst>
                              <a:ext uri="{FF2B5EF4-FFF2-40B4-BE49-F238E27FC236}">
                                <a16:creationId xmlns:a16="http://schemas.microsoft.com/office/drawing/2014/main" id="{BA30E02E-EE0E-4F7D-B6BA-CA65C4BDEEC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9623658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69" name="Flowchart: Connector 968">
                        <a:extLst>
                          <a:ext uri="{FF2B5EF4-FFF2-40B4-BE49-F238E27FC236}">
                            <a16:creationId xmlns:a16="http://schemas.microsoft.com/office/drawing/2014/main" id="{0497EBC0-6DEF-4DD7-9B92-425CC6435E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70" name="3D Model 969" descr="Sphere">
                            <a:extLst>
                              <a:ext uri="{FF2B5EF4-FFF2-40B4-BE49-F238E27FC236}">
                                <a16:creationId xmlns:a16="http://schemas.microsoft.com/office/drawing/2014/main" id="{462FC355-55C4-41C2-8CFB-D695424255C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947016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71" name="Flowchart: Connector 970">
                        <a:extLst>
                          <a:ext uri="{FF2B5EF4-FFF2-40B4-BE49-F238E27FC236}">
                            <a16:creationId xmlns:a16="http://schemas.microsoft.com/office/drawing/2014/main" id="{80314C54-C328-4CD6-B697-978D09AB76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72" name="3D Model 971" descr="Sphere">
                            <a:extLst>
                              <a:ext uri="{FF2B5EF4-FFF2-40B4-BE49-F238E27FC236}">
                                <a16:creationId xmlns:a16="http://schemas.microsoft.com/office/drawing/2014/main" id="{80791965-FF80-41C8-980F-79E0A9CA128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2874568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73" name="Flowchart: Connector 972">
                        <a:extLst>
                          <a:ext uri="{FF2B5EF4-FFF2-40B4-BE49-F238E27FC236}">
                            <a16:creationId xmlns:a16="http://schemas.microsoft.com/office/drawing/2014/main" id="{EBE95C2A-99C0-4E28-B3FA-FCABFCE287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74" name="3D Model 973" descr="Sphere">
                            <a:extLst>
                              <a:ext uri="{FF2B5EF4-FFF2-40B4-BE49-F238E27FC236}">
                                <a16:creationId xmlns:a16="http://schemas.microsoft.com/office/drawing/2014/main" id="{D13A6DB8-A0DB-49C8-958D-11D017C004C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5771391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943" name="Flowchart: Connector 942">
                      <a:extLst>
                        <a:ext uri="{FF2B5EF4-FFF2-40B4-BE49-F238E27FC236}">
                          <a16:creationId xmlns:a16="http://schemas.microsoft.com/office/drawing/2014/main" id="{562EAF56-C5D9-46AF-B5C6-2E6018EEBE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4" name="Flowchart: Connector 943">
                      <a:extLst>
                        <a:ext uri="{FF2B5EF4-FFF2-40B4-BE49-F238E27FC236}">
                          <a16:creationId xmlns:a16="http://schemas.microsoft.com/office/drawing/2014/main" id="{9C78C227-EF32-47A2-A052-579B91499C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5" name="Flowchart: Connector 944">
                      <a:extLst>
                        <a:ext uri="{FF2B5EF4-FFF2-40B4-BE49-F238E27FC236}">
                          <a16:creationId xmlns:a16="http://schemas.microsoft.com/office/drawing/2014/main" id="{52BD3312-CF45-40E7-8D3E-EB8367F43E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6" name="Flowchart: Connector 945">
                      <a:extLst>
                        <a:ext uri="{FF2B5EF4-FFF2-40B4-BE49-F238E27FC236}">
                          <a16:creationId xmlns:a16="http://schemas.microsoft.com/office/drawing/2014/main" id="{ABABDE75-86FF-4388-AD7A-1E004A0F45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7" name="Flowchart: Connector 946">
                      <a:extLst>
                        <a:ext uri="{FF2B5EF4-FFF2-40B4-BE49-F238E27FC236}">
                          <a16:creationId xmlns:a16="http://schemas.microsoft.com/office/drawing/2014/main" id="{504F7169-225D-46F4-A13A-FB40E62437E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8" name="Flowchart: Connector 947">
                      <a:extLst>
                        <a:ext uri="{FF2B5EF4-FFF2-40B4-BE49-F238E27FC236}">
                          <a16:creationId xmlns:a16="http://schemas.microsoft.com/office/drawing/2014/main" id="{6FB78BE8-E8C6-44A0-B48E-5F697D1469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9" name="Flowchart: Connector 948">
                      <a:extLst>
                        <a:ext uri="{FF2B5EF4-FFF2-40B4-BE49-F238E27FC236}">
                          <a16:creationId xmlns:a16="http://schemas.microsoft.com/office/drawing/2014/main" id="{7F9B8B01-7309-43EB-941C-32E9490739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50" name="Flowchart: Connector 949">
                      <a:extLst>
                        <a:ext uri="{FF2B5EF4-FFF2-40B4-BE49-F238E27FC236}">
                          <a16:creationId xmlns:a16="http://schemas.microsoft.com/office/drawing/2014/main" id="{7206B5FB-C95B-4E35-83B6-D9AE48DFB3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51" name="Flowchart: Connector 950">
                      <a:extLst>
                        <a:ext uri="{FF2B5EF4-FFF2-40B4-BE49-F238E27FC236}">
                          <a16:creationId xmlns:a16="http://schemas.microsoft.com/office/drawing/2014/main" id="{C8E823FF-1994-430A-A125-5951F1785D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2" name="3D Model 951" descr="Sphere">
                          <a:extLst>
                            <a:ext uri="{FF2B5EF4-FFF2-40B4-BE49-F238E27FC236}">
                              <a16:creationId xmlns:a16="http://schemas.microsoft.com/office/drawing/2014/main" id="{0874FDD7-BAEF-4AE1-8A03-DAD57220637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83136887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2" name="3D Model 951" descr="Sphere">
                          <a:extLst>
                            <a:ext uri="{FF2B5EF4-FFF2-40B4-BE49-F238E27FC236}">
                              <a16:creationId xmlns:a16="http://schemas.microsoft.com/office/drawing/2014/main" id="{0874FDD7-BAEF-4AE1-8A03-DAD57220637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876951" y="985318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53" name="Flowchart: Connector 952">
                      <a:extLst>
                        <a:ext uri="{FF2B5EF4-FFF2-40B4-BE49-F238E27FC236}">
                          <a16:creationId xmlns:a16="http://schemas.microsoft.com/office/drawing/2014/main" id="{31B0B665-B6A4-4222-A39F-C02BE8D8C2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4" name="3D Model 953" descr="Sphere">
                          <a:extLst>
                            <a:ext uri="{FF2B5EF4-FFF2-40B4-BE49-F238E27FC236}">
                              <a16:creationId xmlns:a16="http://schemas.microsoft.com/office/drawing/2014/main" id="{C15F914E-1862-4568-BC74-91CD224E839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41309671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4" name="3D Model 953" descr="Sphere">
                          <a:extLst>
                            <a:ext uri="{FF2B5EF4-FFF2-40B4-BE49-F238E27FC236}">
                              <a16:creationId xmlns:a16="http://schemas.microsoft.com/office/drawing/2014/main" id="{C15F914E-1862-4568-BC74-91CD224E839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14360" y="104937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55" name="Flowchart: Connector 954">
                      <a:extLst>
                        <a:ext uri="{FF2B5EF4-FFF2-40B4-BE49-F238E27FC236}">
                          <a16:creationId xmlns:a16="http://schemas.microsoft.com/office/drawing/2014/main" id="{B97918D8-20E2-48E3-AEBA-4FBFEEC3227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6" name="3D Model 955" descr="Sphere">
                          <a:extLst>
                            <a:ext uri="{FF2B5EF4-FFF2-40B4-BE49-F238E27FC236}">
                              <a16:creationId xmlns:a16="http://schemas.microsoft.com/office/drawing/2014/main" id="{9F051816-E236-433D-9E54-C119B09A6A1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56236934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6" name="3D Model 955" descr="Sphere">
                          <a:extLst>
                            <a:ext uri="{FF2B5EF4-FFF2-40B4-BE49-F238E27FC236}">
                              <a16:creationId xmlns:a16="http://schemas.microsoft.com/office/drawing/2014/main" id="{9F051816-E236-433D-9E54-C119B09A6A1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58856" y="111815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57" name="Flowchart: Connector 956">
                      <a:extLst>
                        <a:ext uri="{FF2B5EF4-FFF2-40B4-BE49-F238E27FC236}">
                          <a16:creationId xmlns:a16="http://schemas.microsoft.com/office/drawing/2014/main" id="{7696A234-4A65-4EE8-A04C-693174716B2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8" name="3D Model 957" descr="Sphere">
                          <a:extLst>
                            <a:ext uri="{FF2B5EF4-FFF2-40B4-BE49-F238E27FC236}">
                              <a16:creationId xmlns:a16="http://schemas.microsoft.com/office/drawing/2014/main" id="{E613E377-2F83-4C16-88E0-B2B0CEAB14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3878071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8" name="3D Model 957" descr="Sphere">
                          <a:extLst>
                            <a:ext uri="{FF2B5EF4-FFF2-40B4-BE49-F238E27FC236}">
                              <a16:creationId xmlns:a16="http://schemas.microsoft.com/office/drawing/2014/main" id="{E613E377-2F83-4C16-88E0-B2B0CEAB14B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27274" y="1198210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870" name="Flowchart: Connector 869">
                  <a:extLst>
                    <a:ext uri="{FF2B5EF4-FFF2-40B4-BE49-F238E27FC236}">
                      <a16:creationId xmlns:a16="http://schemas.microsoft.com/office/drawing/2014/main" id="{07D580E4-5CCE-46A1-9E93-C0F153E5E9D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1" name="Flowchart: Connector 870">
                  <a:extLst>
                    <a:ext uri="{FF2B5EF4-FFF2-40B4-BE49-F238E27FC236}">
                      <a16:creationId xmlns:a16="http://schemas.microsoft.com/office/drawing/2014/main" id="{4C4877C7-5BCC-400C-9EC9-850E859572F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2" name="Flowchart: Connector 871">
                  <a:extLst>
                    <a:ext uri="{FF2B5EF4-FFF2-40B4-BE49-F238E27FC236}">
                      <a16:creationId xmlns:a16="http://schemas.microsoft.com/office/drawing/2014/main" id="{579938D7-2020-474A-99C4-C49C68E402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3" name="Flowchart: Connector 872">
                  <a:extLst>
                    <a:ext uri="{FF2B5EF4-FFF2-40B4-BE49-F238E27FC236}">
                      <a16:creationId xmlns:a16="http://schemas.microsoft.com/office/drawing/2014/main" id="{0033D525-FC38-4B29-B9FB-02BD3DB49E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4" name="Flowchart: Connector 873">
                  <a:extLst>
                    <a:ext uri="{FF2B5EF4-FFF2-40B4-BE49-F238E27FC236}">
                      <a16:creationId xmlns:a16="http://schemas.microsoft.com/office/drawing/2014/main" id="{4636CA5D-1200-4BA5-86E8-B529677A1B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5" name="Flowchart: Connector 874">
                  <a:extLst>
                    <a:ext uri="{FF2B5EF4-FFF2-40B4-BE49-F238E27FC236}">
                      <a16:creationId xmlns:a16="http://schemas.microsoft.com/office/drawing/2014/main" id="{25198D66-C654-4EA7-82B3-73D14F04A93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76" name="Flowchart: Connector 875">
                  <a:extLst>
                    <a:ext uri="{FF2B5EF4-FFF2-40B4-BE49-F238E27FC236}">
                      <a16:creationId xmlns:a16="http://schemas.microsoft.com/office/drawing/2014/main" id="{9A7C63E8-693D-40C9-8DD4-AC59E8486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7" name="Flowchart: Connector 876">
                  <a:extLst>
                    <a:ext uri="{FF2B5EF4-FFF2-40B4-BE49-F238E27FC236}">
                      <a16:creationId xmlns:a16="http://schemas.microsoft.com/office/drawing/2014/main" id="{5485F653-4161-419D-8777-4859CB25DD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B154823A-CF7F-43A3-B2C5-5E9A8BAC9674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879" name="Group 878">
                    <a:extLst>
                      <a:ext uri="{FF2B5EF4-FFF2-40B4-BE49-F238E27FC236}">
                        <a16:creationId xmlns:a16="http://schemas.microsoft.com/office/drawing/2014/main" id="{D51E84DC-B6FC-45C4-8307-E04A8C6F914C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930" name="Flowchart: Connector 929">
                      <a:extLst>
                        <a:ext uri="{FF2B5EF4-FFF2-40B4-BE49-F238E27FC236}">
                          <a16:creationId xmlns:a16="http://schemas.microsoft.com/office/drawing/2014/main" id="{23A72C72-C000-4D81-A34A-610CF29806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1" name="3D Model 930" descr="Sphere">
                          <a:extLst>
                            <a:ext uri="{FF2B5EF4-FFF2-40B4-BE49-F238E27FC236}">
                              <a16:creationId xmlns:a16="http://schemas.microsoft.com/office/drawing/2014/main" id="{CD83233B-C43C-4C16-8173-DE512D5C486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92133694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31" name="3D Model 930" descr="Sphere">
                          <a:extLst>
                            <a:ext uri="{FF2B5EF4-FFF2-40B4-BE49-F238E27FC236}">
                              <a16:creationId xmlns:a16="http://schemas.microsoft.com/office/drawing/2014/main" id="{CD83233B-C43C-4C16-8173-DE512D5C48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647653" y="2088607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32" name="Flowchart: Connector 931">
                      <a:extLst>
                        <a:ext uri="{FF2B5EF4-FFF2-40B4-BE49-F238E27FC236}">
                          <a16:creationId xmlns:a16="http://schemas.microsoft.com/office/drawing/2014/main" id="{24173F7D-17E8-4EE5-B580-44704BC219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3" name="3D Model 932" descr="Sphere">
                          <a:extLst>
                            <a:ext uri="{FF2B5EF4-FFF2-40B4-BE49-F238E27FC236}">
                              <a16:creationId xmlns:a16="http://schemas.microsoft.com/office/drawing/2014/main" id="{21BBC962-B87C-4692-A2EF-EF01C2671F7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5061153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34" name="Flowchart: Connector 933">
                      <a:extLst>
                        <a:ext uri="{FF2B5EF4-FFF2-40B4-BE49-F238E27FC236}">
                          <a16:creationId xmlns:a16="http://schemas.microsoft.com/office/drawing/2014/main" id="{4B819EA8-FCD8-414C-949D-AAF5E7AE51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5" name="3D Model 934" descr="Sphere">
                          <a:extLst>
                            <a:ext uri="{FF2B5EF4-FFF2-40B4-BE49-F238E27FC236}">
                              <a16:creationId xmlns:a16="http://schemas.microsoft.com/office/drawing/2014/main" id="{B4391C17-85FC-41C0-8A2C-E75EB5AB023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8840068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36" name="Flowchart: Connector 935">
                      <a:extLst>
                        <a:ext uri="{FF2B5EF4-FFF2-40B4-BE49-F238E27FC236}">
                          <a16:creationId xmlns:a16="http://schemas.microsoft.com/office/drawing/2014/main" id="{3FF9D80C-01CE-4C28-9A9B-8659B54901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7" name="3D Model 936" descr="Sphere">
                          <a:extLst>
                            <a:ext uri="{FF2B5EF4-FFF2-40B4-BE49-F238E27FC236}">
                              <a16:creationId xmlns:a16="http://schemas.microsoft.com/office/drawing/2014/main" id="{C8A314CF-CA9F-4915-89F3-4300DE079F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650250071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880" name="Group 879">
                    <a:extLst>
                      <a:ext uri="{FF2B5EF4-FFF2-40B4-BE49-F238E27FC236}">
                        <a16:creationId xmlns:a16="http://schemas.microsoft.com/office/drawing/2014/main" id="{6599A70E-1C7E-4942-9DB2-9162292A5F6B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914" name="Flowchart: Connector 913">
                      <a:extLst>
                        <a:ext uri="{FF2B5EF4-FFF2-40B4-BE49-F238E27FC236}">
                          <a16:creationId xmlns:a16="http://schemas.microsoft.com/office/drawing/2014/main" id="{CF770A1E-DF1E-4A61-8371-7360AB494A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5" name="Flowchart: Connector 914">
                      <a:extLst>
                        <a:ext uri="{FF2B5EF4-FFF2-40B4-BE49-F238E27FC236}">
                          <a16:creationId xmlns:a16="http://schemas.microsoft.com/office/drawing/2014/main" id="{5739BC6D-B61D-4663-855D-BC2BF4B234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6" name="Flowchart: Connector 915">
                      <a:extLst>
                        <a:ext uri="{FF2B5EF4-FFF2-40B4-BE49-F238E27FC236}">
                          <a16:creationId xmlns:a16="http://schemas.microsoft.com/office/drawing/2014/main" id="{D03EFFAC-3FB0-4D57-B8D0-6DAA8E82BD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7" name="Flowchart: Connector 916">
                      <a:extLst>
                        <a:ext uri="{FF2B5EF4-FFF2-40B4-BE49-F238E27FC236}">
                          <a16:creationId xmlns:a16="http://schemas.microsoft.com/office/drawing/2014/main" id="{249850B6-E196-4536-8C83-B00943E207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8" name="Flowchart: Connector 917">
                      <a:extLst>
                        <a:ext uri="{FF2B5EF4-FFF2-40B4-BE49-F238E27FC236}">
                          <a16:creationId xmlns:a16="http://schemas.microsoft.com/office/drawing/2014/main" id="{23676964-1EF3-44DF-93C4-FE75C89B73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9" name="Flowchart: Connector 918">
                      <a:extLst>
                        <a:ext uri="{FF2B5EF4-FFF2-40B4-BE49-F238E27FC236}">
                          <a16:creationId xmlns:a16="http://schemas.microsoft.com/office/drawing/2014/main" id="{12D96B37-96B0-412E-B907-F9F9892520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20" name="Flowchart: Connector 919">
                      <a:extLst>
                        <a:ext uri="{FF2B5EF4-FFF2-40B4-BE49-F238E27FC236}">
                          <a16:creationId xmlns:a16="http://schemas.microsoft.com/office/drawing/2014/main" id="{11CF609A-1548-4AE8-BE66-393264B387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21" name="Flowchart: Connector 920">
                      <a:extLst>
                        <a:ext uri="{FF2B5EF4-FFF2-40B4-BE49-F238E27FC236}">
                          <a16:creationId xmlns:a16="http://schemas.microsoft.com/office/drawing/2014/main" id="{AA4C912A-58B3-4140-B9C0-8EF86296E4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22" name="Flowchart: Connector 921">
                      <a:extLst>
                        <a:ext uri="{FF2B5EF4-FFF2-40B4-BE49-F238E27FC236}">
                          <a16:creationId xmlns:a16="http://schemas.microsoft.com/office/drawing/2014/main" id="{EB9228BC-C7A6-46A9-8311-A0B7AFDF87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3" name="3D Model 922" descr="Sphere">
                          <a:extLst>
                            <a:ext uri="{FF2B5EF4-FFF2-40B4-BE49-F238E27FC236}">
                              <a16:creationId xmlns:a16="http://schemas.microsoft.com/office/drawing/2014/main" id="{26936F91-7666-43A0-9B0B-FCB3E842D2E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74999583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23" name="3D Model 922" descr="Sphere">
                          <a:extLst>
                            <a:ext uri="{FF2B5EF4-FFF2-40B4-BE49-F238E27FC236}">
                              <a16:creationId xmlns:a16="http://schemas.microsoft.com/office/drawing/2014/main" id="{26936F91-7666-43A0-9B0B-FCB3E842D2E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44294" y="175499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24" name="Flowchart: Connector 923">
                      <a:extLst>
                        <a:ext uri="{FF2B5EF4-FFF2-40B4-BE49-F238E27FC236}">
                          <a16:creationId xmlns:a16="http://schemas.microsoft.com/office/drawing/2014/main" id="{C92FD5B0-DEC0-4AC8-BA8E-2F0721016C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5" name="3D Model 924" descr="Sphere">
                          <a:extLst>
                            <a:ext uri="{FF2B5EF4-FFF2-40B4-BE49-F238E27FC236}">
                              <a16:creationId xmlns:a16="http://schemas.microsoft.com/office/drawing/2014/main" id="{30C9CEE4-5AC6-4340-818D-50869A0B8BC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17154996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26" name="Flowchart: Connector 925">
                      <a:extLst>
                        <a:ext uri="{FF2B5EF4-FFF2-40B4-BE49-F238E27FC236}">
                          <a16:creationId xmlns:a16="http://schemas.microsoft.com/office/drawing/2014/main" id="{56BB2558-13BA-4102-B849-1C5B9FF185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7" name="3D Model 926" descr="Sphere">
                          <a:extLst>
                            <a:ext uri="{FF2B5EF4-FFF2-40B4-BE49-F238E27FC236}">
                              <a16:creationId xmlns:a16="http://schemas.microsoft.com/office/drawing/2014/main" id="{ADCC2B61-74C7-4C30-AF1B-96313701069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08256178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28" name="Flowchart: Connector 927">
                      <a:extLst>
                        <a:ext uri="{FF2B5EF4-FFF2-40B4-BE49-F238E27FC236}">
                          <a16:creationId xmlns:a16="http://schemas.microsoft.com/office/drawing/2014/main" id="{3B87F09C-BFC8-4675-B417-CBAE66A25D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9" name="3D Model 928" descr="Sphere">
                          <a:extLst>
                            <a:ext uri="{FF2B5EF4-FFF2-40B4-BE49-F238E27FC236}">
                              <a16:creationId xmlns:a16="http://schemas.microsoft.com/office/drawing/2014/main" id="{990B5D64-4BE8-4A2E-824F-43B639AD334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354646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881" name="Group 880">
                    <a:extLst>
                      <a:ext uri="{FF2B5EF4-FFF2-40B4-BE49-F238E27FC236}">
                        <a16:creationId xmlns:a16="http://schemas.microsoft.com/office/drawing/2014/main" id="{9F84552A-6831-4EBD-8BB7-7453275B106B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898" name="Flowchart: Connector 897">
                      <a:extLst>
                        <a:ext uri="{FF2B5EF4-FFF2-40B4-BE49-F238E27FC236}">
                          <a16:creationId xmlns:a16="http://schemas.microsoft.com/office/drawing/2014/main" id="{EDD9D20A-6B26-45CF-8019-320BC70697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99" name="Flowchart: Connector 898">
                      <a:extLst>
                        <a:ext uri="{FF2B5EF4-FFF2-40B4-BE49-F238E27FC236}">
                          <a16:creationId xmlns:a16="http://schemas.microsoft.com/office/drawing/2014/main" id="{2F666D2A-FA01-4E22-9073-23F6DD66C04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0" name="Flowchart: Connector 899">
                      <a:extLst>
                        <a:ext uri="{FF2B5EF4-FFF2-40B4-BE49-F238E27FC236}">
                          <a16:creationId xmlns:a16="http://schemas.microsoft.com/office/drawing/2014/main" id="{A66D13AE-E84A-407F-BF47-A20CFAE147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1" name="Flowchart: Connector 900">
                      <a:extLst>
                        <a:ext uri="{FF2B5EF4-FFF2-40B4-BE49-F238E27FC236}">
                          <a16:creationId xmlns:a16="http://schemas.microsoft.com/office/drawing/2014/main" id="{BA3A1F99-2748-40DB-A38A-7C1B18F734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2" name="Flowchart: Connector 901">
                      <a:extLst>
                        <a:ext uri="{FF2B5EF4-FFF2-40B4-BE49-F238E27FC236}">
                          <a16:creationId xmlns:a16="http://schemas.microsoft.com/office/drawing/2014/main" id="{82296315-0521-47AB-9CF3-F076972581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3" name="Flowchart: Connector 902">
                      <a:extLst>
                        <a:ext uri="{FF2B5EF4-FFF2-40B4-BE49-F238E27FC236}">
                          <a16:creationId xmlns:a16="http://schemas.microsoft.com/office/drawing/2014/main" id="{E376EEF9-A943-4EC5-9D4E-121CD76646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4" name="Flowchart: Connector 903">
                      <a:extLst>
                        <a:ext uri="{FF2B5EF4-FFF2-40B4-BE49-F238E27FC236}">
                          <a16:creationId xmlns:a16="http://schemas.microsoft.com/office/drawing/2014/main" id="{01CBC329-8E6A-4323-B510-A15B5FF066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5" name="Flowchart: Connector 904">
                      <a:extLst>
                        <a:ext uri="{FF2B5EF4-FFF2-40B4-BE49-F238E27FC236}">
                          <a16:creationId xmlns:a16="http://schemas.microsoft.com/office/drawing/2014/main" id="{466FD969-5DF0-4E3F-961D-0481488EFB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6" name="Flowchart: Connector 905">
                      <a:extLst>
                        <a:ext uri="{FF2B5EF4-FFF2-40B4-BE49-F238E27FC236}">
                          <a16:creationId xmlns:a16="http://schemas.microsoft.com/office/drawing/2014/main" id="{5A949793-73FC-4B0F-BFAC-276DA5472F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07" name="3D Model 906" descr="Sphere">
                          <a:extLst>
                            <a:ext uri="{FF2B5EF4-FFF2-40B4-BE49-F238E27FC236}">
                              <a16:creationId xmlns:a16="http://schemas.microsoft.com/office/drawing/2014/main" id="{830E6F35-C7E9-4930-9916-03430DD2A54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5106464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07" name="3D Model 906" descr="Sphere">
                          <a:extLst>
                            <a:ext uri="{FF2B5EF4-FFF2-40B4-BE49-F238E27FC236}">
                              <a16:creationId xmlns:a16="http://schemas.microsoft.com/office/drawing/2014/main" id="{830E6F35-C7E9-4930-9916-03430DD2A54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34615" y="143181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08" name="Flowchart: Connector 907">
                      <a:extLst>
                        <a:ext uri="{FF2B5EF4-FFF2-40B4-BE49-F238E27FC236}">
                          <a16:creationId xmlns:a16="http://schemas.microsoft.com/office/drawing/2014/main" id="{282A4136-53F5-4CFC-9DFA-A15A614A3C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09" name="3D Model 908" descr="Sphere">
                          <a:extLst>
                            <a:ext uri="{FF2B5EF4-FFF2-40B4-BE49-F238E27FC236}">
                              <a16:creationId xmlns:a16="http://schemas.microsoft.com/office/drawing/2014/main" id="{AD837CE9-35E5-44EC-BC58-12105245563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744533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09" name="3D Model 908" descr="Sphere">
                          <a:extLst>
                            <a:ext uri="{FF2B5EF4-FFF2-40B4-BE49-F238E27FC236}">
                              <a16:creationId xmlns:a16="http://schemas.microsoft.com/office/drawing/2014/main" id="{AD837CE9-35E5-44EC-BC58-1210524556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74681" y="151607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10" name="Flowchart: Connector 909">
                      <a:extLst>
                        <a:ext uri="{FF2B5EF4-FFF2-40B4-BE49-F238E27FC236}">
                          <a16:creationId xmlns:a16="http://schemas.microsoft.com/office/drawing/2014/main" id="{17CB2F5D-FDC6-43E5-9177-EBE1F2CA17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1" name="3D Model 910" descr="Sphere">
                          <a:extLst>
                            <a:ext uri="{FF2B5EF4-FFF2-40B4-BE49-F238E27FC236}">
                              <a16:creationId xmlns:a16="http://schemas.microsoft.com/office/drawing/2014/main" id="{4E8F2E3C-BC88-461D-9142-CF1E3020859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3576556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12" name="Flowchart: Connector 911">
                      <a:extLst>
                        <a:ext uri="{FF2B5EF4-FFF2-40B4-BE49-F238E27FC236}">
                          <a16:creationId xmlns:a16="http://schemas.microsoft.com/office/drawing/2014/main" id="{3C8DC5B7-61A8-420A-8452-AC8E31D341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3" name="3D Model 912" descr="Sphere">
                          <a:extLst>
                            <a:ext uri="{FF2B5EF4-FFF2-40B4-BE49-F238E27FC236}">
                              <a16:creationId xmlns:a16="http://schemas.microsoft.com/office/drawing/2014/main" id="{E0C87F8F-1D0C-4BA9-B382-6C2F8277CE8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539807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882" name="Flowchart: Connector 881">
                    <a:extLst>
                      <a:ext uri="{FF2B5EF4-FFF2-40B4-BE49-F238E27FC236}">
                        <a16:creationId xmlns:a16="http://schemas.microsoft.com/office/drawing/2014/main" id="{C008EB53-D644-42D2-993F-9F3D286910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3" name="Flowchart: Connector 882">
                    <a:extLst>
                      <a:ext uri="{FF2B5EF4-FFF2-40B4-BE49-F238E27FC236}">
                        <a16:creationId xmlns:a16="http://schemas.microsoft.com/office/drawing/2014/main" id="{F79E5560-39E7-4946-B9CF-D196C10AA46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4" name="Flowchart: Connector 883">
                    <a:extLst>
                      <a:ext uri="{FF2B5EF4-FFF2-40B4-BE49-F238E27FC236}">
                        <a16:creationId xmlns:a16="http://schemas.microsoft.com/office/drawing/2014/main" id="{D2A13C3A-02F4-4363-B5FB-F0A523BBC9B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5" name="Flowchart: Connector 884">
                    <a:extLst>
                      <a:ext uri="{FF2B5EF4-FFF2-40B4-BE49-F238E27FC236}">
                        <a16:creationId xmlns:a16="http://schemas.microsoft.com/office/drawing/2014/main" id="{50D1714D-7EF7-4F2D-B579-98BCD7B50C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6" name="Flowchart: Connector 885">
                    <a:extLst>
                      <a:ext uri="{FF2B5EF4-FFF2-40B4-BE49-F238E27FC236}">
                        <a16:creationId xmlns:a16="http://schemas.microsoft.com/office/drawing/2014/main" id="{492863D0-49F3-4092-9D2E-43C8B36DB0D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7" name="Flowchart: Connector 886">
                    <a:extLst>
                      <a:ext uri="{FF2B5EF4-FFF2-40B4-BE49-F238E27FC236}">
                        <a16:creationId xmlns:a16="http://schemas.microsoft.com/office/drawing/2014/main" id="{996B7893-6472-406F-842F-81E30E2994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8" name="Flowchart: Connector 887">
                    <a:extLst>
                      <a:ext uri="{FF2B5EF4-FFF2-40B4-BE49-F238E27FC236}">
                        <a16:creationId xmlns:a16="http://schemas.microsoft.com/office/drawing/2014/main" id="{98876992-D095-4FAF-B093-197E2C760BB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9" name="Flowchart: Connector 888">
                    <a:extLst>
                      <a:ext uri="{FF2B5EF4-FFF2-40B4-BE49-F238E27FC236}">
                        <a16:creationId xmlns:a16="http://schemas.microsoft.com/office/drawing/2014/main" id="{5D27068B-CCCA-4322-9950-EDC34A261E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90" name="Flowchart: Connector 889">
                    <a:extLst>
                      <a:ext uri="{FF2B5EF4-FFF2-40B4-BE49-F238E27FC236}">
                        <a16:creationId xmlns:a16="http://schemas.microsoft.com/office/drawing/2014/main" id="{496E1F19-40C5-4B3B-9373-B3330884785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1" name="3D Model 890" descr="Sphere">
                        <a:extLst>
                          <a:ext uri="{FF2B5EF4-FFF2-40B4-BE49-F238E27FC236}">
                            <a16:creationId xmlns:a16="http://schemas.microsoft.com/office/drawing/2014/main" id="{991F2D2C-5357-406D-AD13-234FD7474E0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793177551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4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1" name="3D Model 890" descr="Sphere">
                        <a:extLst>
                          <a:ext uri="{FF2B5EF4-FFF2-40B4-BE49-F238E27FC236}">
                            <a16:creationId xmlns:a16="http://schemas.microsoft.com/office/drawing/2014/main" id="{991F2D2C-5357-406D-AD13-234FD7474E0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41766" y="1117928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92" name="Flowchart: Connector 891">
                    <a:extLst>
                      <a:ext uri="{FF2B5EF4-FFF2-40B4-BE49-F238E27FC236}">
                        <a16:creationId xmlns:a16="http://schemas.microsoft.com/office/drawing/2014/main" id="{46899B5C-26DB-4457-85FC-39A379A8958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3" name="3D Model 892" descr="Sphere">
                        <a:extLst>
                          <a:ext uri="{FF2B5EF4-FFF2-40B4-BE49-F238E27FC236}">
                            <a16:creationId xmlns:a16="http://schemas.microsoft.com/office/drawing/2014/main" id="{7D989C66-C1FA-44BA-AE90-5C17A726F53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210261988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3" name="3D Model 892" descr="Sphere">
                        <a:extLst>
                          <a:ext uri="{FF2B5EF4-FFF2-40B4-BE49-F238E27FC236}">
                            <a16:creationId xmlns:a16="http://schemas.microsoft.com/office/drawing/2014/main" id="{7D989C66-C1FA-44BA-AE90-5C17A726F53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87722" y="1208250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94" name="Flowchart: Connector 893">
                    <a:extLst>
                      <a:ext uri="{FF2B5EF4-FFF2-40B4-BE49-F238E27FC236}">
                        <a16:creationId xmlns:a16="http://schemas.microsoft.com/office/drawing/2014/main" id="{C3C4E840-E93C-4DCC-8941-8FF87C74840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5" name="3D Model 894" descr="Sphere">
                        <a:extLst>
                          <a:ext uri="{FF2B5EF4-FFF2-40B4-BE49-F238E27FC236}">
                            <a16:creationId xmlns:a16="http://schemas.microsoft.com/office/drawing/2014/main" id="{5262A651-4595-414C-BA0B-EBB679774B5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680580072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5" name="3D Model 894" descr="Sphere">
                        <a:extLst>
                          <a:ext uri="{FF2B5EF4-FFF2-40B4-BE49-F238E27FC236}">
                            <a16:creationId xmlns:a16="http://schemas.microsoft.com/office/drawing/2014/main" id="{5262A651-4595-414C-BA0B-EBB679774B5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28856" y="1256120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96" name="Flowchart: Connector 895">
                    <a:extLst>
                      <a:ext uri="{FF2B5EF4-FFF2-40B4-BE49-F238E27FC236}">
                        <a16:creationId xmlns:a16="http://schemas.microsoft.com/office/drawing/2014/main" id="{C1337578-AE40-4849-ACB5-83C72499C1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7" name="3D Model 896" descr="Sphere">
                        <a:extLst>
                          <a:ext uri="{FF2B5EF4-FFF2-40B4-BE49-F238E27FC236}">
                            <a16:creationId xmlns:a16="http://schemas.microsoft.com/office/drawing/2014/main" id="{269DD39B-E068-4915-BD1E-1848CD72188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23596089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7" name="3D Model 896" descr="Sphere">
                        <a:extLst>
                          <a:ext uri="{FF2B5EF4-FFF2-40B4-BE49-F238E27FC236}">
                            <a16:creationId xmlns:a16="http://schemas.microsoft.com/office/drawing/2014/main" id="{269DD39B-E068-4915-BD1E-1848CD72188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7274" y="1343159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787" name="Group 786">
                <a:extLst>
                  <a:ext uri="{FF2B5EF4-FFF2-40B4-BE49-F238E27FC236}">
                    <a16:creationId xmlns:a16="http://schemas.microsoft.com/office/drawing/2014/main" id="{16FDBDAE-4886-48B4-A3B1-EBC477AF00EE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857" name="Freeform: Shape 856">
                  <a:extLst>
                    <a:ext uri="{FF2B5EF4-FFF2-40B4-BE49-F238E27FC236}">
                      <a16:creationId xmlns:a16="http://schemas.microsoft.com/office/drawing/2014/main" id="{953E59D9-60EE-48EE-A1E6-AB667953878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8" name="Rectangle: Rounded Corners 857">
                  <a:extLst>
                    <a:ext uri="{FF2B5EF4-FFF2-40B4-BE49-F238E27FC236}">
                      <a16:creationId xmlns:a16="http://schemas.microsoft.com/office/drawing/2014/main" id="{735BD8E0-E061-4685-9B35-3D410D1CCE2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8" name="Group 787">
                <a:extLst>
                  <a:ext uri="{FF2B5EF4-FFF2-40B4-BE49-F238E27FC236}">
                    <a16:creationId xmlns:a16="http://schemas.microsoft.com/office/drawing/2014/main" id="{D397EA22-016B-4642-A694-D73CFB1BC7F3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855" name="Freeform: Shape 854">
                  <a:extLst>
                    <a:ext uri="{FF2B5EF4-FFF2-40B4-BE49-F238E27FC236}">
                      <a16:creationId xmlns:a16="http://schemas.microsoft.com/office/drawing/2014/main" id="{DE59324B-0D4D-4998-9516-98907EA4B26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6" name="Rectangle: Rounded Corners 855">
                  <a:extLst>
                    <a:ext uri="{FF2B5EF4-FFF2-40B4-BE49-F238E27FC236}">
                      <a16:creationId xmlns:a16="http://schemas.microsoft.com/office/drawing/2014/main" id="{9F341FA2-FC0D-4A74-B4DE-E97108E122E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13539FFA-FB9E-455C-AED4-C502EDD7B161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853" name="Freeform: Shape 852">
                  <a:extLst>
                    <a:ext uri="{FF2B5EF4-FFF2-40B4-BE49-F238E27FC236}">
                      <a16:creationId xmlns:a16="http://schemas.microsoft.com/office/drawing/2014/main" id="{1E40C55A-AE94-4CF6-8C39-2B6C0F32D85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4" name="Rectangle: Rounded Corners 853">
                  <a:extLst>
                    <a:ext uri="{FF2B5EF4-FFF2-40B4-BE49-F238E27FC236}">
                      <a16:creationId xmlns:a16="http://schemas.microsoft.com/office/drawing/2014/main" id="{8FD39A08-01AA-488A-A654-A5F591E16C3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0" name="Group 789">
                <a:extLst>
                  <a:ext uri="{FF2B5EF4-FFF2-40B4-BE49-F238E27FC236}">
                    <a16:creationId xmlns:a16="http://schemas.microsoft.com/office/drawing/2014/main" id="{1749ECEB-8F5E-42C4-9D6D-D7886C016449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851" name="Freeform: Shape 850">
                  <a:extLst>
                    <a:ext uri="{FF2B5EF4-FFF2-40B4-BE49-F238E27FC236}">
                      <a16:creationId xmlns:a16="http://schemas.microsoft.com/office/drawing/2014/main" id="{98F96573-A5EB-4F40-9EC5-AF4259D34E9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2" name="Rectangle: Rounded Corners 851">
                  <a:extLst>
                    <a:ext uri="{FF2B5EF4-FFF2-40B4-BE49-F238E27FC236}">
                      <a16:creationId xmlns:a16="http://schemas.microsoft.com/office/drawing/2014/main" id="{11E02D14-8C4A-457A-B7CE-B4D6E1EE946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1" name="Group 790">
                <a:extLst>
                  <a:ext uri="{FF2B5EF4-FFF2-40B4-BE49-F238E27FC236}">
                    <a16:creationId xmlns:a16="http://schemas.microsoft.com/office/drawing/2014/main" id="{B608ACFE-9A09-447C-990C-7A2EE50FFA3C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849" name="Freeform: Shape 848">
                  <a:extLst>
                    <a:ext uri="{FF2B5EF4-FFF2-40B4-BE49-F238E27FC236}">
                      <a16:creationId xmlns:a16="http://schemas.microsoft.com/office/drawing/2014/main" id="{7DCF107B-C2F1-42ED-BE05-7D3A98A9EE7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0" name="Rectangle: Rounded Corners 849">
                  <a:extLst>
                    <a:ext uri="{FF2B5EF4-FFF2-40B4-BE49-F238E27FC236}">
                      <a16:creationId xmlns:a16="http://schemas.microsoft.com/office/drawing/2014/main" id="{AB2BEBF4-D5A8-465F-8C07-FE1B0EFDC95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6D8D0BA1-5FAB-4162-8B7A-C7B11FAEC592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847" name="Freeform: Shape 846">
                  <a:extLst>
                    <a:ext uri="{FF2B5EF4-FFF2-40B4-BE49-F238E27FC236}">
                      <a16:creationId xmlns:a16="http://schemas.microsoft.com/office/drawing/2014/main" id="{74384163-AB8B-48BA-96D7-8D6668143B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8" name="Rectangle: Rounded Corners 847">
                  <a:extLst>
                    <a:ext uri="{FF2B5EF4-FFF2-40B4-BE49-F238E27FC236}">
                      <a16:creationId xmlns:a16="http://schemas.microsoft.com/office/drawing/2014/main" id="{8164CA08-315B-4F14-9DB1-741C32761B86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3" name="Group 792">
                <a:extLst>
                  <a:ext uri="{FF2B5EF4-FFF2-40B4-BE49-F238E27FC236}">
                    <a16:creationId xmlns:a16="http://schemas.microsoft.com/office/drawing/2014/main" id="{1B99A12C-5B15-4AAF-9B28-E239E1FB42D4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845" name="Freeform: Shape 844">
                  <a:extLst>
                    <a:ext uri="{FF2B5EF4-FFF2-40B4-BE49-F238E27FC236}">
                      <a16:creationId xmlns:a16="http://schemas.microsoft.com/office/drawing/2014/main" id="{81BB4B8F-8E68-43B4-A02B-FA83AE91465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6" name="Rectangle: Rounded Corners 845">
                  <a:extLst>
                    <a:ext uri="{FF2B5EF4-FFF2-40B4-BE49-F238E27FC236}">
                      <a16:creationId xmlns:a16="http://schemas.microsoft.com/office/drawing/2014/main" id="{CCF3CEB4-0912-44AB-91A9-7F735E4657B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4" name="Group 793">
                <a:extLst>
                  <a:ext uri="{FF2B5EF4-FFF2-40B4-BE49-F238E27FC236}">
                    <a16:creationId xmlns:a16="http://schemas.microsoft.com/office/drawing/2014/main" id="{650F8757-90CE-42C9-80DD-87A76724299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843" name="Freeform: Shape 842">
                  <a:extLst>
                    <a:ext uri="{FF2B5EF4-FFF2-40B4-BE49-F238E27FC236}">
                      <a16:creationId xmlns:a16="http://schemas.microsoft.com/office/drawing/2014/main" id="{C8215C25-4057-43E5-BF7E-7D276729657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4" name="Rectangle: Rounded Corners 843">
                  <a:extLst>
                    <a:ext uri="{FF2B5EF4-FFF2-40B4-BE49-F238E27FC236}">
                      <a16:creationId xmlns:a16="http://schemas.microsoft.com/office/drawing/2014/main" id="{182BDC81-C0F1-451E-BEFA-334FE1717B7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5" name="Group 794">
                <a:extLst>
                  <a:ext uri="{FF2B5EF4-FFF2-40B4-BE49-F238E27FC236}">
                    <a16:creationId xmlns:a16="http://schemas.microsoft.com/office/drawing/2014/main" id="{9E1AE215-879C-4E85-8665-434DB2B712C0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841" name="Freeform: Shape 840">
                  <a:extLst>
                    <a:ext uri="{FF2B5EF4-FFF2-40B4-BE49-F238E27FC236}">
                      <a16:creationId xmlns:a16="http://schemas.microsoft.com/office/drawing/2014/main" id="{8C719862-0536-4FB9-B7E6-A1F81D63FDE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2" name="Rectangle: Rounded Corners 841">
                  <a:extLst>
                    <a:ext uri="{FF2B5EF4-FFF2-40B4-BE49-F238E27FC236}">
                      <a16:creationId xmlns:a16="http://schemas.microsoft.com/office/drawing/2014/main" id="{667633FC-94A3-4448-A126-9A4F8D444D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6" name="Group 795">
                <a:extLst>
                  <a:ext uri="{FF2B5EF4-FFF2-40B4-BE49-F238E27FC236}">
                    <a16:creationId xmlns:a16="http://schemas.microsoft.com/office/drawing/2014/main" id="{71CE94D7-4BAD-4913-8DC1-C0BB4B6BAEF1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839" name="Freeform: Shape 838">
                  <a:extLst>
                    <a:ext uri="{FF2B5EF4-FFF2-40B4-BE49-F238E27FC236}">
                      <a16:creationId xmlns:a16="http://schemas.microsoft.com/office/drawing/2014/main" id="{07D1819C-A75E-4829-B35D-74BB9DDF4DD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0" name="Rectangle: Rounded Corners 839">
                  <a:extLst>
                    <a:ext uri="{FF2B5EF4-FFF2-40B4-BE49-F238E27FC236}">
                      <a16:creationId xmlns:a16="http://schemas.microsoft.com/office/drawing/2014/main" id="{4F91B9A8-6080-4494-AC9A-973A4592E8E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7" name="Group 796">
                <a:extLst>
                  <a:ext uri="{FF2B5EF4-FFF2-40B4-BE49-F238E27FC236}">
                    <a16:creationId xmlns:a16="http://schemas.microsoft.com/office/drawing/2014/main" id="{544B8ABD-3758-4D91-9B41-1287E40C6F0B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837" name="Freeform: Shape 836">
                  <a:extLst>
                    <a:ext uri="{FF2B5EF4-FFF2-40B4-BE49-F238E27FC236}">
                      <a16:creationId xmlns:a16="http://schemas.microsoft.com/office/drawing/2014/main" id="{FA3A439B-18E3-4214-BB36-8A51010A4B7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8" name="Rectangle: Rounded Corners 837">
                  <a:extLst>
                    <a:ext uri="{FF2B5EF4-FFF2-40B4-BE49-F238E27FC236}">
                      <a16:creationId xmlns:a16="http://schemas.microsoft.com/office/drawing/2014/main" id="{D6A07431-8BCE-4FE6-83F2-D7D2E14D298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8" name="Group 797">
                <a:extLst>
                  <a:ext uri="{FF2B5EF4-FFF2-40B4-BE49-F238E27FC236}">
                    <a16:creationId xmlns:a16="http://schemas.microsoft.com/office/drawing/2014/main" id="{E77A2C62-81B0-48CE-85ED-2EB89D4A27AC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835" name="Freeform: Shape 834">
                  <a:extLst>
                    <a:ext uri="{FF2B5EF4-FFF2-40B4-BE49-F238E27FC236}">
                      <a16:creationId xmlns:a16="http://schemas.microsoft.com/office/drawing/2014/main" id="{08928FD3-5431-410C-863B-8E3522A850C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6" name="Rectangle: Rounded Corners 835">
                  <a:extLst>
                    <a:ext uri="{FF2B5EF4-FFF2-40B4-BE49-F238E27FC236}">
                      <a16:creationId xmlns:a16="http://schemas.microsoft.com/office/drawing/2014/main" id="{3F01EDCE-5CF9-4594-B5F6-2638AD55954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9" name="Group 798">
                <a:extLst>
                  <a:ext uri="{FF2B5EF4-FFF2-40B4-BE49-F238E27FC236}">
                    <a16:creationId xmlns:a16="http://schemas.microsoft.com/office/drawing/2014/main" id="{F2FC5471-514D-413E-B6A8-02528D5A57D1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833" name="Freeform: Shape 832">
                  <a:extLst>
                    <a:ext uri="{FF2B5EF4-FFF2-40B4-BE49-F238E27FC236}">
                      <a16:creationId xmlns:a16="http://schemas.microsoft.com/office/drawing/2014/main" id="{A05A67EC-1176-4ADD-A86B-2805AEC36DD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4" name="Rectangle: Rounded Corners 833">
                  <a:extLst>
                    <a:ext uri="{FF2B5EF4-FFF2-40B4-BE49-F238E27FC236}">
                      <a16:creationId xmlns:a16="http://schemas.microsoft.com/office/drawing/2014/main" id="{8B1EF727-8949-4258-BBE5-7CF9C293F92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942BEC66-7180-4D39-81F3-E88AAD8BEF44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831" name="Freeform: Shape 830">
                  <a:extLst>
                    <a:ext uri="{FF2B5EF4-FFF2-40B4-BE49-F238E27FC236}">
                      <a16:creationId xmlns:a16="http://schemas.microsoft.com/office/drawing/2014/main" id="{8BDF0738-0A3A-4281-BD8F-40CDE1427A1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2" name="Rectangle: Rounded Corners 831">
                  <a:extLst>
                    <a:ext uri="{FF2B5EF4-FFF2-40B4-BE49-F238E27FC236}">
                      <a16:creationId xmlns:a16="http://schemas.microsoft.com/office/drawing/2014/main" id="{6ECA338C-DCA8-478B-9358-F6C815EA3D7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1" name="Group 800">
                <a:extLst>
                  <a:ext uri="{FF2B5EF4-FFF2-40B4-BE49-F238E27FC236}">
                    <a16:creationId xmlns:a16="http://schemas.microsoft.com/office/drawing/2014/main" id="{741C8255-FCFE-43EF-84BA-B09076A10E9D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829" name="Freeform: Shape 828">
                  <a:extLst>
                    <a:ext uri="{FF2B5EF4-FFF2-40B4-BE49-F238E27FC236}">
                      <a16:creationId xmlns:a16="http://schemas.microsoft.com/office/drawing/2014/main" id="{DCF53CFC-73D8-4273-841B-68086E5CB15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0" name="Rectangle: Rounded Corners 829">
                  <a:extLst>
                    <a:ext uri="{FF2B5EF4-FFF2-40B4-BE49-F238E27FC236}">
                      <a16:creationId xmlns:a16="http://schemas.microsoft.com/office/drawing/2014/main" id="{69400487-BEDD-490B-9D33-B8D13267D4C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2" name="Group 801">
                <a:extLst>
                  <a:ext uri="{FF2B5EF4-FFF2-40B4-BE49-F238E27FC236}">
                    <a16:creationId xmlns:a16="http://schemas.microsoft.com/office/drawing/2014/main" id="{D55A0CCA-A37C-414B-AFA8-87A6A8EFBF89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827" name="Freeform: Shape 826">
                  <a:extLst>
                    <a:ext uri="{FF2B5EF4-FFF2-40B4-BE49-F238E27FC236}">
                      <a16:creationId xmlns:a16="http://schemas.microsoft.com/office/drawing/2014/main" id="{7A90B891-E0D5-483E-B983-1ACA85E4BFD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8" name="Rectangle: Rounded Corners 827">
                  <a:extLst>
                    <a:ext uri="{FF2B5EF4-FFF2-40B4-BE49-F238E27FC236}">
                      <a16:creationId xmlns:a16="http://schemas.microsoft.com/office/drawing/2014/main" id="{F526B3D3-0CED-4F15-976C-69525CD4622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3" name="Group 802">
                <a:extLst>
                  <a:ext uri="{FF2B5EF4-FFF2-40B4-BE49-F238E27FC236}">
                    <a16:creationId xmlns:a16="http://schemas.microsoft.com/office/drawing/2014/main" id="{AFB479AA-B9C8-4B59-8025-59FF32A9BAF9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825" name="Freeform: Shape 824">
                  <a:extLst>
                    <a:ext uri="{FF2B5EF4-FFF2-40B4-BE49-F238E27FC236}">
                      <a16:creationId xmlns:a16="http://schemas.microsoft.com/office/drawing/2014/main" id="{54845BDA-738D-449E-9258-33A511C368E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6" name="Rectangle: Rounded Corners 825">
                  <a:extLst>
                    <a:ext uri="{FF2B5EF4-FFF2-40B4-BE49-F238E27FC236}">
                      <a16:creationId xmlns:a16="http://schemas.microsoft.com/office/drawing/2014/main" id="{4DAC38C6-3C7E-4C5E-9304-03214D06134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4" name="Group 803">
                <a:extLst>
                  <a:ext uri="{FF2B5EF4-FFF2-40B4-BE49-F238E27FC236}">
                    <a16:creationId xmlns:a16="http://schemas.microsoft.com/office/drawing/2014/main" id="{EAD1B0DB-6E7D-4CC0-BCC2-99F94808ABD9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823" name="Freeform: Shape 822">
                  <a:extLst>
                    <a:ext uri="{FF2B5EF4-FFF2-40B4-BE49-F238E27FC236}">
                      <a16:creationId xmlns:a16="http://schemas.microsoft.com/office/drawing/2014/main" id="{4A01A6DC-6304-41B5-BFCC-136C675C8C1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4" name="Rectangle: Rounded Corners 823">
                  <a:extLst>
                    <a:ext uri="{FF2B5EF4-FFF2-40B4-BE49-F238E27FC236}">
                      <a16:creationId xmlns:a16="http://schemas.microsoft.com/office/drawing/2014/main" id="{938D2A32-33CB-4EF5-A83A-AC2A366AEBF7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5" name="Group 804">
                <a:extLst>
                  <a:ext uri="{FF2B5EF4-FFF2-40B4-BE49-F238E27FC236}">
                    <a16:creationId xmlns:a16="http://schemas.microsoft.com/office/drawing/2014/main" id="{E62DF59A-3AEC-4253-8C9D-98D5C507C4BB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BB836241-09F0-479D-A35B-ABF81481F51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2" name="Rectangle: Rounded Corners 821">
                  <a:extLst>
                    <a:ext uri="{FF2B5EF4-FFF2-40B4-BE49-F238E27FC236}">
                      <a16:creationId xmlns:a16="http://schemas.microsoft.com/office/drawing/2014/main" id="{5FD7781E-5B9A-4088-9512-449961BB84C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6" name="Group 805">
                <a:extLst>
                  <a:ext uri="{FF2B5EF4-FFF2-40B4-BE49-F238E27FC236}">
                    <a16:creationId xmlns:a16="http://schemas.microsoft.com/office/drawing/2014/main" id="{7EC215AA-AE84-4859-812F-90933714720A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BB23CEA1-5CD1-4EB3-ACFF-E97A734443A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0" name="Rectangle: Rounded Corners 819">
                  <a:extLst>
                    <a:ext uri="{FF2B5EF4-FFF2-40B4-BE49-F238E27FC236}">
                      <a16:creationId xmlns:a16="http://schemas.microsoft.com/office/drawing/2014/main" id="{44AFCBD6-5E7D-45FD-92AB-BC7B1043802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7" name="Group 806">
                <a:extLst>
                  <a:ext uri="{FF2B5EF4-FFF2-40B4-BE49-F238E27FC236}">
                    <a16:creationId xmlns:a16="http://schemas.microsoft.com/office/drawing/2014/main" id="{738A224E-1FD3-4793-9931-C146CE779F49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508D705E-8CC0-409D-A28C-ED56AE333D6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8" name="Rectangle: Rounded Corners 817">
                  <a:extLst>
                    <a:ext uri="{FF2B5EF4-FFF2-40B4-BE49-F238E27FC236}">
                      <a16:creationId xmlns:a16="http://schemas.microsoft.com/office/drawing/2014/main" id="{C69D505E-3FE1-4AC1-A752-57350B2900F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8" name="Group 807">
                <a:extLst>
                  <a:ext uri="{FF2B5EF4-FFF2-40B4-BE49-F238E27FC236}">
                    <a16:creationId xmlns:a16="http://schemas.microsoft.com/office/drawing/2014/main" id="{916AABD7-C144-46FD-ADB1-328BD8CC72A8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808AE8DE-CAA1-4838-A50E-1CAFDFA8AE7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6" name="Rectangle: Rounded Corners 815">
                  <a:extLst>
                    <a:ext uri="{FF2B5EF4-FFF2-40B4-BE49-F238E27FC236}">
                      <a16:creationId xmlns:a16="http://schemas.microsoft.com/office/drawing/2014/main" id="{AE61966E-EB13-454A-8639-70438604A76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9" name="Group 808">
                <a:extLst>
                  <a:ext uri="{FF2B5EF4-FFF2-40B4-BE49-F238E27FC236}">
                    <a16:creationId xmlns:a16="http://schemas.microsoft.com/office/drawing/2014/main" id="{E7EFBC2A-1E59-467F-B018-531EB761D797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A2E8246F-9E86-47B8-852E-E93B527A85B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4" name="Rectangle: Rounded Corners 813">
                  <a:extLst>
                    <a:ext uri="{FF2B5EF4-FFF2-40B4-BE49-F238E27FC236}">
                      <a16:creationId xmlns:a16="http://schemas.microsoft.com/office/drawing/2014/main" id="{E873354D-B04D-4FE4-A32F-F0E94CE62E8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10" name="Group 809">
                <a:extLst>
                  <a:ext uri="{FF2B5EF4-FFF2-40B4-BE49-F238E27FC236}">
                    <a16:creationId xmlns:a16="http://schemas.microsoft.com/office/drawing/2014/main" id="{D6D375A1-4A71-463E-B54B-C8286778120F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6399FA83-2EE9-44CC-A0BE-7B376891DC0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2" name="Rectangle: Rounded Corners 811">
                  <a:extLst>
                    <a:ext uri="{FF2B5EF4-FFF2-40B4-BE49-F238E27FC236}">
                      <a16:creationId xmlns:a16="http://schemas.microsoft.com/office/drawing/2014/main" id="{99F96ED6-E644-4444-BEEB-BCB46CA2DD1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6BD5BC48-F323-4A8C-9876-2CBCA240B9B8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7D518269-033E-4F82-829B-F013E15723D0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2D9E9979-4D0F-469D-9FE4-6181576A0722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45" name="Up Arrow 4">
            <a:extLst>
              <a:ext uri="{FF2B5EF4-FFF2-40B4-BE49-F238E27FC236}">
                <a16:creationId xmlns:a16="http://schemas.microsoft.com/office/drawing/2014/main" id="{CD21593C-A1C9-4096-AB18-93D917E19376}"/>
              </a:ext>
            </a:extLst>
          </p:cNvPr>
          <p:cNvSpPr/>
          <p:nvPr/>
        </p:nvSpPr>
        <p:spPr>
          <a:xfrm rot="16200000" flipV="1">
            <a:off x="8342750" y="5016587"/>
            <a:ext cx="332105" cy="850900"/>
          </a:xfrm>
          <a:prstGeom prst="upArrow">
            <a:avLst>
              <a:gd name="adj1" fmla="val 50000"/>
              <a:gd name="adj2" fmla="val 61937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  <a:bevelB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1147" name="Up Arrow 4">
            <a:extLst>
              <a:ext uri="{FF2B5EF4-FFF2-40B4-BE49-F238E27FC236}">
                <a16:creationId xmlns:a16="http://schemas.microsoft.com/office/drawing/2014/main" id="{3D836C4C-DD5C-4DCA-BD5A-E8854AB4E33E}"/>
              </a:ext>
            </a:extLst>
          </p:cNvPr>
          <p:cNvSpPr/>
          <p:nvPr/>
        </p:nvSpPr>
        <p:spPr>
          <a:xfrm rot="16200000" flipV="1">
            <a:off x="8342751" y="1147839"/>
            <a:ext cx="332105" cy="850900"/>
          </a:xfrm>
          <a:prstGeom prst="upArrow">
            <a:avLst>
              <a:gd name="adj1" fmla="val 50000"/>
              <a:gd name="adj2" fmla="val 61937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  <a:bevelB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grpSp>
        <p:nvGrpSpPr>
          <p:cNvPr id="1148" name="Group 1147">
            <a:extLst>
              <a:ext uri="{FF2B5EF4-FFF2-40B4-BE49-F238E27FC236}">
                <a16:creationId xmlns:a16="http://schemas.microsoft.com/office/drawing/2014/main" id="{D10FAE2B-92D2-454D-B183-B7C559DB6D1A}"/>
              </a:ext>
            </a:extLst>
          </p:cNvPr>
          <p:cNvGrpSpPr/>
          <p:nvPr/>
        </p:nvGrpSpPr>
        <p:grpSpPr>
          <a:xfrm>
            <a:off x="9042659" y="4140369"/>
            <a:ext cx="3009933" cy="2429167"/>
            <a:chOff x="5898125" y="3734296"/>
            <a:chExt cx="3009933" cy="2429167"/>
          </a:xfrm>
        </p:grpSpPr>
        <p:grpSp>
          <p:nvGrpSpPr>
            <p:cNvPr id="1149" name="Group 1148">
              <a:extLst>
                <a:ext uri="{FF2B5EF4-FFF2-40B4-BE49-F238E27FC236}">
                  <a16:creationId xmlns:a16="http://schemas.microsoft.com/office/drawing/2014/main" id="{A73B4DD7-2CB7-43AC-A2BE-5C02D9AD050F}"/>
                </a:ext>
              </a:extLst>
            </p:cNvPr>
            <p:cNvGrpSpPr/>
            <p:nvPr/>
          </p:nvGrpSpPr>
          <p:grpSpPr>
            <a:xfrm>
              <a:off x="5898125" y="3734296"/>
              <a:ext cx="3009933" cy="2271412"/>
              <a:chOff x="215985" y="2016855"/>
              <a:chExt cx="3009933" cy="2271412"/>
            </a:xfrm>
          </p:grpSpPr>
          <p:grpSp>
            <p:nvGrpSpPr>
              <p:cNvPr id="1190" name="Group 1189">
                <a:extLst>
                  <a:ext uri="{FF2B5EF4-FFF2-40B4-BE49-F238E27FC236}">
                    <a16:creationId xmlns:a16="http://schemas.microsoft.com/office/drawing/2014/main" id="{CB2F10EA-26F4-4C8D-99AD-734A71C2AB36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1508" name="Freeform: Shape 1507">
                  <a:extLst>
                    <a:ext uri="{FF2B5EF4-FFF2-40B4-BE49-F238E27FC236}">
                      <a16:creationId xmlns:a16="http://schemas.microsoft.com/office/drawing/2014/main" id="{99DCD53D-1D08-4148-B6BB-217DF42DCE9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9D2B4FCD-6696-453D-8FA9-F0DAE38E472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1507" name="Rectangle: Rounded Corners 1506">
                <a:extLst>
                  <a:ext uri="{FF2B5EF4-FFF2-40B4-BE49-F238E27FC236}">
                    <a16:creationId xmlns:a16="http://schemas.microsoft.com/office/drawing/2014/main" id="{DAA9DB4E-561D-4B1A-ABDA-DA41A860A6EB}"/>
                  </a:ext>
                </a:extLst>
              </p:cNvPr>
              <p:cNvSpPr/>
              <p:nvPr/>
            </p:nvSpPr>
            <p:spPr>
              <a:xfrm rot="5037398" flipV="1">
                <a:off x="1456687" y="3822675"/>
                <a:ext cx="50675" cy="50166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192" name="Group 1191">
                <a:extLst>
                  <a:ext uri="{FF2B5EF4-FFF2-40B4-BE49-F238E27FC236}">
                    <a16:creationId xmlns:a16="http://schemas.microsoft.com/office/drawing/2014/main" id="{170CDC17-3287-43F4-956D-3850F4586F55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1224" name="Group 1223">
                  <a:extLst>
                    <a:ext uri="{FF2B5EF4-FFF2-40B4-BE49-F238E27FC236}">
                      <a16:creationId xmlns:a16="http://schemas.microsoft.com/office/drawing/2014/main" id="{4452F17C-87F3-40C4-B283-2D16E27F5498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1445" name="Group 1444">
                    <a:extLst>
                      <a:ext uri="{FF2B5EF4-FFF2-40B4-BE49-F238E27FC236}">
                        <a16:creationId xmlns:a16="http://schemas.microsoft.com/office/drawing/2014/main" id="{7593A88F-44A4-4DFA-BA0F-1FBB35382059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1502" name="Flowchart: Connector 1501">
                      <a:extLst>
                        <a:ext uri="{FF2B5EF4-FFF2-40B4-BE49-F238E27FC236}">
                          <a16:creationId xmlns:a16="http://schemas.microsoft.com/office/drawing/2014/main" id="{A7256C3A-860C-476C-A336-4F35B365DE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03" name="Flowchart: Connector 1502">
                      <a:extLst>
                        <a:ext uri="{FF2B5EF4-FFF2-40B4-BE49-F238E27FC236}">
                          <a16:creationId xmlns:a16="http://schemas.microsoft.com/office/drawing/2014/main" id="{BA5C6AFD-4B0B-41A2-9A47-26DDD8764F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04" name="Flowchart: Connector 1503">
                      <a:extLst>
                        <a:ext uri="{FF2B5EF4-FFF2-40B4-BE49-F238E27FC236}">
                          <a16:creationId xmlns:a16="http://schemas.microsoft.com/office/drawing/2014/main" id="{0FBFD062-FF6E-4A57-88F2-6991280E29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05" name="Flowchart: Connector 1504">
                      <a:extLst>
                        <a:ext uri="{FF2B5EF4-FFF2-40B4-BE49-F238E27FC236}">
                          <a16:creationId xmlns:a16="http://schemas.microsoft.com/office/drawing/2014/main" id="{4E78318F-B32E-4ADD-9DA6-A18963B5FC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446" name="Group 1445">
                    <a:extLst>
                      <a:ext uri="{FF2B5EF4-FFF2-40B4-BE49-F238E27FC236}">
                        <a16:creationId xmlns:a16="http://schemas.microsoft.com/office/drawing/2014/main" id="{70AD6A59-BD27-4FAB-99F0-5E73E0978137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1447" name="Group 1446">
                      <a:extLst>
                        <a:ext uri="{FF2B5EF4-FFF2-40B4-BE49-F238E27FC236}">
                          <a16:creationId xmlns:a16="http://schemas.microsoft.com/office/drawing/2014/main" id="{D0114C03-8336-4153-B980-67CAC24A17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5" name="3D Model 1494" descr="Sphere">
                            <a:extLst>
                              <a:ext uri="{FF2B5EF4-FFF2-40B4-BE49-F238E27FC236}">
                                <a16:creationId xmlns:a16="http://schemas.microsoft.com/office/drawing/2014/main" id="{219BAF73-3802-493B-9597-80D017AFBA0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086142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6" name="Flowchart: Connector 1495">
                        <a:extLst>
                          <a:ext uri="{FF2B5EF4-FFF2-40B4-BE49-F238E27FC236}">
                            <a16:creationId xmlns:a16="http://schemas.microsoft.com/office/drawing/2014/main" id="{8F145B29-A2B4-4BC2-B6C0-67D492A9E0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7" name="3D Model 1496" descr="Sphere">
                            <a:extLst>
                              <a:ext uri="{FF2B5EF4-FFF2-40B4-BE49-F238E27FC236}">
                                <a16:creationId xmlns:a16="http://schemas.microsoft.com/office/drawing/2014/main" id="{FB053641-6A25-4467-B02F-7291C900861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750551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8" name="Flowchart: Connector 1497">
                        <a:extLst>
                          <a:ext uri="{FF2B5EF4-FFF2-40B4-BE49-F238E27FC236}">
                            <a16:creationId xmlns:a16="http://schemas.microsoft.com/office/drawing/2014/main" id="{D69DDF3D-5351-444C-BF6F-AE6C009086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9" name="3D Model 1498" descr="Sphere">
                            <a:extLst>
                              <a:ext uri="{FF2B5EF4-FFF2-40B4-BE49-F238E27FC236}">
                                <a16:creationId xmlns:a16="http://schemas.microsoft.com/office/drawing/2014/main" id="{2C244C39-F657-4556-96A0-E6D571B50D7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5599600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500" name="Flowchart: Connector 1499">
                        <a:extLst>
                          <a:ext uri="{FF2B5EF4-FFF2-40B4-BE49-F238E27FC236}">
                            <a16:creationId xmlns:a16="http://schemas.microsoft.com/office/drawing/2014/main" id="{9C43C9A8-E843-4346-8368-E1FF161DB5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501" name="3D Model 1500" descr="Sphere">
                            <a:extLst>
                              <a:ext uri="{FF2B5EF4-FFF2-40B4-BE49-F238E27FC236}">
                                <a16:creationId xmlns:a16="http://schemas.microsoft.com/office/drawing/2014/main" id="{1203EFB9-CB0B-4B46-A0F7-2666034FB3E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4200639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448" name="Group 1447">
                      <a:extLst>
                        <a:ext uri="{FF2B5EF4-FFF2-40B4-BE49-F238E27FC236}">
                          <a16:creationId xmlns:a16="http://schemas.microsoft.com/office/drawing/2014/main" id="{3E4C13F0-72DA-41D5-BB22-1AB98E5BC9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480" name="Flowchart: Connector 1479">
                        <a:extLst>
                          <a:ext uri="{FF2B5EF4-FFF2-40B4-BE49-F238E27FC236}">
                            <a16:creationId xmlns:a16="http://schemas.microsoft.com/office/drawing/2014/main" id="{A6D2F841-E70E-4F28-A965-883125C11E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1" name="Flowchart: Connector 1480">
                        <a:extLst>
                          <a:ext uri="{FF2B5EF4-FFF2-40B4-BE49-F238E27FC236}">
                            <a16:creationId xmlns:a16="http://schemas.microsoft.com/office/drawing/2014/main" id="{58B02D37-91BF-4E4A-8E40-DA3D50C93D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2" name="Flowchart: Connector 1481">
                        <a:extLst>
                          <a:ext uri="{FF2B5EF4-FFF2-40B4-BE49-F238E27FC236}">
                            <a16:creationId xmlns:a16="http://schemas.microsoft.com/office/drawing/2014/main" id="{465508CF-7B52-4C83-BC0E-423F20CF974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3" name="Flowchart: Connector 1482">
                        <a:extLst>
                          <a:ext uri="{FF2B5EF4-FFF2-40B4-BE49-F238E27FC236}">
                            <a16:creationId xmlns:a16="http://schemas.microsoft.com/office/drawing/2014/main" id="{E0021AEA-6165-48CE-9F0C-F88E2D68CB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4" name="Flowchart: Connector 1483">
                        <a:extLst>
                          <a:ext uri="{FF2B5EF4-FFF2-40B4-BE49-F238E27FC236}">
                            <a16:creationId xmlns:a16="http://schemas.microsoft.com/office/drawing/2014/main" id="{1919DC4A-907E-429A-973A-67F8C60A24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5" name="Flowchart: Connector 1484">
                        <a:extLst>
                          <a:ext uri="{FF2B5EF4-FFF2-40B4-BE49-F238E27FC236}">
                            <a16:creationId xmlns:a16="http://schemas.microsoft.com/office/drawing/2014/main" id="{8169A127-BD16-4C2B-A2C8-0CEFCC2972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6" name="Flowchart: Connector 1485">
                        <a:extLst>
                          <a:ext uri="{FF2B5EF4-FFF2-40B4-BE49-F238E27FC236}">
                            <a16:creationId xmlns:a16="http://schemas.microsoft.com/office/drawing/2014/main" id="{FD575384-3DF6-4E62-B410-D8A67FD8A59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7" name="Flowchart: Connector 1486">
                        <a:extLst>
                          <a:ext uri="{FF2B5EF4-FFF2-40B4-BE49-F238E27FC236}">
                            <a16:creationId xmlns:a16="http://schemas.microsoft.com/office/drawing/2014/main" id="{622DA8CD-DF22-4FAC-B628-68515ADC33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88" name="3D Model 1487" descr="Sphere">
                            <a:extLst>
                              <a:ext uri="{FF2B5EF4-FFF2-40B4-BE49-F238E27FC236}">
                                <a16:creationId xmlns:a16="http://schemas.microsoft.com/office/drawing/2014/main" id="{A6312539-3466-4CA5-8991-77B76F92834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753812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89" name="Flowchart: Connector 1488">
                        <a:extLst>
                          <a:ext uri="{FF2B5EF4-FFF2-40B4-BE49-F238E27FC236}">
                            <a16:creationId xmlns:a16="http://schemas.microsoft.com/office/drawing/2014/main" id="{E3022CF3-8F73-4ED6-BA16-574C2C98C0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0" name="3D Model 1489" descr="Sphere">
                            <a:extLst>
                              <a:ext uri="{FF2B5EF4-FFF2-40B4-BE49-F238E27FC236}">
                                <a16:creationId xmlns:a16="http://schemas.microsoft.com/office/drawing/2014/main" id="{6ABD9854-F4CB-4ED1-B84F-EAD48F86B0B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49628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1" name="Flowchart: Connector 1490">
                        <a:extLst>
                          <a:ext uri="{FF2B5EF4-FFF2-40B4-BE49-F238E27FC236}">
                            <a16:creationId xmlns:a16="http://schemas.microsoft.com/office/drawing/2014/main" id="{2A62D52E-1DFA-4558-A7E4-E41171E913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2" name="3D Model 1491" descr="Sphere">
                            <a:extLst>
                              <a:ext uri="{FF2B5EF4-FFF2-40B4-BE49-F238E27FC236}">
                                <a16:creationId xmlns:a16="http://schemas.microsoft.com/office/drawing/2014/main" id="{0C9A3149-94CE-4A4A-8223-1D5B3146CA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8210825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3" name="Flowchart: Connector 1492">
                        <a:extLst>
                          <a:ext uri="{FF2B5EF4-FFF2-40B4-BE49-F238E27FC236}">
                            <a16:creationId xmlns:a16="http://schemas.microsoft.com/office/drawing/2014/main" id="{B1B3DA29-83A5-4A0A-B8D8-05C5A95C3D2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4" name="3D Model 1493" descr="Sphere">
                            <a:extLst>
                              <a:ext uri="{FF2B5EF4-FFF2-40B4-BE49-F238E27FC236}">
                                <a16:creationId xmlns:a16="http://schemas.microsoft.com/office/drawing/2014/main" id="{C8B92741-89E7-480E-8808-E73476EB182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5082332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449" name="Group 1448">
                      <a:extLst>
                        <a:ext uri="{FF2B5EF4-FFF2-40B4-BE49-F238E27FC236}">
                          <a16:creationId xmlns:a16="http://schemas.microsoft.com/office/drawing/2014/main" id="{5F9F158C-D88A-4CDA-AAD1-77A357874B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465" name="Flowchart: Connector 1464">
                        <a:extLst>
                          <a:ext uri="{FF2B5EF4-FFF2-40B4-BE49-F238E27FC236}">
                            <a16:creationId xmlns:a16="http://schemas.microsoft.com/office/drawing/2014/main" id="{E13E2E47-3426-4BF3-A3EE-1FA40474A08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6" name="Flowchart: Connector 1465">
                        <a:extLst>
                          <a:ext uri="{FF2B5EF4-FFF2-40B4-BE49-F238E27FC236}">
                            <a16:creationId xmlns:a16="http://schemas.microsoft.com/office/drawing/2014/main" id="{4959FB43-7400-4D8E-B8E8-0313775ACF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7" name="Flowchart: Connector 1466">
                        <a:extLst>
                          <a:ext uri="{FF2B5EF4-FFF2-40B4-BE49-F238E27FC236}">
                            <a16:creationId xmlns:a16="http://schemas.microsoft.com/office/drawing/2014/main" id="{8E5D4907-F668-47A9-B2F5-8672317AE73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8" name="Flowchart: Connector 1467">
                        <a:extLst>
                          <a:ext uri="{FF2B5EF4-FFF2-40B4-BE49-F238E27FC236}">
                            <a16:creationId xmlns:a16="http://schemas.microsoft.com/office/drawing/2014/main" id="{8159C7CC-33FF-4801-BC56-4DD1E9D469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9" name="Flowchart: Connector 1468">
                        <a:extLst>
                          <a:ext uri="{FF2B5EF4-FFF2-40B4-BE49-F238E27FC236}">
                            <a16:creationId xmlns:a16="http://schemas.microsoft.com/office/drawing/2014/main" id="{3287B737-D98A-4F8F-AC0C-90DCADCE90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70" name="Flowchart: Connector 1469">
                        <a:extLst>
                          <a:ext uri="{FF2B5EF4-FFF2-40B4-BE49-F238E27FC236}">
                            <a16:creationId xmlns:a16="http://schemas.microsoft.com/office/drawing/2014/main" id="{EFBB41FD-3AC3-47CD-87E0-1B954064E6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71" name="Flowchart: Connector 1470">
                        <a:extLst>
                          <a:ext uri="{FF2B5EF4-FFF2-40B4-BE49-F238E27FC236}">
                            <a16:creationId xmlns:a16="http://schemas.microsoft.com/office/drawing/2014/main" id="{F8CD6C13-CF01-4FC6-ACB2-6EE8FB57522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72" name="Flowchart: Connector 1471">
                        <a:extLst>
                          <a:ext uri="{FF2B5EF4-FFF2-40B4-BE49-F238E27FC236}">
                            <a16:creationId xmlns:a16="http://schemas.microsoft.com/office/drawing/2014/main" id="{09F61DCA-BE4E-4477-A56F-A03B53FDB1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3" name="3D Model 1472" descr="Sphere">
                            <a:extLst>
                              <a:ext uri="{FF2B5EF4-FFF2-40B4-BE49-F238E27FC236}">
                                <a16:creationId xmlns:a16="http://schemas.microsoft.com/office/drawing/2014/main" id="{7AA6E81E-57D9-422B-B385-9FE7723547B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701438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74" name="Flowchart: Connector 1473">
                        <a:extLst>
                          <a:ext uri="{FF2B5EF4-FFF2-40B4-BE49-F238E27FC236}">
                            <a16:creationId xmlns:a16="http://schemas.microsoft.com/office/drawing/2014/main" id="{7FD26F65-05B0-4CF7-8A0D-B51E815899E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5" name="3D Model 1474" descr="Sphere">
                            <a:extLst>
                              <a:ext uri="{FF2B5EF4-FFF2-40B4-BE49-F238E27FC236}">
                                <a16:creationId xmlns:a16="http://schemas.microsoft.com/office/drawing/2014/main" id="{F55DAAAD-4266-46B6-ACD2-38FB35B740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9518308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76" name="Flowchart: Connector 1475">
                        <a:extLst>
                          <a:ext uri="{FF2B5EF4-FFF2-40B4-BE49-F238E27FC236}">
                            <a16:creationId xmlns:a16="http://schemas.microsoft.com/office/drawing/2014/main" id="{E094AC00-EA5C-472F-B247-4729064097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7" name="3D Model 1476" descr="Sphere">
                            <a:extLst>
                              <a:ext uri="{FF2B5EF4-FFF2-40B4-BE49-F238E27FC236}">
                                <a16:creationId xmlns:a16="http://schemas.microsoft.com/office/drawing/2014/main" id="{3BADE200-651E-4F30-A5B3-E38F320C613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2662624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78" name="Flowchart: Connector 1477">
                        <a:extLst>
                          <a:ext uri="{FF2B5EF4-FFF2-40B4-BE49-F238E27FC236}">
                            <a16:creationId xmlns:a16="http://schemas.microsoft.com/office/drawing/2014/main" id="{70875CDC-83A3-47FB-B2FB-EFA5BAFACA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9" name="3D Model 1478" descr="Sphere">
                            <a:extLst>
                              <a:ext uri="{FF2B5EF4-FFF2-40B4-BE49-F238E27FC236}">
                                <a16:creationId xmlns:a16="http://schemas.microsoft.com/office/drawing/2014/main" id="{27DA9AAD-AEAA-45FA-878D-ED117E30757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1718552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450" name="Flowchart: Connector 1449">
                      <a:extLst>
                        <a:ext uri="{FF2B5EF4-FFF2-40B4-BE49-F238E27FC236}">
                          <a16:creationId xmlns:a16="http://schemas.microsoft.com/office/drawing/2014/main" id="{90122754-8B92-41F7-89D6-2775B70690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1" name="Flowchart: Connector 1450">
                      <a:extLst>
                        <a:ext uri="{FF2B5EF4-FFF2-40B4-BE49-F238E27FC236}">
                          <a16:creationId xmlns:a16="http://schemas.microsoft.com/office/drawing/2014/main" id="{19A32E10-C630-4F8C-B4D0-6C0908BC3F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2" name="Flowchart: Connector 1451">
                      <a:extLst>
                        <a:ext uri="{FF2B5EF4-FFF2-40B4-BE49-F238E27FC236}">
                          <a16:creationId xmlns:a16="http://schemas.microsoft.com/office/drawing/2014/main" id="{66DF3D41-5A6C-4A7B-A4DF-4254CDB931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3" name="Flowchart: Connector 1452">
                      <a:extLst>
                        <a:ext uri="{FF2B5EF4-FFF2-40B4-BE49-F238E27FC236}">
                          <a16:creationId xmlns:a16="http://schemas.microsoft.com/office/drawing/2014/main" id="{4DF8DCEF-A48F-4240-A2A4-4D4935656A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4" name="Flowchart: Connector 1453">
                      <a:extLst>
                        <a:ext uri="{FF2B5EF4-FFF2-40B4-BE49-F238E27FC236}">
                          <a16:creationId xmlns:a16="http://schemas.microsoft.com/office/drawing/2014/main" id="{E3E88610-DBE7-48EA-8071-12956A8BD0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5" name="Flowchart: Connector 1454">
                      <a:extLst>
                        <a:ext uri="{FF2B5EF4-FFF2-40B4-BE49-F238E27FC236}">
                          <a16:creationId xmlns:a16="http://schemas.microsoft.com/office/drawing/2014/main" id="{A028F909-3DEA-4529-A976-04BD04C620C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6" name="Flowchart: Connector 1455">
                      <a:extLst>
                        <a:ext uri="{FF2B5EF4-FFF2-40B4-BE49-F238E27FC236}">
                          <a16:creationId xmlns:a16="http://schemas.microsoft.com/office/drawing/2014/main" id="{434F3338-72D1-44E1-BF0E-9A88D18EA3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7" name="Flowchart: Connector 1456">
                      <a:extLst>
                        <a:ext uri="{FF2B5EF4-FFF2-40B4-BE49-F238E27FC236}">
                          <a16:creationId xmlns:a16="http://schemas.microsoft.com/office/drawing/2014/main" id="{C82E84BB-94B1-4DB1-BF35-430A1C96CCC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58" name="3D Model 1457" descr="Sphere">
                          <a:extLst>
                            <a:ext uri="{FF2B5EF4-FFF2-40B4-BE49-F238E27FC236}">
                              <a16:creationId xmlns:a16="http://schemas.microsoft.com/office/drawing/2014/main" id="{F60654D0-BE0F-400F-A5FA-C44F2069FE6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33257855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58" name="3D Model 1457" descr="Sphere">
                          <a:extLst>
                            <a:ext uri="{FF2B5EF4-FFF2-40B4-BE49-F238E27FC236}">
                              <a16:creationId xmlns:a16="http://schemas.microsoft.com/office/drawing/2014/main" id="{F60654D0-BE0F-400F-A5FA-C44F2069FE6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380545" y="456441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59" name="Flowchart: Connector 1458">
                      <a:extLst>
                        <a:ext uri="{FF2B5EF4-FFF2-40B4-BE49-F238E27FC236}">
                          <a16:creationId xmlns:a16="http://schemas.microsoft.com/office/drawing/2014/main" id="{90DBB74D-5DB2-43AA-920F-715F9FF74E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0" name="3D Model 1459" descr="Sphere">
                          <a:extLst>
                            <a:ext uri="{FF2B5EF4-FFF2-40B4-BE49-F238E27FC236}">
                              <a16:creationId xmlns:a16="http://schemas.microsoft.com/office/drawing/2014/main" id="{E636BDB2-C5A1-4F39-96E4-ECE57F24E42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412538371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0" name="3D Model 1459" descr="Sphere">
                          <a:extLst>
                            <a:ext uri="{FF2B5EF4-FFF2-40B4-BE49-F238E27FC236}">
                              <a16:creationId xmlns:a16="http://schemas.microsoft.com/office/drawing/2014/main" id="{E636BDB2-C5A1-4F39-96E4-ECE57F24E42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617309" y="46211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61" name="Flowchart: Connector 1460">
                      <a:extLst>
                        <a:ext uri="{FF2B5EF4-FFF2-40B4-BE49-F238E27FC236}">
                          <a16:creationId xmlns:a16="http://schemas.microsoft.com/office/drawing/2014/main" id="{BA48C65C-254F-4F32-B1D3-26C130BCC7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2" name="3D Model 1461" descr="Sphere">
                          <a:extLst>
                            <a:ext uri="{FF2B5EF4-FFF2-40B4-BE49-F238E27FC236}">
                              <a16:creationId xmlns:a16="http://schemas.microsoft.com/office/drawing/2014/main" id="{81CFFA9E-D2DE-49A0-AFE1-74A91425CE3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42529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2" name="3D Model 1461" descr="Sphere">
                          <a:extLst>
                            <a:ext uri="{FF2B5EF4-FFF2-40B4-BE49-F238E27FC236}">
                              <a16:creationId xmlns:a16="http://schemas.microsoft.com/office/drawing/2014/main" id="{81CFFA9E-D2DE-49A0-AFE1-74A91425CE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855179" y="468293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63" name="Flowchart: Connector 1462">
                      <a:extLst>
                        <a:ext uri="{FF2B5EF4-FFF2-40B4-BE49-F238E27FC236}">
                          <a16:creationId xmlns:a16="http://schemas.microsoft.com/office/drawing/2014/main" id="{2075733D-CD42-493F-B2BE-48C72B276B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4" name="3D Model 1463" descr="Sphere">
                          <a:extLst>
                            <a:ext uri="{FF2B5EF4-FFF2-40B4-BE49-F238E27FC236}">
                              <a16:creationId xmlns:a16="http://schemas.microsoft.com/office/drawing/2014/main" id="{84F3BB24-29BE-47E6-965B-3E5C9BF0140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96340882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4" name="3D Model 1463" descr="Sphere">
                          <a:extLst>
                            <a:ext uri="{FF2B5EF4-FFF2-40B4-BE49-F238E27FC236}">
                              <a16:creationId xmlns:a16="http://schemas.microsoft.com/office/drawing/2014/main" id="{84F3BB24-29BE-47E6-965B-3E5C9BF0140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123597" y="4769972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225" name="Group 1224">
                  <a:extLst>
                    <a:ext uri="{FF2B5EF4-FFF2-40B4-BE49-F238E27FC236}">
                      <a16:creationId xmlns:a16="http://schemas.microsoft.com/office/drawing/2014/main" id="{56E67B4C-D425-43EB-8CA1-8407AD338FCD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442" name="Flowchart: Connector 1441">
                    <a:extLst>
                      <a:ext uri="{FF2B5EF4-FFF2-40B4-BE49-F238E27FC236}">
                        <a16:creationId xmlns:a16="http://schemas.microsoft.com/office/drawing/2014/main" id="{7B865D00-83F6-406F-998F-4FC9C25D9D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3" name="Flowchart: Connector 1442">
                    <a:extLst>
                      <a:ext uri="{FF2B5EF4-FFF2-40B4-BE49-F238E27FC236}">
                        <a16:creationId xmlns:a16="http://schemas.microsoft.com/office/drawing/2014/main" id="{FC48F333-8ECF-49B5-9108-C211BE020EB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4" name="Flowchart: Connector 1443">
                    <a:extLst>
                      <a:ext uri="{FF2B5EF4-FFF2-40B4-BE49-F238E27FC236}">
                        <a16:creationId xmlns:a16="http://schemas.microsoft.com/office/drawing/2014/main" id="{703E74B4-FAFC-419D-A338-3970932A96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226" name="Flowchart: Connector 1225">
                  <a:extLst>
                    <a:ext uri="{FF2B5EF4-FFF2-40B4-BE49-F238E27FC236}">
                      <a16:creationId xmlns:a16="http://schemas.microsoft.com/office/drawing/2014/main" id="{8B31840C-3633-4BBC-ACF9-814BBF03CB1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227" name="Flowchart: Connector 1226">
                  <a:extLst>
                    <a:ext uri="{FF2B5EF4-FFF2-40B4-BE49-F238E27FC236}">
                      <a16:creationId xmlns:a16="http://schemas.microsoft.com/office/drawing/2014/main" id="{FE00E191-F490-40BB-9E67-CCE2819563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228" name="Group 1227">
                  <a:extLst>
                    <a:ext uri="{FF2B5EF4-FFF2-40B4-BE49-F238E27FC236}">
                      <a16:creationId xmlns:a16="http://schemas.microsoft.com/office/drawing/2014/main" id="{9A76619B-AE82-4174-A606-37275B1E76D2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1439" name="Flowchart: Connector 1438">
                    <a:extLst>
                      <a:ext uri="{FF2B5EF4-FFF2-40B4-BE49-F238E27FC236}">
                        <a16:creationId xmlns:a16="http://schemas.microsoft.com/office/drawing/2014/main" id="{4EE7E852-888B-4D0B-B057-8FAD2F7A13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0" name="Flowchart: Connector 1439">
                    <a:extLst>
                      <a:ext uri="{FF2B5EF4-FFF2-40B4-BE49-F238E27FC236}">
                        <a16:creationId xmlns:a16="http://schemas.microsoft.com/office/drawing/2014/main" id="{8A84E8C6-0180-4B59-970D-9F80BCB398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1" name="Flowchart: Connector 1440">
                    <a:extLst>
                      <a:ext uri="{FF2B5EF4-FFF2-40B4-BE49-F238E27FC236}">
                        <a16:creationId xmlns:a16="http://schemas.microsoft.com/office/drawing/2014/main" id="{362F7B90-F147-4A15-82C7-B1A09971BF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229" name="Group 1228">
                  <a:extLst>
                    <a:ext uri="{FF2B5EF4-FFF2-40B4-BE49-F238E27FC236}">
                      <a16:creationId xmlns:a16="http://schemas.microsoft.com/office/drawing/2014/main" id="{07E8080B-B586-47F1-BA1D-288C8714C0AE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1374" name="Group 1373">
                    <a:extLst>
                      <a:ext uri="{FF2B5EF4-FFF2-40B4-BE49-F238E27FC236}">
                        <a16:creationId xmlns:a16="http://schemas.microsoft.com/office/drawing/2014/main" id="{81F55600-1308-4E00-854A-EA1B770F7A3A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1435" name="Flowchart: Connector 1434">
                      <a:extLst>
                        <a:ext uri="{FF2B5EF4-FFF2-40B4-BE49-F238E27FC236}">
                          <a16:creationId xmlns:a16="http://schemas.microsoft.com/office/drawing/2014/main" id="{22F22334-12FE-4BC9-8469-75D60850ED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6" name="Flowchart: Connector 1435">
                      <a:extLst>
                        <a:ext uri="{FF2B5EF4-FFF2-40B4-BE49-F238E27FC236}">
                          <a16:creationId xmlns:a16="http://schemas.microsoft.com/office/drawing/2014/main" id="{FF1B5AF4-8EAE-4CBC-B69C-5EAD4580D1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7" name="Flowchart: Connector 1436">
                      <a:extLst>
                        <a:ext uri="{FF2B5EF4-FFF2-40B4-BE49-F238E27FC236}">
                          <a16:creationId xmlns:a16="http://schemas.microsoft.com/office/drawing/2014/main" id="{B4242E05-B23F-43D4-BF15-EB599625A9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8" name="Flowchart: Connector 1437">
                      <a:extLst>
                        <a:ext uri="{FF2B5EF4-FFF2-40B4-BE49-F238E27FC236}">
                          <a16:creationId xmlns:a16="http://schemas.microsoft.com/office/drawing/2014/main" id="{53CB2123-1E1E-4846-8650-5508F6CA05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375" name="Group 1374">
                    <a:extLst>
                      <a:ext uri="{FF2B5EF4-FFF2-40B4-BE49-F238E27FC236}">
                        <a16:creationId xmlns:a16="http://schemas.microsoft.com/office/drawing/2014/main" id="{42610201-E216-413C-815F-B7239F572ADD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1376" name="Group 1375">
                      <a:extLst>
                        <a:ext uri="{FF2B5EF4-FFF2-40B4-BE49-F238E27FC236}">
                          <a16:creationId xmlns:a16="http://schemas.microsoft.com/office/drawing/2014/main" id="{A502717D-7DF2-4C41-A49D-EBC659D55A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427" name="Flowchart: Connector 1426">
                        <a:extLst>
                          <a:ext uri="{FF2B5EF4-FFF2-40B4-BE49-F238E27FC236}">
                            <a16:creationId xmlns:a16="http://schemas.microsoft.com/office/drawing/2014/main" id="{DF5E795D-956F-4581-80DF-DAF833723A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8" name="3D Model 1427" descr="Sphere">
                            <a:extLst>
                              <a:ext uri="{FF2B5EF4-FFF2-40B4-BE49-F238E27FC236}">
                                <a16:creationId xmlns:a16="http://schemas.microsoft.com/office/drawing/2014/main" id="{6E957C8B-5B7F-4777-B0FA-A664DA9105D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9540883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9" name="Flowchart: Connector 1428">
                        <a:extLst>
                          <a:ext uri="{FF2B5EF4-FFF2-40B4-BE49-F238E27FC236}">
                            <a16:creationId xmlns:a16="http://schemas.microsoft.com/office/drawing/2014/main" id="{60B9969E-01E8-46D5-9599-1D114A2649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0" name="3D Model 1429" descr="Sphere">
                            <a:extLst>
                              <a:ext uri="{FF2B5EF4-FFF2-40B4-BE49-F238E27FC236}">
                                <a16:creationId xmlns:a16="http://schemas.microsoft.com/office/drawing/2014/main" id="{F9743F25-525F-42FE-A1DD-7853EB00CA2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570568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31" name="Flowchart: Connector 1430">
                        <a:extLst>
                          <a:ext uri="{FF2B5EF4-FFF2-40B4-BE49-F238E27FC236}">
                            <a16:creationId xmlns:a16="http://schemas.microsoft.com/office/drawing/2014/main" id="{F96BEF1D-15C2-4CCF-8775-2BBE5BB6E1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2" name="3D Model 1431" descr="Sphere">
                            <a:extLst>
                              <a:ext uri="{FF2B5EF4-FFF2-40B4-BE49-F238E27FC236}">
                                <a16:creationId xmlns:a16="http://schemas.microsoft.com/office/drawing/2014/main" id="{B2A50FC9-8D4B-4283-9149-A51A0178601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122472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33" name="Flowchart: Connector 1432">
                        <a:extLst>
                          <a:ext uri="{FF2B5EF4-FFF2-40B4-BE49-F238E27FC236}">
                            <a16:creationId xmlns:a16="http://schemas.microsoft.com/office/drawing/2014/main" id="{F4C43276-578C-4BF8-BC0C-6A0658A62D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4" name="3D Model 1433" descr="Sphere">
                            <a:extLst>
                              <a:ext uri="{FF2B5EF4-FFF2-40B4-BE49-F238E27FC236}">
                                <a16:creationId xmlns:a16="http://schemas.microsoft.com/office/drawing/2014/main" id="{E99DFCDC-3443-4B1F-BF3F-5CE44A0BE3B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94652246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77" name="Group 1376">
                      <a:extLst>
                        <a:ext uri="{FF2B5EF4-FFF2-40B4-BE49-F238E27FC236}">
                          <a16:creationId xmlns:a16="http://schemas.microsoft.com/office/drawing/2014/main" id="{6CE0179E-10F2-4BC1-8AE4-E22B4D4733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411" name="Flowchart: Connector 1410">
                        <a:extLst>
                          <a:ext uri="{FF2B5EF4-FFF2-40B4-BE49-F238E27FC236}">
                            <a16:creationId xmlns:a16="http://schemas.microsoft.com/office/drawing/2014/main" id="{87C727EF-E285-40D0-BD68-5811F4C066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2" name="Flowchart: Connector 1411">
                        <a:extLst>
                          <a:ext uri="{FF2B5EF4-FFF2-40B4-BE49-F238E27FC236}">
                            <a16:creationId xmlns:a16="http://schemas.microsoft.com/office/drawing/2014/main" id="{538EABF3-266C-4AFA-A114-6884EA8FFF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3" name="Flowchart: Connector 1412">
                        <a:extLst>
                          <a:ext uri="{FF2B5EF4-FFF2-40B4-BE49-F238E27FC236}">
                            <a16:creationId xmlns:a16="http://schemas.microsoft.com/office/drawing/2014/main" id="{53702470-DAD9-4EAF-A9D5-119A21A7F01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4" name="Flowchart: Connector 1413">
                        <a:extLst>
                          <a:ext uri="{FF2B5EF4-FFF2-40B4-BE49-F238E27FC236}">
                            <a16:creationId xmlns:a16="http://schemas.microsoft.com/office/drawing/2014/main" id="{0EABE422-E208-4DAA-A124-0DDE867F0B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5" name="Flowchart: Connector 1414">
                        <a:extLst>
                          <a:ext uri="{FF2B5EF4-FFF2-40B4-BE49-F238E27FC236}">
                            <a16:creationId xmlns:a16="http://schemas.microsoft.com/office/drawing/2014/main" id="{E6E4CE8F-AEEE-4282-B3B5-2559D7622B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6" name="Flowchart: Connector 1415">
                        <a:extLst>
                          <a:ext uri="{FF2B5EF4-FFF2-40B4-BE49-F238E27FC236}">
                            <a16:creationId xmlns:a16="http://schemas.microsoft.com/office/drawing/2014/main" id="{E636B81F-5898-4699-9AA7-12C79BA0D1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7" name="Flowchart: Connector 1416">
                        <a:extLst>
                          <a:ext uri="{FF2B5EF4-FFF2-40B4-BE49-F238E27FC236}">
                            <a16:creationId xmlns:a16="http://schemas.microsoft.com/office/drawing/2014/main" id="{81EF454E-089E-451F-B502-BF0D048831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8" name="Flowchart: Connector 1417">
                        <a:extLst>
                          <a:ext uri="{FF2B5EF4-FFF2-40B4-BE49-F238E27FC236}">
                            <a16:creationId xmlns:a16="http://schemas.microsoft.com/office/drawing/2014/main" id="{9D661CAE-9074-44EF-9802-AFA5D727F5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9" name="Flowchart: Connector 1418">
                        <a:extLst>
                          <a:ext uri="{FF2B5EF4-FFF2-40B4-BE49-F238E27FC236}">
                            <a16:creationId xmlns:a16="http://schemas.microsoft.com/office/drawing/2014/main" id="{7B189FE3-7F1E-409A-BFC7-12C89170A5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0" name="3D Model 1419" descr="Sphere">
                            <a:extLst>
                              <a:ext uri="{FF2B5EF4-FFF2-40B4-BE49-F238E27FC236}">
                                <a16:creationId xmlns:a16="http://schemas.microsoft.com/office/drawing/2014/main" id="{0AEE6416-E007-4453-ACEF-1D69AAAE42D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7948443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1" name="Flowchart: Connector 1420">
                        <a:extLst>
                          <a:ext uri="{FF2B5EF4-FFF2-40B4-BE49-F238E27FC236}">
                            <a16:creationId xmlns:a16="http://schemas.microsoft.com/office/drawing/2014/main" id="{38CACA2A-0529-4654-8887-FB1682758C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2" name="3D Model 1421" descr="Sphere">
                            <a:extLst>
                              <a:ext uri="{FF2B5EF4-FFF2-40B4-BE49-F238E27FC236}">
                                <a16:creationId xmlns:a16="http://schemas.microsoft.com/office/drawing/2014/main" id="{3C58D61A-4DC6-4246-BA9D-6D5A643D54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5129246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3" name="Flowchart: Connector 1422">
                        <a:extLst>
                          <a:ext uri="{FF2B5EF4-FFF2-40B4-BE49-F238E27FC236}">
                            <a16:creationId xmlns:a16="http://schemas.microsoft.com/office/drawing/2014/main" id="{9D94407B-8722-4745-ABAE-1164C8E67A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4" name="3D Model 1423" descr="Sphere">
                            <a:extLst>
                              <a:ext uri="{FF2B5EF4-FFF2-40B4-BE49-F238E27FC236}">
                                <a16:creationId xmlns:a16="http://schemas.microsoft.com/office/drawing/2014/main" id="{46C6FB81-0D0B-4024-A21D-A9CBC8AF1F2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1889539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5" name="Flowchart: Connector 1424">
                        <a:extLst>
                          <a:ext uri="{FF2B5EF4-FFF2-40B4-BE49-F238E27FC236}">
                            <a16:creationId xmlns:a16="http://schemas.microsoft.com/office/drawing/2014/main" id="{EDA5AB0D-A22D-4153-8AE1-100F3619BE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6" name="3D Model 1425" descr="Sphere">
                            <a:extLst>
                              <a:ext uri="{FF2B5EF4-FFF2-40B4-BE49-F238E27FC236}">
                                <a16:creationId xmlns:a16="http://schemas.microsoft.com/office/drawing/2014/main" id="{FE2AE99D-58F7-485D-9067-C9B545D42C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542269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78" name="Group 1377">
                      <a:extLst>
                        <a:ext uri="{FF2B5EF4-FFF2-40B4-BE49-F238E27FC236}">
                          <a16:creationId xmlns:a16="http://schemas.microsoft.com/office/drawing/2014/main" id="{8F5F23F0-4107-48BD-82EF-7DA998E7A7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95" name="Flowchart: Connector 1394">
                        <a:extLst>
                          <a:ext uri="{FF2B5EF4-FFF2-40B4-BE49-F238E27FC236}">
                            <a16:creationId xmlns:a16="http://schemas.microsoft.com/office/drawing/2014/main" id="{73FF2150-B407-43CE-B2F0-00928D9F90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6" name="Flowchart: Connector 1395">
                        <a:extLst>
                          <a:ext uri="{FF2B5EF4-FFF2-40B4-BE49-F238E27FC236}">
                            <a16:creationId xmlns:a16="http://schemas.microsoft.com/office/drawing/2014/main" id="{33FBDB24-859A-46CA-9998-1F18E0CCD5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7" name="Flowchart: Connector 1396">
                        <a:extLst>
                          <a:ext uri="{FF2B5EF4-FFF2-40B4-BE49-F238E27FC236}">
                            <a16:creationId xmlns:a16="http://schemas.microsoft.com/office/drawing/2014/main" id="{DEBA2BDF-5BD1-4A00-A7D2-DF7E03C0E37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8" name="Flowchart: Connector 1397">
                        <a:extLst>
                          <a:ext uri="{FF2B5EF4-FFF2-40B4-BE49-F238E27FC236}">
                            <a16:creationId xmlns:a16="http://schemas.microsoft.com/office/drawing/2014/main" id="{DB57D087-979A-486A-AF3F-DA4B737487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9" name="Flowchart: Connector 1398">
                        <a:extLst>
                          <a:ext uri="{FF2B5EF4-FFF2-40B4-BE49-F238E27FC236}">
                            <a16:creationId xmlns:a16="http://schemas.microsoft.com/office/drawing/2014/main" id="{383C0E47-6F5B-41D2-B3A0-360452AF85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0" name="Flowchart: Connector 1399">
                        <a:extLst>
                          <a:ext uri="{FF2B5EF4-FFF2-40B4-BE49-F238E27FC236}">
                            <a16:creationId xmlns:a16="http://schemas.microsoft.com/office/drawing/2014/main" id="{533CA37A-9EFE-447A-8465-DB342233A0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1" name="Flowchart: Connector 1400">
                        <a:extLst>
                          <a:ext uri="{FF2B5EF4-FFF2-40B4-BE49-F238E27FC236}">
                            <a16:creationId xmlns:a16="http://schemas.microsoft.com/office/drawing/2014/main" id="{832505AB-9A49-420F-A5F7-21C87D08F7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2" name="Flowchart: Connector 1401">
                        <a:extLst>
                          <a:ext uri="{FF2B5EF4-FFF2-40B4-BE49-F238E27FC236}">
                            <a16:creationId xmlns:a16="http://schemas.microsoft.com/office/drawing/2014/main" id="{811F00E5-39AF-455F-AC4B-95422A4C316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3" name="Flowchart: Connector 1402">
                        <a:extLst>
                          <a:ext uri="{FF2B5EF4-FFF2-40B4-BE49-F238E27FC236}">
                            <a16:creationId xmlns:a16="http://schemas.microsoft.com/office/drawing/2014/main" id="{353C9CA2-BEB9-4563-A03B-DC42EEC952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04" name="3D Model 1403" descr="Sphere">
                            <a:extLst>
                              <a:ext uri="{FF2B5EF4-FFF2-40B4-BE49-F238E27FC236}">
                                <a16:creationId xmlns:a16="http://schemas.microsoft.com/office/drawing/2014/main" id="{843B6CAC-3985-4D86-8CC0-EEFED08EA9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7997881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05" name="Flowchart: Connector 1404">
                        <a:extLst>
                          <a:ext uri="{FF2B5EF4-FFF2-40B4-BE49-F238E27FC236}">
                            <a16:creationId xmlns:a16="http://schemas.microsoft.com/office/drawing/2014/main" id="{F33152C1-3DBE-4B1A-A456-89619C458B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06" name="3D Model 1405" descr="Sphere">
                            <a:extLst>
                              <a:ext uri="{FF2B5EF4-FFF2-40B4-BE49-F238E27FC236}">
                                <a16:creationId xmlns:a16="http://schemas.microsoft.com/office/drawing/2014/main" id="{5BEFD470-7BC8-42DD-B642-D204C0DCA30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6920383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07" name="Flowchart: Connector 1406">
                        <a:extLst>
                          <a:ext uri="{FF2B5EF4-FFF2-40B4-BE49-F238E27FC236}">
                            <a16:creationId xmlns:a16="http://schemas.microsoft.com/office/drawing/2014/main" id="{F50DD37F-8833-4797-A598-AF2A6B9BBA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08" name="3D Model 1407" descr="Sphere">
                            <a:extLst>
                              <a:ext uri="{FF2B5EF4-FFF2-40B4-BE49-F238E27FC236}">
                                <a16:creationId xmlns:a16="http://schemas.microsoft.com/office/drawing/2014/main" id="{D396C0F8-128B-4885-B1B8-A6F3EDCD3A3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6223291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09" name="Flowchart: Connector 1408">
                        <a:extLst>
                          <a:ext uri="{FF2B5EF4-FFF2-40B4-BE49-F238E27FC236}">
                            <a16:creationId xmlns:a16="http://schemas.microsoft.com/office/drawing/2014/main" id="{7E3802E5-34B2-48DE-9EFD-1FB11C76DE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10" name="3D Model 1409" descr="Sphere">
                            <a:extLst>
                              <a:ext uri="{FF2B5EF4-FFF2-40B4-BE49-F238E27FC236}">
                                <a16:creationId xmlns:a16="http://schemas.microsoft.com/office/drawing/2014/main" id="{C48AFC3F-F9C4-4991-8568-4D2A47335D2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763852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379" name="Flowchart: Connector 1378">
                      <a:extLst>
                        <a:ext uri="{FF2B5EF4-FFF2-40B4-BE49-F238E27FC236}">
                          <a16:creationId xmlns:a16="http://schemas.microsoft.com/office/drawing/2014/main" id="{64B111F2-FA8B-4B30-AFA8-7F8202DB5C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0" name="Flowchart: Connector 1379">
                      <a:extLst>
                        <a:ext uri="{FF2B5EF4-FFF2-40B4-BE49-F238E27FC236}">
                          <a16:creationId xmlns:a16="http://schemas.microsoft.com/office/drawing/2014/main" id="{1F54B5B9-884A-4913-847E-0469CF2B88E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1" name="Flowchart: Connector 1380">
                      <a:extLst>
                        <a:ext uri="{FF2B5EF4-FFF2-40B4-BE49-F238E27FC236}">
                          <a16:creationId xmlns:a16="http://schemas.microsoft.com/office/drawing/2014/main" id="{DB657207-8DBC-4E91-87ED-0075EA80A0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2" name="Flowchart: Connector 1381">
                      <a:extLst>
                        <a:ext uri="{FF2B5EF4-FFF2-40B4-BE49-F238E27FC236}">
                          <a16:creationId xmlns:a16="http://schemas.microsoft.com/office/drawing/2014/main" id="{1778A6A6-1BA6-4E9A-9E6D-67971B93CA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3" name="Flowchart: Connector 1382">
                      <a:extLst>
                        <a:ext uri="{FF2B5EF4-FFF2-40B4-BE49-F238E27FC236}">
                          <a16:creationId xmlns:a16="http://schemas.microsoft.com/office/drawing/2014/main" id="{A77F19B2-E492-4751-B72F-E38888F6F4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4" name="Flowchart: Connector 1383">
                      <a:extLst>
                        <a:ext uri="{FF2B5EF4-FFF2-40B4-BE49-F238E27FC236}">
                          <a16:creationId xmlns:a16="http://schemas.microsoft.com/office/drawing/2014/main" id="{460186FB-A3A9-4AC5-AF59-8EFB665741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5" name="Flowchart: Connector 1384">
                      <a:extLst>
                        <a:ext uri="{FF2B5EF4-FFF2-40B4-BE49-F238E27FC236}">
                          <a16:creationId xmlns:a16="http://schemas.microsoft.com/office/drawing/2014/main" id="{6751EE7B-0D85-4686-996E-8D0F1DA5F2B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6" name="Flowchart: Connector 1385">
                      <a:extLst>
                        <a:ext uri="{FF2B5EF4-FFF2-40B4-BE49-F238E27FC236}">
                          <a16:creationId xmlns:a16="http://schemas.microsoft.com/office/drawing/2014/main" id="{31E1415A-4CF3-4A35-B6F6-891BEB3112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7" name="Flowchart: Connector 1386">
                      <a:extLst>
                        <a:ext uri="{FF2B5EF4-FFF2-40B4-BE49-F238E27FC236}">
                          <a16:creationId xmlns:a16="http://schemas.microsoft.com/office/drawing/2014/main" id="{617874A0-EAD7-4132-92EA-161D061BBB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88" name="3D Model 1387" descr="Sphere">
                          <a:extLst>
                            <a:ext uri="{FF2B5EF4-FFF2-40B4-BE49-F238E27FC236}">
                              <a16:creationId xmlns:a16="http://schemas.microsoft.com/office/drawing/2014/main" id="{1D9706B0-DE8C-4911-AB10-50F1BAE52FE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7518123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88" name="3D Model 1387" descr="Sphere">
                          <a:extLst>
                            <a:ext uri="{FF2B5EF4-FFF2-40B4-BE49-F238E27FC236}">
                              <a16:creationId xmlns:a16="http://schemas.microsoft.com/office/drawing/2014/main" id="{1D9706B0-DE8C-4911-AB10-50F1BAE52FE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150082" y="46699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89" name="Flowchart: Connector 1388">
                      <a:extLst>
                        <a:ext uri="{FF2B5EF4-FFF2-40B4-BE49-F238E27FC236}">
                          <a16:creationId xmlns:a16="http://schemas.microsoft.com/office/drawing/2014/main" id="{D5F8E9A4-61C4-4807-BE0D-0A62AFD909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90" name="3D Model 1389" descr="Sphere">
                          <a:extLst>
                            <a:ext uri="{FF2B5EF4-FFF2-40B4-BE49-F238E27FC236}">
                              <a16:creationId xmlns:a16="http://schemas.microsoft.com/office/drawing/2014/main" id="{90A9B610-B9E8-4807-8A40-719EB29712B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70456805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90" name="3D Model 1389" descr="Sphere">
                          <a:extLst>
                            <a:ext uri="{FF2B5EF4-FFF2-40B4-BE49-F238E27FC236}">
                              <a16:creationId xmlns:a16="http://schemas.microsoft.com/office/drawing/2014/main" id="{90A9B610-B9E8-4807-8A40-719EB29712B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390852" y="47479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91" name="Flowchart: Connector 1390">
                      <a:extLst>
                        <a:ext uri="{FF2B5EF4-FFF2-40B4-BE49-F238E27FC236}">
                          <a16:creationId xmlns:a16="http://schemas.microsoft.com/office/drawing/2014/main" id="{7CFA22B8-09A1-4C96-A60D-5E3C5167E1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92" name="3D Model 1391" descr="Sphere">
                          <a:extLst>
                            <a:ext uri="{FF2B5EF4-FFF2-40B4-BE49-F238E27FC236}">
                              <a16:creationId xmlns:a16="http://schemas.microsoft.com/office/drawing/2014/main" id="{D549F015-AA92-46E5-8EDC-0D6DAF4EEBA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242068299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92" name="3D Model 1391" descr="Sphere">
                          <a:extLst>
                            <a:ext uri="{FF2B5EF4-FFF2-40B4-BE49-F238E27FC236}">
                              <a16:creationId xmlns:a16="http://schemas.microsoft.com/office/drawing/2014/main" id="{D549F015-AA92-46E5-8EDC-0D6DAF4EEBA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648600" y="480643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93" name="Flowchart: Connector 1392">
                      <a:extLst>
                        <a:ext uri="{FF2B5EF4-FFF2-40B4-BE49-F238E27FC236}">
                          <a16:creationId xmlns:a16="http://schemas.microsoft.com/office/drawing/2014/main" id="{2907F5BF-AAF9-4E90-9B15-8A99E9BB35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94" name="3D Model 1393" descr="Sphere">
                          <a:extLst>
                            <a:ext uri="{FF2B5EF4-FFF2-40B4-BE49-F238E27FC236}">
                              <a16:creationId xmlns:a16="http://schemas.microsoft.com/office/drawing/2014/main" id="{3542850E-54F3-4DC9-AC66-47A74FC88CC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04210543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94" name="3D Model 1393" descr="Sphere">
                          <a:extLst>
                            <a:ext uri="{FF2B5EF4-FFF2-40B4-BE49-F238E27FC236}">
                              <a16:creationId xmlns:a16="http://schemas.microsoft.com/office/drawing/2014/main" id="{3542850E-54F3-4DC9-AC66-47A74FC88CC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903766" y="48967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230" name="Group 1229">
                  <a:extLst>
                    <a:ext uri="{FF2B5EF4-FFF2-40B4-BE49-F238E27FC236}">
                      <a16:creationId xmlns:a16="http://schemas.microsoft.com/office/drawing/2014/main" id="{96726B03-6065-462F-829A-7D6A316D587A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371" name="Flowchart: Connector 1370">
                    <a:extLst>
                      <a:ext uri="{FF2B5EF4-FFF2-40B4-BE49-F238E27FC236}">
                        <a16:creationId xmlns:a16="http://schemas.microsoft.com/office/drawing/2014/main" id="{87ECA984-55F3-41EC-82C0-392EB623EB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72" name="Flowchart: Connector 1371">
                    <a:extLst>
                      <a:ext uri="{FF2B5EF4-FFF2-40B4-BE49-F238E27FC236}">
                        <a16:creationId xmlns:a16="http://schemas.microsoft.com/office/drawing/2014/main" id="{5E199B11-A980-43A9-9681-FED8E2BB0A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73" name="Flowchart: Connector 1372">
                    <a:extLst>
                      <a:ext uri="{FF2B5EF4-FFF2-40B4-BE49-F238E27FC236}">
                        <a16:creationId xmlns:a16="http://schemas.microsoft.com/office/drawing/2014/main" id="{B98B44B5-7D4A-4A85-A43B-C568864FE0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231" name="Flowchart: Connector 1230">
                  <a:extLst>
                    <a:ext uri="{FF2B5EF4-FFF2-40B4-BE49-F238E27FC236}">
                      <a16:creationId xmlns:a16="http://schemas.microsoft.com/office/drawing/2014/main" id="{8A2274B4-3D21-4F53-9FC7-422FB8D43C4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232" name="Flowchart: Connector 1231">
                  <a:extLst>
                    <a:ext uri="{FF2B5EF4-FFF2-40B4-BE49-F238E27FC236}">
                      <a16:creationId xmlns:a16="http://schemas.microsoft.com/office/drawing/2014/main" id="{BFC6F943-2B8E-4246-8FF3-5216C2A0AE1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233" name="Group 1232">
                  <a:extLst>
                    <a:ext uri="{FF2B5EF4-FFF2-40B4-BE49-F238E27FC236}">
                      <a16:creationId xmlns:a16="http://schemas.microsoft.com/office/drawing/2014/main" id="{94DC211F-B6F5-4593-B983-AC84EF94E56C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1368" name="Flowchart: Connector 1367">
                    <a:extLst>
                      <a:ext uri="{FF2B5EF4-FFF2-40B4-BE49-F238E27FC236}">
                        <a16:creationId xmlns:a16="http://schemas.microsoft.com/office/drawing/2014/main" id="{7BCE43AE-9556-4CCE-AB77-31283DD7D3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69" name="Flowchart: Connector 1368">
                    <a:extLst>
                      <a:ext uri="{FF2B5EF4-FFF2-40B4-BE49-F238E27FC236}">
                        <a16:creationId xmlns:a16="http://schemas.microsoft.com/office/drawing/2014/main" id="{11ED2A7B-FCDA-4127-84DA-74A7B2FAFC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70" name="Flowchart: Connector 1369">
                    <a:extLst>
                      <a:ext uri="{FF2B5EF4-FFF2-40B4-BE49-F238E27FC236}">
                        <a16:creationId xmlns:a16="http://schemas.microsoft.com/office/drawing/2014/main" id="{21BEFF3E-2151-4C6F-8C0E-742FA9D357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234" name="Group 1233">
                  <a:extLst>
                    <a:ext uri="{FF2B5EF4-FFF2-40B4-BE49-F238E27FC236}">
                      <a16:creationId xmlns:a16="http://schemas.microsoft.com/office/drawing/2014/main" id="{08B66DB7-C51E-4B22-98D1-E3C273F838DD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303" name="Group 1302">
                    <a:extLst>
                      <a:ext uri="{FF2B5EF4-FFF2-40B4-BE49-F238E27FC236}">
                        <a16:creationId xmlns:a16="http://schemas.microsoft.com/office/drawing/2014/main" id="{C00DDA23-2D08-4C45-AA80-BABDC3B601A5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1364" name="Flowchart: Connector 1363">
                      <a:extLst>
                        <a:ext uri="{FF2B5EF4-FFF2-40B4-BE49-F238E27FC236}">
                          <a16:creationId xmlns:a16="http://schemas.microsoft.com/office/drawing/2014/main" id="{29E02F45-8A95-4442-940B-E582CB3132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65" name="Flowchart: Connector 1364">
                      <a:extLst>
                        <a:ext uri="{FF2B5EF4-FFF2-40B4-BE49-F238E27FC236}">
                          <a16:creationId xmlns:a16="http://schemas.microsoft.com/office/drawing/2014/main" id="{E8B19D78-370D-4D7D-A3BD-1C02B2FBC6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66" name="Flowchart: Connector 1365">
                      <a:extLst>
                        <a:ext uri="{FF2B5EF4-FFF2-40B4-BE49-F238E27FC236}">
                          <a16:creationId xmlns:a16="http://schemas.microsoft.com/office/drawing/2014/main" id="{62163143-C7E8-4328-9CF2-C5FDA313B77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67" name="Flowchart: Connector 1366">
                      <a:extLst>
                        <a:ext uri="{FF2B5EF4-FFF2-40B4-BE49-F238E27FC236}">
                          <a16:creationId xmlns:a16="http://schemas.microsoft.com/office/drawing/2014/main" id="{30C1C862-4B83-4DF5-B887-C720BE2242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304" name="Group 1303">
                    <a:extLst>
                      <a:ext uri="{FF2B5EF4-FFF2-40B4-BE49-F238E27FC236}">
                        <a16:creationId xmlns:a16="http://schemas.microsoft.com/office/drawing/2014/main" id="{AF1DDD13-298B-4034-8496-15E64700F0E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305" name="Group 1304">
                      <a:extLst>
                        <a:ext uri="{FF2B5EF4-FFF2-40B4-BE49-F238E27FC236}">
                          <a16:creationId xmlns:a16="http://schemas.microsoft.com/office/drawing/2014/main" id="{130692AD-8D71-4567-B405-8EAE90F250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356" name="Flowchart: Connector 1355">
                        <a:extLst>
                          <a:ext uri="{FF2B5EF4-FFF2-40B4-BE49-F238E27FC236}">
                            <a16:creationId xmlns:a16="http://schemas.microsoft.com/office/drawing/2014/main" id="{6EE752EE-C1C2-40D7-BDBF-9F14E433C6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7" name="3D Model 1356" descr="Sphere">
                            <a:extLst>
                              <a:ext uri="{FF2B5EF4-FFF2-40B4-BE49-F238E27FC236}">
                                <a16:creationId xmlns:a16="http://schemas.microsoft.com/office/drawing/2014/main" id="{512A0803-B20B-4161-8C3A-FEF9827EFA9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970323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8" name="Flowchart: Connector 1357">
                        <a:extLst>
                          <a:ext uri="{FF2B5EF4-FFF2-40B4-BE49-F238E27FC236}">
                            <a16:creationId xmlns:a16="http://schemas.microsoft.com/office/drawing/2014/main" id="{23C60A68-46AC-4D1C-9620-F2FE32EBBC1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9" name="3D Model 1358" descr="Sphere">
                            <a:extLst>
                              <a:ext uri="{FF2B5EF4-FFF2-40B4-BE49-F238E27FC236}">
                                <a16:creationId xmlns:a16="http://schemas.microsoft.com/office/drawing/2014/main" id="{2AB25A42-60DB-45E3-83CE-F8613CFE5B6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5587637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60" name="Flowchart: Connector 1359">
                        <a:extLst>
                          <a:ext uri="{FF2B5EF4-FFF2-40B4-BE49-F238E27FC236}">
                            <a16:creationId xmlns:a16="http://schemas.microsoft.com/office/drawing/2014/main" id="{F0208782-4CB6-4C40-821A-E81EDBE193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1" name="3D Model 1360" descr="Sphere">
                            <a:extLst>
                              <a:ext uri="{FF2B5EF4-FFF2-40B4-BE49-F238E27FC236}">
                                <a16:creationId xmlns:a16="http://schemas.microsoft.com/office/drawing/2014/main" id="{10B29C51-BA7D-4B76-BE0F-3FCFB6FAB9A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6727767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62" name="Flowchart: Connector 1361">
                        <a:extLst>
                          <a:ext uri="{FF2B5EF4-FFF2-40B4-BE49-F238E27FC236}">
                            <a16:creationId xmlns:a16="http://schemas.microsoft.com/office/drawing/2014/main" id="{615E87D7-75A5-434C-894F-9769C41ABE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3" name="3D Model 1362" descr="Sphere">
                            <a:extLst>
                              <a:ext uri="{FF2B5EF4-FFF2-40B4-BE49-F238E27FC236}">
                                <a16:creationId xmlns:a16="http://schemas.microsoft.com/office/drawing/2014/main" id="{B0FC6FB0-E81E-48C3-9887-B1683CFA4D3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784439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06" name="Group 1305">
                      <a:extLst>
                        <a:ext uri="{FF2B5EF4-FFF2-40B4-BE49-F238E27FC236}">
                          <a16:creationId xmlns:a16="http://schemas.microsoft.com/office/drawing/2014/main" id="{8664A755-E786-4FFD-BFD2-D426738560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40" name="Flowchart: Connector 1339">
                        <a:extLst>
                          <a:ext uri="{FF2B5EF4-FFF2-40B4-BE49-F238E27FC236}">
                            <a16:creationId xmlns:a16="http://schemas.microsoft.com/office/drawing/2014/main" id="{03AE2992-F723-4B22-A5D8-26F4088139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1" name="Flowchart: Connector 1340">
                        <a:extLst>
                          <a:ext uri="{FF2B5EF4-FFF2-40B4-BE49-F238E27FC236}">
                            <a16:creationId xmlns:a16="http://schemas.microsoft.com/office/drawing/2014/main" id="{FC1F1889-24D7-40F5-AEDB-C9FB508368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2" name="Flowchart: Connector 1341">
                        <a:extLst>
                          <a:ext uri="{FF2B5EF4-FFF2-40B4-BE49-F238E27FC236}">
                            <a16:creationId xmlns:a16="http://schemas.microsoft.com/office/drawing/2014/main" id="{F7D49170-C8F1-4299-8B4E-F0E4173439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3" name="Flowchart: Connector 1342">
                        <a:extLst>
                          <a:ext uri="{FF2B5EF4-FFF2-40B4-BE49-F238E27FC236}">
                            <a16:creationId xmlns:a16="http://schemas.microsoft.com/office/drawing/2014/main" id="{32E585A2-3409-4DC8-A51B-5DF0D1300A2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4" name="Flowchart: Connector 1343">
                        <a:extLst>
                          <a:ext uri="{FF2B5EF4-FFF2-40B4-BE49-F238E27FC236}">
                            <a16:creationId xmlns:a16="http://schemas.microsoft.com/office/drawing/2014/main" id="{300E13AF-A588-4E19-92F3-F407B30C40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5" name="Flowchart: Connector 1344">
                        <a:extLst>
                          <a:ext uri="{FF2B5EF4-FFF2-40B4-BE49-F238E27FC236}">
                            <a16:creationId xmlns:a16="http://schemas.microsoft.com/office/drawing/2014/main" id="{9790EE35-2606-4EA3-9B85-F255D45FB2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6" name="Flowchart: Connector 1345">
                        <a:extLst>
                          <a:ext uri="{FF2B5EF4-FFF2-40B4-BE49-F238E27FC236}">
                            <a16:creationId xmlns:a16="http://schemas.microsoft.com/office/drawing/2014/main" id="{E17F3715-4306-431A-89E7-C8A627B0A1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7" name="Flowchart: Connector 1346">
                        <a:extLst>
                          <a:ext uri="{FF2B5EF4-FFF2-40B4-BE49-F238E27FC236}">
                            <a16:creationId xmlns:a16="http://schemas.microsoft.com/office/drawing/2014/main" id="{AD8FB4EC-6DC1-4031-9BC0-6C22F7401D5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8" name="Flowchart: Connector 1347">
                        <a:extLst>
                          <a:ext uri="{FF2B5EF4-FFF2-40B4-BE49-F238E27FC236}">
                            <a16:creationId xmlns:a16="http://schemas.microsoft.com/office/drawing/2014/main" id="{1878D0B6-736B-4EB8-96C9-94A39AFC31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49" name="3D Model 1348" descr="Sphere">
                            <a:extLst>
                              <a:ext uri="{FF2B5EF4-FFF2-40B4-BE49-F238E27FC236}">
                                <a16:creationId xmlns:a16="http://schemas.microsoft.com/office/drawing/2014/main" id="{86895C4E-B098-4D4A-A057-3FE96E70B8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0055966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0" name="Flowchart: Connector 1349">
                        <a:extLst>
                          <a:ext uri="{FF2B5EF4-FFF2-40B4-BE49-F238E27FC236}">
                            <a16:creationId xmlns:a16="http://schemas.microsoft.com/office/drawing/2014/main" id="{408BC4D3-C50D-434D-AF19-0C3A8C599A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1" name="3D Model 1350" descr="Sphere">
                            <a:extLst>
                              <a:ext uri="{FF2B5EF4-FFF2-40B4-BE49-F238E27FC236}">
                                <a16:creationId xmlns:a16="http://schemas.microsoft.com/office/drawing/2014/main" id="{23B8EBBC-048D-413A-BC19-359333C6DB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5133949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2" name="Flowchart: Connector 1351">
                        <a:extLst>
                          <a:ext uri="{FF2B5EF4-FFF2-40B4-BE49-F238E27FC236}">
                            <a16:creationId xmlns:a16="http://schemas.microsoft.com/office/drawing/2014/main" id="{9E484FB1-7EFD-43B1-8B20-58E79A0AFF2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3" name="3D Model 1352" descr="Sphere">
                            <a:extLst>
                              <a:ext uri="{FF2B5EF4-FFF2-40B4-BE49-F238E27FC236}">
                                <a16:creationId xmlns:a16="http://schemas.microsoft.com/office/drawing/2014/main" id="{F2019A74-A03B-4835-9310-2C2ED92651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978207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4" name="Flowchart: Connector 1353">
                        <a:extLst>
                          <a:ext uri="{FF2B5EF4-FFF2-40B4-BE49-F238E27FC236}">
                            <a16:creationId xmlns:a16="http://schemas.microsoft.com/office/drawing/2014/main" id="{2DE88470-B588-452E-90DC-E4B9E940A2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5" name="3D Model 1354" descr="Sphere">
                            <a:extLst>
                              <a:ext uri="{FF2B5EF4-FFF2-40B4-BE49-F238E27FC236}">
                                <a16:creationId xmlns:a16="http://schemas.microsoft.com/office/drawing/2014/main" id="{551C0178-4D26-4AC9-9C96-4BC35D2C91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5462901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07" name="Group 1306">
                      <a:extLst>
                        <a:ext uri="{FF2B5EF4-FFF2-40B4-BE49-F238E27FC236}">
                          <a16:creationId xmlns:a16="http://schemas.microsoft.com/office/drawing/2014/main" id="{1C94A60E-AF6E-4047-A7B9-CFD985C716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24" name="Flowchart: Connector 1323">
                        <a:extLst>
                          <a:ext uri="{FF2B5EF4-FFF2-40B4-BE49-F238E27FC236}">
                            <a16:creationId xmlns:a16="http://schemas.microsoft.com/office/drawing/2014/main" id="{DB24C553-6161-47F1-B9C2-5C66B2BF224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5" name="Flowchart: Connector 1324">
                        <a:extLst>
                          <a:ext uri="{FF2B5EF4-FFF2-40B4-BE49-F238E27FC236}">
                            <a16:creationId xmlns:a16="http://schemas.microsoft.com/office/drawing/2014/main" id="{F8C078AF-D1BB-4FAB-9973-876718EB25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6" name="Flowchart: Connector 1325">
                        <a:extLst>
                          <a:ext uri="{FF2B5EF4-FFF2-40B4-BE49-F238E27FC236}">
                            <a16:creationId xmlns:a16="http://schemas.microsoft.com/office/drawing/2014/main" id="{647AB3FB-1770-4394-9881-E504808E9B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7" name="Flowchart: Connector 1326">
                        <a:extLst>
                          <a:ext uri="{FF2B5EF4-FFF2-40B4-BE49-F238E27FC236}">
                            <a16:creationId xmlns:a16="http://schemas.microsoft.com/office/drawing/2014/main" id="{DE096522-3C7B-4FB7-978D-9AD88DE86F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8" name="Flowchart: Connector 1327">
                        <a:extLst>
                          <a:ext uri="{FF2B5EF4-FFF2-40B4-BE49-F238E27FC236}">
                            <a16:creationId xmlns:a16="http://schemas.microsoft.com/office/drawing/2014/main" id="{59891AF2-5261-485C-A0AC-5C999AD288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9" name="Flowchart: Connector 1328">
                        <a:extLst>
                          <a:ext uri="{FF2B5EF4-FFF2-40B4-BE49-F238E27FC236}">
                            <a16:creationId xmlns:a16="http://schemas.microsoft.com/office/drawing/2014/main" id="{0F4125CB-74F7-43EB-9D51-BA185DC46B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30" name="Flowchart: Connector 1329">
                        <a:extLst>
                          <a:ext uri="{FF2B5EF4-FFF2-40B4-BE49-F238E27FC236}">
                            <a16:creationId xmlns:a16="http://schemas.microsoft.com/office/drawing/2014/main" id="{DD08532F-513A-4724-A16B-4DB3E8B50E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31" name="Flowchart: Connector 1330">
                        <a:extLst>
                          <a:ext uri="{FF2B5EF4-FFF2-40B4-BE49-F238E27FC236}">
                            <a16:creationId xmlns:a16="http://schemas.microsoft.com/office/drawing/2014/main" id="{FB1E2E97-501E-4AA8-BFD8-4D8FB9E797E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32" name="Flowchart: Connector 1331">
                        <a:extLst>
                          <a:ext uri="{FF2B5EF4-FFF2-40B4-BE49-F238E27FC236}">
                            <a16:creationId xmlns:a16="http://schemas.microsoft.com/office/drawing/2014/main" id="{31EA88BD-69BC-4A85-B6D4-C0E433117C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3" name="3D Model 1332" descr="Sphere">
                            <a:extLst>
                              <a:ext uri="{FF2B5EF4-FFF2-40B4-BE49-F238E27FC236}">
                                <a16:creationId xmlns:a16="http://schemas.microsoft.com/office/drawing/2014/main" id="{87E6937E-E734-42AB-BA34-F6FD382A838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623815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34" name="Flowchart: Connector 1333">
                        <a:extLst>
                          <a:ext uri="{FF2B5EF4-FFF2-40B4-BE49-F238E27FC236}">
                            <a16:creationId xmlns:a16="http://schemas.microsoft.com/office/drawing/2014/main" id="{8639897E-23E7-4904-9F4A-913B764674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5" name="3D Model 1334" descr="Sphere">
                            <a:extLst>
                              <a:ext uri="{FF2B5EF4-FFF2-40B4-BE49-F238E27FC236}">
                                <a16:creationId xmlns:a16="http://schemas.microsoft.com/office/drawing/2014/main" id="{9F2ECDB9-A3E6-48EB-9066-BBFB875A843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9280574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36" name="Flowchart: Connector 1335">
                        <a:extLst>
                          <a:ext uri="{FF2B5EF4-FFF2-40B4-BE49-F238E27FC236}">
                            <a16:creationId xmlns:a16="http://schemas.microsoft.com/office/drawing/2014/main" id="{1A7B7388-9950-4C3A-A70E-BA4019EC9F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7" name="3D Model 1336" descr="Sphere">
                            <a:extLst>
                              <a:ext uri="{FF2B5EF4-FFF2-40B4-BE49-F238E27FC236}">
                                <a16:creationId xmlns:a16="http://schemas.microsoft.com/office/drawing/2014/main" id="{A5F69C10-CEDF-40A5-8625-EE54C206BD5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21554588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38" name="Flowchart: Connector 1337">
                        <a:extLst>
                          <a:ext uri="{FF2B5EF4-FFF2-40B4-BE49-F238E27FC236}">
                            <a16:creationId xmlns:a16="http://schemas.microsoft.com/office/drawing/2014/main" id="{5B84A825-1E7C-422D-9E14-952244A540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9" name="3D Model 1338" descr="Sphere">
                            <a:extLst>
                              <a:ext uri="{FF2B5EF4-FFF2-40B4-BE49-F238E27FC236}">
                                <a16:creationId xmlns:a16="http://schemas.microsoft.com/office/drawing/2014/main" id="{AFB1EBA8-4272-4A2B-A68A-6928FDE653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7545480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308" name="Flowchart: Connector 1307">
                      <a:extLst>
                        <a:ext uri="{FF2B5EF4-FFF2-40B4-BE49-F238E27FC236}">
                          <a16:creationId xmlns:a16="http://schemas.microsoft.com/office/drawing/2014/main" id="{756EF6CF-E174-456D-A8FC-B871DF7DF3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09" name="Flowchart: Connector 1308">
                      <a:extLst>
                        <a:ext uri="{FF2B5EF4-FFF2-40B4-BE49-F238E27FC236}">
                          <a16:creationId xmlns:a16="http://schemas.microsoft.com/office/drawing/2014/main" id="{DAB7AD6E-95DA-420B-816B-BFE228792A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0" name="Flowchart: Connector 1309">
                      <a:extLst>
                        <a:ext uri="{FF2B5EF4-FFF2-40B4-BE49-F238E27FC236}">
                          <a16:creationId xmlns:a16="http://schemas.microsoft.com/office/drawing/2014/main" id="{277579E3-7EC8-4FB0-BF21-8B1A110BDA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1" name="Flowchart: Connector 1310">
                      <a:extLst>
                        <a:ext uri="{FF2B5EF4-FFF2-40B4-BE49-F238E27FC236}">
                          <a16:creationId xmlns:a16="http://schemas.microsoft.com/office/drawing/2014/main" id="{7FB340B4-A33A-4A3F-B01C-1FFCCE5D64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2" name="Flowchart: Connector 1311">
                      <a:extLst>
                        <a:ext uri="{FF2B5EF4-FFF2-40B4-BE49-F238E27FC236}">
                          <a16:creationId xmlns:a16="http://schemas.microsoft.com/office/drawing/2014/main" id="{071845F9-45CC-4956-B0B4-35E63EE2A8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3" name="Flowchart: Connector 1312">
                      <a:extLst>
                        <a:ext uri="{FF2B5EF4-FFF2-40B4-BE49-F238E27FC236}">
                          <a16:creationId xmlns:a16="http://schemas.microsoft.com/office/drawing/2014/main" id="{7FC5A65C-6338-4003-B64E-8DA04D348E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4" name="Flowchart: Connector 1313">
                      <a:extLst>
                        <a:ext uri="{FF2B5EF4-FFF2-40B4-BE49-F238E27FC236}">
                          <a16:creationId xmlns:a16="http://schemas.microsoft.com/office/drawing/2014/main" id="{89D3D2DB-F307-4A00-9C02-59BE1B13F8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5" name="Flowchart: Connector 1314">
                      <a:extLst>
                        <a:ext uri="{FF2B5EF4-FFF2-40B4-BE49-F238E27FC236}">
                          <a16:creationId xmlns:a16="http://schemas.microsoft.com/office/drawing/2014/main" id="{DC8D9E9D-3C15-499C-A140-B14FA018C0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6" name="Flowchart: Connector 1315">
                      <a:extLst>
                        <a:ext uri="{FF2B5EF4-FFF2-40B4-BE49-F238E27FC236}">
                          <a16:creationId xmlns:a16="http://schemas.microsoft.com/office/drawing/2014/main" id="{B8FF7D78-705F-4471-BCE2-C307F5A50D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17" name="3D Model 1316" descr="Sphere">
                          <a:extLst>
                            <a:ext uri="{FF2B5EF4-FFF2-40B4-BE49-F238E27FC236}">
                              <a16:creationId xmlns:a16="http://schemas.microsoft.com/office/drawing/2014/main" id="{8090AFD8-A762-42E6-B2A9-A4C182CBF3A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51272568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17" name="3D Model 1316" descr="Sphere">
                          <a:extLst>
                            <a:ext uri="{FF2B5EF4-FFF2-40B4-BE49-F238E27FC236}">
                              <a16:creationId xmlns:a16="http://schemas.microsoft.com/office/drawing/2014/main" id="{8090AFD8-A762-42E6-B2A9-A4C182CBF3A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929270" y="4774907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18" name="Flowchart: Connector 1317">
                      <a:extLst>
                        <a:ext uri="{FF2B5EF4-FFF2-40B4-BE49-F238E27FC236}">
                          <a16:creationId xmlns:a16="http://schemas.microsoft.com/office/drawing/2014/main" id="{4D9D0060-92EE-4195-AC35-AFCDAF058E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19" name="3D Model 1318" descr="Sphere">
                          <a:extLst>
                            <a:ext uri="{FF2B5EF4-FFF2-40B4-BE49-F238E27FC236}">
                              <a16:creationId xmlns:a16="http://schemas.microsoft.com/office/drawing/2014/main" id="{785334BA-EDD5-42C3-B7E2-6DB0A3F0E56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5298579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19" name="3D Model 1318" descr="Sphere">
                          <a:extLst>
                            <a:ext uri="{FF2B5EF4-FFF2-40B4-BE49-F238E27FC236}">
                              <a16:creationId xmlns:a16="http://schemas.microsoft.com/office/drawing/2014/main" id="{785334BA-EDD5-42C3-B7E2-6DB0A3F0E56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166679" y="483896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20" name="Flowchart: Connector 1319">
                      <a:extLst>
                        <a:ext uri="{FF2B5EF4-FFF2-40B4-BE49-F238E27FC236}">
                          <a16:creationId xmlns:a16="http://schemas.microsoft.com/office/drawing/2014/main" id="{5B303F4A-220B-433A-A8E2-DE6CF740D0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21" name="3D Model 1320" descr="Sphere">
                          <a:extLst>
                            <a:ext uri="{FF2B5EF4-FFF2-40B4-BE49-F238E27FC236}">
                              <a16:creationId xmlns:a16="http://schemas.microsoft.com/office/drawing/2014/main" id="{EA7DD99E-7F60-4E81-82FA-323BBE394B4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87249666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21" name="3D Model 1320" descr="Sphere">
                          <a:extLst>
                            <a:ext uri="{FF2B5EF4-FFF2-40B4-BE49-F238E27FC236}">
                              <a16:creationId xmlns:a16="http://schemas.microsoft.com/office/drawing/2014/main" id="{EA7DD99E-7F60-4E81-82FA-323BBE394B4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411175" y="490774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22" name="Flowchart: Connector 1321">
                      <a:extLst>
                        <a:ext uri="{FF2B5EF4-FFF2-40B4-BE49-F238E27FC236}">
                          <a16:creationId xmlns:a16="http://schemas.microsoft.com/office/drawing/2014/main" id="{D6EF1637-CCA2-4B2B-9A4C-D13CA4DA2D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23" name="3D Model 1322" descr="Sphere">
                          <a:extLst>
                            <a:ext uri="{FF2B5EF4-FFF2-40B4-BE49-F238E27FC236}">
                              <a16:creationId xmlns:a16="http://schemas.microsoft.com/office/drawing/2014/main" id="{41B16BC0-26F0-41BB-BDA6-9BBE48FB068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4250794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23" name="3D Model 1322" descr="Sphere">
                          <a:extLst>
                            <a:ext uri="{FF2B5EF4-FFF2-40B4-BE49-F238E27FC236}">
                              <a16:creationId xmlns:a16="http://schemas.microsoft.com/office/drawing/2014/main" id="{41B16BC0-26F0-41BB-BDA6-9BBE48FB068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679593" y="4987799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1235" name="Flowchart: Connector 1234">
                  <a:extLst>
                    <a:ext uri="{FF2B5EF4-FFF2-40B4-BE49-F238E27FC236}">
                      <a16:creationId xmlns:a16="http://schemas.microsoft.com/office/drawing/2014/main" id="{87484B53-C4C9-4B6E-B7D1-804B18B442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6" name="Flowchart: Connector 1235">
                  <a:extLst>
                    <a:ext uri="{FF2B5EF4-FFF2-40B4-BE49-F238E27FC236}">
                      <a16:creationId xmlns:a16="http://schemas.microsoft.com/office/drawing/2014/main" id="{74A2E705-AF57-427E-9022-2DD8DB8AB14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7" name="Flowchart: Connector 1236">
                  <a:extLst>
                    <a:ext uri="{FF2B5EF4-FFF2-40B4-BE49-F238E27FC236}">
                      <a16:creationId xmlns:a16="http://schemas.microsoft.com/office/drawing/2014/main" id="{72947450-2B52-4E51-A8DB-84FD0CBE11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8" name="Flowchart: Connector 1237">
                  <a:extLst>
                    <a:ext uri="{FF2B5EF4-FFF2-40B4-BE49-F238E27FC236}">
                      <a16:creationId xmlns:a16="http://schemas.microsoft.com/office/drawing/2014/main" id="{A5D5C10E-C4E7-4E55-A5BF-AEAD4E4E93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9" name="Flowchart: Connector 1238">
                  <a:extLst>
                    <a:ext uri="{FF2B5EF4-FFF2-40B4-BE49-F238E27FC236}">
                      <a16:creationId xmlns:a16="http://schemas.microsoft.com/office/drawing/2014/main" id="{AEF24140-877E-46B4-BD0D-35C2ED5632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40" name="Flowchart: Connector 1239">
                  <a:extLst>
                    <a:ext uri="{FF2B5EF4-FFF2-40B4-BE49-F238E27FC236}">
                      <a16:creationId xmlns:a16="http://schemas.microsoft.com/office/drawing/2014/main" id="{833D6952-86A2-4C72-9FB8-1035C96197F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241" name="Flowchart: Connector 1240">
                  <a:extLst>
                    <a:ext uri="{FF2B5EF4-FFF2-40B4-BE49-F238E27FC236}">
                      <a16:creationId xmlns:a16="http://schemas.microsoft.com/office/drawing/2014/main" id="{4351C5FB-06A9-4A88-8722-F7F055D5F3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42" name="Flowchart: Connector 1241">
                  <a:extLst>
                    <a:ext uri="{FF2B5EF4-FFF2-40B4-BE49-F238E27FC236}">
                      <a16:creationId xmlns:a16="http://schemas.microsoft.com/office/drawing/2014/main" id="{40FEA02A-B8EF-4B92-AE60-8A38F777A19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243" name="Group 1242">
                  <a:extLst>
                    <a:ext uri="{FF2B5EF4-FFF2-40B4-BE49-F238E27FC236}">
                      <a16:creationId xmlns:a16="http://schemas.microsoft.com/office/drawing/2014/main" id="{5ABE24A8-4E2D-44DC-84F5-E547836457A2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244" name="Group 1243">
                    <a:extLst>
                      <a:ext uri="{FF2B5EF4-FFF2-40B4-BE49-F238E27FC236}">
                        <a16:creationId xmlns:a16="http://schemas.microsoft.com/office/drawing/2014/main" id="{F968A185-2FCE-4767-AD96-B44AE6417282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295" name="Flowchart: Connector 1294">
                      <a:extLst>
                        <a:ext uri="{FF2B5EF4-FFF2-40B4-BE49-F238E27FC236}">
                          <a16:creationId xmlns:a16="http://schemas.microsoft.com/office/drawing/2014/main" id="{B4EEE3DE-D19F-477D-B85E-7354D193B4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6" name="3D Model 1295" descr="Sphere">
                          <a:extLst>
                            <a:ext uri="{FF2B5EF4-FFF2-40B4-BE49-F238E27FC236}">
                              <a16:creationId xmlns:a16="http://schemas.microsoft.com/office/drawing/2014/main" id="{5CB84BCE-5001-45E5-8F9E-FAB75CAD79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55958284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96" name="3D Model 1295" descr="Sphere">
                          <a:extLst>
                            <a:ext uri="{FF2B5EF4-FFF2-40B4-BE49-F238E27FC236}">
                              <a16:creationId xmlns:a16="http://schemas.microsoft.com/office/drawing/2014/main" id="{5CB84BCE-5001-45E5-8F9E-FAB75CAD797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699972" y="5878196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7" name="Flowchart: Connector 1296">
                      <a:extLst>
                        <a:ext uri="{FF2B5EF4-FFF2-40B4-BE49-F238E27FC236}">
                          <a16:creationId xmlns:a16="http://schemas.microsoft.com/office/drawing/2014/main" id="{597827AA-C651-4D6B-83B1-E34B8AC6AD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8" name="3D Model 1297" descr="Sphere">
                          <a:extLst>
                            <a:ext uri="{FF2B5EF4-FFF2-40B4-BE49-F238E27FC236}">
                              <a16:creationId xmlns:a16="http://schemas.microsoft.com/office/drawing/2014/main" id="{1727C4CE-A5F0-4387-B7E5-5F4AE6900B0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1202472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9" name="Flowchart: Connector 1298">
                      <a:extLst>
                        <a:ext uri="{FF2B5EF4-FFF2-40B4-BE49-F238E27FC236}">
                          <a16:creationId xmlns:a16="http://schemas.microsoft.com/office/drawing/2014/main" id="{AAAB8D06-4C42-4DBD-9B1D-6EAC17FD76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00" name="3D Model 1299" descr="Sphere">
                          <a:extLst>
                            <a:ext uri="{FF2B5EF4-FFF2-40B4-BE49-F238E27FC236}">
                              <a16:creationId xmlns:a16="http://schemas.microsoft.com/office/drawing/2014/main" id="{7D2A8466-37B2-407D-9A82-E2871D836EF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1987687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01" name="Flowchart: Connector 1300">
                      <a:extLst>
                        <a:ext uri="{FF2B5EF4-FFF2-40B4-BE49-F238E27FC236}">
                          <a16:creationId xmlns:a16="http://schemas.microsoft.com/office/drawing/2014/main" id="{3E9ADD97-2294-4799-8805-AD699C884C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02" name="3D Model 1301" descr="Sphere">
                          <a:extLst>
                            <a:ext uri="{FF2B5EF4-FFF2-40B4-BE49-F238E27FC236}">
                              <a16:creationId xmlns:a16="http://schemas.microsoft.com/office/drawing/2014/main" id="{134EE30B-A625-4511-8F1F-1C6855BB7C4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4407318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245" name="Group 1244">
                    <a:extLst>
                      <a:ext uri="{FF2B5EF4-FFF2-40B4-BE49-F238E27FC236}">
                        <a16:creationId xmlns:a16="http://schemas.microsoft.com/office/drawing/2014/main" id="{27A1AAA0-C157-47BB-9564-D4F4C24E8B5B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279" name="Flowchart: Connector 1278">
                      <a:extLst>
                        <a:ext uri="{FF2B5EF4-FFF2-40B4-BE49-F238E27FC236}">
                          <a16:creationId xmlns:a16="http://schemas.microsoft.com/office/drawing/2014/main" id="{C44E5A7D-2681-4CEF-8F31-5138D0A75E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0" name="Flowchart: Connector 1279">
                      <a:extLst>
                        <a:ext uri="{FF2B5EF4-FFF2-40B4-BE49-F238E27FC236}">
                          <a16:creationId xmlns:a16="http://schemas.microsoft.com/office/drawing/2014/main" id="{A39ADE53-867E-4AAD-ADC8-73E9AA4F62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1" name="Flowchart: Connector 1280">
                      <a:extLst>
                        <a:ext uri="{FF2B5EF4-FFF2-40B4-BE49-F238E27FC236}">
                          <a16:creationId xmlns:a16="http://schemas.microsoft.com/office/drawing/2014/main" id="{B5442A6C-5B21-4FE2-B722-7E24256D49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2" name="Flowchart: Connector 1281">
                      <a:extLst>
                        <a:ext uri="{FF2B5EF4-FFF2-40B4-BE49-F238E27FC236}">
                          <a16:creationId xmlns:a16="http://schemas.microsoft.com/office/drawing/2014/main" id="{B995F226-15EE-4815-91F1-BF944CD968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3" name="Flowchart: Connector 1282">
                      <a:extLst>
                        <a:ext uri="{FF2B5EF4-FFF2-40B4-BE49-F238E27FC236}">
                          <a16:creationId xmlns:a16="http://schemas.microsoft.com/office/drawing/2014/main" id="{09567849-4329-46F7-B178-10C455A94A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4" name="Flowchart: Connector 1283">
                      <a:extLst>
                        <a:ext uri="{FF2B5EF4-FFF2-40B4-BE49-F238E27FC236}">
                          <a16:creationId xmlns:a16="http://schemas.microsoft.com/office/drawing/2014/main" id="{36E55A1E-BF72-4619-9D0C-F7CD97A49E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5" name="Flowchart: Connector 1284">
                      <a:extLst>
                        <a:ext uri="{FF2B5EF4-FFF2-40B4-BE49-F238E27FC236}">
                          <a16:creationId xmlns:a16="http://schemas.microsoft.com/office/drawing/2014/main" id="{5A59FA3C-DAA3-4061-B12A-FBDB79E3D3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6" name="Flowchart: Connector 1285">
                      <a:extLst>
                        <a:ext uri="{FF2B5EF4-FFF2-40B4-BE49-F238E27FC236}">
                          <a16:creationId xmlns:a16="http://schemas.microsoft.com/office/drawing/2014/main" id="{5364EC6C-DD8E-4F6B-8C81-6967263D8D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7" name="Flowchart: Connector 1286">
                      <a:extLst>
                        <a:ext uri="{FF2B5EF4-FFF2-40B4-BE49-F238E27FC236}">
                          <a16:creationId xmlns:a16="http://schemas.microsoft.com/office/drawing/2014/main" id="{DFDFDBC2-66BB-4ED8-B035-4E59F340BB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88" name="3D Model 1287" descr="Sphere">
                          <a:extLst>
                            <a:ext uri="{FF2B5EF4-FFF2-40B4-BE49-F238E27FC236}">
                              <a16:creationId xmlns:a16="http://schemas.microsoft.com/office/drawing/2014/main" id="{00D8F02A-45F2-4FD3-9B26-1FC6343F4CF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6018421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88" name="3D Model 1287" descr="Sphere">
                          <a:extLst>
                            <a:ext uri="{FF2B5EF4-FFF2-40B4-BE49-F238E27FC236}">
                              <a16:creationId xmlns:a16="http://schemas.microsoft.com/office/drawing/2014/main" id="{00D8F02A-45F2-4FD3-9B26-1FC6343F4CF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696613" y="554458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89" name="Flowchart: Connector 1288">
                      <a:extLst>
                        <a:ext uri="{FF2B5EF4-FFF2-40B4-BE49-F238E27FC236}">
                          <a16:creationId xmlns:a16="http://schemas.microsoft.com/office/drawing/2014/main" id="{CE76717B-8E85-4317-B44D-762CE5E63A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0" name="3D Model 1289" descr="Sphere">
                          <a:extLst>
                            <a:ext uri="{FF2B5EF4-FFF2-40B4-BE49-F238E27FC236}">
                              <a16:creationId xmlns:a16="http://schemas.microsoft.com/office/drawing/2014/main" id="{768FBDDC-D089-4B7E-AC28-B0030C7806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8871909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1" name="Flowchart: Connector 1290">
                      <a:extLst>
                        <a:ext uri="{FF2B5EF4-FFF2-40B4-BE49-F238E27FC236}">
                          <a16:creationId xmlns:a16="http://schemas.microsoft.com/office/drawing/2014/main" id="{F620A358-BD85-4F75-BF10-D043618154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2" name="3D Model 1291" descr="Sphere">
                          <a:extLst>
                            <a:ext uri="{FF2B5EF4-FFF2-40B4-BE49-F238E27FC236}">
                              <a16:creationId xmlns:a16="http://schemas.microsoft.com/office/drawing/2014/main" id="{B919E93F-9A80-488A-A558-78BFAA26F5B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008554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3" name="Flowchart: Connector 1292">
                      <a:extLst>
                        <a:ext uri="{FF2B5EF4-FFF2-40B4-BE49-F238E27FC236}">
                          <a16:creationId xmlns:a16="http://schemas.microsoft.com/office/drawing/2014/main" id="{9A45EBD9-994C-4173-8F98-38C5E17113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4" name="3D Model 1293" descr="Sphere">
                          <a:extLst>
                            <a:ext uri="{FF2B5EF4-FFF2-40B4-BE49-F238E27FC236}">
                              <a16:creationId xmlns:a16="http://schemas.microsoft.com/office/drawing/2014/main" id="{97973C22-8083-43D1-9AA2-9794CA53C64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8680140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246" name="Group 1245">
                    <a:extLst>
                      <a:ext uri="{FF2B5EF4-FFF2-40B4-BE49-F238E27FC236}">
                        <a16:creationId xmlns:a16="http://schemas.microsoft.com/office/drawing/2014/main" id="{36EB005B-7673-4C9E-9B20-876EF1C3506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263" name="Flowchart: Connector 1262">
                      <a:extLst>
                        <a:ext uri="{FF2B5EF4-FFF2-40B4-BE49-F238E27FC236}">
                          <a16:creationId xmlns:a16="http://schemas.microsoft.com/office/drawing/2014/main" id="{547244AB-EBA7-4272-90E5-BC308092B5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4" name="Flowchart: Connector 1263">
                      <a:extLst>
                        <a:ext uri="{FF2B5EF4-FFF2-40B4-BE49-F238E27FC236}">
                          <a16:creationId xmlns:a16="http://schemas.microsoft.com/office/drawing/2014/main" id="{C75E8869-2EEC-42B0-8D63-879BED39E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5" name="Flowchart: Connector 1264">
                      <a:extLst>
                        <a:ext uri="{FF2B5EF4-FFF2-40B4-BE49-F238E27FC236}">
                          <a16:creationId xmlns:a16="http://schemas.microsoft.com/office/drawing/2014/main" id="{1997AD54-F3F3-4F57-89A6-CF2E3979D69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6" name="Flowchart: Connector 1265">
                      <a:extLst>
                        <a:ext uri="{FF2B5EF4-FFF2-40B4-BE49-F238E27FC236}">
                          <a16:creationId xmlns:a16="http://schemas.microsoft.com/office/drawing/2014/main" id="{02D0DB1B-3023-4027-8473-160ED0B598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7" name="Flowchart: Connector 1266">
                      <a:extLst>
                        <a:ext uri="{FF2B5EF4-FFF2-40B4-BE49-F238E27FC236}">
                          <a16:creationId xmlns:a16="http://schemas.microsoft.com/office/drawing/2014/main" id="{37C03EFF-92EB-4A12-93A3-C4D63ACAA9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8" name="Flowchart: Connector 1267">
                      <a:extLst>
                        <a:ext uri="{FF2B5EF4-FFF2-40B4-BE49-F238E27FC236}">
                          <a16:creationId xmlns:a16="http://schemas.microsoft.com/office/drawing/2014/main" id="{005544C4-5D31-46A1-9520-5848D8EB67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9" name="Flowchart: Connector 1268">
                      <a:extLst>
                        <a:ext uri="{FF2B5EF4-FFF2-40B4-BE49-F238E27FC236}">
                          <a16:creationId xmlns:a16="http://schemas.microsoft.com/office/drawing/2014/main" id="{9C7582E3-07AF-4BC2-9A11-68FA622534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0" name="Flowchart: Connector 1269">
                      <a:extLst>
                        <a:ext uri="{FF2B5EF4-FFF2-40B4-BE49-F238E27FC236}">
                          <a16:creationId xmlns:a16="http://schemas.microsoft.com/office/drawing/2014/main" id="{30047426-6883-4C2B-8688-F37154882F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1" name="Flowchart: Connector 1270">
                      <a:extLst>
                        <a:ext uri="{FF2B5EF4-FFF2-40B4-BE49-F238E27FC236}">
                          <a16:creationId xmlns:a16="http://schemas.microsoft.com/office/drawing/2014/main" id="{54623E18-842B-4DDA-A4F5-17D36964AED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2" name="3D Model 1271" descr="Sphere">
                          <a:extLst>
                            <a:ext uri="{FF2B5EF4-FFF2-40B4-BE49-F238E27FC236}">
                              <a16:creationId xmlns:a16="http://schemas.microsoft.com/office/drawing/2014/main" id="{B1D5F1D9-B868-4419-9702-FB3B7A27982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9009654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72" name="3D Model 1271" descr="Sphere">
                          <a:extLst>
                            <a:ext uri="{FF2B5EF4-FFF2-40B4-BE49-F238E27FC236}">
                              <a16:creationId xmlns:a16="http://schemas.microsoft.com/office/drawing/2014/main" id="{B1D5F1D9-B868-4419-9702-FB3B7A27982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686934" y="522140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73" name="Flowchart: Connector 1272">
                      <a:extLst>
                        <a:ext uri="{FF2B5EF4-FFF2-40B4-BE49-F238E27FC236}">
                          <a16:creationId xmlns:a16="http://schemas.microsoft.com/office/drawing/2014/main" id="{1CAA98DA-BAD3-46EE-8162-5F6030DE10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4" name="3D Model 1273" descr="Sphere">
                          <a:extLst>
                            <a:ext uri="{FF2B5EF4-FFF2-40B4-BE49-F238E27FC236}">
                              <a16:creationId xmlns:a16="http://schemas.microsoft.com/office/drawing/2014/main" id="{91A80465-760A-47A8-B4D8-FFF5D18B4D2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072262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74" name="3D Model 1273" descr="Sphere">
                          <a:extLst>
                            <a:ext uri="{FF2B5EF4-FFF2-40B4-BE49-F238E27FC236}">
                              <a16:creationId xmlns:a16="http://schemas.microsoft.com/office/drawing/2014/main" id="{91A80465-760A-47A8-B4D8-FFF5D18B4D2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927000" y="530566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75" name="Flowchart: Connector 1274">
                      <a:extLst>
                        <a:ext uri="{FF2B5EF4-FFF2-40B4-BE49-F238E27FC236}">
                          <a16:creationId xmlns:a16="http://schemas.microsoft.com/office/drawing/2014/main" id="{1B37F25E-D0B2-4237-9498-4CAD44B54F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6" name="3D Model 1275" descr="Sphere">
                          <a:extLst>
                            <a:ext uri="{FF2B5EF4-FFF2-40B4-BE49-F238E27FC236}">
                              <a16:creationId xmlns:a16="http://schemas.microsoft.com/office/drawing/2014/main" id="{E446488B-007E-4E82-915F-45C9A155BF9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1890443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77" name="Flowchart: Connector 1276">
                      <a:extLst>
                        <a:ext uri="{FF2B5EF4-FFF2-40B4-BE49-F238E27FC236}">
                          <a16:creationId xmlns:a16="http://schemas.microsoft.com/office/drawing/2014/main" id="{ACEA455B-26D5-4B13-A9B1-9D9BCBC4A9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8" name="3D Model 1277" descr="Sphere">
                          <a:extLst>
                            <a:ext uri="{FF2B5EF4-FFF2-40B4-BE49-F238E27FC236}">
                              <a16:creationId xmlns:a16="http://schemas.microsoft.com/office/drawing/2014/main" id="{3E1BA83A-1E96-459C-A468-A3232347C62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1016784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247" name="Flowchart: Connector 1246">
                    <a:extLst>
                      <a:ext uri="{FF2B5EF4-FFF2-40B4-BE49-F238E27FC236}">
                        <a16:creationId xmlns:a16="http://schemas.microsoft.com/office/drawing/2014/main" id="{2E92FE6D-FD2A-4141-B7E7-DC99F5CB35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48" name="Flowchart: Connector 1247">
                    <a:extLst>
                      <a:ext uri="{FF2B5EF4-FFF2-40B4-BE49-F238E27FC236}">
                        <a16:creationId xmlns:a16="http://schemas.microsoft.com/office/drawing/2014/main" id="{7B81423A-AFD6-410C-BEB7-21206F97089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49" name="Flowchart: Connector 1248">
                    <a:extLst>
                      <a:ext uri="{FF2B5EF4-FFF2-40B4-BE49-F238E27FC236}">
                        <a16:creationId xmlns:a16="http://schemas.microsoft.com/office/drawing/2014/main" id="{8C774527-FB14-438D-BB0D-47BC171575A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0" name="Flowchart: Connector 1249">
                    <a:extLst>
                      <a:ext uri="{FF2B5EF4-FFF2-40B4-BE49-F238E27FC236}">
                        <a16:creationId xmlns:a16="http://schemas.microsoft.com/office/drawing/2014/main" id="{EA887D9E-BF9A-4A0A-97F9-2EDF54F2C2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1" name="Flowchart: Connector 1250">
                    <a:extLst>
                      <a:ext uri="{FF2B5EF4-FFF2-40B4-BE49-F238E27FC236}">
                        <a16:creationId xmlns:a16="http://schemas.microsoft.com/office/drawing/2014/main" id="{1B7088CF-03FF-4EFA-B2DB-E19F352C30B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2" name="Flowchart: Connector 1251">
                    <a:extLst>
                      <a:ext uri="{FF2B5EF4-FFF2-40B4-BE49-F238E27FC236}">
                        <a16:creationId xmlns:a16="http://schemas.microsoft.com/office/drawing/2014/main" id="{51CDE7E2-C8F5-438F-B72B-F07348C344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3" name="Flowchart: Connector 1252">
                    <a:extLst>
                      <a:ext uri="{FF2B5EF4-FFF2-40B4-BE49-F238E27FC236}">
                        <a16:creationId xmlns:a16="http://schemas.microsoft.com/office/drawing/2014/main" id="{7DC94ECE-AC9E-4D3C-8CEE-B0C9C062D3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4" name="Flowchart: Connector 1253">
                    <a:extLst>
                      <a:ext uri="{FF2B5EF4-FFF2-40B4-BE49-F238E27FC236}">
                        <a16:creationId xmlns:a16="http://schemas.microsoft.com/office/drawing/2014/main" id="{7632C152-8EDF-43F2-BC03-E38736E5CE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5" name="Flowchart: Connector 1254">
                    <a:extLst>
                      <a:ext uri="{FF2B5EF4-FFF2-40B4-BE49-F238E27FC236}">
                        <a16:creationId xmlns:a16="http://schemas.microsoft.com/office/drawing/2014/main" id="{C9C9A146-CD55-48A1-A014-68E66F3AC0D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56" name="3D Model 1255" descr="Sphere">
                        <a:extLst>
                          <a:ext uri="{FF2B5EF4-FFF2-40B4-BE49-F238E27FC236}">
                            <a16:creationId xmlns:a16="http://schemas.microsoft.com/office/drawing/2014/main" id="{D9D556C7-BFD1-4C7D-AF90-68863AC61B7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23170361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4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56" name="3D Model 1255" descr="Sphere">
                        <a:extLst>
                          <a:ext uri="{FF2B5EF4-FFF2-40B4-BE49-F238E27FC236}">
                            <a16:creationId xmlns:a16="http://schemas.microsoft.com/office/drawing/2014/main" id="{D9D556C7-BFD1-4C7D-AF90-68863AC61B7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694085" y="4907517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57" name="Flowchart: Connector 1256">
                    <a:extLst>
                      <a:ext uri="{FF2B5EF4-FFF2-40B4-BE49-F238E27FC236}">
                        <a16:creationId xmlns:a16="http://schemas.microsoft.com/office/drawing/2014/main" id="{E601D2F1-E97F-49FF-B78E-A192CB0B092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58" name="3D Model 1257" descr="Sphere">
                        <a:extLst>
                          <a:ext uri="{FF2B5EF4-FFF2-40B4-BE49-F238E27FC236}">
                            <a16:creationId xmlns:a16="http://schemas.microsoft.com/office/drawing/2014/main" id="{AC7C4777-C33F-491D-BF69-576387AF7C5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115953829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58" name="3D Model 1257" descr="Sphere">
                        <a:extLst>
                          <a:ext uri="{FF2B5EF4-FFF2-40B4-BE49-F238E27FC236}">
                            <a16:creationId xmlns:a16="http://schemas.microsoft.com/office/drawing/2014/main" id="{AC7C4777-C33F-491D-BF69-576387AF7C52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40041" y="4997839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59" name="Flowchart: Connector 1258">
                    <a:extLst>
                      <a:ext uri="{FF2B5EF4-FFF2-40B4-BE49-F238E27FC236}">
                        <a16:creationId xmlns:a16="http://schemas.microsoft.com/office/drawing/2014/main" id="{6EB1BC90-F509-4762-8648-C187F70E580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60" name="3D Model 1259" descr="Sphere">
                        <a:extLst>
                          <a:ext uri="{FF2B5EF4-FFF2-40B4-BE49-F238E27FC236}">
                            <a16:creationId xmlns:a16="http://schemas.microsoft.com/office/drawing/2014/main" id="{1E9E029F-22E8-4FA7-B907-6C1501C73F0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67133658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60" name="3D Model 1259" descr="Sphere">
                        <a:extLst>
                          <a:ext uri="{FF2B5EF4-FFF2-40B4-BE49-F238E27FC236}">
                            <a16:creationId xmlns:a16="http://schemas.microsoft.com/office/drawing/2014/main" id="{1E9E029F-22E8-4FA7-B907-6C1501C73F0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81175" y="504570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61" name="Flowchart: Connector 1260">
                    <a:extLst>
                      <a:ext uri="{FF2B5EF4-FFF2-40B4-BE49-F238E27FC236}">
                        <a16:creationId xmlns:a16="http://schemas.microsoft.com/office/drawing/2014/main" id="{68525DFA-E152-41D7-9B60-A75B925C1CF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62" name="3D Model 1261" descr="Sphere">
                        <a:extLst>
                          <a:ext uri="{FF2B5EF4-FFF2-40B4-BE49-F238E27FC236}">
                            <a16:creationId xmlns:a16="http://schemas.microsoft.com/office/drawing/2014/main" id="{10F374B9-E2FA-475C-9907-3CAD68F7A8E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643198980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62" name="3D Model 1261" descr="Sphere">
                        <a:extLst>
                          <a:ext uri="{FF2B5EF4-FFF2-40B4-BE49-F238E27FC236}">
                            <a16:creationId xmlns:a16="http://schemas.microsoft.com/office/drawing/2014/main" id="{10F374B9-E2FA-475C-9907-3CAD68F7A8E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49593" y="513274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193" name="Group 1192">
                <a:extLst>
                  <a:ext uri="{FF2B5EF4-FFF2-40B4-BE49-F238E27FC236}">
                    <a16:creationId xmlns:a16="http://schemas.microsoft.com/office/drawing/2014/main" id="{18F468D0-A3B7-4988-B809-3F94F45F49BA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1222" name="Freeform: Shape 1221">
                  <a:extLst>
                    <a:ext uri="{FF2B5EF4-FFF2-40B4-BE49-F238E27FC236}">
                      <a16:creationId xmlns:a16="http://schemas.microsoft.com/office/drawing/2014/main" id="{F4E3C154-C1E8-457F-A3A5-83CCF98D4A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23" name="Rectangle: Rounded Corners 1222">
                  <a:extLst>
                    <a:ext uri="{FF2B5EF4-FFF2-40B4-BE49-F238E27FC236}">
                      <a16:creationId xmlns:a16="http://schemas.microsoft.com/office/drawing/2014/main" id="{15ED844B-D7EA-40B7-840B-3399951A6D3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94" name="Group 1193">
                <a:extLst>
                  <a:ext uri="{FF2B5EF4-FFF2-40B4-BE49-F238E27FC236}">
                    <a16:creationId xmlns:a16="http://schemas.microsoft.com/office/drawing/2014/main" id="{A10A29A6-88DD-4499-99BD-8A19A65DF4BD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1220" name="Freeform: Shape 1219">
                  <a:extLst>
                    <a:ext uri="{FF2B5EF4-FFF2-40B4-BE49-F238E27FC236}">
                      <a16:creationId xmlns:a16="http://schemas.microsoft.com/office/drawing/2014/main" id="{50429236-30A8-4990-898B-9A69115B93F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21" name="Rectangle: Rounded Corners 1220">
                  <a:extLst>
                    <a:ext uri="{FF2B5EF4-FFF2-40B4-BE49-F238E27FC236}">
                      <a16:creationId xmlns:a16="http://schemas.microsoft.com/office/drawing/2014/main" id="{F274A0AE-0C94-4DA6-95DA-91D35EB39B0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00" name="Group 1199">
                <a:extLst>
                  <a:ext uri="{FF2B5EF4-FFF2-40B4-BE49-F238E27FC236}">
                    <a16:creationId xmlns:a16="http://schemas.microsoft.com/office/drawing/2014/main" id="{3C3A0510-FC32-4197-B688-2EF96A580AF7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1210" name="Freeform: Shape 1209">
                  <a:extLst>
                    <a:ext uri="{FF2B5EF4-FFF2-40B4-BE49-F238E27FC236}">
                      <a16:creationId xmlns:a16="http://schemas.microsoft.com/office/drawing/2014/main" id="{6FCBB759-7617-4B1F-BCF4-B7C15FECCD0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78C94CAD-5989-4C2F-B92E-08115681067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02" name="Group 1201">
                <a:extLst>
                  <a:ext uri="{FF2B5EF4-FFF2-40B4-BE49-F238E27FC236}">
                    <a16:creationId xmlns:a16="http://schemas.microsoft.com/office/drawing/2014/main" id="{54CCBCC7-324C-48F8-BE48-64F9D10E53DF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206" name="Freeform: Shape 1205">
                  <a:extLst>
                    <a:ext uri="{FF2B5EF4-FFF2-40B4-BE49-F238E27FC236}">
                      <a16:creationId xmlns:a16="http://schemas.microsoft.com/office/drawing/2014/main" id="{CF34A82E-8976-48E3-A298-733BABDFCDC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F562D063-DD77-4B80-937E-93D8C444B04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C22FB48C-1FCF-432A-AD90-BBDEBA14F495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1204" name="Freeform: Shape 1203">
                  <a:extLst>
                    <a:ext uri="{FF2B5EF4-FFF2-40B4-BE49-F238E27FC236}">
                      <a16:creationId xmlns:a16="http://schemas.microsoft.com/office/drawing/2014/main" id="{D131556B-D1CC-4ABC-B815-8253C9C9AD8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C22B16EF-28F4-4D9A-92DE-291A733F4FC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1150" name="Group 1149">
              <a:extLst>
                <a:ext uri="{FF2B5EF4-FFF2-40B4-BE49-F238E27FC236}">
                  <a16:creationId xmlns:a16="http://schemas.microsoft.com/office/drawing/2014/main" id="{51736670-B7BA-4FEE-A288-8140BC4B4AD1}"/>
                </a:ext>
              </a:extLst>
            </p:cNvPr>
            <p:cNvGrpSpPr/>
            <p:nvPr/>
          </p:nvGrpSpPr>
          <p:grpSpPr>
            <a:xfrm rot="16437625">
              <a:off x="6554196" y="4693010"/>
              <a:ext cx="118339" cy="331254"/>
              <a:chOff x="3695849" y="4974319"/>
              <a:chExt cx="118339" cy="331254"/>
            </a:xfrm>
          </p:grpSpPr>
          <p:sp>
            <p:nvSpPr>
              <p:cNvPr id="1187" name="Flowchart: Connector 1186">
                <a:extLst>
                  <a:ext uri="{FF2B5EF4-FFF2-40B4-BE49-F238E27FC236}">
                    <a16:creationId xmlns:a16="http://schemas.microsoft.com/office/drawing/2014/main" id="{5D634F81-79FC-4CDD-8574-DF6B15ED7A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8" name="Flowchart: Connector 1187">
                <a:extLst>
                  <a:ext uri="{FF2B5EF4-FFF2-40B4-BE49-F238E27FC236}">
                    <a16:creationId xmlns:a16="http://schemas.microsoft.com/office/drawing/2014/main" id="{8DB5EFD9-5D4B-4653-81E4-1C9A5200D9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9" name="Flowchart: Connector 1188">
                <a:extLst>
                  <a:ext uri="{FF2B5EF4-FFF2-40B4-BE49-F238E27FC236}">
                    <a16:creationId xmlns:a16="http://schemas.microsoft.com/office/drawing/2014/main" id="{791580F1-4961-44E8-9EBB-E43D9386C7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1" name="Group 1150">
              <a:extLst>
                <a:ext uri="{FF2B5EF4-FFF2-40B4-BE49-F238E27FC236}">
                  <a16:creationId xmlns:a16="http://schemas.microsoft.com/office/drawing/2014/main" id="{DADBF843-A8D0-4067-9C84-EDD439951393}"/>
                </a:ext>
              </a:extLst>
            </p:cNvPr>
            <p:cNvGrpSpPr/>
            <p:nvPr/>
          </p:nvGrpSpPr>
          <p:grpSpPr>
            <a:xfrm rot="19777033">
              <a:off x="6512457" y="4255267"/>
              <a:ext cx="118339" cy="331254"/>
              <a:chOff x="3695849" y="4974319"/>
              <a:chExt cx="118339" cy="331254"/>
            </a:xfrm>
          </p:grpSpPr>
          <p:sp>
            <p:nvSpPr>
              <p:cNvPr id="1184" name="Flowchart: Connector 1183">
                <a:extLst>
                  <a:ext uri="{FF2B5EF4-FFF2-40B4-BE49-F238E27FC236}">
                    <a16:creationId xmlns:a16="http://schemas.microsoft.com/office/drawing/2014/main" id="{B509D64D-608B-4ED8-856C-98D93FA084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5" name="Flowchart: Connector 1184">
                <a:extLst>
                  <a:ext uri="{FF2B5EF4-FFF2-40B4-BE49-F238E27FC236}">
                    <a16:creationId xmlns:a16="http://schemas.microsoft.com/office/drawing/2014/main" id="{41A028E7-3FCC-471F-A4D2-EB51B2A4FA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6" name="Flowchart: Connector 1185">
                <a:extLst>
                  <a:ext uri="{FF2B5EF4-FFF2-40B4-BE49-F238E27FC236}">
                    <a16:creationId xmlns:a16="http://schemas.microsoft.com/office/drawing/2014/main" id="{370C0E18-29AB-45FB-942B-26CE19E37C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2" name="Group 1151">
              <a:extLst>
                <a:ext uri="{FF2B5EF4-FFF2-40B4-BE49-F238E27FC236}">
                  <a16:creationId xmlns:a16="http://schemas.microsoft.com/office/drawing/2014/main" id="{7C327AC9-6B2E-41BE-8CD9-DCE4F12F15BE}"/>
                </a:ext>
              </a:extLst>
            </p:cNvPr>
            <p:cNvGrpSpPr/>
            <p:nvPr/>
          </p:nvGrpSpPr>
          <p:grpSpPr>
            <a:xfrm rot="6492982">
              <a:off x="8276704" y="5384915"/>
              <a:ext cx="118339" cy="331254"/>
              <a:chOff x="3695849" y="4974319"/>
              <a:chExt cx="118339" cy="331254"/>
            </a:xfrm>
          </p:grpSpPr>
          <p:sp>
            <p:nvSpPr>
              <p:cNvPr id="1181" name="Flowchart: Connector 1180">
                <a:extLst>
                  <a:ext uri="{FF2B5EF4-FFF2-40B4-BE49-F238E27FC236}">
                    <a16:creationId xmlns:a16="http://schemas.microsoft.com/office/drawing/2014/main" id="{91238D51-84C6-4861-8E25-341D8E50D6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2" name="Flowchart: Connector 1181">
                <a:extLst>
                  <a:ext uri="{FF2B5EF4-FFF2-40B4-BE49-F238E27FC236}">
                    <a16:creationId xmlns:a16="http://schemas.microsoft.com/office/drawing/2014/main" id="{C4FF8669-16B3-4D95-95F7-836E261FFA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3" name="Flowchart: Connector 1182">
                <a:extLst>
                  <a:ext uri="{FF2B5EF4-FFF2-40B4-BE49-F238E27FC236}">
                    <a16:creationId xmlns:a16="http://schemas.microsoft.com/office/drawing/2014/main" id="{EFA6410F-F426-4A9F-B2CE-D681F7B7E8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3" name="Group 1152">
              <a:extLst>
                <a:ext uri="{FF2B5EF4-FFF2-40B4-BE49-F238E27FC236}">
                  <a16:creationId xmlns:a16="http://schemas.microsoft.com/office/drawing/2014/main" id="{04C4FCEC-9CA7-4104-B0F8-C53A69A6CD40}"/>
                </a:ext>
              </a:extLst>
            </p:cNvPr>
            <p:cNvGrpSpPr/>
            <p:nvPr/>
          </p:nvGrpSpPr>
          <p:grpSpPr>
            <a:xfrm rot="15532866">
              <a:off x="6587184" y="5343253"/>
              <a:ext cx="118339" cy="331254"/>
              <a:chOff x="3695849" y="4974319"/>
              <a:chExt cx="118339" cy="331254"/>
            </a:xfrm>
          </p:grpSpPr>
          <p:sp>
            <p:nvSpPr>
              <p:cNvPr id="1178" name="Flowchart: Connector 1177">
                <a:extLst>
                  <a:ext uri="{FF2B5EF4-FFF2-40B4-BE49-F238E27FC236}">
                    <a16:creationId xmlns:a16="http://schemas.microsoft.com/office/drawing/2014/main" id="{F2AB85D9-82ED-475A-9770-14849EB20F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9" name="Flowchart: Connector 1178">
                <a:extLst>
                  <a:ext uri="{FF2B5EF4-FFF2-40B4-BE49-F238E27FC236}">
                    <a16:creationId xmlns:a16="http://schemas.microsoft.com/office/drawing/2014/main" id="{0013A99D-F4CF-44A8-AA3B-435974D80C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0" name="Flowchart: Connector 1179">
                <a:extLst>
                  <a:ext uri="{FF2B5EF4-FFF2-40B4-BE49-F238E27FC236}">
                    <a16:creationId xmlns:a16="http://schemas.microsoft.com/office/drawing/2014/main" id="{4182DD38-EC50-4681-A427-9B9CCA4974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4" name="Group 1153">
              <a:extLst>
                <a:ext uri="{FF2B5EF4-FFF2-40B4-BE49-F238E27FC236}">
                  <a16:creationId xmlns:a16="http://schemas.microsoft.com/office/drawing/2014/main" id="{B35B27E0-3A37-410B-A4F2-1C866A4F0CA7}"/>
                </a:ext>
              </a:extLst>
            </p:cNvPr>
            <p:cNvGrpSpPr/>
            <p:nvPr/>
          </p:nvGrpSpPr>
          <p:grpSpPr>
            <a:xfrm>
              <a:off x="7355629" y="4098178"/>
              <a:ext cx="118339" cy="331254"/>
              <a:chOff x="3695849" y="4974319"/>
              <a:chExt cx="118339" cy="331254"/>
            </a:xfrm>
          </p:grpSpPr>
          <p:sp>
            <p:nvSpPr>
              <p:cNvPr id="1175" name="Flowchart: Connector 1174">
                <a:extLst>
                  <a:ext uri="{FF2B5EF4-FFF2-40B4-BE49-F238E27FC236}">
                    <a16:creationId xmlns:a16="http://schemas.microsoft.com/office/drawing/2014/main" id="{08B19ADF-C267-4C96-B7ED-40F64103A8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6" name="Flowchart: Connector 1175">
                <a:extLst>
                  <a:ext uri="{FF2B5EF4-FFF2-40B4-BE49-F238E27FC236}">
                    <a16:creationId xmlns:a16="http://schemas.microsoft.com/office/drawing/2014/main" id="{DFA0D274-E4B3-4CF8-A7E7-F8E278ECC8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7" name="Flowchart: Connector 1176">
                <a:extLst>
                  <a:ext uri="{FF2B5EF4-FFF2-40B4-BE49-F238E27FC236}">
                    <a16:creationId xmlns:a16="http://schemas.microsoft.com/office/drawing/2014/main" id="{2A7E5C69-C515-4868-828E-C03AAB4647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5" name="Group 1154">
              <a:extLst>
                <a:ext uri="{FF2B5EF4-FFF2-40B4-BE49-F238E27FC236}">
                  <a16:creationId xmlns:a16="http://schemas.microsoft.com/office/drawing/2014/main" id="{D1804229-EA4C-4DA2-AC09-C4EDEDE2B1AF}"/>
                </a:ext>
              </a:extLst>
            </p:cNvPr>
            <p:cNvGrpSpPr/>
            <p:nvPr/>
          </p:nvGrpSpPr>
          <p:grpSpPr>
            <a:xfrm rot="4525635">
              <a:off x="7558267" y="5328119"/>
              <a:ext cx="118339" cy="331254"/>
              <a:chOff x="3695849" y="4974319"/>
              <a:chExt cx="118339" cy="331254"/>
            </a:xfrm>
          </p:grpSpPr>
          <p:sp>
            <p:nvSpPr>
              <p:cNvPr id="1172" name="Flowchart: Connector 1171">
                <a:extLst>
                  <a:ext uri="{FF2B5EF4-FFF2-40B4-BE49-F238E27FC236}">
                    <a16:creationId xmlns:a16="http://schemas.microsoft.com/office/drawing/2014/main" id="{D92A1A67-9F1C-4ADB-96A8-E9C66DD24C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3" name="Flowchart: Connector 1172">
                <a:extLst>
                  <a:ext uri="{FF2B5EF4-FFF2-40B4-BE49-F238E27FC236}">
                    <a16:creationId xmlns:a16="http://schemas.microsoft.com/office/drawing/2014/main" id="{F5654A31-51B9-41CE-85CC-12818E2DE6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4" name="Flowchart: Connector 1173">
                <a:extLst>
                  <a:ext uri="{FF2B5EF4-FFF2-40B4-BE49-F238E27FC236}">
                    <a16:creationId xmlns:a16="http://schemas.microsoft.com/office/drawing/2014/main" id="{40D1E18D-0D15-4E35-AA4A-05CB2FDD85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6" name="Group 1155">
              <a:extLst>
                <a:ext uri="{FF2B5EF4-FFF2-40B4-BE49-F238E27FC236}">
                  <a16:creationId xmlns:a16="http://schemas.microsoft.com/office/drawing/2014/main" id="{B761B816-D416-4B60-A6EB-5229FF8CF04F}"/>
                </a:ext>
              </a:extLst>
            </p:cNvPr>
            <p:cNvGrpSpPr/>
            <p:nvPr/>
          </p:nvGrpSpPr>
          <p:grpSpPr>
            <a:xfrm rot="5767404">
              <a:off x="8009920" y="4531978"/>
              <a:ext cx="118339" cy="331254"/>
              <a:chOff x="3695849" y="4974319"/>
              <a:chExt cx="118339" cy="331254"/>
            </a:xfrm>
          </p:grpSpPr>
          <p:sp>
            <p:nvSpPr>
              <p:cNvPr id="1169" name="Flowchart: Connector 1168">
                <a:extLst>
                  <a:ext uri="{FF2B5EF4-FFF2-40B4-BE49-F238E27FC236}">
                    <a16:creationId xmlns:a16="http://schemas.microsoft.com/office/drawing/2014/main" id="{DC5EE53B-2BD1-4901-9D3E-08714204B2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0" name="Flowchart: Connector 1169">
                <a:extLst>
                  <a:ext uri="{FF2B5EF4-FFF2-40B4-BE49-F238E27FC236}">
                    <a16:creationId xmlns:a16="http://schemas.microsoft.com/office/drawing/2014/main" id="{B16F67E0-7050-48FA-BD54-DED13D1074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1" name="Flowchart: Connector 1170">
                <a:extLst>
                  <a:ext uri="{FF2B5EF4-FFF2-40B4-BE49-F238E27FC236}">
                    <a16:creationId xmlns:a16="http://schemas.microsoft.com/office/drawing/2014/main" id="{AD903337-B9D5-44DB-A887-93624462D2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7" name="Group 1156">
              <a:extLst>
                <a:ext uri="{FF2B5EF4-FFF2-40B4-BE49-F238E27FC236}">
                  <a16:creationId xmlns:a16="http://schemas.microsoft.com/office/drawing/2014/main" id="{3C82EC12-636A-4CB7-9D8B-1AC0DE6C7B85}"/>
                </a:ext>
              </a:extLst>
            </p:cNvPr>
            <p:cNvGrpSpPr/>
            <p:nvPr/>
          </p:nvGrpSpPr>
          <p:grpSpPr>
            <a:xfrm rot="7152753">
              <a:off x="7142495" y="4875297"/>
              <a:ext cx="118339" cy="331254"/>
              <a:chOff x="3695849" y="4974319"/>
              <a:chExt cx="118339" cy="331254"/>
            </a:xfrm>
          </p:grpSpPr>
          <p:sp>
            <p:nvSpPr>
              <p:cNvPr id="1166" name="Flowchart: Connector 1165">
                <a:extLst>
                  <a:ext uri="{FF2B5EF4-FFF2-40B4-BE49-F238E27FC236}">
                    <a16:creationId xmlns:a16="http://schemas.microsoft.com/office/drawing/2014/main" id="{C79AE2DB-E2E6-494D-99BB-287A0F8600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7" name="Flowchart: Connector 1166">
                <a:extLst>
                  <a:ext uri="{FF2B5EF4-FFF2-40B4-BE49-F238E27FC236}">
                    <a16:creationId xmlns:a16="http://schemas.microsoft.com/office/drawing/2014/main" id="{7C95507D-E16F-4408-B235-DC69BE85DD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8" name="Flowchart: Connector 1167">
                <a:extLst>
                  <a:ext uri="{FF2B5EF4-FFF2-40B4-BE49-F238E27FC236}">
                    <a16:creationId xmlns:a16="http://schemas.microsoft.com/office/drawing/2014/main" id="{4D6449F6-8244-4705-BD5C-1F50C14A90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8" name="Group 1157">
              <a:extLst>
                <a:ext uri="{FF2B5EF4-FFF2-40B4-BE49-F238E27FC236}">
                  <a16:creationId xmlns:a16="http://schemas.microsoft.com/office/drawing/2014/main" id="{08F3D6CC-FE72-4477-B7B9-6223AD71F63A}"/>
                </a:ext>
              </a:extLst>
            </p:cNvPr>
            <p:cNvGrpSpPr/>
            <p:nvPr/>
          </p:nvGrpSpPr>
          <p:grpSpPr>
            <a:xfrm rot="2975746">
              <a:off x="7528257" y="4437766"/>
              <a:ext cx="118339" cy="331254"/>
              <a:chOff x="3695849" y="4974319"/>
              <a:chExt cx="118339" cy="331254"/>
            </a:xfrm>
          </p:grpSpPr>
          <p:sp>
            <p:nvSpPr>
              <p:cNvPr id="1163" name="Flowchart: Connector 1162">
                <a:extLst>
                  <a:ext uri="{FF2B5EF4-FFF2-40B4-BE49-F238E27FC236}">
                    <a16:creationId xmlns:a16="http://schemas.microsoft.com/office/drawing/2014/main" id="{7C4BD7E9-F790-4FDA-99B9-ED20D226D4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4" name="Flowchart: Connector 1163">
                <a:extLst>
                  <a:ext uri="{FF2B5EF4-FFF2-40B4-BE49-F238E27FC236}">
                    <a16:creationId xmlns:a16="http://schemas.microsoft.com/office/drawing/2014/main" id="{A90C8971-5179-4015-A5DC-FF3CBA0771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5" name="Flowchart: Connector 1164">
                <a:extLst>
                  <a:ext uri="{FF2B5EF4-FFF2-40B4-BE49-F238E27FC236}">
                    <a16:creationId xmlns:a16="http://schemas.microsoft.com/office/drawing/2014/main" id="{8F4082FA-2BE0-488A-9358-BB5349CD90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9" name="Group 1158">
              <a:extLst>
                <a:ext uri="{FF2B5EF4-FFF2-40B4-BE49-F238E27FC236}">
                  <a16:creationId xmlns:a16="http://schemas.microsoft.com/office/drawing/2014/main" id="{7FD87234-5067-498A-8B2D-A0FF5A6487CF}"/>
                </a:ext>
              </a:extLst>
            </p:cNvPr>
            <p:cNvGrpSpPr/>
            <p:nvPr/>
          </p:nvGrpSpPr>
          <p:grpSpPr>
            <a:xfrm rot="8292953">
              <a:off x="7496294" y="5832209"/>
              <a:ext cx="118339" cy="331254"/>
              <a:chOff x="3695849" y="4974319"/>
              <a:chExt cx="118339" cy="331254"/>
            </a:xfrm>
          </p:grpSpPr>
          <p:sp>
            <p:nvSpPr>
              <p:cNvPr id="1160" name="Flowchart: Connector 1159">
                <a:extLst>
                  <a:ext uri="{FF2B5EF4-FFF2-40B4-BE49-F238E27FC236}">
                    <a16:creationId xmlns:a16="http://schemas.microsoft.com/office/drawing/2014/main" id="{D0599059-5F4F-41B4-8875-F72E3306C8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1" name="Flowchart: Connector 1160">
                <a:extLst>
                  <a:ext uri="{FF2B5EF4-FFF2-40B4-BE49-F238E27FC236}">
                    <a16:creationId xmlns:a16="http://schemas.microsoft.com/office/drawing/2014/main" id="{0798DA3A-683B-416D-BF7C-F54221B8B1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2" name="Flowchart: Connector 1161">
                <a:extLst>
                  <a:ext uri="{FF2B5EF4-FFF2-40B4-BE49-F238E27FC236}">
                    <a16:creationId xmlns:a16="http://schemas.microsoft.com/office/drawing/2014/main" id="{5A147BB8-E479-4ADC-8E3D-3E6499334B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</p:grpSp>
      <p:sp>
        <p:nvSpPr>
          <p:cNvPr id="1874" name="Freeform: Shape 1873">
            <a:extLst>
              <a:ext uri="{FF2B5EF4-FFF2-40B4-BE49-F238E27FC236}">
                <a16:creationId xmlns:a16="http://schemas.microsoft.com/office/drawing/2014/main" id="{8C945C92-F15A-4071-8D88-294215BD0E69}"/>
              </a:ext>
            </a:extLst>
          </p:cNvPr>
          <p:cNvSpPr/>
          <p:nvPr/>
        </p:nvSpPr>
        <p:spPr>
          <a:xfrm rot="6017948" flipV="1">
            <a:off x="10506010" y="2196744"/>
            <a:ext cx="676370" cy="15701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5" name="Rectangle: Rounded Corners 1874">
            <a:extLst>
              <a:ext uri="{FF2B5EF4-FFF2-40B4-BE49-F238E27FC236}">
                <a16:creationId xmlns:a16="http://schemas.microsoft.com/office/drawing/2014/main" id="{40BE4B5F-443E-4054-8112-D38DDD4DC12A}"/>
              </a:ext>
            </a:extLst>
          </p:cNvPr>
          <p:cNvSpPr/>
          <p:nvPr/>
        </p:nvSpPr>
        <p:spPr>
          <a:xfrm rot="5037398" flipV="1">
            <a:off x="10809342" y="1881367"/>
            <a:ext cx="50675" cy="5016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3" name="Rectangle: Rounded Corners 1872">
            <a:extLst>
              <a:ext uri="{FF2B5EF4-FFF2-40B4-BE49-F238E27FC236}">
                <a16:creationId xmlns:a16="http://schemas.microsoft.com/office/drawing/2014/main" id="{10D2BE0B-D4AE-43A0-8768-4907FAC73934}"/>
              </a:ext>
            </a:extLst>
          </p:cNvPr>
          <p:cNvSpPr/>
          <p:nvPr/>
        </p:nvSpPr>
        <p:spPr>
          <a:xfrm rot="5037398" flipV="1">
            <a:off x="10249224" y="2147995"/>
            <a:ext cx="50675" cy="5016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90" name="Group 1589">
            <a:extLst>
              <a:ext uri="{FF2B5EF4-FFF2-40B4-BE49-F238E27FC236}">
                <a16:creationId xmlns:a16="http://schemas.microsoft.com/office/drawing/2014/main" id="{31A572A7-1BC7-4886-B7BB-78D605189A67}"/>
              </a:ext>
            </a:extLst>
          </p:cNvPr>
          <p:cNvGrpSpPr/>
          <p:nvPr/>
        </p:nvGrpSpPr>
        <p:grpSpPr>
          <a:xfrm>
            <a:off x="10301858" y="766222"/>
            <a:ext cx="1081462" cy="1476716"/>
            <a:chOff x="2089993" y="1523034"/>
            <a:chExt cx="1081462" cy="1476716"/>
          </a:xfrm>
        </p:grpSpPr>
        <p:grpSp>
          <p:nvGrpSpPr>
            <p:cNvPr id="1811" name="Group 1810">
              <a:extLst>
                <a:ext uri="{FF2B5EF4-FFF2-40B4-BE49-F238E27FC236}">
                  <a16:creationId xmlns:a16="http://schemas.microsoft.com/office/drawing/2014/main" id="{B0A620D7-5C1A-4500-9DD4-B36699EF9D56}"/>
                </a:ext>
              </a:extLst>
            </p:cNvPr>
            <p:cNvGrpSpPr/>
            <p:nvPr/>
          </p:nvGrpSpPr>
          <p:grpSpPr>
            <a:xfrm>
              <a:off x="2089993" y="1670705"/>
              <a:ext cx="101484" cy="1016226"/>
              <a:chOff x="1800622" y="2364951"/>
              <a:chExt cx="101484" cy="1016226"/>
            </a:xfrm>
          </p:grpSpPr>
          <p:sp>
            <p:nvSpPr>
              <p:cNvPr id="1868" name="Flowchart: Connector 1867">
                <a:extLst>
                  <a:ext uri="{FF2B5EF4-FFF2-40B4-BE49-F238E27FC236}">
                    <a16:creationId xmlns:a16="http://schemas.microsoft.com/office/drawing/2014/main" id="{0B9B4B6D-7110-4911-BE6F-1BAC161CA7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328757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69" name="Flowchart: Connector 1868">
                <a:extLst>
                  <a:ext uri="{FF2B5EF4-FFF2-40B4-BE49-F238E27FC236}">
                    <a16:creationId xmlns:a16="http://schemas.microsoft.com/office/drawing/2014/main" id="{F73AD68A-2C12-4F36-88D2-0C611A797E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96789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70" name="Flowchart: Connector 1869">
                <a:extLst>
                  <a:ext uri="{FF2B5EF4-FFF2-40B4-BE49-F238E27FC236}">
                    <a16:creationId xmlns:a16="http://schemas.microsoft.com/office/drawing/2014/main" id="{3B6D605B-AFFB-4A22-8C79-25E9DF4A7B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0622" y="265099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71" name="Flowchart: Connector 1870">
                <a:extLst>
                  <a:ext uri="{FF2B5EF4-FFF2-40B4-BE49-F238E27FC236}">
                    <a16:creationId xmlns:a16="http://schemas.microsoft.com/office/drawing/2014/main" id="{A073CB58-C8C9-479C-A70F-C34FE769AB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3649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1812" name="Group 1811">
              <a:extLst>
                <a:ext uri="{FF2B5EF4-FFF2-40B4-BE49-F238E27FC236}">
                  <a16:creationId xmlns:a16="http://schemas.microsoft.com/office/drawing/2014/main" id="{8335550B-C494-4CF9-86F3-BFC7E8028931}"/>
                </a:ext>
              </a:extLst>
            </p:cNvPr>
            <p:cNvGrpSpPr/>
            <p:nvPr/>
          </p:nvGrpSpPr>
          <p:grpSpPr>
            <a:xfrm>
              <a:off x="2114232" y="1523034"/>
              <a:ext cx="1057223" cy="1476716"/>
              <a:chOff x="2114232" y="1523034"/>
              <a:chExt cx="1057223" cy="1476716"/>
            </a:xfrm>
          </p:grpSpPr>
          <p:grpSp>
            <p:nvGrpSpPr>
              <p:cNvPr id="1813" name="Group 1812">
                <a:extLst>
                  <a:ext uri="{FF2B5EF4-FFF2-40B4-BE49-F238E27FC236}">
                    <a16:creationId xmlns:a16="http://schemas.microsoft.com/office/drawing/2014/main" id="{3008A02E-AB4D-41FC-9000-78EADCF8BD15}"/>
                  </a:ext>
                </a:extLst>
              </p:cNvPr>
              <p:cNvGrpSpPr/>
              <p:nvPr/>
            </p:nvGrpSpPr>
            <p:grpSpPr>
              <a:xfrm>
                <a:off x="2123911" y="2460111"/>
                <a:ext cx="1047544" cy="539639"/>
                <a:chOff x="3717189" y="1719497"/>
                <a:chExt cx="1047544" cy="539639"/>
              </a:xfrm>
            </p:grpSpPr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1" name="3D Model 1860" descr="Sphere">
                      <a:extLst>
                        <a:ext uri="{FF2B5EF4-FFF2-40B4-BE49-F238E27FC236}">
                          <a16:creationId xmlns:a16="http://schemas.microsoft.com/office/drawing/2014/main" id="{8A4E3897-A79F-4DF4-8A83-00219BF9B6C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277536371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39" name="3D Model 538" descr="Sphere">
                      <a:extLst>
                        <a:ext uri="{FF2B5EF4-FFF2-40B4-BE49-F238E27FC236}">
                          <a16:creationId xmlns:a16="http://schemas.microsoft.com/office/drawing/2014/main" id="{989EAF3D-01F6-44C6-8257-DE398685513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5882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62" name="Flowchart: Connector 1861">
                  <a:extLst>
                    <a:ext uri="{FF2B5EF4-FFF2-40B4-BE49-F238E27FC236}">
                      <a16:creationId xmlns:a16="http://schemas.microsoft.com/office/drawing/2014/main" id="{9844AECB-03FE-497B-AC01-1E8FD0E572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3" name="3D Model 1862" descr="Sphere">
                      <a:extLst>
                        <a:ext uri="{FF2B5EF4-FFF2-40B4-BE49-F238E27FC236}">
                          <a16:creationId xmlns:a16="http://schemas.microsoft.com/office/drawing/2014/main" id="{7987F21D-137E-4CAD-985D-861DA94A1A3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242909261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1" name="3D Model 540" descr="Sphere">
                      <a:extLst>
                        <a:ext uri="{FF2B5EF4-FFF2-40B4-BE49-F238E27FC236}">
                          <a16:creationId xmlns:a16="http://schemas.microsoft.com/office/drawing/2014/main" id="{AB17CB10-4F93-4434-BA14-50AFAFF4946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66623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64" name="Flowchart: Connector 1863">
                  <a:extLst>
                    <a:ext uri="{FF2B5EF4-FFF2-40B4-BE49-F238E27FC236}">
                      <a16:creationId xmlns:a16="http://schemas.microsoft.com/office/drawing/2014/main" id="{4D3376F9-B36D-4BF3-BBF9-51D4CE8F4DF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5" name="3D Model 1864" descr="Sphere">
                      <a:extLst>
                        <a:ext uri="{FF2B5EF4-FFF2-40B4-BE49-F238E27FC236}">
                          <a16:creationId xmlns:a16="http://schemas.microsoft.com/office/drawing/2014/main" id="{69E7A492-6C74-4438-ADD4-7E57937DFC0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091365827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3" name="3D Model 542" descr="Sphere">
                      <a:extLst>
                        <a:ext uri="{FF2B5EF4-FFF2-40B4-BE49-F238E27FC236}">
                          <a16:creationId xmlns:a16="http://schemas.microsoft.com/office/drawing/2014/main" id="{503D28F6-C92A-40B9-96B8-4050B0C4C9A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728034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66" name="Flowchart: Connector 1865">
                  <a:extLst>
                    <a:ext uri="{FF2B5EF4-FFF2-40B4-BE49-F238E27FC236}">
                      <a16:creationId xmlns:a16="http://schemas.microsoft.com/office/drawing/2014/main" id="{D827C58D-BC87-4BA1-AEC9-721ABC192C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7" name="3D Model 1866" descr="Sphere">
                      <a:extLst>
                        <a:ext uri="{FF2B5EF4-FFF2-40B4-BE49-F238E27FC236}">
                          <a16:creationId xmlns:a16="http://schemas.microsoft.com/office/drawing/2014/main" id="{7ED4B1A7-33CC-409E-8FA5-79553158AD8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97231943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5" name="3D Model 544" descr="Sphere">
                      <a:extLst>
                        <a:ext uri="{FF2B5EF4-FFF2-40B4-BE49-F238E27FC236}">
                          <a16:creationId xmlns:a16="http://schemas.microsoft.com/office/drawing/2014/main" id="{226A18F8-2383-4285-9223-CF3CEC25C57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815073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814" name="Group 1813">
                <a:extLst>
                  <a:ext uri="{FF2B5EF4-FFF2-40B4-BE49-F238E27FC236}">
                    <a16:creationId xmlns:a16="http://schemas.microsoft.com/office/drawing/2014/main" id="{25693F9F-42E9-4A89-A939-44C60027CD44}"/>
                  </a:ext>
                </a:extLst>
              </p:cNvPr>
              <p:cNvGrpSpPr/>
              <p:nvPr/>
            </p:nvGrpSpPr>
            <p:grpSpPr>
              <a:xfrm>
                <a:off x="2123911" y="2140429"/>
                <a:ext cx="1047544" cy="637179"/>
                <a:chOff x="3717189" y="1719497"/>
                <a:chExt cx="1047544" cy="637179"/>
              </a:xfrm>
            </p:grpSpPr>
            <p:sp>
              <p:nvSpPr>
                <p:cNvPr id="1846" name="Flowchart: Connector 1845">
                  <a:extLst>
                    <a:ext uri="{FF2B5EF4-FFF2-40B4-BE49-F238E27FC236}">
                      <a16:creationId xmlns:a16="http://schemas.microsoft.com/office/drawing/2014/main" id="{5F9E698C-0D55-46E9-BBCF-7E9AC97367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47" name="Flowchart: Connector 1846">
                  <a:extLst>
                    <a:ext uri="{FF2B5EF4-FFF2-40B4-BE49-F238E27FC236}">
                      <a16:creationId xmlns:a16="http://schemas.microsoft.com/office/drawing/2014/main" id="{464C454F-6587-4585-A2EB-227C4EE06A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48" name="Flowchart: Connector 1847">
                  <a:extLst>
                    <a:ext uri="{FF2B5EF4-FFF2-40B4-BE49-F238E27FC236}">
                      <a16:creationId xmlns:a16="http://schemas.microsoft.com/office/drawing/2014/main" id="{6E4CCB12-5B81-4CA3-87AC-4A99E741E1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49" name="Flowchart: Connector 1848">
                  <a:extLst>
                    <a:ext uri="{FF2B5EF4-FFF2-40B4-BE49-F238E27FC236}">
                      <a16:creationId xmlns:a16="http://schemas.microsoft.com/office/drawing/2014/main" id="{5942D477-2402-4A5C-A485-9FF90FC787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0" name="Flowchart: Connector 1849">
                  <a:extLst>
                    <a:ext uri="{FF2B5EF4-FFF2-40B4-BE49-F238E27FC236}">
                      <a16:creationId xmlns:a16="http://schemas.microsoft.com/office/drawing/2014/main" id="{D20C530F-6771-4C76-8EB1-78E6881315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1" name="Flowchart: Connector 1850">
                  <a:extLst>
                    <a:ext uri="{FF2B5EF4-FFF2-40B4-BE49-F238E27FC236}">
                      <a16:creationId xmlns:a16="http://schemas.microsoft.com/office/drawing/2014/main" id="{A3DCF0A8-24A8-4CD1-8474-1E0AE1485A4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2" name="Flowchart: Connector 1851">
                  <a:extLst>
                    <a:ext uri="{FF2B5EF4-FFF2-40B4-BE49-F238E27FC236}">
                      <a16:creationId xmlns:a16="http://schemas.microsoft.com/office/drawing/2014/main" id="{A77FCCB5-91AA-483A-B01F-5BAED8C212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3" name="Flowchart: Connector 1852">
                  <a:extLst>
                    <a:ext uri="{FF2B5EF4-FFF2-40B4-BE49-F238E27FC236}">
                      <a16:creationId xmlns:a16="http://schemas.microsoft.com/office/drawing/2014/main" id="{F518DC44-EEAD-40F7-94F2-943EB111BB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54" name="3D Model 1853" descr="Sphere">
                      <a:extLst>
                        <a:ext uri="{FF2B5EF4-FFF2-40B4-BE49-F238E27FC236}">
                          <a16:creationId xmlns:a16="http://schemas.microsoft.com/office/drawing/2014/main" id="{C8E1ACA6-1348-4710-B115-F1B998A1E09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427343353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5" name="3D Model 554" descr="Sphere">
                      <a:extLst>
                        <a:ext uri="{FF2B5EF4-FFF2-40B4-BE49-F238E27FC236}">
                          <a16:creationId xmlns:a16="http://schemas.microsoft.com/office/drawing/2014/main" id="{B10B1F59-68DB-45EF-85AF-5C8351B14029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268571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55" name="Flowchart: Connector 1854">
                  <a:extLst>
                    <a:ext uri="{FF2B5EF4-FFF2-40B4-BE49-F238E27FC236}">
                      <a16:creationId xmlns:a16="http://schemas.microsoft.com/office/drawing/2014/main" id="{013316CB-A9BA-480F-B9AC-B0AC5340A76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56" name="3D Model 1855" descr="Sphere">
                      <a:extLst>
                        <a:ext uri="{FF2B5EF4-FFF2-40B4-BE49-F238E27FC236}">
                          <a16:creationId xmlns:a16="http://schemas.microsoft.com/office/drawing/2014/main" id="{9BB85ACA-63A7-4A76-8272-58D0F8BA1C2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775229494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7" name="3D Model 556" descr="Sphere">
                      <a:extLst>
                        <a:ext uri="{FF2B5EF4-FFF2-40B4-BE49-F238E27FC236}">
                          <a16:creationId xmlns:a16="http://schemas.microsoft.com/office/drawing/2014/main" id="{A2534F90-63A2-4E00-9F6F-62444BCD921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3465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57" name="Flowchart: Connector 1856">
                  <a:extLst>
                    <a:ext uri="{FF2B5EF4-FFF2-40B4-BE49-F238E27FC236}">
                      <a16:creationId xmlns:a16="http://schemas.microsoft.com/office/drawing/2014/main" id="{C6137DB4-AFA3-416E-AFDF-9565515B44A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58" name="3D Model 1857" descr="Sphere">
                      <a:extLst>
                        <a:ext uri="{FF2B5EF4-FFF2-40B4-BE49-F238E27FC236}">
                          <a16:creationId xmlns:a16="http://schemas.microsoft.com/office/drawing/2014/main" id="{1B82FB3E-03D9-4708-8500-49731DD7072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12390584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9" name="3D Model 558" descr="Sphere">
                      <a:extLst>
                        <a:ext uri="{FF2B5EF4-FFF2-40B4-BE49-F238E27FC236}">
                          <a16:creationId xmlns:a16="http://schemas.microsoft.com/office/drawing/2014/main" id="{3144521F-B4C2-4106-B2F3-D31F5890AAB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40835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59" name="Flowchart: Connector 1858">
                  <a:extLst>
                    <a:ext uri="{FF2B5EF4-FFF2-40B4-BE49-F238E27FC236}">
                      <a16:creationId xmlns:a16="http://schemas.microsoft.com/office/drawing/2014/main" id="{428E11B5-F30C-431D-B5A2-93BEE9EFC38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0" name="3D Model 1859" descr="Sphere">
                      <a:extLst>
                        <a:ext uri="{FF2B5EF4-FFF2-40B4-BE49-F238E27FC236}">
                          <a16:creationId xmlns:a16="http://schemas.microsoft.com/office/drawing/2014/main" id="{DBD83137-2185-4F9E-9C62-40EE0134595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903678408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7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61" name="3D Model 560" descr="Sphere">
                      <a:extLst>
                        <a:ext uri="{FF2B5EF4-FFF2-40B4-BE49-F238E27FC236}">
                          <a16:creationId xmlns:a16="http://schemas.microsoft.com/office/drawing/2014/main" id="{81B1584C-E839-495C-A926-920C4CB7DA9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4953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815" name="Group 1814">
                <a:extLst>
                  <a:ext uri="{FF2B5EF4-FFF2-40B4-BE49-F238E27FC236}">
                    <a16:creationId xmlns:a16="http://schemas.microsoft.com/office/drawing/2014/main" id="{B71B9EA7-05F8-4170-BD4D-53C9968C7C5E}"/>
                  </a:ext>
                </a:extLst>
              </p:cNvPr>
              <p:cNvGrpSpPr/>
              <p:nvPr/>
            </p:nvGrpSpPr>
            <p:grpSpPr>
              <a:xfrm>
                <a:off x="2114232" y="1823526"/>
                <a:ext cx="1047544" cy="637179"/>
                <a:chOff x="3717189" y="1719497"/>
                <a:chExt cx="1047544" cy="637179"/>
              </a:xfrm>
            </p:grpSpPr>
            <p:sp>
              <p:nvSpPr>
                <p:cNvPr id="1831" name="Flowchart: Connector 1830">
                  <a:extLst>
                    <a:ext uri="{FF2B5EF4-FFF2-40B4-BE49-F238E27FC236}">
                      <a16:creationId xmlns:a16="http://schemas.microsoft.com/office/drawing/2014/main" id="{D4EE161B-2743-4358-BEDE-ABF79CF629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2" name="Flowchart: Connector 1831">
                  <a:extLst>
                    <a:ext uri="{FF2B5EF4-FFF2-40B4-BE49-F238E27FC236}">
                      <a16:creationId xmlns:a16="http://schemas.microsoft.com/office/drawing/2014/main" id="{FB94DBEA-57BD-49BD-86CB-7D0DF87C19C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3" name="Flowchart: Connector 1832">
                  <a:extLst>
                    <a:ext uri="{FF2B5EF4-FFF2-40B4-BE49-F238E27FC236}">
                      <a16:creationId xmlns:a16="http://schemas.microsoft.com/office/drawing/2014/main" id="{2AF4E011-6B7F-47B3-8C4A-8183AF1B3A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4" name="Flowchart: Connector 1833">
                  <a:extLst>
                    <a:ext uri="{FF2B5EF4-FFF2-40B4-BE49-F238E27FC236}">
                      <a16:creationId xmlns:a16="http://schemas.microsoft.com/office/drawing/2014/main" id="{9D4A85FF-AC33-4834-BCA0-C6EA29FAC1A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5" name="Flowchart: Connector 1834">
                  <a:extLst>
                    <a:ext uri="{FF2B5EF4-FFF2-40B4-BE49-F238E27FC236}">
                      <a16:creationId xmlns:a16="http://schemas.microsoft.com/office/drawing/2014/main" id="{1972ED0E-2DE4-406F-B97B-0ADB4A3682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6" name="Flowchart: Connector 1835">
                  <a:extLst>
                    <a:ext uri="{FF2B5EF4-FFF2-40B4-BE49-F238E27FC236}">
                      <a16:creationId xmlns:a16="http://schemas.microsoft.com/office/drawing/2014/main" id="{0CD67153-964B-4969-B14D-4BC09F9B4C9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7" name="Flowchart: Connector 1836">
                  <a:extLst>
                    <a:ext uri="{FF2B5EF4-FFF2-40B4-BE49-F238E27FC236}">
                      <a16:creationId xmlns:a16="http://schemas.microsoft.com/office/drawing/2014/main" id="{E506DB13-E339-45FA-B845-36A989A6E4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8" name="Flowchart: Connector 1837">
                  <a:extLst>
                    <a:ext uri="{FF2B5EF4-FFF2-40B4-BE49-F238E27FC236}">
                      <a16:creationId xmlns:a16="http://schemas.microsoft.com/office/drawing/2014/main" id="{D7581BF2-ADCD-4381-92A3-AE4EB6D1A7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39" name="3D Model 1838" descr="Sphere">
                      <a:extLst>
                        <a:ext uri="{FF2B5EF4-FFF2-40B4-BE49-F238E27FC236}">
                          <a16:creationId xmlns:a16="http://schemas.microsoft.com/office/drawing/2014/main" id="{FE311702-C0E9-4746-8D14-3DC7C87EC30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39995969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1" name="3D Model 570" descr="Sphere">
                      <a:extLst>
                        <a:ext uri="{FF2B5EF4-FFF2-40B4-BE49-F238E27FC236}">
                          <a16:creationId xmlns:a16="http://schemas.microsoft.com/office/drawing/2014/main" id="{431CAFD4-B5D8-40F0-860A-3D38F1F2E4D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18294" y="295166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40" name="Flowchart: Connector 1839">
                  <a:extLst>
                    <a:ext uri="{FF2B5EF4-FFF2-40B4-BE49-F238E27FC236}">
                      <a16:creationId xmlns:a16="http://schemas.microsoft.com/office/drawing/2014/main" id="{EEFD5087-61D0-4A30-98CA-B6D172D046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41" name="3D Model 1840" descr="Sphere">
                      <a:extLst>
                        <a:ext uri="{FF2B5EF4-FFF2-40B4-BE49-F238E27FC236}">
                          <a16:creationId xmlns:a16="http://schemas.microsoft.com/office/drawing/2014/main" id="{5240EA2A-003E-4CB6-94CE-CC0B855741A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97979364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3" name="3D Model 572" descr="Sphere">
                      <a:extLst>
                        <a:ext uri="{FF2B5EF4-FFF2-40B4-BE49-F238E27FC236}">
                          <a16:creationId xmlns:a16="http://schemas.microsoft.com/office/drawing/2014/main" id="{D6220843-76D7-4B68-A4C7-3C63A7751E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59064" y="302965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42" name="Flowchart: Connector 1841">
                  <a:extLst>
                    <a:ext uri="{FF2B5EF4-FFF2-40B4-BE49-F238E27FC236}">
                      <a16:creationId xmlns:a16="http://schemas.microsoft.com/office/drawing/2014/main" id="{0FA343EF-37B0-4F94-9724-9B302479C0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43" name="3D Model 1842" descr="Sphere">
                      <a:extLst>
                        <a:ext uri="{FF2B5EF4-FFF2-40B4-BE49-F238E27FC236}">
                          <a16:creationId xmlns:a16="http://schemas.microsoft.com/office/drawing/2014/main" id="{04D14399-2631-4B0A-929C-833BF7F406C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827622088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5" name="3D Model 574" descr="Sphere">
                      <a:extLst>
                        <a:ext uri="{FF2B5EF4-FFF2-40B4-BE49-F238E27FC236}">
                          <a16:creationId xmlns:a16="http://schemas.microsoft.com/office/drawing/2014/main" id="{A31C2113-6FBF-4DA7-9B5E-8D9B60E9FEA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03560" y="309144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44" name="Flowchart: Connector 1843">
                  <a:extLst>
                    <a:ext uri="{FF2B5EF4-FFF2-40B4-BE49-F238E27FC236}">
                      <a16:creationId xmlns:a16="http://schemas.microsoft.com/office/drawing/2014/main" id="{6F338D59-E273-493E-AB23-30732477904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45" name="3D Model 1844" descr="Sphere">
                      <a:extLst>
                        <a:ext uri="{FF2B5EF4-FFF2-40B4-BE49-F238E27FC236}">
                          <a16:creationId xmlns:a16="http://schemas.microsoft.com/office/drawing/2014/main" id="{3296999C-1CFE-4BE3-BCD0-9AC1D903A0E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055086718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7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7" name="3D Model 576" descr="Sphere">
                      <a:extLst>
                        <a:ext uri="{FF2B5EF4-FFF2-40B4-BE49-F238E27FC236}">
                          <a16:creationId xmlns:a16="http://schemas.microsoft.com/office/drawing/2014/main" id="{69CA7D75-9569-459B-AA3F-BFD6D15B257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71978" y="3178488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1816" name="Flowchart: Connector 1815">
                <a:extLst>
                  <a:ext uri="{FF2B5EF4-FFF2-40B4-BE49-F238E27FC236}">
                    <a16:creationId xmlns:a16="http://schemas.microsoft.com/office/drawing/2014/main" id="{07F43432-3D45-443D-BB76-C92ED38A1A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22159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17" name="Flowchart: Connector 1816">
                <a:extLst>
                  <a:ext uri="{FF2B5EF4-FFF2-40B4-BE49-F238E27FC236}">
                    <a16:creationId xmlns:a16="http://schemas.microsoft.com/office/drawing/2014/main" id="{E5086504-771F-4B34-95BD-8B6C880D19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40307" y="178032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18" name="Flowchart: Connector 1817">
                <a:extLst>
                  <a:ext uri="{FF2B5EF4-FFF2-40B4-BE49-F238E27FC236}">
                    <a16:creationId xmlns:a16="http://schemas.microsoft.com/office/drawing/2014/main" id="{ADF0ADC4-08DE-42DC-AE16-88C77446A3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3299" y="175226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19" name="Flowchart: Connector 1818">
                <a:extLst>
                  <a:ext uri="{FF2B5EF4-FFF2-40B4-BE49-F238E27FC236}">
                    <a16:creationId xmlns:a16="http://schemas.microsoft.com/office/drawing/2014/main" id="{2B31E450-12AF-40E9-9AA8-33FD4FD979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72010" y="18446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0" name="Flowchart: Connector 1819">
                <a:extLst>
                  <a:ext uri="{FF2B5EF4-FFF2-40B4-BE49-F238E27FC236}">
                    <a16:creationId xmlns:a16="http://schemas.microsoft.com/office/drawing/2014/main" id="{66234029-A124-4D3D-8896-941DAEDD5B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27678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1" name="Flowchart: Connector 1820">
                <a:extLst>
                  <a:ext uri="{FF2B5EF4-FFF2-40B4-BE49-F238E27FC236}">
                    <a16:creationId xmlns:a16="http://schemas.microsoft.com/office/drawing/2014/main" id="{61C0CCCB-8DBB-45EC-AB0F-E9463A7033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6506" y="192146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2" name="Flowchart: Connector 1821">
                <a:extLst>
                  <a:ext uri="{FF2B5EF4-FFF2-40B4-BE49-F238E27FC236}">
                    <a16:creationId xmlns:a16="http://schemas.microsoft.com/office/drawing/2014/main" id="{5FB3C4AF-25B5-467C-B3CC-3DF38E6E05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8047" y="192294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3" name="Flowchart: Connector 1822">
                <a:extLst>
                  <a:ext uri="{FF2B5EF4-FFF2-40B4-BE49-F238E27FC236}">
                    <a16:creationId xmlns:a16="http://schemas.microsoft.com/office/drawing/2014/main" id="{D7352050-1E3A-46AC-983C-518AE1E6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405" y="200468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24" name="3D Model 1823" descr="Sphere">
                    <a:extLst>
                      <a:ext uri="{FF2B5EF4-FFF2-40B4-BE49-F238E27FC236}">
                        <a16:creationId xmlns:a16="http://schemas.microsoft.com/office/drawing/2014/main" id="{8C30B656-44C2-4304-9944-6E0C7AC076E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709929074"/>
                      </p:ext>
                    </p:extLst>
                  </p:nvPr>
                </p:nvGraphicFramePr>
                <p:xfrm>
                  <a:off x="2134543" y="1523034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6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24" name="3D Model 1823" descr="Sphere">
                    <a:extLst>
                      <a:ext uri="{FF2B5EF4-FFF2-40B4-BE49-F238E27FC236}">
                        <a16:creationId xmlns:a16="http://schemas.microsoft.com/office/drawing/2014/main" id="{8C30B656-44C2-4304-9944-6E0C7AC076E4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346408" y="766222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825" name="Flowchart: Connector 1824">
                <a:extLst>
                  <a:ext uri="{FF2B5EF4-FFF2-40B4-BE49-F238E27FC236}">
                    <a16:creationId xmlns:a16="http://schemas.microsoft.com/office/drawing/2014/main" id="{20B2EB73-8380-4B9E-B006-6D239B6156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5380" y="165330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26" name="3D Model 1825" descr="Sphere">
                    <a:extLst>
                      <a:ext uri="{FF2B5EF4-FFF2-40B4-BE49-F238E27FC236}">
                        <a16:creationId xmlns:a16="http://schemas.microsoft.com/office/drawing/2014/main" id="{B6502C5C-94C1-4547-B26A-A7AE5B8C124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29166398"/>
                      </p:ext>
                    </p:extLst>
                  </p:nvPr>
                </p:nvGraphicFramePr>
                <p:xfrm>
                  <a:off x="2371307" y="1579752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4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26" name="3D Model 1825" descr="Sphere">
                    <a:extLst>
                      <a:ext uri="{FF2B5EF4-FFF2-40B4-BE49-F238E27FC236}">
                        <a16:creationId xmlns:a16="http://schemas.microsoft.com/office/drawing/2014/main" id="{B6502C5C-94C1-4547-B26A-A7AE5B8C124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583172" y="822940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827" name="Flowchart: Connector 1826">
                <a:extLst>
                  <a:ext uri="{FF2B5EF4-FFF2-40B4-BE49-F238E27FC236}">
                    <a16:creationId xmlns:a16="http://schemas.microsoft.com/office/drawing/2014/main" id="{B8EC93A9-3B36-4064-B3CA-40C00E1566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84559" y="172243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28" name="3D Model 1827" descr="Sphere">
                    <a:extLst>
                      <a:ext uri="{FF2B5EF4-FFF2-40B4-BE49-F238E27FC236}">
                        <a16:creationId xmlns:a16="http://schemas.microsoft.com/office/drawing/2014/main" id="{DEA979E8-E17E-4677-8FD6-208FE529EEC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80200381"/>
                      </p:ext>
                    </p:extLst>
                  </p:nvPr>
                </p:nvGraphicFramePr>
                <p:xfrm>
                  <a:off x="2609177" y="1641551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28" name="3D Model 1827" descr="Sphere">
                    <a:extLst>
                      <a:ext uri="{FF2B5EF4-FFF2-40B4-BE49-F238E27FC236}">
                        <a16:creationId xmlns:a16="http://schemas.microsoft.com/office/drawing/2014/main" id="{DEA979E8-E17E-4677-8FD6-208FE529EECA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821042" y="884739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829" name="Flowchart: Connector 1828">
                <a:extLst>
                  <a:ext uri="{FF2B5EF4-FFF2-40B4-BE49-F238E27FC236}">
                    <a16:creationId xmlns:a16="http://schemas.microsoft.com/office/drawing/2014/main" id="{B1C3A735-25C9-442E-9B72-0868535142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8075" y="180504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30" name="3D Model 1829" descr="Sphere">
                    <a:extLst>
                      <a:ext uri="{FF2B5EF4-FFF2-40B4-BE49-F238E27FC236}">
                        <a16:creationId xmlns:a16="http://schemas.microsoft.com/office/drawing/2014/main" id="{58DB7C4D-16F0-4B27-BD24-C131B6F3887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71507117"/>
                      </p:ext>
                    </p:extLst>
                  </p:nvPr>
                </p:nvGraphicFramePr>
                <p:xfrm>
                  <a:off x="2877595" y="1728590"/>
                  <a:ext cx="293860" cy="31281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3860" cy="31281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329655" ay="3593320" az="-2226581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7"/>
                      </am3d:raster>
                      <am3d:objViewport viewportSz="407612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30" name="3D Model 1829" descr="Sphere">
                    <a:extLst>
                      <a:ext uri="{FF2B5EF4-FFF2-40B4-BE49-F238E27FC236}">
                        <a16:creationId xmlns:a16="http://schemas.microsoft.com/office/drawing/2014/main" id="{58DB7C4D-16F0-4B27-BD24-C131B6F3887D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1089460" y="971778"/>
                    <a:ext cx="293860" cy="31281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591" name="Group 1590">
            <a:extLst>
              <a:ext uri="{FF2B5EF4-FFF2-40B4-BE49-F238E27FC236}">
                <a16:creationId xmlns:a16="http://schemas.microsoft.com/office/drawing/2014/main" id="{C307FC63-A19C-47FB-899C-8A3EE6BAA8C0}"/>
              </a:ext>
            </a:extLst>
          </p:cNvPr>
          <p:cNvGrpSpPr/>
          <p:nvPr/>
        </p:nvGrpSpPr>
        <p:grpSpPr>
          <a:xfrm>
            <a:off x="11005611" y="1250392"/>
            <a:ext cx="222323" cy="860409"/>
            <a:chOff x="1473033" y="2656490"/>
            <a:chExt cx="222323" cy="860409"/>
          </a:xfrm>
        </p:grpSpPr>
        <p:sp>
          <p:nvSpPr>
            <p:cNvPr id="1808" name="Flowchart: Connector 1807">
              <a:extLst>
                <a:ext uri="{FF2B5EF4-FFF2-40B4-BE49-F238E27FC236}">
                  <a16:creationId xmlns:a16="http://schemas.microsoft.com/office/drawing/2014/main" id="{99FCF87F-8D14-458F-945F-F1A1C87F52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2672" y="2656490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09" name="Flowchart: Connector 1808">
              <a:extLst>
                <a:ext uri="{FF2B5EF4-FFF2-40B4-BE49-F238E27FC236}">
                  <a16:creationId xmlns:a16="http://schemas.microsoft.com/office/drawing/2014/main" id="{30D9B09A-AF3D-46D3-8D7C-683A116618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3033" y="2982505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10" name="Flowchart: Connector 1809">
              <a:extLst>
                <a:ext uri="{FF2B5EF4-FFF2-40B4-BE49-F238E27FC236}">
                  <a16:creationId xmlns:a16="http://schemas.microsoft.com/office/drawing/2014/main" id="{64F2C098-EBA3-47EE-904B-9DDBDF7A3B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3497" y="3300899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sp>
        <p:nvSpPr>
          <p:cNvPr id="1592" name="Flowchart: Connector 1591">
            <a:extLst>
              <a:ext uri="{FF2B5EF4-FFF2-40B4-BE49-F238E27FC236}">
                <a16:creationId xmlns:a16="http://schemas.microsoft.com/office/drawing/2014/main" id="{194AD2F3-224C-4F9C-AC89-8A4DC571B0C0}"/>
              </a:ext>
            </a:extLst>
          </p:cNvPr>
          <p:cNvSpPr>
            <a:spLocks/>
          </p:cNvSpPr>
          <p:nvPr/>
        </p:nvSpPr>
        <p:spPr>
          <a:xfrm>
            <a:off x="10569312" y="994068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593" name="Flowchart: Connector 1592">
            <a:extLst>
              <a:ext uri="{FF2B5EF4-FFF2-40B4-BE49-F238E27FC236}">
                <a16:creationId xmlns:a16="http://schemas.microsoft.com/office/drawing/2014/main" id="{71A14E3D-F6F7-4686-B366-AF81C97C6AAB}"/>
              </a:ext>
            </a:extLst>
          </p:cNvPr>
          <p:cNvSpPr>
            <a:spLocks/>
          </p:cNvSpPr>
          <p:nvPr/>
        </p:nvSpPr>
        <p:spPr>
          <a:xfrm>
            <a:off x="10820288" y="1068724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grpSp>
        <p:nvGrpSpPr>
          <p:cNvPr id="1594" name="Group 1593">
            <a:extLst>
              <a:ext uri="{FF2B5EF4-FFF2-40B4-BE49-F238E27FC236}">
                <a16:creationId xmlns:a16="http://schemas.microsoft.com/office/drawing/2014/main" id="{A05B86D4-F29A-4160-BAC8-C43175D93D6B}"/>
              </a:ext>
            </a:extLst>
          </p:cNvPr>
          <p:cNvGrpSpPr/>
          <p:nvPr/>
        </p:nvGrpSpPr>
        <p:grpSpPr>
          <a:xfrm rot="21228750">
            <a:off x="10403506" y="900114"/>
            <a:ext cx="698062" cy="387533"/>
            <a:chOff x="854933" y="2290871"/>
            <a:chExt cx="698062" cy="387533"/>
          </a:xfrm>
        </p:grpSpPr>
        <p:sp>
          <p:nvSpPr>
            <p:cNvPr id="1805" name="Flowchart: Connector 1804">
              <a:extLst>
                <a:ext uri="{FF2B5EF4-FFF2-40B4-BE49-F238E27FC236}">
                  <a16:creationId xmlns:a16="http://schemas.microsoft.com/office/drawing/2014/main" id="{DD50605D-EF97-4355-B27F-3546488F42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933" y="2290871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06" name="Flowchart: Connector 1805">
              <a:extLst>
                <a:ext uri="{FF2B5EF4-FFF2-40B4-BE49-F238E27FC236}">
                  <a16:creationId xmlns:a16="http://schemas.microsoft.com/office/drawing/2014/main" id="{93DC5EE5-C86F-47EA-A501-8AF61C2567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5206" y="2377897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07" name="Flowchart: Connector 1806">
              <a:extLst>
                <a:ext uri="{FF2B5EF4-FFF2-40B4-BE49-F238E27FC236}">
                  <a16:creationId xmlns:a16="http://schemas.microsoft.com/office/drawing/2014/main" id="{AD2E1D6C-1445-48E5-B86B-CECBDFF83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41136" y="2462404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grpSp>
        <p:nvGrpSpPr>
          <p:cNvPr id="1595" name="Group 1594">
            <a:extLst>
              <a:ext uri="{FF2B5EF4-FFF2-40B4-BE49-F238E27FC236}">
                <a16:creationId xmlns:a16="http://schemas.microsoft.com/office/drawing/2014/main" id="{09BB505C-7800-432E-87E9-F8BC77B1B1A2}"/>
              </a:ext>
            </a:extLst>
          </p:cNvPr>
          <p:cNvGrpSpPr/>
          <p:nvPr/>
        </p:nvGrpSpPr>
        <p:grpSpPr>
          <a:xfrm>
            <a:off x="10082027" y="871774"/>
            <a:ext cx="1098636" cy="1497980"/>
            <a:chOff x="2089993" y="1501770"/>
            <a:chExt cx="1098636" cy="1497980"/>
          </a:xfrm>
        </p:grpSpPr>
        <p:grpSp>
          <p:nvGrpSpPr>
            <p:cNvPr id="1740" name="Group 1739">
              <a:extLst>
                <a:ext uri="{FF2B5EF4-FFF2-40B4-BE49-F238E27FC236}">
                  <a16:creationId xmlns:a16="http://schemas.microsoft.com/office/drawing/2014/main" id="{A1374D8A-F194-4C82-B4F5-83470BAF0A92}"/>
                </a:ext>
              </a:extLst>
            </p:cNvPr>
            <p:cNvGrpSpPr/>
            <p:nvPr/>
          </p:nvGrpSpPr>
          <p:grpSpPr>
            <a:xfrm>
              <a:off x="2089993" y="1634990"/>
              <a:ext cx="101484" cy="1051941"/>
              <a:chOff x="1800622" y="2329236"/>
              <a:chExt cx="101484" cy="1051941"/>
            </a:xfrm>
          </p:grpSpPr>
          <p:sp>
            <p:nvSpPr>
              <p:cNvPr id="1801" name="Flowchart: Connector 1800">
                <a:extLst>
                  <a:ext uri="{FF2B5EF4-FFF2-40B4-BE49-F238E27FC236}">
                    <a16:creationId xmlns:a16="http://schemas.microsoft.com/office/drawing/2014/main" id="{C60795F1-426D-4022-A326-D4A3093DB2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328757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02" name="Flowchart: Connector 1801">
                <a:extLst>
                  <a:ext uri="{FF2B5EF4-FFF2-40B4-BE49-F238E27FC236}">
                    <a16:creationId xmlns:a16="http://schemas.microsoft.com/office/drawing/2014/main" id="{D6BC3539-F1CE-49DC-8B7D-D888DF399F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96789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03" name="Flowchart: Connector 1802">
                <a:extLst>
                  <a:ext uri="{FF2B5EF4-FFF2-40B4-BE49-F238E27FC236}">
                    <a16:creationId xmlns:a16="http://schemas.microsoft.com/office/drawing/2014/main" id="{EF576273-E802-43BA-BC34-50DEB5F323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0622" y="265099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04" name="Flowchart: Connector 1803">
                <a:extLst>
                  <a:ext uri="{FF2B5EF4-FFF2-40B4-BE49-F238E27FC236}">
                    <a16:creationId xmlns:a16="http://schemas.microsoft.com/office/drawing/2014/main" id="{4673AEE6-530D-4AF9-93C0-E9C64A5458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32923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5BED3CFF-DD3F-4238-AA66-26A943D2E866}"/>
                </a:ext>
              </a:extLst>
            </p:cNvPr>
            <p:cNvGrpSpPr/>
            <p:nvPr/>
          </p:nvGrpSpPr>
          <p:grpSpPr>
            <a:xfrm>
              <a:off x="2114232" y="1501770"/>
              <a:ext cx="1074397" cy="1497980"/>
              <a:chOff x="2114232" y="1501770"/>
              <a:chExt cx="1074397" cy="1497980"/>
            </a:xfrm>
          </p:grpSpPr>
          <p:grpSp>
            <p:nvGrpSpPr>
              <p:cNvPr id="1742" name="Group 1741">
                <a:extLst>
                  <a:ext uri="{FF2B5EF4-FFF2-40B4-BE49-F238E27FC236}">
                    <a16:creationId xmlns:a16="http://schemas.microsoft.com/office/drawing/2014/main" id="{2159AFF1-F632-40D8-AA71-710B8CB10797}"/>
                  </a:ext>
                </a:extLst>
              </p:cNvPr>
              <p:cNvGrpSpPr/>
              <p:nvPr/>
            </p:nvGrpSpPr>
            <p:grpSpPr>
              <a:xfrm>
                <a:off x="2123911" y="2460111"/>
                <a:ext cx="1064718" cy="539639"/>
                <a:chOff x="3717189" y="1719497"/>
                <a:chExt cx="1064718" cy="539639"/>
              </a:xfrm>
            </p:grpSpPr>
            <p:sp>
              <p:nvSpPr>
                <p:cNvPr id="1793" name="Flowchart: Connector 1792">
                  <a:extLst>
                    <a:ext uri="{FF2B5EF4-FFF2-40B4-BE49-F238E27FC236}">
                      <a16:creationId xmlns:a16="http://schemas.microsoft.com/office/drawing/2014/main" id="{3F3D70A3-9093-4C93-B170-9AF00195A5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4" name="3D Model 1793" descr="Sphere">
                      <a:extLst>
                        <a:ext uri="{FF2B5EF4-FFF2-40B4-BE49-F238E27FC236}">
                          <a16:creationId xmlns:a16="http://schemas.microsoft.com/office/drawing/2014/main" id="{5DDBC5ED-C16D-41E4-94E2-9DECE0F0111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21053807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39" name="3D Model 538" descr="Sphere">
                      <a:extLst>
                        <a:ext uri="{FF2B5EF4-FFF2-40B4-BE49-F238E27FC236}">
                          <a16:creationId xmlns:a16="http://schemas.microsoft.com/office/drawing/2014/main" id="{989EAF3D-01F6-44C6-8257-DE398685513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5882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5" name="Flowchart: Connector 1794">
                  <a:extLst>
                    <a:ext uri="{FF2B5EF4-FFF2-40B4-BE49-F238E27FC236}">
                      <a16:creationId xmlns:a16="http://schemas.microsoft.com/office/drawing/2014/main" id="{0DF33249-1D45-41EF-86D5-7E1F5BF1ED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6" name="3D Model 1795" descr="Sphere">
                      <a:extLst>
                        <a:ext uri="{FF2B5EF4-FFF2-40B4-BE49-F238E27FC236}">
                          <a16:creationId xmlns:a16="http://schemas.microsoft.com/office/drawing/2014/main" id="{C28898F5-23FA-4977-9F56-B202859197A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812815029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1" name="3D Model 540" descr="Sphere">
                      <a:extLst>
                        <a:ext uri="{FF2B5EF4-FFF2-40B4-BE49-F238E27FC236}">
                          <a16:creationId xmlns:a16="http://schemas.microsoft.com/office/drawing/2014/main" id="{AB17CB10-4F93-4434-BA14-50AFAFF4946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66623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7" name="Flowchart: Connector 1796">
                  <a:extLst>
                    <a:ext uri="{FF2B5EF4-FFF2-40B4-BE49-F238E27FC236}">
                      <a16:creationId xmlns:a16="http://schemas.microsoft.com/office/drawing/2014/main" id="{3E281A9D-F0AB-4240-8219-B3F9F28E2F6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8" name="3D Model 1797" descr="Sphere">
                      <a:extLst>
                        <a:ext uri="{FF2B5EF4-FFF2-40B4-BE49-F238E27FC236}">
                          <a16:creationId xmlns:a16="http://schemas.microsoft.com/office/drawing/2014/main" id="{7FF0666F-1FCD-4631-8FDF-302207D19BC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42746095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3" name="3D Model 542" descr="Sphere">
                      <a:extLst>
                        <a:ext uri="{FF2B5EF4-FFF2-40B4-BE49-F238E27FC236}">
                          <a16:creationId xmlns:a16="http://schemas.microsoft.com/office/drawing/2014/main" id="{503D28F6-C92A-40B9-96B8-4050B0C4C9A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728034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9" name="Flowchart: Connector 1798">
                  <a:extLst>
                    <a:ext uri="{FF2B5EF4-FFF2-40B4-BE49-F238E27FC236}">
                      <a16:creationId xmlns:a16="http://schemas.microsoft.com/office/drawing/2014/main" id="{0D7E6CB7-92AB-4C56-8B58-E9F3ACB2394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00" name="3D Model 1799" descr="Sphere">
                      <a:extLst>
                        <a:ext uri="{FF2B5EF4-FFF2-40B4-BE49-F238E27FC236}">
                          <a16:creationId xmlns:a16="http://schemas.microsoft.com/office/drawing/2014/main" id="{477CE646-A63D-4370-8094-EC1FE0DAAA8F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98178329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8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5" name="3D Model 544" descr="Sphere">
                      <a:extLst>
                        <a:ext uri="{FF2B5EF4-FFF2-40B4-BE49-F238E27FC236}">
                          <a16:creationId xmlns:a16="http://schemas.microsoft.com/office/drawing/2014/main" id="{226A18F8-2383-4285-9223-CF3CEC25C57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815073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743" name="Group 1742">
                <a:extLst>
                  <a:ext uri="{FF2B5EF4-FFF2-40B4-BE49-F238E27FC236}">
                    <a16:creationId xmlns:a16="http://schemas.microsoft.com/office/drawing/2014/main" id="{42685091-3E23-4D04-8EE7-7CDFD870C16F}"/>
                  </a:ext>
                </a:extLst>
              </p:cNvPr>
              <p:cNvGrpSpPr/>
              <p:nvPr/>
            </p:nvGrpSpPr>
            <p:grpSpPr>
              <a:xfrm>
                <a:off x="2123911" y="2140429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777" name="Flowchart: Connector 1776">
                  <a:extLst>
                    <a:ext uri="{FF2B5EF4-FFF2-40B4-BE49-F238E27FC236}">
                      <a16:creationId xmlns:a16="http://schemas.microsoft.com/office/drawing/2014/main" id="{D7D5F738-1211-4E66-86ED-0382454D7EE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78" name="Flowchart: Connector 1777">
                  <a:extLst>
                    <a:ext uri="{FF2B5EF4-FFF2-40B4-BE49-F238E27FC236}">
                      <a16:creationId xmlns:a16="http://schemas.microsoft.com/office/drawing/2014/main" id="{861CFD3F-8E58-4099-92CE-D20867300AD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79" name="Flowchart: Connector 1778">
                  <a:extLst>
                    <a:ext uri="{FF2B5EF4-FFF2-40B4-BE49-F238E27FC236}">
                      <a16:creationId xmlns:a16="http://schemas.microsoft.com/office/drawing/2014/main" id="{B00D15E3-D8B2-4234-8C83-ECD76715019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0" name="Flowchart: Connector 1779">
                  <a:extLst>
                    <a:ext uri="{FF2B5EF4-FFF2-40B4-BE49-F238E27FC236}">
                      <a16:creationId xmlns:a16="http://schemas.microsoft.com/office/drawing/2014/main" id="{6E4B4653-5986-49C2-AF7C-E7DCA4D387F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1" name="Flowchart: Connector 1780">
                  <a:extLst>
                    <a:ext uri="{FF2B5EF4-FFF2-40B4-BE49-F238E27FC236}">
                      <a16:creationId xmlns:a16="http://schemas.microsoft.com/office/drawing/2014/main" id="{B65EF1EC-3C89-49D5-AD4D-B66261E416C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2" name="Flowchart: Connector 1781">
                  <a:extLst>
                    <a:ext uri="{FF2B5EF4-FFF2-40B4-BE49-F238E27FC236}">
                      <a16:creationId xmlns:a16="http://schemas.microsoft.com/office/drawing/2014/main" id="{DA6E6BFC-9AE6-45D3-A39D-37CB11B1ABD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3" name="Flowchart: Connector 1782">
                  <a:extLst>
                    <a:ext uri="{FF2B5EF4-FFF2-40B4-BE49-F238E27FC236}">
                      <a16:creationId xmlns:a16="http://schemas.microsoft.com/office/drawing/2014/main" id="{E6EB93FB-90B7-4D64-A865-D79BC3A0E95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4" name="Flowchart: Connector 1783">
                  <a:extLst>
                    <a:ext uri="{FF2B5EF4-FFF2-40B4-BE49-F238E27FC236}">
                      <a16:creationId xmlns:a16="http://schemas.microsoft.com/office/drawing/2014/main" id="{5B5F6DC1-AABF-40E7-A507-678337A6A2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5" name="Flowchart: Connector 1784">
                  <a:extLst>
                    <a:ext uri="{FF2B5EF4-FFF2-40B4-BE49-F238E27FC236}">
                      <a16:creationId xmlns:a16="http://schemas.microsoft.com/office/drawing/2014/main" id="{FD3D67A5-B5D8-4E9C-9DE6-4CAF72DD62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86" name="3D Model 1785" descr="Sphere">
                      <a:extLst>
                        <a:ext uri="{FF2B5EF4-FFF2-40B4-BE49-F238E27FC236}">
                          <a16:creationId xmlns:a16="http://schemas.microsoft.com/office/drawing/2014/main" id="{1A089292-BC8A-4584-B6D9-383017921CD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573724971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5" name="3D Model 554" descr="Sphere">
                      <a:extLst>
                        <a:ext uri="{FF2B5EF4-FFF2-40B4-BE49-F238E27FC236}">
                          <a16:creationId xmlns:a16="http://schemas.microsoft.com/office/drawing/2014/main" id="{B10B1F59-68DB-45EF-85AF-5C8351B14029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268571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87" name="Flowchart: Connector 1786">
                  <a:extLst>
                    <a:ext uri="{FF2B5EF4-FFF2-40B4-BE49-F238E27FC236}">
                      <a16:creationId xmlns:a16="http://schemas.microsoft.com/office/drawing/2014/main" id="{88539351-C0AC-44D1-885F-119E41E0BB8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88" name="3D Model 1787" descr="Sphere">
                      <a:extLst>
                        <a:ext uri="{FF2B5EF4-FFF2-40B4-BE49-F238E27FC236}">
                          <a16:creationId xmlns:a16="http://schemas.microsoft.com/office/drawing/2014/main" id="{C6837EF0-1CF5-4965-8FA1-A34D1D79433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10775624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7" name="3D Model 556" descr="Sphere">
                      <a:extLst>
                        <a:ext uri="{FF2B5EF4-FFF2-40B4-BE49-F238E27FC236}">
                          <a16:creationId xmlns:a16="http://schemas.microsoft.com/office/drawing/2014/main" id="{A2534F90-63A2-4E00-9F6F-62444BCD921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3465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89" name="Flowchart: Connector 1788">
                  <a:extLst>
                    <a:ext uri="{FF2B5EF4-FFF2-40B4-BE49-F238E27FC236}">
                      <a16:creationId xmlns:a16="http://schemas.microsoft.com/office/drawing/2014/main" id="{E6703CD3-DBFC-47BF-B73A-74C9779A51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0" name="3D Model 1789" descr="Sphere">
                      <a:extLst>
                        <a:ext uri="{FF2B5EF4-FFF2-40B4-BE49-F238E27FC236}">
                          <a16:creationId xmlns:a16="http://schemas.microsoft.com/office/drawing/2014/main" id="{A748494C-3FBA-4E25-BFA5-7171588C1CF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06727903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9" name="3D Model 558" descr="Sphere">
                      <a:extLst>
                        <a:ext uri="{FF2B5EF4-FFF2-40B4-BE49-F238E27FC236}">
                          <a16:creationId xmlns:a16="http://schemas.microsoft.com/office/drawing/2014/main" id="{3144521F-B4C2-4106-B2F3-D31F5890AAB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40835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1" name="Flowchart: Connector 1790">
                  <a:extLst>
                    <a:ext uri="{FF2B5EF4-FFF2-40B4-BE49-F238E27FC236}">
                      <a16:creationId xmlns:a16="http://schemas.microsoft.com/office/drawing/2014/main" id="{7D952679-2ABF-4528-B2B9-ADF82C83BC0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2" name="3D Model 1791" descr="Sphere">
                      <a:extLst>
                        <a:ext uri="{FF2B5EF4-FFF2-40B4-BE49-F238E27FC236}">
                          <a16:creationId xmlns:a16="http://schemas.microsoft.com/office/drawing/2014/main" id="{DE9333F4-8C31-454A-A337-F2A1E84C192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345378508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8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61" name="3D Model 560" descr="Sphere">
                      <a:extLst>
                        <a:ext uri="{FF2B5EF4-FFF2-40B4-BE49-F238E27FC236}">
                          <a16:creationId xmlns:a16="http://schemas.microsoft.com/office/drawing/2014/main" id="{81B1584C-E839-495C-A926-920C4CB7DA9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4953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744" name="Group 1743">
                <a:extLst>
                  <a:ext uri="{FF2B5EF4-FFF2-40B4-BE49-F238E27FC236}">
                    <a16:creationId xmlns:a16="http://schemas.microsoft.com/office/drawing/2014/main" id="{6743A084-D3D9-4A5F-A74E-0FE1B01DE6CB}"/>
                  </a:ext>
                </a:extLst>
              </p:cNvPr>
              <p:cNvGrpSpPr/>
              <p:nvPr/>
            </p:nvGrpSpPr>
            <p:grpSpPr>
              <a:xfrm>
                <a:off x="2114232" y="1823526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761" name="Flowchart: Connector 1760">
                  <a:extLst>
                    <a:ext uri="{FF2B5EF4-FFF2-40B4-BE49-F238E27FC236}">
                      <a16:creationId xmlns:a16="http://schemas.microsoft.com/office/drawing/2014/main" id="{68B5D4B4-598C-4B32-988E-EB350DCA73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2" name="Flowchart: Connector 1761">
                  <a:extLst>
                    <a:ext uri="{FF2B5EF4-FFF2-40B4-BE49-F238E27FC236}">
                      <a16:creationId xmlns:a16="http://schemas.microsoft.com/office/drawing/2014/main" id="{70D68D88-F790-417D-A533-8592F4B13AC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3" name="Flowchart: Connector 1762">
                  <a:extLst>
                    <a:ext uri="{FF2B5EF4-FFF2-40B4-BE49-F238E27FC236}">
                      <a16:creationId xmlns:a16="http://schemas.microsoft.com/office/drawing/2014/main" id="{8DCC4CEA-99AB-4BDE-A721-CD29B0FA50F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4" name="Flowchart: Connector 1763">
                  <a:extLst>
                    <a:ext uri="{FF2B5EF4-FFF2-40B4-BE49-F238E27FC236}">
                      <a16:creationId xmlns:a16="http://schemas.microsoft.com/office/drawing/2014/main" id="{2D14BA7C-5D74-4FCC-B267-B4E5FB30A3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5" name="Flowchart: Connector 1764">
                  <a:extLst>
                    <a:ext uri="{FF2B5EF4-FFF2-40B4-BE49-F238E27FC236}">
                      <a16:creationId xmlns:a16="http://schemas.microsoft.com/office/drawing/2014/main" id="{03F4EF90-D55A-4B85-8E86-9BFDEDFF3BD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6" name="Flowchart: Connector 1765">
                  <a:extLst>
                    <a:ext uri="{FF2B5EF4-FFF2-40B4-BE49-F238E27FC236}">
                      <a16:creationId xmlns:a16="http://schemas.microsoft.com/office/drawing/2014/main" id="{AB2AF1B7-8461-4DDF-B16D-CDA460B9D5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7" name="Flowchart: Connector 1766">
                  <a:extLst>
                    <a:ext uri="{FF2B5EF4-FFF2-40B4-BE49-F238E27FC236}">
                      <a16:creationId xmlns:a16="http://schemas.microsoft.com/office/drawing/2014/main" id="{3F3E6911-21C5-4BEA-AABB-6965C9A155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8" name="Flowchart: Connector 1767">
                  <a:extLst>
                    <a:ext uri="{FF2B5EF4-FFF2-40B4-BE49-F238E27FC236}">
                      <a16:creationId xmlns:a16="http://schemas.microsoft.com/office/drawing/2014/main" id="{52A461A7-9C60-46CA-B001-8346467952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9" name="Flowchart: Connector 1768">
                  <a:extLst>
                    <a:ext uri="{FF2B5EF4-FFF2-40B4-BE49-F238E27FC236}">
                      <a16:creationId xmlns:a16="http://schemas.microsoft.com/office/drawing/2014/main" id="{78D0C49B-F09A-469B-9ABA-F656FACD655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0" name="3D Model 1769" descr="Sphere">
                      <a:extLst>
                        <a:ext uri="{FF2B5EF4-FFF2-40B4-BE49-F238E27FC236}">
                          <a16:creationId xmlns:a16="http://schemas.microsoft.com/office/drawing/2014/main" id="{C1796DB8-C818-4F8F-8864-071429EB908A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574024512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1" name="3D Model 570" descr="Sphere">
                      <a:extLst>
                        <a:ext uri="{FF2B5EF4-FFF2-40B4-BE49-F238E27FC236}">
                          <a16:creationId xmlns:a16="http://schemas.microsoft.com/office/drawing/2014/main" id="{431CAFD4-B5D8-40F0-860A-3D38F1F2E4D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18294" y="295166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71" name="Flowchart: Connector 1770">
                  <a:extLst>
                    <a:ext uri="{FF2B5EF4-FFF2-40B4-BE49-F238E27FC236}">
                      <a16:creationId xmlns:a16="http://schemas.microsoft.com/office/drawing/2014/main" id="{3756D675-2413-49C1-A315-2A0DDC7EDC2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2" name="3D Model 1771" descr="Sphere">
                      <a:extLst>
                        <a:ext uri="{FF2B5EF4-FFF2-40B4-BE49-F238E27FC236}">
                          <a16:creationId xmlns:a16="http://schemas.microsoft.com/office/drawing/2014/main" id="{C247631C-6383-4BC0-9D38-ADD477608DA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91653389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3" name="3D Model 572" descr="Sphere">
                      <a:extLst>
                        <a:ext uri="{FF2B5EF4-FFF2-40B4-BE49-F238E27FC236}">
                          <a16:creationId xmlns:a16="http://schemas.microsoft.com/office/drawing/2014/main" id="{D6220843-76D7-4B68-A4C7-3C63A7751E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59064" y="302965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73" name="Flowchart: Connector 1772">
                  <a:extLst>
                    <a:ext uri="{FF2B5EF4-FFF2-40B4-BE49-F238E27FC236}">
                      <a16:creationId xmlns:a16="http://schemas.microsoft.com/office/drawing/2014/main" id="{763B3A9B-B975-4980-B860-9CFF8783A86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4" name="3D Model 1773" descr="Sphere">
                      <a:extLst>
                        <a:ext uri="{FF2B5EF4-FFF2-40B4-BE49-F238E27FC236}">
                          <a16:creationId xmlns:a16="http://schemas.microsoft.com/office/drawing/2014/main" id="{C720271F-2D68-41EC-B0EA-2E746F6A3C3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5239012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5" name="3D Model 574" descr="Sphere">
                      <a:extLst>
                        <a:ext uri="{FF2B5EF4-FFF2-40B4-BE49-F238E27FC236}">
                          <a16:creationId xmlns:a16="http://schemas.microsoft.com/office/drawing/2014/main" id="{A31C2113-6FBF-4DA7-9B5E-8D9B60E9FEA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03560" y="309144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75" name="Flowchart: Connector 1774">
                  <a:extLst>
                    <a:ext uri="{FF2B5EF4-FFF2-40B4-BE49-F238E27FC236}">
                      <a16:creationId xmlns:a16="http://schemas.microsoft.com/office/drawing/2014/main" id="{FDE04C40-0389-411F-B4DB-BC2E6728252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6" name="3D Model 1775" descr="Sphere">
                      <a:extLst>
                        <a:ext uri="{FF2B5EF4-FFF2-40B4-BE49-F238E27FC236}">
                          <a16:creationId xmlns:a16="http://schemas.microsoft.com/office/drawing/2014/main" id="{3ACCC54A-1DDA-4D0B-9C46-987843FE6CAF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959898816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7" name="3D Model 576" descr="Sphere">
                      <a:extLst>
                        <a:ext uri="{FF2B5EF4-FFF2-40B4-BE49-F238E27FC236}">
                          <a16:creationId xmlns:a16="http://schemas.microsoft.com/office/drawing/2014/main" id="{69CA7D75-9569-459B-AA3F-BFD6D15B257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71978" y="3178488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1745" name="Flowchart: Connector 1744">
                <a:extLst>
                  <a:ext uri="{FF2B5EF4-FFF2-40B4-BE49-F238E27FC236}">
                    <a16:creationId xmlns:a16="http://schemas.microsoft.com/office/drawing/2014/main" id="{3C2A8B1A-E516-499F-A67A-4EDCF45890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22159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6" name="Flowchart: Connector 1745">
                <a:extLst>
                  <a:ext uri="{FF2B5EF4-FFF2-40B4-BE49-F238E27FC236}">
                    <a16:creationId xmlns:a16="http://schemas.microsoft.com/office/drawing/2014/main" id="{3F3B5D9C-503A-4E39-98EF-28A8B06375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96824" y="178425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7" name="Flowchart: Connector 1746">
                <a:extLst>
                  <a:ext uri="{FF2B5EF4-FFF2-40B4-BE49-F238E27FC236}">
                    <a16:creationId xmlns:a16="http://schemas.microsoft.com/office/drawing/2014/main" id="{9FD01D48-2B83-4F19-95DE-E65F9A6C98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40307" y="178032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8" name="Flowchart: Connector 1747">
                <a:extLst>
                  <a:ext uri="{FF2B5EF4-FFF2-40B4-BE49-F238E27FC236}">
                    <a16:creationId xmlns:a16="http://schemas.microsoft.com/office/drawing/2014/main" id="{6B7C5012-D4EB-48E8-B4B0-4D179D318C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3299" y="175226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9" name="Flowchart: Connector 1748">
                <a:extLst>
                  <a:ext uri="{FF2B5EF4-FFF2-40B4-BE49-F238E27FC236}">
                    <a16:creationId xmlns:a16="http://schemas.microsoft.com/office/drawing/2014/main" id="{820CD189-9116-405E-A177-10918716D9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72010" y="18446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0" name="Flowchart: Connector 1749">
                <a:extLst>
                  <a:ext uri="{FF2B5EF4-FFF2-40B4-BE49-F238E27FC236}">
                    <a16:creationId xmlns:a16="http://schemas.microsoft.com/office/drawing/2014/main" id="{E1EA49A0-FC32-472E-85E0-373734505E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27678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1" name="Flowchart: Connector 1750">
                <a:extLst>
                  <a:ext uri="{FF2B5EF4-FFF2-40B4-BE49-F238E27FC236}">
                    <a16:creationId xmlns:a16="http://schemas.microsoft.com/office/drawing/2014/main" id="{64B30FF6-C7B5-475F-A885-EB9C33E608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6506" y="192146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2" name="Flowchart: Connector 1751">
                <a:extLst>
                  <a:ext uri="{FF2B5EF4-FFF2-40B4-BE49-F238E27FC236}">
                    <a16:creationId xmlns:a16="http://schemas.microsoft.com/office/drawing/2014/main" id="{CDF803C9-2215-4C10-875B-D3E578EB79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8047" y="192294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3" name="Flowchart: Connector 1752">
                <a:extLst>
                  <a:ext uri="{FF2B5EF4-FFF2-40B4-BE49-F238E27FC236}">
                    <a16:creationId xmlns:a16="http://schemas.microsoft.com/office/drawing/2014/main" id="{96CA606D-51EF-428F-822B-DBF40F336D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405" y="200468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54" name="3D Model 1753" descr="Sphere">
                    <a:extLst>
                      <a:ext uri="{FF2B5EF4-FFF2-40B4-BE49-F238E27FC236}">
                        <a16:creationId xmlns:a16="http://schemas.microsoft.com/office/drawing/2014/main" id="{A3D22BC7-A4B2-4BA7-82EC-5647BEC688C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02420472"/>
                      </p:ext>
                    </p:extLst>
                  </p:nvPr>
                </p:nvGraphicFramePr>
                <p:xfrm>
                  <a:off x="2123911" y="1501770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54" name="3D Model 1753" descr="Sphere">
                    <a:extLst>
                      <a:ext uri="{FF2B5EF4-FFF2-40B4-BE49-F238E27FC236}">
                        <a16:creationId xmlns:a16="http://schemas.microsoft.com/office/drawing/2014/main" id="{A3D22BC7-A4B2-4BA7-82EC-5647BEC688C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115945" y="871774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55" name="Flowchart: Connector 1754">
                <a:extLst>
                  <a:ext uri="{FF2B5EF4-FFF2-40B4-BE49-F238E27FC236}">
                    <a16:creationId xmlns:a16="http://schemas.microsoft.com/office/drawing/2014/main" id="{9599323A-8176-41EA-BC09-985A38D848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5380" y="165330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56" name="3D Model 1755" descr="Sphere">
                    <a:extLst>
                      <a:ext uri="{FF2B5EF4-FFF2-40B4-BE49-F238E27FC236}">
                        <a16:creationId xmlns:a16="http://schemas.microsoft.com/office/drawing/2014/main" id="{F2445C8B-E136-403C-9412-DF8989386112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11578504"/>
                      </p:ext>
                    </p:extLst>
                  </p:nvPr>
                </p:nvGraphicFramePr>
                <p:xfrm>
                  <a:off x="2364681" y="1579752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56" name="3D Model 1755" descr="Sphere">
                    <a:extLst>
                      <a:ext uri="{FF2B5EF4-FFF2-40B4-BE49-F238E27FC236}">
                        <a16:creationId xmlns:a16="http://schemas.microsoft.com/office/drawing/2014/main" id="{F2445C8B-E136-403C-9412-DF8989386112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356715" y="949756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57" name="Flowchart: Connector 1756">
                <a:extLst>
                  <a:ext uri="{FF2B5EF4-FFF2-40B4-BE49-F238E27FC236}">
                    <a16:creationId xmlns:a16="http://schemas.microsoft.com/office/drawing/2014/main" id="{C3758B20-84DB-471E-B08D-B68A06E1BC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93292" y="1717763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58" name="3D Model 1757" descr="Sphere">
                    <a:extLst>
                      <a:ext uri="{FF2B5EF4-FFF2-40B4-BE49-F238E27FC236}">
                        <a16:creationId xmlns:a16="http://schemas.microsoft.com/office/drawing/2014/main" id="{EE19511A-750C-46E7-B76D-157DC4A0A0D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59136199"/>
                      </p:ext>
                    </p:extLst>
                  </p:nvPr>
                </p:nvGraphicFramePr>
                <p:xfrm>
                  <a:off x="2622429" y="1638238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6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58" name="3D Model 1757" descr="Sphere">
                    <a:extLst>
                      <a:ext uri="{FF2B5EF4-FFF2-40B4-BE49-F238E27FC236}">
                        <a16:creationId xmlns:a16="http://schemas.microsoft.com/office/drawing/2014/main" id="{EE19511A-750C-46E7-B76D-157DC4A0A0DF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614463" y="1008242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59" name="Flowchart: Connector 1758">
                <a:extLst>
                  <a:ext uri="{FF2B5EF4-FFF2-40B4-BE49-F238E27FC236}">
                    <a16:creationId xmlns:a16="http://schemas.microsoft.com/office/drawing/2014/main" id="{DECE70F7-093E-4B94-956A-4174A45EBFA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8075" y="180504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60" name="3D Model 1759" descr="Sphere">
                    <a:extLst>
                      <a:ext uri="{FF2B5EF4-FFF2-40B4-BE49-F238E27FC236}">
                        <a16:creationId xmlns:a16="http://schemas.microsoft.com/office/drawing/2014/main" id="{3B71571B-B247-4770-943D-136111A526D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53841866"/>
                      </p:ext>
                    </p:extLst>
                  </p:nvPr>
                </p:nvGraphicFramePr>
                <p:xfrm>
                  <a:off x="2877595" y="1728590"/>
                  <a:ext cx="293860" cy="31281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3860" cy="31281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329655" ay="3593320" az="-2226581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9"/>
                      </am3d:raster>
                      <am3d:objViewport viewportSz="407612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60" name="3D Model 1759" descr="Sphere">
                    <a:extLst>
                      <a:ext uri="{FF2B5EF4-FFF2-40B4-BE49-F238E27FC236}">
                        <a16:creationId xmlns:a16="http://schemas.microsoft.com/office/drawing/2014/main" id="{3B71571B-B247-4770-943D-136111A526D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69629" y="1098594"/>
                    <a:ext cx="293860" cy="31281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596" name="Group 1595">
            <a:extLst>
              <a:ext uri="{FF2B5EF4-FFF2-40B4-BE49-F238E27FC236}">
                <a16:creationId xmlns:a16="http://schemas.microsoft.com/office/drawing/2014/main" id="{7A571E97-750E-4F38-9768-E7824C5FC48D}"/>
              </a:ext>
            </a:extLst>
          </p:cNvPr>
          <p:cNvGrpSpPr/>
          <p:nvPr/>
        </p:nvGrpSpPr>
        <p:grpSpPr>
          <a:xfrm>
            <a:off x="10779722" y="1342680"/>
            <a:ext cx="222323" cy="860409"/>
            <a:chOff x="1473033" y="2656490"/>
            <a:chExt cx="222323" cy="860409"/>
          </a:xfrm>
        </p:grpSpPr>
        <p:sp>
          <p:nvSpPr>
            <p:cNvPr id="1737" name="Flowchart: Connector 1736">
              <a:extLst>
                <a:ext uri="{FF2B5EF4-FFF2-40B4-BE49-F238E27FC236}">
                  <a16:creationId xmlns:a16="http://schemas.microsoft.com/office/drawing/2014/main" id="{1E49507F-1BAF-4A8B-927A-494CF3440F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2672" y="2656490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8" name="Flowchart: Connector 1737">
              <a:extLst>
                <a:ext uri="{FF2B5EF4-FFF2-40B4-BE49-F238E27FC236}">
                  <a16:creationId xmlns:a16="http://schemas.microsoft.com/office/drawing/2014/main" id="{CE202B26-EF03-44E9-9485-B73EF89209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3033" y="2982505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9" name="Flowchart: Connector 1738">
              <a:extLst>
                <a:ext uri="{FF2B5EF4-FFF2-40B4-BE49-F238E27FC236}">
                  <a16:creationId xmlns:a16="http://schemas.microsoft.com/office/drawing/2014/main" id="{11B09590-4074-4D26-A373-623275EFCA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3497" y="3300899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sp>
        <p:nvSpPr>
          <p:cNvPr id="1597" name="Flowchart: Connector 1596">
            <a:extLst>
              <a:ext uri="{FF2B5EF4-FFF2-40B4-BE49-F238E27FC236}">
                <a16:creationId xmlns:a16="http://schemas.microsoft.com/office/drawing/2014/main" id="{8F2DD949-8D54-4326-9B76-B0A92D336616}"/>
              </a:ext>
            </a:extLst>
          </p:cNvPr>
          <p:cNvSpPr>
            <a:spLocks/>
          </p:cNvSpPr>
          <p:nvPr/>
        </p:nvSpPr>
        <p:spPr>
          <a:xfrm>
            <a:off x="10352080" y="1103998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598" name="Flowchart: Connector 1597">
            <a:extLst>
              <a:ext uri="{FF2B5EF4-FFF2-40B4-BE49-F238E27FC236}">
                <a16:creationId xmlns:a16="http://schemas.microsoft.com/office/drawing/2014/main" id="{C2B113E8-FFA7-4138-9BB1-199E0584FDAD}"/>
              </a:ext>
            </a:extLst>
          </p:cNvPr>
          <p:cNvSpPr>
            <a:spLocks/>
          </p:cNvSpPr>
          <p:nvPr/>
        </p:nvSpPr>
        <p:spPr>
          <a:xfrm>
            <a:off x="10606306" y="1166844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grpSp>
        <p:nvGrpSpPr>
          <p:cNvPr id="1599" name="Group 1598">
            <a:extLst>
              <a:ext uri="{FF2B5EF4-FFF2-40B4-BE49-F238E27FC236}">
                <a16:creationId xmlns:a16="http://schemas.microsoft.com/office/drawing/2014/main" id="{40766B5D-E4AF-4F90-B878-F6D2A81515E0}"/>
              </a:ext>
            </a:extLst>
          </p:cNvPr>
          <p:cNvGrpSpPr/>
          <p:nvPr/>
        </p:nvGrpSpPr>
        <p:grpSpPr>
          <a:xfrm rot="21418957">
            <a:off x="9960413" y="1275468"/>
            <a:ext cx="710250" cy="369080"/>
            <a:chOff x="854932" y="2290871"/>
            <a:chExt cx="710250" cy="369080"/>
          </a:xfrm>
        </p:grpSpPr>
        <p:sp>
          <p:nvSpPr>
            <p:cNvPr id="1734" name="Flowchart: Connector 1733">
              <a:extLst>
                <a:ext uri="{FF2B5EF4-FFF2-40B4-BE49-F238E27FC236}">
                  <a16:creationId xmlns:a16="http://schemas.microsoft.com/office/drawing/2014/main" id="{9C3347EE-4716-4588-85EC-1521213874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932" y="2290871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5" name="Flowchart: Connector 1734">
              <a:extLst>
                <a:ext uri="{FF2B5EF4-FFF2-40B4-BE49-F238E27FC236}">
                  <a16:creationId xmlns:a16="http://schemas.microsoft.com/office/drawing/2014/main" id="{3B06B315-15BB-42B5-AB1D-8005744B0D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1897" y="2377722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6" name="Flowchart: Connector 1735">
              <a:extLst>
                <a:ext uri="{FF2B5EF4-FFF2-40B4-BE49-F238E27FC236}">
                  <a16:creationId xmlns:a16="http://schemas.microsoft.com/office/drawing/2014/main" id="{25275AD6-7A32-4EA0-B842-EF1F54FC7B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3323" y="2443951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grpSp>
        <p:nvGrpSpPr>
          <p:cNvPr id="1600" name="Group 1599">
            <a:extLst>
              <a:ext uri="{FF2B5EF4-FFF2-40B4-BE49-F238E27FC236}">
                <a16:creationId xmlns:a16="http://schemas.microsoft.com/office/drawing/2014/main" id="{AC2F3629-4083-476C-8116-CBA9FEB6C5D0}"/>
              </a:ext>
            </a:extLst>
          </p:cNvPr>
          <p:cNvGrpSpPr/>
          <p:nvPr/>
        </p:nvGrpSpPr>
        <p:grpSpPr>
          <a:xfrm>
            <a:off x="9853573" y="976713"/>
            <a:ext cx="1102917" cy="1484052"/>
            <a:chOff x="2085712" y="1515698"/>
            <a:chExt cx="1102917" cy="1484052"/>
          </a:xfrm>
        </p:grpSpPr>
        <p:grpSp>
          <p:nvGrpSpPr>
            <p:cNvPr id="1669" name="Group 1668">
              <a:extLst>
                <a:ext uri="{FF2B5EF4-FFF2-40B4-BE49-F238E27FC236}">
                  <a16:creationId xmlns:a16="http://schemas.microsoft.com/office/drawing/2014/main" id="{F497FF67-AF86-452A-B439-2609CAF42BBC}"/>
                </a:ext>
              </a:extLst>
            </p:cNvPr>
            <p:cNvGrpSpPr/>
            <p:nvPr/>
          </p:nvGrpSpPr>
          <p:grpSpPr>
            <a:xfrm>
              <a:off x="2085712" y="1648950"/>
              <a:ext cx="105765" cy="1037981"/>
              <a:chOff x="1796341" y="2343196"/>
              <a:chExt cx="105765" cy="1037981"/>
            </a:xfrm>
          </p:grpSpPr>
          <p:sp>
            <p:nvSpPr>
              <p:cNvPr id="1730" name="Flowchart: Connector 1729">
                <a:extLst>
                  <a:ext uri="{FF2B5EF4-FFF2-40B4-BE49-F238E27FC236}">
                    <a16:creationId xmlns:a16="http://schemas.microsoft.com/office/drawing/2014/main" id="{E83BA7FF-DAD1-4571-95E1-F460BC76A0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328757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31" name="Flowchart: Connector 1730">
                <a:extLst>
                  <a:ext uri="{FF2B5EF4-FFF2-40B4-BE49-F238E27FC236}">
                    <a16:creationId xmlns:a16="http://schemas.microsoft.com/office/drawing/2014/main" id="{BD3737D6-2E0D-42F4-BF23-156C400A38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96789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32" name="Flowchart: Connector 1731">
                <a:extLst>
                  <a:ext uri="{FF2B5EF4-FFF2-40B4-BE49-F238E27FC236}">
                    <a16:creationId xmlns:a16="http://schemas.microsoft.com/office/drawing/2014/main" id="{1C417BEE-F7AB-4320-9CC0-92BFEECEA7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0622" y="265099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33" name="Flowchart: Connector 1732">
                <a:extLst>
                  <a:ext uri="{FF2B5EF4-FFF2-40B4-BE49-F238E27FC236}">
                    <a16:creationId xmlns:a16="http://schemas.microsoft.com/office/drawing/2014/main" id="{FB194896-C924-4971-B569-1819A897C6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6341" y="234319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1670" name="Group 1669">
              <a:extLst>
                <a:ext uri="{FF2B5EF4-FFF2-40B4-BE49-F238E27FC236}">
                  <a16:creationId xmlns:a16="http://schemas.microsoft.com/office/drawing/2014/main" id="{4C235F52-CBB5-441B-B10A-FD6EBD8C139D}"/>
                </a:ext>
              </a:extLst>
            </p:cNvPr>
            <p:cNvGrpSpPr/>
            <p:nvPr/>
          </p:nvGrpSpPr>
          <p:grpSpPr>
            <a:xfrm>
              <a:off x="2114232" y="1515698"/>
              <a:ext cx="1074397" cy="1484052"/>
              <a:chOff x="2114232" y="1515698"/>
              <a:chExt cx="1074397" cy="1484052"/>
            </a:xfrm>
          </p:grpSpPr>
          <p:grpSp>
            <p:nvGrpSpPr>
              <p:cNvPr id="1671" name="Group 1670">
                <a:extLst>
                  <a:ext uri="{FF2B5EF4-FFF2-40B4-BE49-F238E27FC236}">
                    <a16:creationId xmlns:a16="http://schemas.microsoft.com/office/drawing/2014/main" id="{A0D7B966-F7C0-4F0A-B2CE-9F71D0AF5E06}"/>
                  </a:ext>
                </a:extLst>
              </p:cNvPr>
              <p:cNvGrpSpPr/>
              <p:nvPr/>
            </p:nvGrpSpPr>
            <p:grpSpPr>
              <a:xfrm>
                <a:off x="2123911" y="2460111"/>
                <a:ext cx="1064718" cy="539639"/>
                <a:chOff x="3717189" y="1719497"/>
                <a:chExt cx="1064718" cy="539639"/>
              </a:xfrm>
            </p:grpSpPr>
            <p:sp>
              <p:nvSpPr>
                <p:cNvPr id="1722" name="Flowchart: Connector 1721">
                  <a:extLst>
                    <a:ext uri="{FF2B5EF4-FFF2-40B4-BE49-F238E27FC236}">
                      <a16:creationId xmlns:a16="http://schemas.microsoft.com/office/drawing/2014/main" id="{8DA18F04-01FB-4BBF-824C-EFD34AD24D5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3" name="3D Model 1722" descr="Sphere">
                      <a:extLst>
                        <a:ext uri="{FF2B5EF4-FFF2-40B4-BE49-F238E27FC236}">
                          <a16:creationId xmlns:a16="http://schemas.microsoft.com/office/drawing/2014/main" id="{6641BA37-2F6A-422C-9007-C9342CAFBB3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159263960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39" name="3D Model 538" descr="Sphere">
                      <a:extLst>
                        <a:ext uri="{FF2B5EF4-FFF2-40B4-BE49-F238E27FC236}">
                          <a16:creationId xmlns:a16="http://schemas.microsoft.com/office/drawing/2014/main" id="{989EAF3D-01F6-44C6-8257-DE398685513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5882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4" name="Flowchart: Connector 1723">
                  <a:extLst>
                    <a:ext uri="{FF2B5EF4-FFF2-40B4-BE49-F238E27FC236}">
                      <a16:creationId xmlns:a16="http://schemas.microsoft.com/office/drawing/2014/main" id="{B983A2D5-EFC2-49F4-BC92-ABAA8D6AE3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5" name="3D Model 1724" descr="Sphere">
                      <a:extLst>
                        <a:ext uri="{FF2B5EF4-FFF2-40B4-BE49-F238E27FC236}">
                          <a16:creationId xmlns:a16="http://schemas.microsoft.com/office/drawing/2014/main" id="{F416C1E2-F460-44A6-BDD5-35045D6C14D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118186522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1" name="3D Model 540" descr="Sphere">
                      <a:extLst>
                        <a:ext uri="{FF2B5EF4-FFF2-40B4-BE49-F238E27FC236}">
                          <a16:creationId xmlns:a16="http://schemas.microsoft.com/office/drawing/2014/main" id="{AB17CB10-4F93-4434-BA14-50AFAFF4946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66623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6" name="Flowchart: Connector 1725">
                  <a:extLst>
                    <a:ext uri="{FF2B5EF4-FFF2-40B4-BE49-F238E27FC236}">
                      <a16:creationId xmlns:a16="http://schemas.microsoft.com/office/drawing/2014/main" id="{CA831310-CC2F-42A4-B95F-7613F7ECF72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7" name="3D Model 1726" descr="Sphere">
                      <a:extLst>
                        <a:ext uri="{FF2B5EF4-FFF2-40B4-BE49-F238E27FC236}">
                          <a16:creationId xmlns:a16="http://schemas.microsoft.com/office/drawing/2014/main" id="{A5ECC4CA-ECB5-4BD1-A1CB-980D97FDDF5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691396361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3" name="3D Model 542" descr="Sphere">
                      <a:extLst>
                        <a:ext uri="{FF2B5EF4-FFF2-40B4-BE49-F238E27FC236}">
                          <a16:creationId xmlns:a16="http://schemas.microsoft.com/office/drawing/2014/main" id="{503D28F6-C92A-40B9-96B8-4050B0C4C9A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728034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8" name="Flowchart: Connector 1727">
                  <a:extLst>
                    <a:ext uri="{FF2B5EF4-FFF2-40B4-BE49-F238E27FC236}">
                      <a16:creationId xmlns:a16="http://schemas.microsoft.com/office/drawing/2014/main" id="{750352AE-FEE4-4B7E-990C-EB0DE41A2D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9" name="3D Model 1728" descr="Sphere">
                      <a:extLst>
                        <a:ext uri="{FF2B5EF4-FFF2-40B4-BE49-F238E27FC236}">
                          <a16:creationId xmlns:a16="http://schemas.microsoft.com/office/drawing/2014/main" id="{799E0DC4-0B3D-4614-8DC3-80E63EB7D70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873873056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5" name="3D Model 544" descr="Sphere">
                      <a:extLst>
                        <a:ext uri="{FF2B5EF4-FFF2-40B4-BE49-F238E27FC236}">
                          <a16:creationId xmlns:a16="http://schemas.microsoft.com/office/drawing/2014/main" id="{226A18F8-2383-4285-9223-CF3CEC25C57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815073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672" name="Group 1671">
                <a:extLst>
                  <a:ext uri="{FF2B5EF4-FFF2-40B4-BE49-F238E27FC236}">
                    <a16:creationId xmlns:a16="http://schemas.microsoft.com/office/drawing/2014/main" id="{077B868D-F85A-4C56-AE5F-20B8D0F7192A}"/>
                  </a:ext>
                </a:extLst>
              </p:cNvPr>
              <p:cNvGrpSpPr/>
              <p:nvPr/>
            </p:nvGrpSpPr>
            <p:grpSpPr>
              <a:xfrm>
                <a:off x="2123911" y="2140429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706" name="Flowchart: Connector 1705">
                  <a:extLst>
                    <a:ext uri="{FF2B5EF4-FFF2-40B4-BE49-F238E27FC236}">
                      <a16:creationId xmlns:a16="http://schemas.microsoft.com/office/drawing/2014/main" id="{EB6F5C51-7681-46FC-8C45-7B0D160E45C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07" name="Flowchart: Connector 1706">
                  <a:extLst>
                    <a:ext uri="{FF2B5EF4-FFF2-40B4-BE49-F238E27FC236}">
                      <a16:creationId xmlns:a16="http://schemas.microsoft.com/office/drawing/2014/main" id="{D3589B92-A6DA-408E-A9CC-F91826E098C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08" name="Flowchart: Connector 1707">
                  <a:extLst>
                    <a:ext uri="{FF2B5EF4-FFF2-40B4-BE49-F238E27FC236}">
                      <a16:creationId xmlns:a16="http://schemas.microsoft.com/office/drawing/2014/main" id="{B69EA0E1-0402-41AF-8E7F-EDC844EFB6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09" name="Flowchart: Connector 1708">
                  <a:extLst>
                    <a:ext uri="{FF2B5EF4-FFF2-40B4-BE49-F238E27FC236}">
                      <a16:creationId xmlns:a16="http://schemas.microsoft.com/office/drawing/2014/main" id="{6551375A-36A9-40AA-9065-0964B82BB6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0" name="Flowchart: Connector 1709">
                  <a:extLst>
                    <a:ext uri="{FF2B5EF4-FFF2-40B4-BE49-F238E27FC236}">
                      <a16:creationId xmlns:a16="http://schemas.microsoft.com/office/drawing/2014/main" id="{6C29F167-19FA-45DF-969F-13EF5B1B2E9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1" name="Flowchart: Connector 1710">
                  <a:extLst>
                    <a:ext uri="{FF2B5EF4-FFF2-40B4-BE49-F238E27FC236}">
                      <a16:creationId xmlns:a16="http://schemas.microsoft.com/office/drawing/2014/main" id="{334EA33C-35A4-4B27-8E67-9BD4EA5335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2" name="Flowchart: Connector 1711">
                  <a:extLst>
                    <a:ext uri="{FF2B5EF4-FFF2-40B4-BE49-F238E27FC236}">
                      <a16:creationId xmlns:a16="http://schemas.microsoft.com/office/drawing/2014/main" id="{F01EB6F1-0F1E-4488-9BC6-64A805A8216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3" name="Flowchart: Connector 1712">
                  <a:extLst>
                    <a:ext uri="{FF2B5EF4-FFF2-40B4-BE49-F238E27FC236}">
                      <a16:creationId xmlns:a16="http://schemas.microsoft.com/office/drawing/2014/main" id="{19F90C67-17FA-490B-ACE1-A5EF47F038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4" name="Flowchart: Connector 1713">
                  <a:extLst>
                    <a:ext uri="{FF2B5EF4-FFF2-40B4-BE49-F238E27FC236}">
                      <a16:creationId xmlns:a16="http://schemas.microsoft.com/office/drawing/2014/main" id="{186D1290-7721-4F9B-8530-EA55C79F22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15" name="3D Model 1714" descr="Sphere">
                      <a:extLst>
                        <a:ext uri="{FF2B5EF4-FFF2-40B4-BE49-F238E27FC236}">
                          <a16:creationId xmlns:a16="http://schemas.microsoft.com/office/drawing/2014/main" id="{F4471941-DBE6-43F7-85FC-E7094B34726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011762725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5" name="3D Model 554" descr="Sphere">
                      <a:extLst>
                        <a:ext uri="{FF2B5EF4-FFF2-40B4-BE49-F238E27FC236}">
                          <a16:creationId xmlns:a16="http://schemas.microsoft.com/office/drawing/2014/main" id="{B10B1F59-68DB-45EF-85AF-5C8351B14029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268571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16" name="Flowchart: Connector 1715">
                  <a:extLst>
                    <a:ext uri="{FF2B5EF4-FFF2-40B4-BE49-F238E27FC236}">
                      <a16:creationId xmlns:a16="http://schemas.microsoft.com/office/drawing/2014/main" id="{18C238EC-786A-478C-8FB6-17F9CCD52F9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17" name="3D Model 1716" descr="Sphere">
                      <a:extLst>
                        <a:ext uri="{FF2B5EF4-FFF2-40B4-BE49-F238E27FC236}">
                          <a16:creationId xmlns:a16="http://schemas.microsoft.com/office/drawing/2014/main" id="{708DE22B-8DC2-4553-9291-8B1990E5CFA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930490725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7" name="3D Model 556" descr="Sphere">
                      <a:extLst>
                        <a:ext uri="{FF2B5EF4-FFF2-40B4-BE49-F238E27FC236}">
                          <a16:creationId xmlns:a16="http://schemas.microsoft.com/office/drawing/2014/main" id="{A2534F90-63A2-4E00-9F6F-62444BCD921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3465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18" name="Flowchart: Connector 1717">
                  <a:extLst>
                    <a:ext uri="{FF2B5EF4-FFF2-40B4-BE49-F238E27FC236}">
                      <a16:creationId xmlns:a16="http://schemas.microsoft.com/office/drawing/2014/main" id="{DCC6083E-4DB2-49C3-B0CD-88D8B36453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19" name="3D Model 1718" descr="Sphere">
                      <a:extLst>
                        <a:ext uri="{FF2B5EF4-FFF2-40B4-BE49-F238E27FC236}">
                          <a16:creationId xmlns:a16="http://schemas.microsoft.com/office/drawing/2014/main" id="{1020BA6B-67A5-477A-A5D2-4274F5D93618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371082214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9" name="3D Model 558" descr="Sphere">
                      <a:extLst>
                        <a:ext uri="{FF2B5EF4-FFF2-40B4-BE49-F238E27FC236}">
                          <a16:creationId xmlns:a16="http://schemas.microsoft.com/office/drawing/2014/main" id="{3144521F-B4C2-4106-B2F3-D31F5890AAB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40835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0" name="Flowchart: Connector 1719">
                  <a:extLst>
                    <a:ext uri="{FF2B5EF4-FFF2-40B4-BE49-F238E27FC236}">
                      <a16:creationId xmlns:a16="http://schemas.microsoft.com/office/drawing/2014/main" id="{B2B60D39-E1E9-4EE7-8788-E3808DDA94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1" name="3D Model 1720" descr="Sphere">
                      <a:extLst>
                        <a:ext uri="{FF2B5EF4-FFF2-40B4-BE49-F238E27FC236}">
                          <a16:creationId xmlns:a16="http://schemas.microsoft.com/office/drawing/2014/main" id="{664FE4A7-65A6-4697-82F1-850BBC4AA75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268319764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61" name="3D Model 560" descr="Sphere">
                      <a:extLst>
                        <a:ext uri="{FF2B5EF4-FFF2-40B4-BE49-F238E27FC236}">
                          <a16:creationId xmlns:a16="http://schemas.microsoft.com/office/drawing/2014/main" id="{81B1584C-E839-495C-A926-920C4CB7DA9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4953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673" name="Group 1672">
                <a:extLst>
                  <a:ext uri="{FF2B5EF4-FFF2-40B4-BE49-F238E27FC236}">
                    <a16:creationId xmlns:a16="http://schemas.microsoft.com/office/drawing/2014/main" id="{2C3DF09F-2AE4-479F-A24F-EDC4EF985899}"/>
                  </a:ext>
                </a:extLst>
              </p:cNvPr>
              <p:cNvGrpSpPr/>
              <p:nvPr/>
            </p:nvGrpSpPr>
            <p:grpSpPr>
              <a:xfrm>
                <a:off x="2114232" y="1823526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690" name="Flowchart: Connector 1689">
                  <a:extLst>
                    <a:ext uri="{FF2B5EF4-FFF2-40B4-BE49-F238E27FC236}">
                      <a16:creationId xmlns:a16="http://schemas.microsoft.com/office/drawing/2014/main" id="{14F9123B-5482-4F3C-B292-705920075C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1" name="Flowchart: Connector 1690">
                  <a:extLst>
                    <a:ext uri="{FF2B5EF4-FFF2-40B4-BE49-F238E27FC236}">
                      <a16:creationId xmlns:a16="http://schemas.microsoft.com/office/drawing/2014/main" id="{7E49922E-69C0-4D83-8FC3-2F79D15A4F5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2" name="Flowchart: Connector 1691">
                  <a:extLst>
                    <a:ext uri="{FF2B5EF4-FFF2-40B4-BE49-F238E27FC236}">
                      <a16:creationId xmlns:a16="http://schemas.microsoft.com/office/drawing/2014/main" id="{8AE7F56A-FF62-4E0E-ACB5-429E75F93E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3" name="Flowchart: Connector 1692">
                  <a:extLst>
                    <a:ext uri="{FF2B5EF4-FFF2-40B4-BE49-F238E27FC236}">
                      <a16:creationId xmlns:a16="http://schemas.microsoft.com/office/drawing/2014/main" id="{EA3C1DE8-62C8-4978-AA65-6C6EC8557F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4" name="Flowchart: Connector 1693">
                  <a:extLst>
                    <a:ext uri="{FF2B5EF4-FFF2-40B4-BE49-F238E27FC236}">
                      <a16:creationId xmlns:a16="http://schemas.microsoft.com/office/drawing/2014/main" id="{EF332D77-384D-4F7B-8D59-D81AEC2916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5" name="Flowchart: Connector 1694">
                  <a:extLst>
                    <a:ext uri="{FF2B5EF4-FFF2-40B4-BE49-F238E27FC236}">
                      <a16:creationId xmlns:a16="http://schemas.microsoft.com/office/drawing/2014/main" id="{6B28E62E-5F7D-4D4D-BA9D-1D0303E751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6" name="Flowchart: Connector 1695">
                  <a:extLst>
                    <a:ext uri="{FF2B5EF4-FFF2-40B4-BE49-F238E27FC236}">
                      <a16:creationId xmlns:a16="http://schemas.microsoft.com/office/drawing/2014/main" id="{F0E7BE0F-B8DA-4371-9DAF-A102CBD876F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7" name="Flowchart: Connector 1696">
                  <a:extLst>
                    <a:ext uri="{FF2B5EF4-FFF2-40B4-BE49-F238E27FC236}">
                      <a16:creationId xmlns:a16="http://schemas.microsoft.com/office/drawing/2014/main" id="{ECDCA8F8-0143-4A73-B9D4-182586334F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8" name="Flowchart: Connector 1697">
                  <a:extLst>
                    <a:ext uri="{FF2B5EF4-FFF2-40B4-BE49-F238E27FC236}">
                      <a16:creationId xmlns:a16="http://schemas.microsoft.com/office/drawing/2014/main" id="{C3D0040F-658A-45ED-87B6-07FD2A0D29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699" name="3D Model 1698" descr="Sphere">
                      <a:extLst>
                        <a:ext uri="{FF2B5EF4-FFF2-40B4-BE49-F238E27FC236}">
                          <a16:creationId xmlns:a16="http://schemas.microsoft.com/office/drawing/2014/main" id="{CEE042C6-645F-41C7-98CC-A76B0857270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4736194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1" name="3D Model 570" descr="Sphere">
                      <a:extLst>
                        <a:ext uri="{FF2B5EF4-FFF2-40B4-BE49-F238E27FC236}">
                          <a16:creationId xmlns:a16="http://schemas.microsoft.com/office/drawing/2014/main" id="{431CAFD4-B5D8-40F0-860A-3D38F1F2E4D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18294" y="295166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00" name="Flowchart: Connector 1699">
                  <a:extLst>
                    <a:ext uri="{FF2B5EF4-FFF2-40B4-BE49-F238E27FC236}">
                      <a16:creationId xmlns:a16="http://schemas.microsoft.com/office/drawing/2014/main" id="{2A7B3A7D-7929-4B20-8FB1-E6F409BAF05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01" name="3D Model 1700" descr="Sphere">
                      <a:extLst>
                        <a:ext uri="{FF2B5EF4-FFF2-40B4-BE49-F238E27FC236}">
                          <a16:creationId xmlns:a16="http://schemas.microsoft.com/office/drawing/2014/main" id="{7D720D4D-1B9B-4DBE-AD23-40EF2B5F780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19216175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3" name="3D Model 572" descr="Sphere">
                      <a:extLst>
                        <a:ext uri="{FF2B5EF4-FFF2-40B4-BE49-F238E27FC236}">
                          <a16:creationId xmlns:a16="http://schemas.microsoft.com/office/drawing/2014/main" id="{D6220843-76D7-4B68-A4C7-3C63A7751E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59064" y="302965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02" name="Flowchart: Connector 1701">
                  <a:extLst>
                    <a:ext uri="{FF2B5EF4-FFF2-40B4-BE49-F238E27FC236}">
                      <a16:creationId xmlns:a16="http://schemas.microsoft.com/office/drawing/2014/main" id="{20E36E6A-114A-4D17-9FC6-2DC5AED6AA7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03" name="3D Model 1702" descr="Sphere">
                      <a:extLst>
                        <a:ext uri="{FF2B5EF4-FFF2-40B4-BE49-F238E27FC236}">
                          <a16:creationId xmlns:a16="http://schemas.microsoft.com/office/drawing/2014/main" id="{79A9F26F-5D24-4C22-B3D2-BD3B1C7E5AC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890798234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5" name="3D Model 574" descr="Sphere">
                      <a:extLst>
                        <a:ext uri="{FF2B5EF4-FFF2-40B4-BE49-F238E27FC236}">
                          <a16:creationId xmlns:a16="http://schemas.microsoft.com/office/drawing/2014/main" id="{A31C2113-6FBF-4DA7-9B5E-8D9B60E9FEA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03560" y="309144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04" name="Flowchart: Connector 1703">
                  <a:extLst>
                    <a:ext uri="{FF2B5EF4-FFF2-40B4-BE49-F238E27FC236}">
                      <a16:creationId xmlns:a16="http://schemas.microsoft.com/office/drawing/2014/main" id="{F779E657-9052-4CD6-BE14-73485BC473E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05" name="3D Model 1704" descr="Sphere">
                      <a:extLst>
                        <a:ext uri="{FF2B5EF4-FFF2-40B4-BE49-F238E27FC236}">
                          <a16:creationId xmlns:a16="http://schemas.microsoft.com/office/drawing/2014/main" id="{0AF3877D-A0C2-4004-BE06-83D3BC91DD2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58944686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7" name="3D Model 576" descr="Sphere">
                      <a:extLst>
                        <a:ext uri="{FF2B5EF4-FFF2-40B4-BE49-F238E27FC236}">
                          <a16:creationId xmlns:a16="http://schemas.microsoft.com/office/drawing/2014/main" id="{69CA7D75-9569-459B-AA3F-BFD6D15B257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71978" y="3178488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1674" name="Flowchart: Connector 1673">
                <a:extLst>
                  <a:ext uri="{FF2B5EF4-FFF2-40B4-BE49-F238E27FC236}">
                    <a16:creationId xmlns:a16="http://schemas.microsoft.com/office/drawing/2014/main" id="{D67057EB-DEE2-46DA-B3B7-D73E8B79C1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22159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5" name="Flowchart: Connector 1674">
                <a:extLst>
                  <a:ext uri="{FF2B5EF4-FFF2-40B4-BE49-F238E27FC236}">
                    <a16:creationId xmlns:a16="http://schemas.microsoft.com/office/drawing/2014/main" id="{40177431-DB27-4AA3-B8E1-CF6CB2A88F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96824" y="178425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6" name="Flowchart: Connector 1675">
                <a:extLst>
                  <a:ext uri="{FF2B5EF4-FFF2-40B4-BE49-F238E27FC236}">
                    <a16:creationId xmlns:a16="http://schemas.microsoft.com/office/drawing/2014/main" id="{33C96B81-BFEF-43BA-AEF8-E0323FE158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40307" y="178032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7" name="Flowchart: Connector 1676">
                <a:extLst>
                  <a:ext uri="{FF2B5EF4-FFF2-40B4-BE49-F238E27FC236}">
                    <a16:creationId xmlns:a16="http://schemas.microsoft.com/office/drawing/2014/main" id="{1F2D7D22-70FE-4CDF-8CDA-1C36E5D2EC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3299" y="175226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8" name="Flowchart: Connector 1677">
                <a:extLst>
                  <a:ext uri="{FF2B5EF4-FFF2-40B4-BE49-F238E27FC236}">
                    <a16:creationId xmlns:a16="http://schemas.microsoft.com/office/drawing/2014/main" id="{05A711D5-805F-41FD-8B34-9FB05A3F11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72010" y="18446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9" name="Flowchart: Connector 1678">
                <a:extLst>
                  <a:ext uri="{FF2B5EF4-FFF2-40B4-BE49-F238E27FC236}">
                    <a16:creationId xmlns:a16="http://schemas.microsoft.com/office/drawing/2014/main" id="{AE577E8E-9A9A-4705-A1EE-ABCDCA8329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27678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80" name="Flowchart: Connector 1679">
                <a:extLst>
                  <a:ext uri="{FF2B5EF4-FFF2-40B4-BE49-F238E27FC236}">
                    <a16:creationId xmlns:a16="http://schemas.microsoft.com/office/drawing/2014/main" id="{478D4468-D27B-4A40-8534-EDFC9645ED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6506" y="192146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81" name="Flowchart: Connector 1680">
                <a:extLst>
                  <a:ext uri="{FF2B5EF4-FFF2-40B4-BE49-F238E27FC236}">
                    <a16:creationId xmlns:a16="http://schemas.microsoft.com/office/drawing/2014/main" id="{D9056509-8771-4D29-8C2C-889BA0C749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8047" y="192294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82" name="Flowchart: Connector 1681">
                <a:extLst>
                  <a:ext uri="{FF2B5EF4-FFF2-40B4-BE49-F238E27FC236}">
                    <a16:creationId xmlns:a16="http://schemas.microsoft.com/office/drawing/2014/main" id="{2026A8AB-C4A5-494F-A16F-480A891EEB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405" y="200468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3" name="3D Model 1682" descr="Sphere">
                    <a:extLst>
                      <a:ext uri="{FF2B5EF4-FFF2-40B4-BE49-F238E27FC236}">
                        <a16:creationId xmlns:a16="http://schemas.microsoft.com/office/drawing/2014/main" id="{BB5DB136-F2C0-4163-A50C-23853AB84C3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27067468"/>
                      </p:ext>
                    </p:extLst>
                  </p:nvPr>
                </p:nvGraphicFramePr>
                <p:xfrm>
                  <a:off x="2127272" y="1515698"/>
                  <a:ext cx="299738" cy="29973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9738" cy="29973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1"/>
                      </am3d:raster>
                      <am3d:objViewport viewportSz="412140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3" name="3D Model 1682" descr="Sphere">
                    <a:extLst>
                      <a:ext uri="{FF2B5EF4-FFF2-40B4-BE49-F238E27FC236}">
                        <a16:creationId xmlns:a16="http://schemas.microsoft.com/office/drawing/2014/main" id="{BB5DB136-F2C0-4163-A50C-23853AB84C39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9895133" y="976713"/>
                    <a:ext cx="299738" cy="29973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684" name="Flowchart: Connector 1683">
                <a:extLst>
                  <a:ext uri="{FF2B5EF4-FFF2-40B4-BE49-F238E27FC236}">
                    <a16:creationId xmlns:a16="http://schemas.microsoft.com/office/drawing/2014/main" id="{11F892C5-9003-4F5F-85D3-E3FEEF00AF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5380" y="165330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5" name="3D Model 1684" descr="Sphere">
                    <a:extLst>
                      <a:ext uri="{FF2B5EF4-FFF2-40B4-BE49-F238E27FC236}">
                        <a16:creationId xmlns:a16="http://schemas.microsoft.com/office/drawing/2014/main" id="{BD0F68BD-FDD6-44D2-BB66-E84944B1AD6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033249475"/>
                      </p:ext>
                    </p:extLst>
                  </p:nvPr>
                </p:nvGraphicFramePr>
                <p:xfrm>
                  <a:off x="2364681" y="1579752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5" name="3D Model 1684" descr="Sphere">
                    <a:extLst>
                      <a:ext uri="{FF2B5EF4-FFF2-40B4-BE49-F238E27FC236}">
                        <a16:creationId xmlns:a16="http://schemas.microsoft.com/office/drawing/2014/main" id="{BD0F68BD-FDD6-44D2-BB66-E84944B1AD6A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132542" y="1040767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686" name="Flowchart: Connector 1685">
                <a:extLst>
                  <a:ext uri="{FF2B5EF4-FFF2-40B4-BE49-F238E27FC236}">
                    <a16:creationId xmlns:a16="http://schemas.microsoft.com/office/drawing/2014/main" id="{6FD4651A-C8F5-444C-919F-D18364CA6C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86940" y="172243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7" name="3D Model 1686" descr="Sphere">
                    <a:extLst>
                      <a:ext uri="{FF2B5EF4-FFF2-40B4-BE49-F238E27FC236}">
                        <a16:creationId xmlns:a16="http://schemas.microsoft.com/office/drawing/2014/main" id="{4F4D0FE0-99C5-4DF0-A31B-2BA62BE2489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419792020"/>
                      </p:ext>
                    </p:extLst>
                  </p:nvPr>
                </p:nvGraphicFramePr>
                <p:xfrm>
                  <a:off x="2609177" y="1648531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7" name="3D Model 1686" descr="Sphere">
                    <a:extLst>
                      <a:ext uri="{FF2B5EF4-FFF2-40B4-BE49-F238E27FC236}">
                        <a16:creationId xmlns:a16="http://schemas.microsoft.com/office/drawing/2014/main" id="{4F4D0FE0-99C5-4DF0-A31B-2BA62BE24894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377038" y="1109546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688" name="Flowchart: Connector 1687">
                <a:extLst>
                  <a:ext uri="{FF2B5EF4-FFF2-40B4-BE49-F238E27FC236}">
                    <a16:creationId xmlns:a16="http://schemas.microsoft.com/office/drawing/2014/main" id="{1FCCB218-56B5-4BA9-AF46-F29B3E338D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8075" y="180504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9" name="3D Model 1688" descr="Sphere">
                    <a:extLst>
                      <a:ext uri="{FF2B5EF4-FFF2-40B4-BE49-F238E27FC236}">
                        <a16:creationId xmlns:a16="http://schemas.microsoft.com/office/drawing/2014/main" id="{A680220C-2743-417B-8390-293F963DAA8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4076532"/>
                      </p:ext>
                    </p:extLst>
                  </p:nvPr>
                </p:nvGraphicFramePr>
                <p:xfrm>
                  <a:off x="2877595" y="1728590"/>
                  <a:ext cx="293860" cy="31281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3860" cy="31281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329655" ay="3593320" az="-2226581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9"/>
                      </am3d:raster>
                      <am3d:objViewport viewportSz="407612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9" name="3D Model 1688" descr="Sphere">
                    <a:extLst>
                      <a:ext uri="{FF2B5EF4-FFF2-40B4-BE49-F238E27FC236}">
                        <a16:creationId xmlns:a16="http://schemas.microsoft.com/office/drawing/2014/main" id="{A680220C-2743-417B-8390-293F963DAA89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645456" y="1189605"/>
                    <a:ext cx="293860" cy="31281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601" name="Flowchart: Connector 1600">
            <a:extLst>
              <a:ext uri="{FF2B5EF4-FFF2-40B4-BE49-F238E27FC236}">
                <a16:creationId xmlns:a16="http://schemas.microsoft.com/office/drawing/2014/main" id="{A3FAE296-FE16-4449-A5B8-84683EE12E53}"/>
              </a:ext>
            </a:extLst>
          </p:cNvPr>
          <p:cNvSpPr>
            <a:spLocks noChangeAspect="1"/>
          </p:cNvSpPr>
          <p:nvPr/>
        </p:nvSpPr>
        <p:spPr>
          <a:xfrm>
            <a:off x="9938660" y="1119925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2" name="Flowchart: Connector 1601">
            <a:extLst>
              <a:ext uri="{FF2B5EF4-FFF2-40B4-BE49-F238E27FC236}">
                <a16:creationId xmlns:a16="http://schemas.microsoft.com/office/drawing/2014/main" id="{F0078335-FECD-487B-9CDA-54CEAF1B6C1A}"/>
              </a:ext>
            </a:extLst>
          </p:cNvPr>
          <p:cNvSpPr>
            <a:spLocks/>
          </p:cNvSpPr>
          <p:nvPr/>
        </p:nvSpPr>
        <p:spPr>
          <a:xfrm>
            <a:off x="10118522" y="1213717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3" name="Flowchart: Connector 1602">
            <a:extLst>
              <a:ext uri="{FF2B5EF4-FFF2-40B4-BE49-F238E27FC236}">
                <a16:creationId xmlns:a16="http://schemas.microsoft.com/office/drawing/2014/main" id="{878054F0-06C8-4318-92B3-0074EFF8CD05}"/>
              </a:ext>
            </a:extLst>
          </p:cNvPr>
          <p:cNvSpPr>
            <a:spLocks noChangeAspect="1"/>
          </p:cNvSpPr>
          <p:nvPr/>
        </p:nvSpPr>
        <p:spPr>
          <a:xfrm>
            <a:off x="10185092" y="1206951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4" name="Flowchart: Connector 1603">
            <a:extLst>
              <a:ext uri="{FF2B5EF4-FFF2-40B4-BE49-F238E27FC236}">
                <a16:creationId xmlns:a16="http://schemas.microsoft.com/office/drawing/2014/main" id="{CE86DA07-8FD4-4674-A63C-7CA8691CB32A}"/>
              </a:ext>
            </a:extLst>
          </p:cNvPr>
          <p:cNvSpPr>
            <a:spLocks noChangeAspect="1"/>
          </p:cNvSpPr>
          <p:nvPr/>
        </p:nvSpPr>
        <p:spPr>
          <a:xfrm>
            <a:off x="10562558" y="1485544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5" name="Flowchart: Connector 1604">
            <a:extLst>
              <a:ext uri="{FF2B5EF4-FFF2-40B4-BE49-F238E27FC236}">
                <a16:creationId xmlns:a16="http://schemas.microsoft.com/office/drawing/2014/main" id="{1D4DECF3-4B30-44AA-8A66-D2C9E2586514}"/>
              </a:ext>
            </a:extLst>
          </p:cNvPr>
          <p:cNvSpPr>
            <a:spLocks noChangeAspect="1"/>
          </p:cNvSpPr>
          <p:nvPr/>
        </p:nvSpPr>
        <p:spPr>
          <a:xfrm>
            <a:off x="10552919" y="1811559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6" name="Flowchart: Connector 1605">
            <a:extLst>
              <a:ext uri="{FF2B5EF4-FFF2-40B4-BE49-F238E27FC236}">
                <a16:creationId xmlns:a16="http://schemas.microsoft.com/office/drawing/2014/main" id="{C2AD3DA6-E897-4C29-AA5C-506FB997351D}"/>
              </a:ext>
            </a:extLst>
          </p:cNvPr>
          <p:cNvSpPr>
            <a:spLocks/>
          </p:cNvSpPr>
          <p:nvPr/>
        </p:nvSpPr>
        <p:spPr>
          <a:xfrm>
            <a:off x="10361414" y="1294673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607" name="Flowchart: Connector 1606">
            <a:extLst>
              <a:ext uri="{FF2B5EF4-FFF2-40B4-BE49-F238E27FC236}">
                <a16:creationId xmlns:a16="http://schemas.microsoft.com/office/drawing/2014/main" id="{D8F113CA-9AE6-427B-92BE-DCDC96BEEECD}"/>
              </a:ext>
            </a:extLst>
          </p:cNvPr>
          <p:cNvSpPr>
            <a:spLocks noChangeAspect="1"/>
          </p:cNvSpPr>
          <p:nvPr/>
        </p:nvSpPr>
        <p:spPr>
          <a:xfrm>
            <a:off x="10443671" y="1283832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8" name="Flowchart: Connector 1607">
            <a:extLst>
              <a:ext uri="{FF2B5EF4-FFF2-40B4-BE49-F238E27FC236}">
                <a16:creationId xmlns:a16="http://schemas.microsoft.com/office/drawing/2014/main" id="{207D368B-185F-404C-A77C-59DE1FD517F4}"/>
              </a:ext>
            </a:extLst>
          </p:cNvPr>
          <p:cNvSpPr>
            <a:spLocks noChangeAspect="1"/>
          </p:cNvSpPr>
          <p:nvPr/>
        </p:nvSpPr>
        <p:spPr>
          <a:xfrm>
            <a:off x="10563383" y="2129953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1610" name="Group 1609">
            <a:extLst>
              <a:ext uri="{FF2B5EF4-FFF2-40B4-BE49-F238E27FC236}">
                <a16:creationId xmlns:a16="http://schemas.microsoft.com/office/drawing/2014/main" id="{D96AFEE9-DD82-4E48-8B11-39E4D7AFDE2F}"/>
              </a:ext>
            </a:extLst>
          </p:cNvPr>
          <p:cNvGrpSpPr/>
          <p:nvPr/>
        </p:nvGrpSpPr>
        <p:grpSpPr>
          <a:xfrm>
            <a:off x="9840234" y="1603028"/>
            <a:ext cx="1060655" cy="525712"/>
            <a:chOff x="3721252" y="1733424"/>
            <a:chExt cx="1060655" cy="525712"/>
          </a:xfrm>
        </p:grpSpPr>
        <p:sp>
          <p:nvSpPr>
            <p:cNvPr id="1661" name="Flowchart: Connector 1660">
              <a:extLst>
                <a:ext uri="{FF2B5EF4-FFF2-40B4-BE49-F238E27FC236}">
                  <a16:creationId xmlns:a16="http://schemas.microsoft.com/office/drawing/2014/main" id="{87633076-DDE0-441E-A5BB-70DD8AC27075}"/>
                </a:ext>
              </a:extLst>
            </p:cNvPr>
            <p:cNvSpPr>
              <a:spLocks/>
            </p:cNvSpPr>
            <p:nvPr/>
          </p:nvSpPr>
          <p:spPr>
            <a:xfrm>
              <a:off x="4690102" y="2001983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2" name="3D Model 1661" descr="Sphere">
                  <a:extLst>
                    <a:ext uri="{FF2B5EF4-FFF2-40B4-BE49-F238E27FC236}">
                      <a16:creationId xmlns:a16="http://schemas.microsoft.com/office/drawing/2014/main" id="{722D99FD-9A37-4896-AD43-2219C000063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98136917"/>
                    </p:ext>
                  </p:extLst>
                </p:nvPr>
              </p:nvGraphicFramePr>
              <p:xfrm>
                <a:off x="3721252" y="1733424"/>
                <a:ext cx="299739" cy="299738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9739" cy="299738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0"/>
                    </am3d:raster>
                    <am3d:objViewport viewportSz="412140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1662" name="3D Model 1661" descr="Sphere">
                  <a:extLst>
                    <a:ext uri="{FF2B5EF4-FFF2-40B4-BE49-F238E27FC236}">
                      <a16:creationId xmlns:a16="http://schemas.microsoft.com/office/drawing/2014/main" id="{722D99FD-9A37-4896-AD43-2219C000063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40234" y="1603028"/>
                  <a:ext cx="299739" cy="29973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63" name="Flowchart: Connector 1662">
              <a:extLst>
                <a:ext uri="{FF2B5EF4-FFF2-40B4-BE49-F238E27FC236}">
                  <a16:creationId xmlns:a16="http://schemas.microsoft.com/office/drawing/2014/main" id="{4B855021-484F-498B-B4ED-47F68A0B66F3}"/>
                </a:ext>
              </a:extLst>
            </p:cNvPr>
            <p:cNvSpPr>
              <a:spLocks/>
            </p:cNvSpPr>
            <p:nvPr/>
          </p:nvSpPr>
          <p:spPr>
            <a:xfrm>
              <a:off x="3938658" y="1871027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4" name="3D Model 1663" descr="Sphere">
                  <a:extLst>
                    <a:ext uri="{FF2B5EF4-FFF2-40B4-BE49-F238E27FC236}">
                      <a16:creationId xmlns:a16="http://schemas.microsoft.com/office/drawing/2014/main" id="{CBEC3265-F3B1-40C0-8D33-D5E4522DD65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75177755"/>
                    </p:ext>
                  </p:extLst>
                </p:nvPr>
              </p:nvGraphicFramePr>
              <p:xfrm>
                <a:off x="3957959" y="1797479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41" name="3D Model 540" descr="Sphere">
                  <a:extLst>
                    <a:ext uri="{FF2B5EF4-FFF2-40B4-BE49-F238E27FC236}">
                      <a16:creationId xmlns:a16="http://schemas.microsoft.com/office/drawing/2014/main" id="{AB17CB10-4F93-4434-BA14-50AFAFF4946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68743" y="3666235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65" name="Flowchart: Connector 1664">
              <a:extLst>
                <a:ext uri="{FF2B5EF4-FFF2-40B4-BE49-F238E27FC236}">
                  <a16:creationId xmlns:a16="http://schemas.microsoft.com/office/drawing/2014/main" id="{FD660148-E369-4076-824D-C784ECB50402}"/>
                </a:ext>
              </a:extLst>
            </p:cNvPr>
            <p:cNvSpPr>
              <a:spLocks/>
            </p:cNvSpPr>
            <p:nvPr/>
          </p:nvSpPr>
          <p:spPr>
            <a:xfrm>
              <a:off x="4177837" y="1940159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6" name="3D Model 1665" descr="Sphere">
                  <a:extLst>
                    <a:ext uri="{FF2B5EF4-FFF2-40B4-BE49-F238E27FC236}">
                      <a16:creationId xmlns:a16="http://schemas.microsoft.com/office/drawing/2014/main" id="{A402DE16-1E7E-4DE3-AD7E-BB4FBCEF218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2188654"/>
                    </p:ext>
                  </p:extLst>
                </p:nvPr>
              </p:nvGraphicFramePr>
              <p:xfrm>
                <a:off x="4202455" y="1859278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43" name="3D Model 542" descr="Sphere">
                  <a:extLst>
                    <a:ext uri="{FF2B5EF4-FFF2-40B4-BE49-F238E27FC236}">
                      <a16:creationId xmlns:a16="http://schemas.microsoft.com/office/drawing/2014/main" id="{503D28F6-C92A-40B9-96B8-4050B0C4C9A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13239" y="3728034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67" name="Flowchart: Connector 1666">
              <a:extLst>
                <a:ext uri="{FF2B5EF4-FFF2-40B4-BE49-F238E27FC236}">
                  <a16:creationId xmlns:a16="http://schemas.microsoft.com/office/drawing/2014/main" id="{DD7395A8-AF76-4588-A2BA-4C45BD2A021F}"/>
                </a:ext>
              </a:extLst>
            </p:cNvPr>
            <p:cNvSpPr>
              <a:spLocks/>
            </p:cNvSpPr>
            <p:nvPr/>
          </p:nvSpPr>
          <p:spPr>
            <a:xfrm>
              <a:off x="4441353" y="202277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8" name="3D Model 1667" descr="Sphere">
                  <a:extLst>
                    <a:ext uri="{FF2B5EF4-FFF2-40B4-BE49-F238E27FC236}">
                      <a16:creationId xmlns:a16="http://schemas.microsoft.com/office/drawing/2014/main" id="{232E2561-526E-49F4-8190-435297C5212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9834197"/>
                    </p:ext>
                  </p:extLst>
                </p:nvPr>
              </p:nvGraphicFramePr>
              <p:xfrm>
                <a:off x="4470873" y="1946317"/>
                <a:ext cx="293860" cy="31281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3860" cy="31281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329655" ay="3593320" az="-2226581"/>
                      <am3d:postTrans dx="0" dy="0" dz="0"/>
                    </am3d:trans>
                    <am3d:attrSrcUrl r:id="rId3"/>
                    <am3d:raster rName="Office3DRenderer" rVer="16.0.8326">
                      <am3d:blip r:embed="rId9"/>
                    </am3d:raster>
                    <am3d:objViewport viewportSz="40761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45" name="3D Model 544" descr="Sphere">
                  <a:extLst>
                    <a:ext uri="{FF2B5EF4-FFF2-40B4-BE49-F238E27FC236}">
                      <a16:creationId xmlns:a16="http://schemas.microsoft.com/office/drawing/2014/main" id="{226A18F8-2383-4285-9223-CF3CEC25C57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1657" y="3815073"/>
                  <a:ext cx="293860" cy="31281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1" name="Group 1610">
            <a:extLst>
              <a:ext uri="{FF2B5EF4-FFF2-40B4-BE49-F238E27FC236}">
                <a16:creationId xmlns:a16="http://schemas.microsoft.com/office/drawing/2014/main" id="{FFCF11C4-0EA0-487E-9165-ED6A533E5047}"/>
              </a:ext>
            </a:extLst>
          </p:cNvPr>
          <p:cNvGrpSpPr/>
          <p:nvPr/>
        </p:nvGrpSpPr>
        <p:grpSpPr>
          <a:xfrm>
            <a:off x="9683468" y="1466260"/>
            <a:ext cx="948322" cy="559197"/>
            <a:chOff x="3833585" y="1797479"/>
            <a:chExt cx="948322" cy="559197"/>
          </a:xfrm>
        </p:grpSpPr>
        <p:sp>
          <p:nvSpPr>
            <p:cNvPr id="1645" name="Flowchart: Connector 1644">
              <a:extLst>
                <a:ext uri="{FF2B5EF4-FFF2-40B4-BE49-F238E27FC236}">
                  <a16:creationId xmlns:a16="http://schemas.microsoft.com/office/drawing/2014/main" id="{05F02CE9-EB01-4DCE-B7BC-F4D8586752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5437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6" name="Flowchart: Connector 1645">
              <a:extLst>
                <a:ext uri="{FF2B5EF4-FFF2-40B4-BE49-F238E27FC236}">
                  <a16:creationId xmlns:a16="http://schemas.microsoft.com/office/drawing/2014/main" id="{05F6C236-34A2-4558-9D18-3CCCBF0782B9}"/>
                </a:ext>
              </a:extLst>
            </p:cNvPr>
            <p:cNvSpPr>
              <a:spLocks/>
            </p:cNvSpPr>
            <p:nvPr/>
          </p:nvSpPr>
          <p:spPr>
            <a:xfrm>
              <a:off x="4690102" y="2001983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7" name="Flowchart: Connector 1646">
              <a:extLst>
                <a:ext uri="{FF2B5EF4-FFF2-40B4-BE49-F238E27FC236}">
                  <a16:creationId xmlns:a16="http://schemas.microsoft.com/office/drawing/2014/main" id="{6A715073-9A83-4643-9C0A-6F887A1F407A}"/>
                </a:ext>
              </a:extLst>
            </p:cNvPr>
            <p:cNvSpPr>
              <a:spLocks/>
            </p:cNvSpPr>
            <p:nvPr/>
          </p:nvSpPr>
          <p:spPr>
            <a:xfrm>
              <a:off x="3833585" y="1998052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8" name="Flowchart: Connector 1647">
              <a:extLst>
                <a:ext uri="{FF2B5EF4-FFF2-40B4-BE49-F238E27FC236}">
                  <a16:creationId xmlns:a16="http://schemas.microsoft.com/office/drawing/2014/main" id="{224EB64A-DE53-4CBF-AEE9-7FAA20791C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6577" y="196999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9" name="Flowchart: Connector 1648">
              <a:extLst>
                <a:ext uri="{FF2B5EF4-FFF2-40B4-BE49-F238E27FC236}">
                  <a16:creationId xmlns:a16="http://schemas.microsoft.com/office/drawing/2014/main" id="{B184FF5C-5277-468B-9C2D-A6D6CD0223DC}"/>
                </a:ext>
              </a:extLst>
            </p:cNvPr>
            <p:cNvSpPr>
              <a:spLocks/>
            </p:cNvSpPr>
            <p:nvPr/>
          </p:nvSpPr>
          <p:spPr>
            <a:xfrm>
              <a:off x="4065288" y="206237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0" name="Flowchart: Connector 1649">
              <a:extLst>
                <a:ext uri="{FF2B5EF4-FFF2-40B4-BE49-F238E27FC236}">
                  <a16:creationId xmlns:a16="http://schemas.microsoft.com/office/drawing/2014/main" id="{3A2C7399-5E90-4819-A611-A04057DA49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0956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1" name="Flowchart: Connector 1650">
              <a:extLst>
                <a:ext uri="{FF2B5EF4-FFF2-40B4-BE49-F238E27FC236}">
                  <a16:creationId xmlns:a16="http://schemas.microsoft.com/office/drawing/2014/main" id="{6040891B-9535-428D-9AD8-B9B085F035C2}"/>
                </a:ext>
              </a:extLst>
            </p:cNvPr>
            <p:cNvSpPr>
              <a:spLocks/>
            </p:cNvSpPr>
            <p:nvPr/>
          </p:nvSpPr>
          <p:spPr>
            <a:xfrm>
              <a:off x="4309784" y="2139196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2" name="Flowchart: Connector 1651">
              <a:extLst>
                <a:ext uri="{FF2B5EF4-FFF2-40B4-BE49-F238E27FC236}">
                  <a16:creationId xmlns:a16="http://schemas.microsoft.com/office/drawing/2014/main" id="{57D4B7D3-8545-4DB2-84EB-54CB3AF46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81325" y="214067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3" name="Flowchart: Connector 1652">
              <a:extLst>
                <a:ext uri="{FF2B5EF4-FFF2-40B4-BE49-F238E27FC236}">
                  <a16:creationId xmlns:a16="http://schemas.microsoft.com/office/drawing/2014/main" id="{9CE04311-A511-498E-BBC9-72336B02660B}"/>
                </a:ext>
              </a:extLst>
            </p:cNvPr>
            <p:cNvSpPr>
              <a:spLocks/>
            </p:cNvSpPr>
            <p:nvPr/>
          </p:nvSpPr>
          <p:spPr>
            <a:xfrm>
              <a:off x="4574683" y="222240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5" name="Flowchart: Connector 1654">
              <a:extLst>
                <a:ext uri="{FF2B5EF4-FFF2-40B4-BE49-F238E27FC236}">
                  <a16:creationId xmlns:a16="http://schemas.microsoft.com/office/drawing/2014/main" id="{5502A575-C5CA-49BF-A7F1-802FF9F5D40F}"/>
                </a:ext>
              </a:extLst>
            </p:cNvPr>
            <p:cNvSpPr>
              <a:spLocks/>
            </p:cNvSpPr>
            <p:nvPr/>
          </p:nvSpPr>
          <p:spPr>
            <a:xfrm>
              <a:off x="3938658" y="1871027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56" name="3D Model 1655" descr="Sphere">
                  <a:extLst>
                    <a:ext uri="{FF2B5EF4-FFF2-40B4-BE49-F238E27FC236}">
                      <a16:creationId xmlns:a16="http://schemas.microsoft.com/office/drawing/2014/main" id="{CD49B505-9EB4-4240-BA88-803A66BAFCC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8234461"/>
                    </p:ext>
                  </p:extLst>
                </p:nvPr>
              </p:nvGraphicFramePr>
              <p:xfrm>
                <a:off x="3957959" y="1797479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4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57" name="3D Model 556" descr="Sphere">
                  <a:extLst>
                    <a:ext uri="{FF2B5EF4-FFF2-40B4-BE49-F238E27FC236}">
                      <a16:creationId xmlns:a16="http://schemas.microsoft.com/office/drawing/2014/main" id="{A2534F90-63A2-4E00-9F6F-62444BCD921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68743" y="3346553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57" name="Flowchart: Connector 1656">
              <a:extLst>
                <a:ext uri="{FF2B5EF4-FFF2-40B4-BE49-F238E27FC236}">
                  <a16:creationId xmlns:a16="http://schemas.microsoft.com/office/drawing/2014/main" id="{CDB3B2E6-6A23-4A72-B084-04A834B6F924}"/>
                </a:ext>
              </a:extLst>
            </p:cNvPr>
            <p:cNvSpPr>
              <a:spLocks/>
            </p:cNvSpPr>
            <p:nvPr/>
          </p:nvSpPr>
          <p:spPr>
            <a:xfrm>
              <a:off x="4177837" y="1940159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58" name="3D Model 1657" descr="Sphere">
                  <a:extLst>
                    <a:ext uri="{FF2B5EF4-FFF2-40B4-BE49-F238E27FC236}">
                      <a16:creationId xmlns:a16="http://schemas.microsoft.com/office/drawing/2014/main" id="{50EF6814-F41E-4200-897C-56214742C3B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10627957"/>
                    </p:ext>
                  </p:extLst>
                </p:nvPr>
              </p:nvGraphicFramePr>
              <p:xfrm>
                <a:off x="4202455" y="1859278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59" name="3D Model 558" descr="Sphere">
                  <a:extLst>
                    <a:ext uri="{FF2B5EF4-FFF2-40B4-BE49-F238E27FC236}">
                      <a16:creationId xmlns:a16="http://schemas.microsoft.com/office/drawing/2014/main" id="{3144521F-B4C2-4106-B2F3-D31F5890AAB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13239" y="3408352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59" name="Flowchart: Connector 1658">
              <a:extLst>
                <a:ext uri="{FF2B5EF4-FFF2-40B4-BE49-F238E27FC236}">
                  <a16:creationId xmlns:a16="http://schemas.microsoft.com/office/drawing/2014/main" id="{5DFBE75A-28F5-4D9C-AE0B-A94DDD421F15}"/>
                </a:ext>
              </a:extLst>
            </p:cNvPr>
            <p:cNvSpPr>
              <a:spLocks/>
            </p:cNvSpPr>
            <p:nvPr/>
          </p:nvSpPr>
          <p:spPr>
            <a:xfrm>
              <a:off x="4441353" y="202277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0" name="3D Model 1659" descr="Sphere">
                  <a:extLst>
                    <a:ext uri="{FF2B5EF4-FFF2-40B4-BE49-F238E27FC236}">
                      <a16:creationId xmlns:a16="http://schemas.microsoft.com/office/drawing/2014/main" id="{A3CA086E-EBF3-465B-8294-F0E4780F7DD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49870435"/>
                    </p:ext>
                  </p:extLst>
                </p:nvPr>
              </p:nvGraphicFramePr>
              <p:xfrm>
                <a:off x="4470873" y="1946317"/>
                <a:ext cx="293860" cy="31281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3860" cy="31281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329655" ay="3593320" az="-2226581"/>
                      <am3d:postTrans dx="0" dy="0" dz="0"/>
                    </am3d:trans>
                    <am3d:attrSrcUrl r:id="rId3"/>
                    <am3d:raster rName="Office3DRenderer" rVer="16.0.8326">
                      <am3d:blip r:embed="rId7"/>
                    </am3d:raster>
                    <am3d:objViewport viewportSz="40761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61" name="3D Model 560" descr="Sphere">
                  <a:extLst>
                    <a:ext uri="{FF2B5EF4-FFF2-40B4-BE49-F238E27FC236}">
                      <a16:creationId xmlns:a16="http://schemas.microsoft.com/office/drawing/2014/main" id="{81B1584C-E839-495C-A926-920C4CB7DA9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1657" y="3495391"/>
                  <a:ext cx="293860" cy="31281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2" name="Group 1611">
            <a:extLst>
              <a:ext uri="{FF2B5EF4-FFF2-40B4-BE49-F238E27FC236}">
                <a16:creationId xmlns:a16="http://schemas.microsoft.com/office/drawing/2014/main" id="{94C427C8-1BBB-4CBE-8178-320ABAA32DF2}"/>
              </a:ext>
            </a:extLst>
          </p:cNvPr>
          <p:cNvGrpSpPr/>
          <p:nvPr/>
        </p:nvGrpSpPr>
        <p:grpSpPr>
          <a:xfrm>
            <a:off x="9985821" y="1140198"/>
            <a:ext cx="1064014" cy="643455"/>
            <a:chOff x="3717893" y="1713221"/>
            <a:chExt cx="1064014" cy="643455"/>
          </a:xfrm>
        </p:grpSpPr>
        <p:sp>
          <p:nvSpPr>
            <p:cNvPr id="1629" name="Flowchart: Connector 1628">
              <a:extLst>
                <a:ext uri="{FF2B5EF4-FFF2-40B4-BE49-F238E27FC236}">
                  <a16:creationId xmlns:a16="http://schemas.microsoft.com/office/drawing/2014/main" id="{34384CFC-565B-4F79-9BAA-246932BEA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5437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0" name="Flowchart: Connector 1629">
              <a:extLst>
                <a:ext uri="{FF2B5EF4-FFF2-40B4-BE49-F238E27FC236}">
                  <a16:creationId xmlns:a16="http://schemas.microsoft.com/office/drawing/2014/main" id="{F4B87EFD-0CB5-4702-AF80-BB82B5CB3317}"/>
                </a:ext>
              </a:extLst>
            </p:cNvPr>
            <p:cNvSpPr>
              <a:spLocks/>
            </p:cNvSpPr>
            <p:nvPr/>
          </p:nvSpPr>
          <p:spPr>
            <a:xfrm>
              <a:off x="4690102" y="2001983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1" name="Flowchart: Connector 1630">
              <a:extLst>
                <a:ext uri="{FF2B5EF4-FFF2-40B4-BE49-F238E27FC236}">
                  <a16:creationId xmlns:a16="http://schemas.microsoft.com/office/drawing/2014/main" id="{B57F3DC1-6CAB-4E6F-94B1-3848139E2AE5}"/>
                </a:ext>
              </a:extLst>
            </p:cNvPr>
            <p:cNvSpPr>
              <a:spLocks/>
            </p:cNvSpPr>
            <p:nvPr/>
          </p:nvSpPr>
          <p:spPr>
            <a:xfrm>
              <a:off x="3833585" y="1998052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2" name="Flowchart: Connector 1631">
              <a:extLst>
                <a:ext uri="{FF2B5EF4-FFF2-40B4-BE49-F238E27FC236}">
                  <a16:creationId xmlns:a16="http://schemas.microsoft.com/office/drawing/2014/main" id="{EB6060A4-641A-42B7-9C0B-162D71A211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6577" y="196999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3" name="Flowchart: Connector 1632">
              <a:extLst>
                <a:ext uri="{FF2B5EF4-FFF2-40B4-BE49-F238E27FC236}">
                  <a16:creationId xmlns:a16="http://schemas.microsoft.com/office/drawing/2014/main" id="{BDB6FDAC-1CBA-4CD1-96C6-851B7B9B115E}"/>
                </a:ext>
              </a:extLst>
            </p:cNvPr>
            <p:cNvSpPr>
              <a:spLocks/>
            </p:cNvSpPr>
            <p:nvPr/>
          </p:nvSpPr>
          <p:spPr>
            <a:xfrm>
              <a:off x="4065288" y="206237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4" name="Flowchart: Connector 1633">
              <a:extLst>
                <a:ext uri="{FF2B5EF4-FFF2-40B4-BE49-F238E27FC236}">
                  <a16:creationId xmlns:a16="http://schemas.microsoft.com/office/drawing/2014/main" id="{876DDB03-DDA5-4A77-A3CF-B7685963B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0956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5" name="Flowchart: Connector 1634">
              <a:extLst>
                <a:ext uri="{FF2B5EF4-FFF2-40B4-BE49-F238E27FC236}">
                  <a16:creationId xmlns:a16="http://schemas.microsoft.com/office/drawing/2014/main" id="{80BE33C0-1CF2-4A94-BC73-89E1E358A2EF}"/>
                </a:ext>
              </a:extLst>
            </p:cNvPr>
            <p:cNvSpPr>
              <a:spLocks/>
            </p:cNvSpPr>
            <p:nvPr/>
          </p:nvSpPr>
          <p:spPr>
            <a:xfrm>
              <a:off x="4309784" y="2139196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6" name="Flowchart: Connector 1635">
              <a:extLst>
                <a:ext uri="{FF2B5EF4-FFF2-40B4-BE49-F238E27FC236}">
                  <a16:creationId xmlns:a16="http://schemas.microsoft.com/office/drawing/2014/main" id="{B9DA09DC-1526-4579-9A01-431EA77491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81325" y="214067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7" name="Flowchart: Connector 1636">
              <a:extLst>
                <a:ext uri="{FF2B5EF4-FFF2-40B4-BE49-F238E27FC236}">
                  <a16:creationId xmlns:a16="http://schemas.microsoft.com/office/drawing/2014/main" id="{8AED39C6-8A49-4E39-8B79-1C489AF96FEA}"/>
                </a:ext>
              </a:extLst>
            </p:cNvPr>
            <p:cNvSpPr>
              <a:spLocks/>
            </p:cNvSpPr>
            <p:nvPr/>
          </p:nvSpPr>
          <p:spPr>
            <a:xfrm>
              <a:off x="4574683" y="222240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38" name="3D Model 1637" descr="Sphere">
                  <a:extLst>
                    <a:ext uri="{FF2B5EF4-FFF2-40B4-BE49-F238E27FC236}">
                      <a16:creationId xmlns:a16="http://schemas.microsoft.com/office/drawing/2014/main" id="{F1D51DBC-5FEC-4237-8F3E-A5A270252EE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448893846"/>
                    </p:ext>
                  </p:extLst>
                </p:nvPr>
              </p:nvGraphicFramePr>
              <p:xfrm>
                <a:off x="3717893" y="1713221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1638" name="3D Model 1637" descr="Sphere">
                  <a:extLst>
                    <a:ext uri="{FF2B5EF4-FFF2-40B4-BE49-F238E27FC236}">
                      <a16:creationId xmlns:a16="http://schemas.microsoft.com/office/drawing/2014/main" id="{F1D51DBC-5FEC-4237-8F3E-A5A270252EE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85821" y="1140198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39" name="Flowchart: Connector 1638">
              <a:extLst>
                <a:ext uri="{FF2B5EF4-FFF2-40B4-BE49-F238E27FC236}">
                  <a16:creationId xmlns:a16="http://schemas.microsoft.com/office/drawing/2014/main" id="{D1ADD12C-C3B0-4ACD-890D-6BB48C3DDF7E}"/>
                </a:ext>
              </a:extLst>
            </p:cNvPr>
            <p:cNvSpPr>
              <a:spLocks/>
            </p:cNvSpPr>
            <p:nvPr/>
          </p:nvSpPr>
          <p:spPr>
            <a:xfrm>
              <a:off x="3938658" y="1871027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40" name="3D Model 1639" descr="Sphere">
                  <a:extLst>
                    <a:ext uri="{FF2B5EF4-FFF2-40B4-BE49-F238E27FC236}">
                      <a16:creationId xmlns:a16="http://schemas.microsoft.com/office/drawing/2014/main" id="{3233DE50-D634-4E2B-B673-3395FEEE384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77582922"/>
                    </p:ext>
                  </p:extLst>
                </p:nvPr>
              </p:nvGraphicFramePr>
              <p:xfrm>
                <a:off x="3957959" y="1797479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6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1640" name="3D Model 1639" descr="Sphere">
                  <a:extLst>
                    <a:ext uri="{FF2B5EF4-FFF2-40B4-BE49-F238E27FC236}">
                      <a16:creationId xmlns:a16="http://schemas.microsoft.com/office/drawing/2014/main" id="{3233DE50-D634-4E2B-B673-3395FEEE384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25887" y="1224456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41" name="Flowchart: Connector 1640">
              <a:extLst>
                <a:ext uri="{FF2B5EF4-FFF2-40B4-BE49-F238E27FC236}">
                  <a16:creationId xmlns:a16="http://schemas.microsoft.com/office/drawing/2014/main" id="{2B85E4DE-4B42-406B-81F6-590F1E36C99C}"/>
                </a:ext>
              </a:extLst>
            </p:cNvPr>
            <p:cNvSpPr>
              <a:spLocks/>
            </p:cNvSpPr>
            <p:nvPr/>
          </p:nvSpPr>
          <p:spPr>
            <a:xfrm>
              <a:off x="4177837" y="1940159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42" name="3D Model 1641" descr="Sphere">
                  <a:extLst>
                    <a:ext uri="{FF2B5EF4-FFF2-40B4-BE49-F238E27FC236}">
                      <a16:creationId xmlns:a16="http://schemas.microsoft.com/office/drawing/2014/main" id="{0A29C5F6-302E-43CE-B551-CAF965E202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6264142"/>
                    </p:ext>
                  </p:extLst>
                </p:nvPr>
              </p:nvGraphicFramePr>
              <p:xfrm>
                <a:off x="4202455" y="1859278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4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75" name="3D Model 574" descr="Sphere">
                  <a:extLst>
                    <a:ext uri="{FF2B5EF4-FFF2-40B4-BE49-F238E27FC236}">
                      <a16:creationId xmlns:a16="http://schemas.microsoft.com/office/drawing/2014/main" id="{A31C2113-6FBF-4DA7-9B5E-8D9B60E9FEA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03560" y="3091449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43" name="Flowchart: Connector 1642">
              <a:extLst>
                <a:ext uri="{FF2B5EF4-FFF2-40B4-BE49-F238E27FC236}">
                  <a16:creationId xmlns:a16="http://schemas.microsoft.com/office/drawing/2014/main" id="{83B00E1A-6C57-4D50-99BD-5335E16BF5E5}"/>
                </a:ext>
              </a:extLst>
            </p:cNvPr>
            <p:cNvSpPr>
              <a:spLocks/>
            </p:cNvSpPr>
            <p:nvPr/>
          </p:nvSpPr>
          <p:spPr>
            <a:xfrm>
              <a:off x="4441353" y="202277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44" name="3D Model 1643" descr="Sphere">
                  <a:extLst>
                    <a:ext uri="{FF2B5EF4-FFF2-40B4-BE49-F238E27FC236}">
                      <a16:creationId xmlns:a16="http://schemas.microsoft.com/office/drawing/2014/main" id="{A1B64391-FBA4-427B-9E7A-ACD8C05DE17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97981115"/>
                    </p:ext>
                  </p:extLst>
                </p:nvPr>
              </p:nvGraphicFramePr>
              <p:xfrm>
                <a:off x="4470873" y="1946317"/>
                <a:ext cx="293860" cy="31281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3860" cy="31281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329655" ay="3593320" az="-2226581"/>
                      <am3d:postTrans dx="0" dy="0" dz="0"/>
                    </am3d:trans>
                    <am3d:attrSrcUrl r:id="rId3"/>
                    <am3d:raster rName="Office3DRenderer" rVer="16.0.8326">
                      <am3d:blip r:embed="rId8"/>
                    </am3d:raster>
                    <am3d:objViewport viewportSz="40761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77" name="3D Model 576" descr="Sphere">
                  <a:extLst>
                    <a:ext uri="{FF2B5EF4-FFF2-40B4-BE49-F238E27FC236}">
                      <a16:creationId xmlns:a16="http://schemas.microsoft.com/office/drawing/2014/main" id="{69CA7D75-9569-459B-AA3F-BFD6D15B257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71978" y="3178488"/>
                  <a:ext cx="293860" cy="31281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13" name="Flowchart: Connector 1612">
            <a:extLst>
              <a:ext uri="{FF2B5EF4-FFF2-40B4-BE49-F238E27FC236}">
                <a16:creationId xmlns:a16="http://schemas.microsoft.com/office/drawing/2014/main" id="{BEC1BC4F-2D14-41E7-AF1D-776F365117A9}"/>
              </a:ext>
            </a:extLst>
          </p:cNvPr>
          <p:cNvSpPr>
            <a:spLocks noChangeAspect="1"/>
          </p:cNvSpPr>
          <p:nvPr/>
        </p:nvSpPr>
        <p:spPr>
          <a:xfrm>
            <a:off x="10260020" y="1441445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4" name="Flowchart: Connector 1613">
            <a:extLst>
              <a:ext uri="{FF2B5EF4-FFF2-40B4-BE49-F238E27FC236}">
                <a16:creationId xmlns:a16="http://schemas.microsoft.com/office/drawing/2014/main" id="{E0ED346E-D723-4721-9949-1766390B7E1D}"/>
              </a:ext>
            </a:extLst>
          </p:cNvPr>
          <p:cNvSpPr>
            <a:spLocks/>
          </p:cNvSpPr>
          <p:nvPr/>
        </p:nvSpPr>
        <p:spPr>
          <a:xfrm>
            <a:off x="10634685" y="1390220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5" name="Flowchart: Connector 1614">
            <a:extLst>
              <a:ext uri="{FF2B5EF4-FFF2-40B4-BE49-F238E27FC236}">
                <a16:creationId xmlns:a16="http://schemas.microsoft.com/office/drawing/2014/main" id="{BC2E220D-F4C4-4AD9-AC6A-DABD496D9DFB}"/>
              </a:ext>
            </a:extLst>
          </p:cNvPr>
          <p:cNvSpPr>
            <a:spLocks/>
          </p:cNvSpPr>
          <p:nvPr/>
        </p:nvSpPr>
        <p:spPr>
          <a:xfrm>
            <a:off x="9764208" y="1379309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6" name="Flowchart: Connector 1615">
            <a:extLst>
              <a:ext uri="{FF2B5EF4-FFF2-40B4-BE49-F238E27FC236}">
                <a16:creationId xmlns:a16="http://schemas.microsoft.com/office/drawing/2014/main" id="{D0DEB01A-BEB4-4412-A260-10802032C8C1}"/>
              </a:ext>
            </a:extLst>
          </p:cNvPr>
          <p:cNvSpPr>
            <a:spLocks noChangeAspect="1"/>
          </p:cNvSpPr>
          <p:nvPr/>
        </p:nvSpPr>
        <p:spPr>
          <a:xfrm>
            <a:off x="9821160" y="1358233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7" name="Flowchart: Connector 1616">
            <a:extLst>
              <a:ext uri="{FF2B5EF4-FFF2-40B4-BE49-F238E27FC236}">
                <a16:creationId xmlns:a16="http://schemas.microsoft.com/office/drawing/2014/main" id="{268CE6EF-D5E4-4C47-AF06-EEDD22D4942B}"/>
              </a:ext>
            </a:extLst>
          </p:cNvPr>
          <p:cNvSpPr>
            <a:spLocks/>
          </p:cNvSpPr>
          <p:nvPr/>
        </p:nvSpPr>
        <p:spPr>
          <a:xfrm>
            <a:off x="10009871" y="1450615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8" name="Flowchart: Connector 1617">
            <a:extLst>
              <a:ext uri="{FF2B5EF4-FFF2-40B4-BE49-F238E27FC236}">
                <a16:creationId xmlns:a16="http://schemas.microsoft.com/office/drawing/2014/main" id="{4D672D20-D641-4857-95B2-8E5AFACBE7CB}"/>
              </a:ext>
            </a:extLst>
          </p:cNvPr>
          <p:cNvSpPr>
            <a:spLocks noChangeAspect="1"/>
          </p:cNvSpPr>
          <p:nvPr/>
        </p:nvSpPr>
        <p:spPr>
          <a:xfrm>
            <a:off x="10358896" y="1534139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9" name="Flowchart: Connector 1618">
            <a:extLst>
              <a:ext uri="{FF2B5EF4-FFF2-40B4-BE49-F238E27FC236}">
                <a16:creationId xmlns:a16="http://schemas.microsoft.com/office/drawing/2014/main" id="{F89D76B7-3070-4295-A447-F37666C74E86}"/>
              </a:ext>
            </a:extLst>
          </p:cNvPr>
          <p:cNvSpPr>
            <a:spLocks/>
          </p:cNvSpPr>
          <p:nvPr/>
        </p:nvSpPr>
        <p:spPr>
          <a:xfrm>
            <a:off x="10254367" y="1527433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20" name="Flowchart: Connector 1619">
            <a:extLst>
              <a:ext uri="{FF2B5EF4-FFF2-40B4-BE49-F238E27FC236}">
                <a16:creationId xmlns:a16="http://schemas.microsoft.com/office/drawing/2014/main" id="{72217D8D-877A-4852-9716-3E540A5C9027}"/>
              </a:ext>
            </a:extLst>
          </p:cNvPr>
          <p:cNvSpPr>
            <a:spLocks noChangeAspect="1"/>
          </p:cNvSpPr>
          <p:nvPr/>
        </p:nvSpPr>
        <p:spPr>
          <a:xfrm>
            <a:off x="10067844" y="1026231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21" name="Flowchart: Connector 1620">
            <a:extLst>
              <a:ext uri="{FF2B5EF4-FFF2-40B4-BE49-F238E27FC236}">
                <a16:creationId xmlns:a16="http://schemas.microsoft.com/office/drawing/2014/main" id="{51288498-5FB0-4271-99E8-0024F47C1A69}"/>
              </a:ext>
            </a:extLst>
          </p:cNvPr>
          <p:cNvSpPr>
            <a:spLocks/>
          </p:cNvSpPr>
          <p:nvPr/>
        </p:nvSpPr>
        <p:spPr>
          <a:xfrm>
            <a:off x="10519266" y="1610645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2" name="3D Model 1621" descr="Sphere">
                <a:extLst>
                  <a:ext uri="{FF2B5EF4-FFF2-40B4-BE49-F238E27FC236}">
                    <a16:creationId xmlns:a16="http://schemas.microsoft.com/office/drawing/2014/main" id="{42AB75C6-77FA-48ED-ADD1-548FDC4DB2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4693545"/>
                  </p:ext>
                </p:extLst>
              </p:nvPr>
            </p:nvGraphicFramePr>
            <p:xfrm>
              <a:off x="9660617" y="1444507"/>
              <a:ext cx="299738" cy="29973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9738" cy="299739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8433448" ay="1433014" az="-1105299"/>
                    <am3d:postTrans dx="0" dy="0" dz="0"/>
                  </am3d:trans>
                  <am3d:attrSrcUrl r:id="rId3"/>
                  <am3d:raster rName="Office3DRenderer" rVer="16.0.8326">
                    <am3d:blip r:embed="rId14"/>
                  </am3d:raster>
                  <am3d:objViewport viewportSz="4121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2" name="3D Model 1621" descr="Sphere">
                <a:extLst>
                  <a:ext uri="{FF2B5EF4-FFF2-40B4-BE49-F238E27FC236}">
                    <a16:creationId xmlns:a16="http://schemas.microsoft.com/office/drawing/2014/main" id="{42AB75C6-77FA-48ED-ADD1-548FDC4DB2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60617" y="1444507"/>
                <a:ext cx="299738" cy="299739"/>
              </a:xfrm>
              <a:prstGeom prst="rect">
                <a:avLst/>
              </a:prstGeom>
            </p:spPr>
          </p:pic>
        </mc:Fallback>
      </mc:AlternateContent>
      <p:sp>
        <p:nvSpPr>
          <p:cNvPr id="1623" name="Flowchart: Connector 1622">
            <a:extLst>
              <a:ext uri="{FF2B5EF4-FFF2-40B4-BE49-F238E27FC236}">
                <a16:creationId xmlns:a16="http://schemas.microsoft.com/office/drawing/2014/main" id="{B8352BBA-5D8F-429A-BB2E-EBF4CBAC2086}"/>
              </a:ext>
            </a:extLst>
          </p:cNvPr>
          <p:cNvSpPr>
            <a:spLocks/>
          </p:cNvSpPr>
          <p:nvPr/>
        </p:nvSpPr>
        <p:spPr>
          <a:xfrm>
            <a:off x="9883241" y="1259264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4" name="3D Model 1623" descr="Sphere">
                <a:extLst>
                  <a:ext uri="{FF2B5EF4-FFF2-40B4-BE49-F238E27FC236}">
                    <a16:creationId xmlns:a16="http://schemas.microsoft.com/office/drawing/2014/main" id="{9CAAF530-B7E9-426D-8E3E-B261491321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6954902"/>
                  </p:ext>
                </p:extLst>
              </p:nvPr>
            </p:nvGraphicFramePr>
            <p:xfrm>
              <a:off x="9847846" y="1940751"/>
              <a:ext cx="299738" cy="29973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9738" cy="299739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6465115" ay="2901164" az="-4008504"/>
                    <am3d:postTrans dx="0" dy="0" dz="0"/>
                  </am3d:trans>
                  <am3d:attrSrcUrl r:id="rId3"/>
                  <am3d:raster rName="Office3DRenderer" rVer="16.0.8326">
                    <am3d:blip r:embed="rId11"/>
                  </am3d:raster>
                  <am3d:objViewport viewportSz="4121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4" name="3D Model 1623" descr="Sphere">
                <a:extLst>
                  <a:ext uri="{FF2B5EF4-FFF2-40B4-BE49-F238E27FC236}">
                    <a16:creationId xmlns:a16="http://schemas.microsoft.com/office/drawing/2014/main" id="{9CAAF530-B7E9-426D-8E3E-B261491321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47846" y="1940751"/>
                <a:ext cx="299738" cy="299739"/>
              </a:xfrm>
              <a:prstGeom prst="rect">
                <a:avLst/>
              </a:prstGeom>
            </p:spPr>
          </p:pic>
        </mc:Fallback>
      </mc:AlternateContent>
      <p:sp>
        <p:nvSpPr>
          <p:cNvPr id="1625" name="Flowchart: Connector 1624">
            <a:extLst>
              <a:ext uri="{FF2B5EF4-FFF2-40B4-BE49-F238E27FC236}">
                <a16:creationId xmlns:a16="http://schemas.microsoft.com/office/drawing/2014/main" id="{AACAA548-11F5-40ED-B01D-8505C7DF1B58}"/>
              </a:ext>
            </a:extLst>
          </p:cNvPr>
          <p:cNvSpPr>
            <a:spLocks/>
          </p:cNvSpPr>
          <p:nvPr/>
        </p:nvSpPr>
        <p:spPr>
          <a:xfrm>
            <a:off x="10122420" y="1328396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6" name="3D Model 1625" descr="Sphere">
                <a:extLst>
                  <a:ext uri="{FF2B5EF4-FFF2-40B4-BE49-F238E27FC236}">
                    <a16:creationId xmlns:a16="http://schemas.microsoft.com/office/drawing/2014/main" id="{DF9B8E50-AFAB-477A-8D77-EC161F74D30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3437679"/>
                  </p:ext>
                </p:extLst>
              </p:nvPr>
            </p:nvGraphicFramePr>
            <p:xfrm>
              <a:off x="10150400" y="1261445"/>
              <a:ext cx="299739" cy="2997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9739" cy="299738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6465115" ay="2901164" az="-4008504"/>
                    <am3d:postTrans dx="0" dy="0" dz="0"/>
                  </am3d:trans>
                  <am3d:attrSrcUrl r:id="rId3"/>
                  <am3d:raster rName="Office3DRenderer" rVer="16.0.8326">
                    <am3d:blip r:embed="rId10"/>
                  </am3d:raster>
                  <am3d:objViewport viewportSz="4121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6" name="3D Model 1625" descr="Sphere">
                <a:extLst>
                  <a:ext uri="{FF2B5EF4-FFF2-40B4-BE49-F238E27FC236}">
                    <a16:creationId xmlns:a16="http://schemas.microsoft.com/office/drawing/2014/main" id="{DF9B8E50-AFAB-477A-8D77-EC161F74D3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50400" y="1261445"/>
                <a:ext cx="299739" cy="299738"/>
              </a:xfrm>
              <a:prstGeom prst="rect">
                <a:avLst/>
              </a:prstGeom>
            </p:spPr>
          </p:pic>
        </mc:Fallback>
      </mc:AlternateContent>
      <p:sp>
        <p:nvSpPr>
          <p:cNvPr id="1627" name="Flowchart: Connector 1626">
            <a:extLst>
              <a:ext uri="{FF2B5EF4-FFF2-40B4-BE49-F238E27FC236}">
                <a16:creationId xmlns:a16="http://schemas.microsoft.com/office/drawing/2014/main" id="{6ABD37AA-A4FF-479B-AE37-76B4870027A9}"/>
              </a:ext>
            </a:extLst>
          </p:cNvPr>
          <p:cNvSpPr>
            <a:spLocks/>
          </p:cNvSpPr>
          <p:nvPr/>
        </p:nvSpPr>
        <p:spPr>
          <a:xfrm>
            <a:off x="10385936" y="1411011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8" name="3D Model 1627" descr="Sphere">
                <a:extLst>
                  <a:ext uri="{FF2B5EF4-FFF2-40B4-BE49-F238E27FC236}">
                    <a16:creationId xmlns:a16="http://schemas.microsoft.com/office/drawing/2014/main" id="{35B43938-28A7-4E15-8BC0-F990030CE7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0253104"/>
                  </p:ext>
                </p:extLst>
              </p:nvPr>
            </p:nvGraphicFramePr>
            <p:xfrm>
              <a:off x="10415456" y="1334554"/>
              <a:ext cx="293860" cy="31281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3860" cy="312819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8329655" ay="3593320" az="-2226581"/>
                    <am3d:postTrans dx="0" dy="0" dz="0"/>
                  </am3d:trans>
                  <am3d:attrSrcUrl r:id="rId3"/>
                  <am3d:raster rName="Office3DRenderer" rVer="16.0.8326">
                    <am3d:blip r:embed="rId8"/>
                  </am3d:raster>
                  <am3d:objViewport viewportSz="4076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8" name="3D Model 1627" descr="Sphere">
                <a:extLst>
                  <a:ext uri="{FF2B5EF4-FFF2-40B4-BE49-F238E27FC236}">
                    <a16:creationId xmlns:a16="http://schemas.microsoft.com/office/drawing/2014/main" id="{35B43938-28A7-4E15-8BC0-F990030CE7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15456" y="1334554"/>
                <a:ext cx="293860" cy="312819"/>
              </a:xfrm>
              <a:prstGeom prst="rect">
                <a:avLst/>
              </a:prstGeom>
            </p:spPr>
          </p:pic>
        </mc:Fallback>
      </mc:AlternateContent>
      <p:sp>
        <p:nvSpPr>
          <p:cNvPr id="1570" name="Freeform: Shape 1569">
            <a:extLst>
              <a:ext uri="{FF2B5EF4-FFF2-40B4-BE49-F238E27FC236}">
                <a16:creationId xmlns:a16="http://schemas.microsoft.com/office/drawing/2014/main" id="{F6096D60-9E99-4FE3-A866-71422B974627}"/>
              </a:ext>
            </a:extLst>
          </p:cNvPr>
          <p:cNvSpPr/>
          <p:nvPr/>
        </p:nvSpPr>
        <p:spPr>
          <a:xfrm rot="7296551">
            <a:off x="9171863" y="1752069"/>
            <a:ext cx="653413" cy="171076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1" name="Rectangle: Rounded Corners 1570">
            <a:extLst>
              <a:ext uri="{FF2B5EF4-FFF2-40B4-BE49-F238E27FC236}">
                <a16:creationId xmlns:a16="http://schemas.microsoft.com/office/drawing/2014/main" id="{DA77A96B-F2CC-4E49-BFB6-84D6B96567D1}"/>
              </a:ext>
            </a:extLst>
          </p:cNvPr>
          <p:cNvSpPr/>
          <p:nvPr/>
        </p:nvSpPr>
        <p:spPr>
          <a:xfrm rot="4193783">
            <a:off x="9696725" y="1580376"/>
            <a:ext cx="50384" cy="6000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8" name="Freeform: Shape 1567">
            <a:extLst>
              <a:ext uri="{FF2B5EF4-FFF2-40B4-BE49-F238E27FC236}">
                <a16:creationId xmlns:a16="http://schemas.microsoft.com/office/drawing/2014/main" id="{DA29A2C7-2A55-402C-97AE-660A8EED86F4}"/>
              </a:ext>
            </a:extLst>
          </p:cNvPr>
          <p:cNvSpPr/>
          <p:nvPr/>
        </p:nvSpPr>
        <p:spPr>
          <a:xfrm rot="856653">
            <a:off x="11150843" y="2207497"/>
            <a:ext cx="352427" cy="9279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9" name="Rectangle: Rounded Corners 1568">
            <a:extLst>
              <a:ext uri="{FF2B5EF4-FFF2-40B4-BE49-F238E27FC236}">
                <a16:creationId xmlns:a16="http://schemas.microsoft.com/office/drawing/2014/main" id="{07FF75B8-589E-44DE-9177-F22D544658D8}"/>
              </a:ext>
            </a:extLst>
          </p:cNvPr>
          <p:cNvSpPr/>
          <p:nvPr/>
        </p:nvSpPr>
        <p:spPr>
          <a:xfrm rot="1837203">
            <a:off x="11140798" y="2153905"/>
            <a:ext cx="27175" cy="3254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6" name="Freeform: Shape 1565">
            <a:extLst>
              <a:ext uri="{FF2B5EF4-FFF2-40B4-BE49-F238E27FC236}">
                <a16:creationId xmlns:a16="http://schemas.microsoft.com/office/drawing/2014/main" id="{398BA0C6-B65F-4EF9-9744-36FE02ABA57D}"/>
              </a:ext>
            </a:extLst>
          </p:cNvPr>
          <p:cNvSpPr/>
          <p:nvPr/>
        </p:nvSpPr>
        <p:spPr>
          <a:xfrm rot="21552100">
            <a:off x="11310243" y="1434167"/>
            <a:ext cx="352427" cy="9279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7" name="Rectangle: Rounded Corners 1566">
            <a:extLst>
              <a:ext uri="{FF2B5EF4-FFF2-40B4-BE49-F238E27FC236}">
                <a16:creationId xmlns:a16="http://schemas.microsoft.com/office/drawing/2014/main" id="{E0CCD1D7-802F-4747-871D-A8538382E9F0}"/>
              </a:ext>
            </a:extLst>
          </p:cNvPr>
          <p:cNvSpPr/>
          <p:nvPr/>
        </p:nvSpPr>
        <p:spPr>
          <a:xfrm rot="932650">
            <a:off x="11284367" y="1428368"/>
            <a:ext cx="27175" cy="3254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2" name="Freeform: Shape 1551">
            <a:extLst>
              <a:ext uri="{FF2B5EF4-FFF2-40B4-BE49-F238E27FC236}">
                <a16:creationId xmlns:a16="http://schemas.microsoft.com/office/drawing/2014/main" id="{62DD168A-0F02-4DE8-933C-9455E5C302AD}"/>
              </a:ext>
            </a:extLst>
          </p:cNvPr>
          <p:cNvSpPr/>
          <p:nvPr/>
        </p:nvSpPr>
        <p:spPr>
          <a:xfrm rot="2446261" flipV="1">
            <a:off x="10847718" y="1741157"/>
            <a:ext cx="676370" cy="15701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3" name="Rectangle: Rounded Corners 1552">
            <a:extLst>
              <a:ext uri="{FF2B5EF4-FFF2-40B4-BE49-F238E27FC236}">
                <a16:creationId xmlns:a16="http://schemas.microsoft.com/office/drawing/2014/main" id="{BEFBE330-CF67-4A52-BA0F-67D50A7A1880}"/>
              </a:ext>
            </a:extLst>
          </p:cNvPr>
          <p:cNvSpPr/>
          <p:nvPr/>
        </p:nvSpPr>
        <p:spPr>
          <a:xfrm rot="1465711" flipV="1">
            <a:off x="10837879" y="1615757"/>
            <a:ext cx="50675" cy="5016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8" name="Freeform: Shape 1547">
            <a:extLst>
              <a:ext uri="{FF2B5EF4-FFF2-40B4-BE49-F238E27FC236}">
                <a16:creationId xmlns:a16="http://schemas.microsoft.com/office/drawing/2014/main" id="{39A71F04-B218-4F93-B39E-604770DFB014}"/>
              </a:ext>
            </a:extLst>
          </p:cNvPr>
          <p:cNvSpPr/>
          <p:nvPr/>
        </p:nvSpPr>
        <p:spPr>
          <a:xfrm rot="18264525">
            <a:off x="9926471" y="2555619"/>
            <a:ext cx="772295" cy="143092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9" name="Rectangle: Rounded Corners 1548">
            <a:extLst>
              <a:ext uri="{FF2B5EF4-FFF2-40B4-BE49-F238E27FC236}">
                <a16:creationId xmlns:a16="http://schemas.microsoft.com/office/drawing/2014/main" id="{1E369A19-F65E-490B-A6BA-C3441AEC6093}"/>
              </a:ext>
            </a:extLst>
          </p:cNvPr>
          <p:cNvSpPr/>
          <p:nvPr/>
        </p:nvSpPr>
        <p:spPr>
          <a:xfrm rot="19245075">
            <a:off x="10439696" y="2220129"/>
            <a:ext cx="59551" cy="50185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4" name="Freeform: Shape 1543">
            <a:extLst>
              <a:ext uri="{FF2B5EF4-FFF2-40B4-BE49-F238E27FC236}">
                <a16:creationId xmlns:a16="http://schemas.microsoft.com/office/drawing/2014/main" id="{0B91A3E0-F5CE-4323-8E76-00C5956FE8BA}"/>
              </a:ext>
            </a:extLst>
          </p:cNvPr>
          <p:cNvSpPr/>
          <p:nvPr/>
        </p:nvSpPr>
        <p:spPr>
          <a:xfrm rot="14843849">
            <a:off x="10029961" y="1130035"/>
            <a:ext cx="352427" cy="9279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5" name="Rectangle: Rounded Corners 1544">
            <a:extLst>
              <a:ext uri="{FF2B5EF4-FFF2-40B4-BE49-F238E27FC236}">
                <a16:creationId xmlns:a16="http://schemas.microsoft.com/office/drawing/2014/main" id="{88E69A66-17A6-4BBC-9031-9546C6E7BA0F}"/>
              </a:ext>
            </a:extLst>
          </p:cNvPr>
          <p:cNvSpPr/>
          <p:nvPr/>
        </p:nvSpPr>
        <p:spPr>
          <a:xfrm rot="15824399">
            <a:off x="10229251" y="1348518"/>
            <a:ext cx="27175" cy="3254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7" name="TextBox 1876">
            <a:extLst>
              <a:ext uri="{FF2B5EF4-FFF2-40B4-BE49-F238E27FC236}">
                <a16:creationId xmlns:a16="http://schemas.microsoft.com/office/drawing/2014/main" id="{7EFB2249-2F87-4F92-843D-A47A193643F6}"/>
              </a:ext>
            </a:extLst>
          </p:cNvPr>
          <p:cNvSpPr txBox="1"/>
          <p:nvPr/>
        </p:nvSpPr>
        <p:spPr>
          <a:xfrm>
            <a:off x="7974896" y="1084511"/>
            <a:ext cx="10120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Remove </a:t>
            </a:r>
          </a:p>
          <a:p>
            <a:endParaRPr lang="en-IN" b="1" dirty="0"/>
          </a:p>
          <a:p>
            <a:r>
              <a:rPr lang="en-IN" b="1" dirty="0"/>
              <a:t>Ligands</a:t>
            </a:r>
          </a:p>
        </p:txBody>
      </p:sp>
      <p:sp>
        <p:nvSpPr>
          <p:cNvPr id="1878" name="Rectangle 1877">
            <a:extLst>
              <a:ext uri="{FF2B5EF4-FFF2-40B4-BE49-F238E27FC236}">
                <a16:creationId xmlns:a16="http://schemas.microsoft.com/office/drawing/2014/main" id="{718BCAE9-EAB0-4EB5-B4BC-03E7DC97B529}"/>
              </a:ext>
            </a:extLst>
          </p:cNvPr>
          <p:cNvSpPr/>
          <p:nvPr/>
        </p:nvSpPr>
        <p:spPr>
          <a:xfrm>
            <a:off x="7968207" y="4984566"/>
            <a:ext cx="11382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Remove </a:t>
            </a:r>
          </a:p>
          <a:p>
            <a:endParaRPr lang="en-IN" b="1" dirty="0"/>
          </a:p>
          <a:p>
            <a:r>
              <a:rPr lang="en-IN" b="1" dirty="0"/>
              <a:t>Ligands</a:t>
            </a:r>
          </a:p>
        </p:txBody>
      </p:sp>
      <p:sp>
        <p:nvSpPr>
          <p:cNvPr id="1879" name="TextBox 1878">
            <a:extLst>
              <a:ext uri="{FF2B5EF4-FFF2-40B4-BE49-F238E27FC236}">
                <a16:creationId xmlns:a16="http://schemas.microsoft.com/office/drawing/2014/main" id="{B1197068-6B73-43A6-B051-060902F81F77}"/>
              </a:ext>
            </a:extLst>
          </p:cNvPr>
          <p:cNvSpPr txBox="1"/>
          <p:nvPr/>
        </p:nvSpPr>
        <p:spPr>
          <a:xfrm>
            <a:off x="73082" y="1909674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a)</a:t>
            </a:r>
          </a:p>
        </p:txBody>
      </p:sp>
      <p:sp>
        <p:nvSpPr>
          <p:cNvPr id="1880" name="TextBox 1879">
            <a:extLst>
              <a:ext uri="{FF2B5EF4-FFF2-40B4-BE49-F238E27FC236}">
                <a16:creationId xmlns:a16="http://schemas.microsoft.com/office/drawing/2014/main" id="{7648E257-017C-4843-9DA9-EC014A2B97D1}"/>
              </a:ext>
            </a:extLst>
          </p:cNvPr>
          <p:cNvSpPr txBox="1"/>
          <p:nvPr/>
        </p:nvSpPr>
        <p:spPr>
          <a:xfrm>
            <a:off x="4155097" y="7953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i)</a:t>
            </a:r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24E624EF-A669-4BCC-AAE3-57E4428EF9BF}"/>
              </a:ext>
            </a:extLst>
          </p:cNvPr>
          <p:cNvSpPr/>
          <p:nvPr/>
        </p:nvSpPr>
        <p:spPr>
          <a:xfrm>
            <a:off x="4150099" y="4657846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ii)</a:t>
            </a:r>
          </a:p>
        </p:txBody>
      </p:sp>
      <p:grpSp>
        <p:nvGrpSpPr>
          <p:cNvPr id="1882" name="Group 1881">
            <a:extLst>
              <a:ext uri="{FF2B5EF4-FFF2-40B4-BE49-F238E27FC236}">
                <a16:creationId xmlns:a16="http://schemas.microsoft.com/office/drawing/2014/main" id="{2888FF9D-063D-45C9-A09F-7F68303DC62D}"/>
              </a:ext>
            </a:extLst>
          </p:cNvPr>
          <p:cNvGrpSpPr/>
          <p:nvPr/>
        </p:nvGrpSpPr>
        <p:grpSpPr>
          <a:xfrm rot="19777033">
            <a:off x="5730775" y="4794116"/>
            <a:ext cx="118339" cy="331254"/>
            <a:chOff x="3695849" y="4974319"/>
            <a:chExt cx="118339" cy="331254"/>
          </a:xfrm>
        </p:grpSpPr>
        <p:sp>
          <p:nvSpPr>
            <p:cNvPr id="1883" name="Flowchart: Connector 1882">
              <a:extLst>
                <a:ext uri="{FF2B5EF4-FFF2-40B4-BE49-F238E27FC236}">
                  <a16:creationId xmlns:a16="http://schemas.microsoft.com/office/drawing/2014/main" id="{6EB31D3C-4BA7-4DCB-92AA-29D50C7CC6C4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1884" name="Flowchart: Connector 1883">
              <a:extLst>
                <a:ext uri="{FF2B5EF4-FFF2-40B4-BE49-F238E27FC236}">
                  <a16:creationId xmlns:a16="http://schemas.microsoft.com/office/drawing/2014/main" id="{604AB6C0-0AEF-45B5-9543-5EC9D46B64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1885" name="Flowchart: Connector 1884">
              <a:extLst>
                <a:ext uri="{FF2B5EF4-FFF2-40B4-BE49-F238E27FC236}">
                  <a16:creationId xmlns:a16="http://schemas.microsoft.com/office/drawing/2014/main" id="{660F87D5-B5E8-45A9-B57A-4601DD406C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1891" name="Group 1890">
            <a:extLst>
              <a:ext uri="{FF2B5EF4-FFF2-40B4-BE49-F238E27FC236}">
                <a16:creationId xmlns:a16="http://schemas.microsoft.com/office/drawing/2014/main" id="{73362870-27B1-4945-9EF5-0DA88CB7AF98}"/>
              </a:ext>
            </a:extLst>
          </p:cNvPr>
          <p:cNvGrpSpPr/>
          <p:nvPr/>
        </p:nvGrpSpPr>
        <p:grpSpPr>
          <a:xfrm>
            <a:off x="1109011" y="5867844"/>
            <a:ext cx="1053379" cy="369332"/>
            <a:chOff x="375152" y="5954543"/>
            <a:chExt cx="1053379" cy="369332"/>
          </a:xfrm>
        </p:grpSpPr>
        <p:grpSp>
          <p:nvGrpSpPr>
            <p:cNvPr id="1886" name="Group 1885">
              <a:extLst>
                <a:ext uri="{FF2B5EF4-FFF2-40B4-BE49-F238E27FC236}">
                  <a16:creationId xmlns:a16="http://schemas.microsoft.com/office/drawing/2014/main" id="{2841DF5E-9E4B-4520-94D2-CF2AC3D78F89}"/>
                </a:ext>
              </a:extLst>
            </p:cNvPr>
            <p:cNvGrpSpPr/>
            <p:nvPr/>
          </p:nvGrpSpPr>
          <p:grpSpPr>
            <a:xfrm rot="5400000">
              <a:off x="481609" y="5979500"/>
              <a:ext cx="118339" cy="331254"/>
              <a:chOff x="3695849" y="4974319"/>
              <a:chExt cx="118339" cy="331254"/>
            </a:xfrm>
          </p:grpSpPr>
          <p:sp>
            <p:nvSpPr>
              <p:cNvPr id="1887" name="Flowchart: Connector 1886">
                <a:extLst>
                  <a:ext uri="{FF2B5EF4-FFF2-40B4-BE49-F238E27FC236}">
                    <a16:creationId xmlns:a16="http://schemas.microsoft.com/office/drawing/2014/main" id="{671ADF74-AC33-45A2-8834-BEF6FFCE9F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888" name="Flowchart: Connector 1887">
                <a:extLst>
                  <a:ext uri="{FF2B5EF4-FFF2-40B4-BE49-F238E27FC236}">
                    <a16:creationId xmlns:a16="http://schemas.microsoft.com/office/drawing/2014/main" id="{DBA0FD8D-F969-4A32-B490-F9A705FEB3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889" name="Flowchart: Connector 1888">
                <a:extLst>
                  <a:ext uri="{FF2B5EF4-FFF2-40B4-BE49-F238E27FC236}">
                    <a16:creationId xmlns:a16="http://schemas.microsoft.com/office/drawing/2014/main" id="{5C399C22-8EAB-4877-8A46-DDBB6B4815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sp>
          <p:nvSpPr>
            <p:cNvPr id="1890" name="TextBox 1889">
              <a:extLst>
                <a:ext uri="{FF2B5EF4-FFF2-40B4-BE49-F238E27FC236}">
                  <a16:creationId xmlns:a16="http://schemas.microsoft.com/office/drawing/2014/main" id="{3A401A17-1FEF-4350-A5D8-07F366468B85}"/>
                </a:ext>
              </a:extLst>
            </p:cNvPr>
            <p:cNvSpPr txBox="1"/>
            <p:nvPr/>
          </p:nvSpPr>
          <p:spPr>
            <a:xfrm>
              <a:off x="814260" y="5954543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SCN</a:t>
              </a:r>
              <a:r>
                <a:rPr lang="en-IN" b="1" baseline="30000" dirty="0"/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96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DDBE41-F2FC-4694-B17E-534B953A2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726" y="182598"/>
            <a:ext cx="12034547" cy="64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9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6840FE-B9F6-4A3C-B829-E459E05B9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595" y="182598"/>
            <a:ext cx="11924810" cy="64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9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D181D2-68DC-4A01-BCD3-F902D7ED902E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27" y="4549454"/>
            <a:ext cx="10752590" cy="2087690"/>
          </a:xfrm>
          <a:prstGeom prst="rect">
            <a:avLst/>
          </a:prstGeom>
          <a:noFill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364EBFD-7217-4956-BA0A-6EE886088572}"/>
              </a:ext>
            </a:extLst>
          </p:cNvPr>
          <p:cNvGrpSpPr/>
          <p:nvPr/>
        </p:nvGrpSpPr>
        <p:grpSpPr>
          <a:xfrm>
            <a:off x="0" y="753035"/>
            <a:ext cx="1864658" cy="1721224"/>
            <a:chOff x="163719" y="1822501"/>
            <a:chExt cx="3062199" cy="30471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DBC1269-AF43-4AFA-9F7C-E64D5A7A0453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579F1F6-1BD0-4C26-AC52-8D4048F04F47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15871226-92E9-417D-B987-464073DCEF1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8" name="Rectangle: Rounded Corners 367">
                  <a:extLst>
                    <a:ext uri="{FF2B5EF4-FFF2-40B4-BE49-F238E27FC236}">
                      <a16:creationId xmlns:a16="http://schemas.microsoft.com/office/drawing/2014/main" id="{25F05A9D-3416-4C9B-8DF1-A95A4320D5E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3648139-0D9A-4F0A-B03E-E6FA7ED3BE84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293089D9-93C7-4DDB-BAD6-DBFA772A528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6" name="Rectangle: Rounded Corners 365">
                  <a:extLst>
                    <a:ext uri="{FF2B5EF4-FFF2-40B4-BE49-F238E27FC236}">
                      <a16:creationId xmlns:a16="http://schemas.microsoft.com/office/drawing/2014/main" id="{B432F031-0ADE-4E87-BDBC-412FA8703C4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8A8B3-9344-49EF-B48D-105B328229CF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2BA84414-F1E3-4CFA-996C-20FF058D162C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304" name="Group 303">
                    <a:extLst>
                      <a:ext uri="{FF2B5EF4-FFF2-40B4-BE49-F238E27FC236}">
                        <a16:creationId xmlns:a16="http://schemas.microsoft.com/office/drawing/2014/main" id="{F03D1D8E-AB34-4696-ABE8-26D68084FE4C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361" name="Flowchart: Connector 360">
                      <a:extLst>
                        <a:ext uri="{FF2B5EF4-FFF2-40B4-BE49-F238E27FC236}">
                          <a16:creationId xmlns:a16="http://schemas.microsoft.com/office/drawing/2014/main" id="{B8E5792C-9DDF-4E58-BD18-BB4C2DBB46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2" name="Flowchart: Connector 361">
                      <a:extLst>
                        <a:ext uri="{FF2B5EF4-FFF2-40B4-BE49-F238E27FC236}">
                          <a16:creationId xmlns:a16="http://schemas.microsoft.com/office/drawing/2014/main" id="{F6D3D8D7-95FD-48A4-903F-CF87A22CF99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3" name="Flowchart: Connector 362">
                      <a:extLst>
                        <a:ext uri="{FF2B5EF4-FFF2-40B4-BE49-F238E27FC236}">
                          <a16:creationId xmlns:a16="http://schemas.microsoft.com/office/drawing/2014/main" id="{9BAE3219-4A2B-4273-AFA0-E0FE67FC8C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4" name="Flowchart: Connector 363">
                      <a:extLst>
                        <a:ext uri="{FF2B5EF4-FFF2-40B4-BE49-F238E27FC236}">
                          <a16:creationId xmlns:a16="http://schemas.microsoft.com/office/drawing/2014/main" id="{C2465FE2-BB4D-4477-9185-63F1E8037E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5" name="Group 304">
                    <a:extLst>
                      <a:ext uri="{FF2B5EF4-FFF2-40B4-BE49-F238E27FC236}">
                        <a16:creationId xmlns:a16="http://schemas.microsoft.com/office/drawing/2014/main" id="{C91FB686-5C65-48D5-8A4D-FEB3D8530D2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306" name="Group 305">
                      <a:extLst>
                        <a:ext uri="{FF2B5EF4-FFF2-40B4-BE49-F238E27FC236}">
                          <a16:creationId xmlns:a16="http://schemas.microsoft.com/office/drawing/2014/main" id="{11CAB5AC-05DD-4BF3-9CF7-F5EAB269F5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" name="3D Model 353" descr="Sphere">
                            <a:extLst>
                              <a:ext uri="{FF2B5EF4-FFF2-40B4-BE49-F238E27FC236}">
                                <a16:creationId xmlns:a16="http://schemas.microsoft.com/office/drawing/2014/main" id="{7A264531-359F-4326-8E17-D6179BB82B8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6844401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5" name="Flowchart: Connector 354">
                        <a:extLst>
                          <a:ext uri="{FF2B5EF4-FFF2-40B4-BE49-F238E27FC236}">
                            <a16:creationId xmlns:a16="http://schemas.microsoft.com/office/drawing/2014/main" id="{06DB7724-C05D-454B-B995-B1B2266507E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6" name="3D Model 355" descr="Sphere">
                            <a:extLst>
                              <a:ext uri="{FF2B5EF4-FFF2-40B4-BE49-F238E27FC236}">
                                <a16:creationId xmlns:a16="http://schemas.microsoft.com/office/drawing/2014/main" id="{3AC07F61-F048-4BF7-8E16-1500E0B9F0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2646614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7" name="Flowchart: Connector 356">
                        <a:extLst>
                          <a:ext uri="{FF2B5EF4-FFF2-40B4-BE49-F238E27FC236}">
                            <a16:creationId xmlns:a16="http://schemas.microsoft.com/office/drawing/2014/main" id="{669F895C-29F5-4C8F-801A-6D9E884C26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8" name="3D Model 357" descr="Sphere">
                            <a:extLst>
                              <a:ext uri="{FF2B5EF4-FFF2-40B4-BE49-F238E27FC236}">
                                <a16:creationId xmlns:a16="http://schemas.microsoft.com/office/drawing/2014/main" id="{00C6CFED-A8E8-4122-9583-F16FBFD7722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3301915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9" name="Flowchart: Connector 358">
                        <a:extLst>
                          <a:ext uri="{FF2B5EF4-FFF2-40B4-BE49-F238E27FC236}">
                            <a16:creationId xmlns:a16="http://schemas.microsoft.com/office/drawing/2014/main" id="{3770390F-3349-480A-B12F-C0F8CC53102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0" name="3D Model 359" descr="Sphere">
                            <a:extLst>
                              <a:ext uri="{FF2B5EF4-FFF2-40B4-BE49-F238E27FC236}">
                                <a16:creationId xmlns:a16="http://schemas.microsoft.com/office/drawing/2014/main" id="{068DBBC4-107E-4229-B13D-7C24606FF91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806735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193529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7" name="Group 306">
                      <a:extLst>
                        <a:ext uri="{FF2B5EF4-FFF2-40B4-BE49-F238E27FC236}">
                          <a16:creationId xmlns:a16="http://schemas.microsoft.com/office/drawing/2014/main" id="{63037989-C6EF-446C-88FE-210DCEBDC4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39" name="Flowchart: Connector 338">
                        <a:extLst>
                          <a:ext uri="{FF2B5EF4-FFF2-40B4-BE49-F238E27FC236}">
                            <a16:creationId xmlns:a16="http://schemas.microsoft.com/office/drawing/2014/main" id="{98F4DDF2-20C7-4D1A-9E19-334B3C6F18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0" name="Flowchart: Connector 339">
                        <a:extLst>
                          <a:ext uri="{FF2B5EF4-FFF2-40B4-BE49-F238E27FC236}">
                            <a16:creationId xmlns:a16="http://schemas.microsoft.com/office/drawing/2014/main" id="{5A3B962A-17BB-49AC-BCB3-CB3DF99CBF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1" name="Flowchart: Connector 340">
                        <a:extLst>
                          <a:ext uri="{FF2B5EF4-FFF2-40B4-BE49-F238E27FC236}">
                            <a16:creationId xmlns:a16="http://schemas.microsoft.com/office/drawing/2014/main" id="{2230C335-FEB2-44C2-B17D-94340C9BE94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" name="Flowchart: Connector 341">
                        <a:extLst>
                          <a:ext uri="{FF2B5EF4-FFF2-40B4-BE49-F238E27FC236}">
                            <a16:creationId xmlns:a16="http://schemas.microsoft.com/office/drawing/2014/main" id="{818039EF-2A78-4163-983E-AE318AF688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" name="Flowchart: Connector 342">
                        <a:extLst>
                          <a:ext uri="{FF2B5EF4-FFF2-40B4-BE49-F238E27FC236}">
                            <a16:creationId xmlns:a16="http://schemas.microsoft.com/office/drawing/2014/main" id="{4C2C86D7-663C-4CAF-8397-48ADBBE067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" name="Flowchart: Connector 343">
                        <a:extLst>
                          <a:ext uri="{FF2B5EF4-FFF2-40B4-BE49-F238E27FC236}">
                            <a16:creationId xmlns:a16="http://schemas.microsoft.com/office/drawing/2014/main" id="{5385A23E-1323-40E2-BAB3-EF6C4F6C87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5" name="Flowchart: Connector 344">
                        <a:extLst>
                          <a:ext uri="{FF2B5EF4-FFF2-40B4-BE49-F238E27FC236}">
                            <a16:creationId xmlns:a16="http://schemas.microsoft.com/office/drawing/2014/main" id="{40CDBDB9-C5DB-4700-860D-D1AF7CA86D7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" name="Flowchart: Connector 345">
                        <a:extLst>
                          <a:ext uri="{FF2B5EF4-FFF2-40B4-BE49-F238E27FC236}">
                            <a16:creationId xmlns:a16="http://schemas.microsoft.com/office/drawing/2014/main" id="{00A28044-8CAC-470D-B412-288A4A8400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" name="3D Model 346" descr="Sphere">
                            <a:extLst>
                              <a:ext uri="{FF2B5EF4-FFF2-40B4-BE49-F238E27FC236}">
                                <a16:creationId xmlns:a16="http://schemas.microsoft.com/office/drawing/2014/main" id="{D80E0B32-09A5-4316-BB9A-EF1500B2FBB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36858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8" name="Flowchart: Connector 347">
                        <a:extLst>
                          <a:ext uri="{FF2B5EF4-FFF2-40B4-BE49-F238E27FC236}">
                            <a16:creationId xmlns:a16="http://schemas.microsoft.com/office/drawing/2014/main" id="{B0EA2D08-EE31-4CB0-931E-62C87A2628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9" name="3D Model 348" descr="Sphere">
                            <a:extLst>
                              <a:ext uri="{FF2B5EF4-FFF2-40B4-BE49-F238E27FC236}">
                                <a16:creationId xmlns:a16="http://schemas.microsoft.com/office/drawing/2014/main" id="{7EA55195-4D20-4481-B074-1A4BB995422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2801068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0" name="Flowchart: Connector 349">
                        <a:extLst>
                          <a:ext uri="{FF2B5EF4-FFF2-40B4-BE49-F238E27FC236}">
                            <a16:creationId xmlns:a16="http://schemas.microsoft.com/office/drawing/2014/main" id="{DDE41E3A-9C28-4C17-BC66-3895BD01FF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1" name="3D Model 350" descr="Sphere">
                            <a:extLst>
                              <a:ext uri="{FF2B5EF4-FFF2-40B4-BE49-F238E27FC236}">
                                <a16:creationId xmlns:a16="http://schemas.microsoft.com/office/drawing/2014/main" id="{0087F54F-7BA7-4DB0-90D2-BFFE22AE7EB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316409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2" name="Flowchart: Connector 351">
                        <a:extLst>
                          <a:ext uri="{FF2B5EF4-FFF2-40B4-BE49-F238E27FC236}">
                            <a16:creationId xmlns:a16="http://schemas.microsoft.com/office/drawing/2014/main" id="{5B560BE0-223D-4C6B-8CEF-F958E0788B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3" name="3D Model 352" descr="Sphere">
                            <a:extLst>
                              <a:ext uri="{FF2B5EF4-FFF2-40B4-BE49-F238E27FC236}">
                                <a16:creationId xmlns:a16="http://schemas.microsoft.com/office/drawing/2014/main" id="{69EE8EC7-BDF8-404C-B84F-AA614F842A3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3997979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8" name="Group 307">
                      <a:extLst>
                        <a:ext uri="{FF2B5EF4-FFF2-40B4-BE49-F238E27FC236}">
                          <a16:creationId xmlns:a16="http://schemas.microsoft.com/office/drawing/2014/main" id="{7C3644FB-334D-4561-A70B-DC00B5339D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24" name="Flowchart: Connector 323">
                        <a:extLst>
                          <a:ext uri="{FF2B5EF4-FFF2-40B4-BE49-F238E27FC236}">
                            <a16:creationId xmlns:a16="http://schemas.microsoft.com/office/drawing/2014/main" id="{7A5022C7-EF29-452A-A03A-7CE9719C2E2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5" name="Flowchart: Connector 324">
                        <a:extLst>
                          <a:ext uri="{FF2B5EF4-FFF2-40B4-BE49-F238E27FC236}">
                            <a16:creationId xmlns:a16="http://schemas.microsoft.com/office/drawing/2014/main" id="{A276FFB5-7503-45EF-A470-F699794FC5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6" name="Flowchart: Connector 325">
                        <a:extLst>
                          <a:ext uri="{FF2B5EF4-FFF2-40B4-BE49-F238E27FC236}">
                            <a16:creationId xmlns:a16="http://schemas.microsoft.com/office/drawing/2014/main" id="{8F3A43EB-CAC5-4897-B8B8-33DDAFC1318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7" name="Flowchart: Connector 326">
                        <a:extLst>
                          <a:ext uri="{FF2B5EF4-FFF2-40B4-BE49-F238E27FC236}">
                            <a16:creationId xmlns:a16="http://schemas.microsoft.com/office/drawing/2014/main" id="{712A107F-9B51-4FE4-A133-D8FFBA6DA2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8" name="Flowchart: Connector 327">
                        <a:extLst>
                          <a:ext uri="{FF2B5EF4-FFF2-40B4-BE49-F238E27FC236}">
                            <a16:creationId xmlns:a16="http://schemas.microsoft.com/office/drawing/2014/main" id="{CBC78B49-6DD5-457A-8B2C-38CA0EDF083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" name="Flowchart: Connector 328">
                        <a:extLst>
                          <a:ext uri="{FF2B5EF4-FFF2-40B4-BE49-F238E27FC236}">
                            <a16:creationId xmlns:a16="http://schemas.microsoft.com/office/drawing/2014/main" id="{C425EB8A-ADF9-4881-95D8-B0F83329AC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0" name="Flowchart: Connector 329">
                        <a:extLst>
                          <a:ext uri="{FF2B5EF4-FFF2-40B4-BE49-F238E27FC236}">
                            <a16:creationId xmlns:a16="http://schemas.microsoft.com/office/drawing/2014/main" id="{D222311F-6B9B-4F10-9F1D-55C83F994C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1" name="Flowchart: Connector 330">
                        <a:extLst>
                          <a:ext uri="{FF2B5EF4-FFF2-40B4-BE49-F238E27FC236}">
                            <a16:creationId xmlns:a16="http://schemas.microsoft.com/office/drawing/2014/main" id="{8EB5F0CB-4DAD-4510-8DC7-371C53B7EC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2" name="3D Model 331" descr="Sphere">
                            <a:extLst>
                              <a:ext uri="{FF2B5EF4-FFF2-40B4-BE49-F238E27FC236}">
                                <a16:creationId xmlns:a16="http://schemas.microsoft.com/office/drawing/2014/main" id="{FDFDE43C-1438-4472-95BE-1B8145AEFFE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9526832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3" name="Flowchart: Connector 332">
                        <a:extLst>
                          <a:ext uri="{FF2B5EF4-FFF2-40B4-BE49-F238E27FC236}">
                            <a16:creationId xmlns:a16="http://schemas.microsoft.com/office/drawing/2014/main" id="{33552F3B-52C6-495A-B192-2A358CCE3E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4" name="3D Model 333" descr="Sphere">
                            <a:extLst>
                              <a:ext uri="{FF2B5EF4-FFF2-40B4-BE49-F238E27FC236}">
                                <a16:creationId xmlns:a16="http://schemas.microsoft.com/office/drawing/2014/main" id="{F87B7AD3-2159-4883-BD70-3DE36EEFF82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4588753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5" name="Flowchart: Connector 334">
                        <a:extLst>
                          <a:ext uri="{FF2B5EF4-FFF2-40B4-BE49-F238E27FC236}">
                            <a16:creationId xmlns:a16="http://schemas.microsoft.com/office/drawing/2014/main" id="{EA6FC3B0-AF7D-4954-BE05-34E16DECD4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6" name="3D Model 335" descr="Sphere">
                            <a:extLst>
                              <a:ext uri="{FF2B5EF4-FFF2-40B4-BE49-F238E27FC236}">
                                <a16:creationId xmlns:a16="http://schemas.microsoft.com/office/drawing/2014/main" id="{E6580668-9670-449A-ABDB-68E1E6544BF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4189194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7" name="Flowchart: Connector 336">
                        <a:extLst>
                          <a:ext uri="{FF2B5EF4-FFF2-40B4-BE49-F238E27FC236}">
                            <a16:creationId xmlns:a16="http://schemas.microsoft.com/office/drawing/2014/main" id="{6BB9C29A-1C5E-40E3-8578-88DF9643A88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8" name="3D Model 337" descr="Sphere">
                            <a:extLst>
                              <a:ext uri="{FF2B5EF4-FFF2-40B4-BE49-F238E27FC236}">
                                <a16:creationId xmlns:a16="http://schemas.microsoft.com/office/drawing/2014/main" id="{7AC22D3B-431C-4A53-A552-9B9071BF8A5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7426863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09" name="Flowchart: Connector 308">
                      <a:extLst>
                        <a:ext uri="{FF2B5EF4-FFF2-40B4-BE49-F238E27FC236}">
                          <a16:creationId xmlns:a16="http://schemas.microsoft.com/office/drawing/2014/main" id="{2F77FD6B-D013-4062-976A-E2AA1D0FBE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0" name="Flowchart: Connector 309">
                      <a:extLst>
                        <a:ext uri="{FF2B5EF4-FFF2-40B4-BE49-F238E27FC236}">
                          <a16:creationId xmlns:a16="http://schemas.microsoft.com/office/drawing/2014/main" id="{48E37B76-E326-4CB2-B6B1-5C3E467CF3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1" name="Flowchart: Connector 310">
                      <a:extLst>
                        <a:ext uri="{FF2B5EF4-FFF2-40B4-BE49-F238E27FC236}">
                          <a16:creationId xmlns:a16="http://schemas.microsoft.com/office/drawing/2014/main" id="{9515D89D-4E7E-45B5-8DC0-418B39234F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2" name="Flowchart: Connector 311">
                      <a:extLst>
                        <a:ext uri="{FF2B5EF4-FFF2-40B4-BE49-F238E27FC236}">
                          <a16:creationId xmlns:a16="http://schemas.microsoft.com/office/drawing/2014/main" id="{B8C97838-0EEA-4ECA-ADC7-7A747F5468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3" name="Flowchart: Connector 312">
                      <a:extLst>
                        <a:ext uri="{FF2B5EF4-FFF2-40B4-BE49-F238E27FC236}">
                          <a16:creationId xmlns:a16="http://schemas.microsoft.com/office/drawing/2014/main" id="{5B699C5D-2977-4C5A-BC26-1F8C27E352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4" name="Flowchart: Connector 313">
                      <a:extLst>
                        <a:ext uri="{FF2B5EF4-FFF2-40B4-BE49-F238E27FC236}">
                          <a16:creationId xmlns:a16="http://schemas.microsoft.com/office/drawing/2014/main" id="{68D11B33-0E28-448F-9FCA-5F75FDA81F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5" name="Flowchart: Connector 314">
                      <a:extLst>
                        <a:ext uri="{FF2B5EF4-FFF2-40B4-BE49-F238E27FC236}">
                          <a16:creationId xmlns:a16="http://schemas.microsoft.com/office/drawing/2014/main" id="{AC390682-2F54-4BF6-B9D4-268208D78E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" name="Flowchart: Connector 315">
                      <a:extLst>
                        <a:ext uri="{FF2B5EF4-FFF2-40B4-BE49-F238E27FC236}">
                          <a16:creationId xmlns:a16="http://schemas.microsoft.com/office/drawing/2014/main" id="{522349F3-C0F2-4A60-AF84-5CB2C7D206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7" name="3D Model 316" descr="Sphere">
                          <a:extLst>
                            <a:ext uri="{FF2B5EF4-FFF2-40B4-BE49-F238E27FC236}">
                              <a16:creationId xmlns:a16="http://schemas.microsoft.com/office/drawing/2014/main" id="{CD7BBAA5-B334-4A67-A175-C71B17C0B8C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1045797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7" name="3D Model 316" descr="Sphere">
                          <a:extLst>
                            <a:ext uri="{FF2B5EF4-FFF2-40B4-BE49-F238E27FC236}">
                              <a16:creationId xmlns:a16="http://schemas.microsoft.com/office/drawing/2014/main" id="{CD7BBAA5-B334-4A67-A175-C71B17C0B8C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46502" y="1102346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18" name="Flowchart: Connector 317">
                      <a:extLst>
                        <a:ext uri="{FF2B5EF4-FFF2-40B4-BE49-F238E27FC236}">
                          <a16:creationId xmlns:a16="http://schemas.microsoft.com/office/drawing/2014/main" id="{EA02A47B-D2A2-47E0-A83C-2DCF2E228C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9" name="3D Model 318" descr="Sphere">
                          <a:extLst>
                            <a:ext uri="{FF2B5EF4-FFF2-40B4-BE49-F238E27FC236}">
                              <a16:creationId xmlns:a16="http://schemas.microsoft.com/office/drawing/2014/main" id="{03C35882-0775-43B9-A3C3-F77565DE496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86177109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9" name="3D Model 318" descr="Sphere">
                          <a:extLst>
                            <a:ext uri="{FF2B5EF4-FFF2-40B4-BE49-F238E27FC236}">
                              <a16:creationId xmlns:a16="http://schemas.microsoft.com/office/drawing/2014/main" id="{03C35882-0775-43B9-A3C3-F77565DE496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90674" y="1134384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20" name="Flowchart: Connector 319">
                      <a:extLst>
                        <a:ext uri="{FF2B5EF4-FFF2-40B4-BE49-F238E27FC236}">
                          <a16:creationId xmlns:a16="http://schemas.microsoft.com/office/drawing/2014/main" id="{DEFE05F0-9B1D-4E0D-BCC0-F4175DC0C3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1" name="3D Model 320" descr="Sphere">
                          <a:extLst>
                            <a:ext uri="{FF2B5EF4-FFF2-40B4-BE49-F238E27FC236}">
                              <a16:creationId xmlns:a16="http://schemas.microsoft.com/office/drawing/2014/main" id="{4A9A81FC-0EA8-4D3F-90B0-884F8F4C437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34772627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1" name="3D Model 320" descr="Sphere">
                          <a:extLst>
                            <a:ext uri="{FF2B5EF4-FFF2-40B4-BE49-F238E27FC236}">
                              <a16:creationId xmlns:a16="http://schemas.microsoft.com/office/drawing/2014/main" id="{4A9A81FC-0EA8-4D3F-90B0-884F8F4C437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135520" y="1169292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22" name="Flowchart: Connector 321">
                      <a:extLst>
                        <a:ext uri="{FF2B5EF4-FFF2-40B4-BE49-F238E27FC236}">
                          <a16:creationId xmlns:a16="http://schemas.microsoft.com/office/drawing/2014/main" id="{55ED895D-0479-4B07-BB4C-27DADC9966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3" name="3D Model 322" descr="Sphere">
                          <a:extLst>
                            <a:ext uri="{FF2B5EF4-FFF2-40B4-BE49-F238E27FC236}">
                              <a16:creationId xmlns:a16="http://schemas.microsoft.com/office/drawing/2014/main" id="{56DFB232-9A12-42D3-856E-5D8ECAE5029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4083725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8"/>
                            </am3d:raster>
                            <am3d:objViewport viewportSz="193529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3" name="3D Model 322" descr="Sphere">
                          <a:extLst>
                            <a:ext uri="{FF2B5EF4-FFF2-40B4-BE49-F238E27FC236}">
                              <a16:creationId xmlns:a16="http://schemas.microsoft.com/office/drawing/2014/main" id="{56DFB232-9A12-42D3-856E-5D8ECAE5029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98967" y="1218457"/>
                          <a:ext cx="178940" cy="17670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7F36C7E4-778C-4356-8EB1-3B50A9234076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301" name="Flowchart: Connector 300">
                    <a:extLst>
                      <a:ext uri="{FF2B5EF4-FFF2-40B4-BE49-F238E27FC236}">
                        <a16:creationId xmlns:a16="http://schemas.microsoft.com/office/drawing/2014/main" id="{A8920EE6-957B-4A8A-9DC1-9177328252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" name="Flowchart: Connector 301">
                    <a:extLst>
                      <a:ext uri="{FF2B5EF4-FFF2-40B4-BE49-F238E27FC236}">
                        <a16:creationId xmlns:a16="http://schemas.microsoft.com/office/drawing/2014/main" id="{8F726283-8718-449C-AA35-9BBF5A7139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" name="Flowchart: Connector 302">
                    <a:extLst>
                      <a:ext uri="{FF2B5EF4-FFF2-40B4-BE49-F238E27FC236}">
                        <a16:creationId xmlns:a16="http://schemas.microsoft.com/office/drawing/2014/main" id="{EA58ED3E-2CC2-438A-B2B8-34D275A3B0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5" name="Flowchart: Connector 84">
                  <a:extLst>
                    <a:ext uri="{FF2B5EF4-FFF2-40B4-BE49-F238E27FC236}">
                      <a16:creationId xmlns:a16="http://schemas.microsoft.com/office/drawing/2014/main" id="{760278D6-5036-4D2F-AFF6-7D62B0052D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6" name="Flowchart: Connector 85">
                  <a:extLst>
                    <a:ext uri="{FF2B5EF4-FFF2-40B4-BE49-F238E27FC236}">
                      <a16:creationId xmlns:a16="http://schemas.microsoft.com/office/drawing/2014/main" id="{8B122976-B6FB-49E5-90C8-47D739F706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7000A9E9-E6B8-487C-B94D-D770AF64B1DF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298" name="Flowchart: Connector 297">
                    <a:extLst>
                      <a:ext uri="{FF2B5EF4-FFF2-40B4-BE49-F238E27FC236}">
                        <a16:creationId xmlns:a16="http://schemas.microsoft.com/office/drawing/2014/main" id="{EE220A60-99BB-4F14-8F30-BD8C28DB86B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99" name="Flowchart: Connector 298">
                    <a:extLst>
                      <a:ext uri="{FF2B5EF4-FFF2-40B4-BE49-F238E27FC236}">
                        <a16:creationId xmlns:a16="http://schemas.microsoft.com/office/drawing/2014/main" id="{10B58CFB-5ED5-417D-840B-07E7316182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0" name="Flowchart: Connector 299">
                    <a:extLst>
                      <a:ext uri="{FF2B5EF4-FFF2-40B4-BE49-F238E27FC236}">
                        <a16:creationId xmlns:a16="http://schemas.microsoft.com/office/drawing/2014/main" id="{578673A2-EF48-4EC4-8AE7-89009969C4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4C33C29A-09D7-41A4-B0C3-EAC3FEFA799E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613E6429-1EF1-4417-9E2E-065B4AF488DD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294" name="Flowchart: Connector 293">
                      <a:extLst>
                        <a:ext uri="{FF2B5EF4-FFF2-40B4-BE49-F238E27FC236}">
                          <a16:creationId xmlns:a16="http://schemas.microsoft.com/office/drawing/2014/main" id="{4FCEA515-E782-4E01-A3FA-2D912C362B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5" name="Flowchart: Connector 294">
                      <a:extLst>
                        <a:ext uri="{FF2B5EF4-FFF2-40B4-BE49-F238E27FC236}">
                          <a16:creationId xmlns:a16="http://schemas.microsoft.com/office/drawing/2014/main" id="{993FDF15-76F0-4B09-AD9B-CBD661F657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6" name="Flowchart: Connector 295">
                      <a:extLst>
                        <a:ext uri="{FF2B5EF4-FFF2-40B4-BE49-F238E27FC236}">
                          <a16:creationId xmlns:a16="http://schemas.microsoft.com/office/drawing/2014/main" id="{AE0ACC2D-B914-4B2F-80D9-90A80A53B5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7" name="Flowchart: Connector 296">
                      <a:extLst>
                        <a:ext uri="{FF2B5EF4-FFF2-40B4-BE49-F238E27FC236}">
                          <a16:creationId xmlns:a16="http://schemas.microsoft.com/office/drawing/2014/main" id="{8D16F136-D9F0-49D4-A02D-53ACD7403A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2AE5785F-547B-4232-9281-BAA1EEA3C153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35" name="Group 234">
                      <a:extLst>
                        <a:ext uri="{FF2B5EF4-FFF2-40B4-BE49-F238E27FC236}">
                          <a16:creationId xmlns:a16="http://schemas.microsoft.com/office/drawing/2014/main" id="{619EE75A-3D63-4E50-B82D-C1A2CBAD59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86" name="Flowchart: Connector 285">
                        <a:extLst>
                          <a:ext uri="{FF2B5EF4-FFF2-40B4-BE49-F238E27FC236}">
                            <a16:creationId xmlns:a16="http://schemas.microsoft.com/office/drawing/2014/main" id="{CC92F471-5011-4CA5-BAF7-13868600C8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7" name="3D Model 286" descr="Sphere">
                            <a:extLst>
                              <a:ext uri="{FF2B5EF4-FFF2-40B4-BE49-F238E27FC236}">
                                <a16:creationId xmlns:a16="http://schemas.microsoft.com/office/drawing/2014/main" id="{BCB66D73-2D7C-4D6B-8ECD-79916762CEF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7591807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" name="Flowchart: Connector 287">
                        <a:extLst>
                          <a:ext uri="{FF2B5EF4-FFF2-40B4-BE49-F238E27FC236}">
                            <a16:creationId xmlns:a16="http://schemas.microsoft.com/office/drawing/2014/main" id="{5E827974-2BFC-4E57-91B9-B48ACEF02C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9" name="3D Model 288" descr="Sphere">
                            <a:extLst>
                              <a:ext uri="{FF2B5EF4-FFF2-40B4-BE49-F238E27FC236}">
                                <a16:creationId xmlns:a16="http://schemas.microsoft.com/office/drawing/2014/main" id="{A404F3A6-69A0-4CBA-98C9-6B05EBE70E0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3100035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90" name="Flowchart: Connector 289">
                        <a:extLst>
                          <a:ext uri="{FF2B5EF4-FFF2-40B4-BE49-F238E27FC236}">
                            <a16:creationId xmlns:a16="http://schemas.microsoft.com/office/drawing/2014/main" id="{AB7532F3-919B-4A10-8739-7501F53827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1" name="3D Model 290" descr="Sphere">
                            <a:extLst>
                              <a:ext uri="{FF2B5EF4-FFF2-40B4-BE49-F238E27FC236}">
                                <a16:creationId xmlns:a16="http://schemas.microsoft.com/office/drawing/2014/main" id="{1AA31769-6BDE-4AA3-8307-431AEBC1515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375798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92" name="Flowchart: Connector 291">
                        <a:extLst>
                          <a:ext uri="{FF2B5EF4-FFF2-40B4-BE49-F238E27FC236}">
                            <a16:creationId xmlns:a16="http://schemas.microsoft.com/office/drawing/2014/main" id="{EDA1AC68-1F63-4409-AE81-1679A1DC6A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3" name="3D Model 292" descr="Sphere">
                            <a:extLst>
                              <a:ext uri="{FF2B5EF4-FFF2-40B4-BE49-F238E27FC236}">
                                <a16:creationId xmlns:a16="http://schemas.microsoft.com/office/drawing/2014/main" id="{F0E38B76-F12E-44F1-8216-E840268B3B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6014136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193529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6" name="Group 235">
                      <a:extLst>
                        <a:ext uri="{FF2B5EF4-FFF2-40B4-BE49-F238E27FC236}">
                          <a16:creationId xmlns:a16="http://schemas.microsoft.com/office/drawing/2014/main" id="{ABEE1791-99E8-47F6-B907-89EE1D775B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70" name="Flowchart: Connector 269">
                        <a:extLst>
                          <a:ext uri="{FF2B5EF4-FFF2-40B4-BE49-F238E27FC236}">
                            <a16:creationId xmlns:a16="http://schemas.microsoft.com/office/drawing/2014/main" id="{5E8E6E09-E645-4DE6-B52F-C1723D4E3E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" name="Flowchart: Connector 270">
                        <a:extLst>
                          <a:ext uri="{FF2B5EF4-FFF2-40B4-BE49-F238E27FC236}">
                            <a16:creationId xmlns:a16="http://schemas.microsoft.com/office/drawing/2014/main" id="{3FA37B87-53BB-4268-8B9B-DB9EC07845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2" name="Flowchart: Connector 271">
                        <a:extLst>
                          <a:ext uri="{FF2B5EF4-FFF2-40B4-BE49-F238E27FC236}">
                            <a16:creationId xmlns:a16="http://schemas.microsoft.com/office/drawing/2014/main" id="{7B4E35A6-A33A-41AB-9613-D2136A9F9B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" name="Flowchart: Connector 272">
                        <a:extLst>
                          <a:ext uri="{FF2B5EF4-FFF2-40B4-BE49-F238E27FC236}">
                            <a16:creationId xmlns:a16="http://schemas.microsoft.com/office/drawing/2014/main" id="{E55A7CBA-BAD7-4AAD-BE0D-2247FEFA0EF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" name="Flowchart: Connector 273">
                        <a:extLst>
                          <a:ext uri="{FF2B5EF4-FFF2-40B4-BE49-F238E27FC236}">
                            <a16:creationId xmlns:a16="http://schemas.microsoft.com/office/drawing/2014/main" id="{E6F7BBB9-41C5-411F-BFAD-42683A906D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5" name="Flowchart: Connector 274">
                        <a:extLst>
                          <a:ext uri="{FF2B5EF4-FFF2-40B4-BE49-F238E27FC236}">
                            <a16:creationId xmlns:a16="http://schemas.microsoft.com/office/drawing/2014/main" id="{CA5D4550-0D0E-4477-8C19-DF8334E879C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6" name="Flowchart: Connector 275">
                        <a:extLst>
                          <a:ext uri="{FF2B5EF4-FFF2-40B4-BE49-F238E27FC236}">
                            <a16:creationId xmlns:a16="http://schemas.microsoft.com/office/drawing/2014/main" id="{662033AC-85E8-464C-84DC-C76B40F4F8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7" name="Flowchart: Connector 276">
                        <a:extLst>
                          <a:ext uri="{FF2B5EF4-FFF2-40B4-BE49-F238E27FC236}">
                            <a16:creationId xmlns:a16="http://schemas.microsoft.com/office/drawing/2014/main" id="{51A8138B-67DE-428A-A4D5-FBFCE9FDF5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8" name="Flowchart: Connector 277">
                        <a:extLst>
                          <a:ext uri="{FF2B5EF4-FFF2-40B4-BE49-F238E27FC236}">
                            <a16:creationId xmlns:a16="http://schemas.microsoft.com/office/drawing/2014/main" id="{AB2914A2-B2EB-432F-8E66-1AD7068A9A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9" name="3D Model 278" descr="Sphere">
                            <a:extLst>
                              <a:ext uri="{FF2B5EF4-FFF2-40B4-BE49-F238E27FC236}">
                                <a16:creationId xmlns:a16="http://schemas.microsoft.com/office/drawing/2014/main" id="{664C5A20-56C2-4960-8C2D-EBB30280F0A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8849380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0" name="Flowchart: Connector 279">
                        <a:extLst>
                          <a:ext uri="{FF2B5EF4-FFF2-40B4-BE49-F238E27FC236}">
                            <a16:creationId xmlns:a16="http://schemas.microsoft.com/office/drawing/2014/main" id="{02F3C54F-F3A7-4BBE-AE6E-E1CA83CC29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" name="3D Model 280" descr="Sphere">
                            <a:extLst>
                              <a:ext uri="{FF2B5EF4-FFF2-40B4-BE49-F238E27FC236}">
                                <a16:creationId xmlns:a16="http://schemas.microsoft.com/office/drawing/2014/main" id="{FB9771ED-D35C-4F0C-BD72-F793EA1B201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5885666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2" name="Flowchart: Connector 281">
                        <a:extLst>
                          <a:ext uri="{FF2B5EF4-FFF2-40B4-BE49-F238E27FC236}">
                            <a16:creationId xmlns:a16="http://schemas.microsoft.com/office/drawing/2014/main" id="{450E2986-5F12-404D-BF2C-5E48219244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3" name="3D Model 282" descr="Sphere">
                            <a:extLst>
                              <a:ext uri="{FF2B5EF4-FFF2-40B4-BE49-F238E27FC236}">
                                <a16:creationId xmlns:a16="http://schemas.microsoft.com/office/drawing/2014/main" id="{6E14F207-D022-45D5-BE43-62EF55A95D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483024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4" name="Flowchart: Connector 283">
                        <a:extLst>
                          <a:ext uri="{FF2B5EF4-FFF2-40B4-BE49-F238E27FC236}">
                            <a16:creationId xmlns:a16="http://schemas.microsoft.com/office/drawing/2014/main" id="{9B00ED2E-1AC5-4FEA-879E-8937A7AAE7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5" name="3D Model 284" descr="Sphere">
                            <a:extLst>
                              <a:ext uri="{FF2B5EF4-FFF2-40B4-BE49-F238E27FC236}">
                                <a16:creationId xmlns:a16="http://schemas.microsoft.com/office/drawing/2014/main" id="{55B4ADD9-E168-4BCA-A2DA-ED01EECDE81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4089756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7" name="Group 236">
                      <a:extLst>
                        <a:ext uri="{FF2B5EF4-FFF2-40B4-BE49-F238E27FC236}">
                          <a16:creationId xmlns:a16="http://schemas.microsoft.com/office/drawing/2014/main" id="{03F3B298-93D3-4372-BC5C-2FC7BF45A8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54" name="Flowchart: Connector 253">
                        <a:extLst>
                          <a:ext uri="{FF2B5EF4-FFF2-40B4-BE49-F238E27FC236}">
                            <a16:creationId xmlns:a16="http://schemas.microsoft.com/office/drawing/2014/main" id="{857E8359-EB6D-4F02-8A5F-6BAE9BF192B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5" name="Flowchart: Connector 254">
                        <a:extLst>
                          <a:ext uri="{FF2B5EF4-FFF2-40B4-BE49-F238E27FC236}">
                            <a16:creationId xmlns:a16="http://schemas.microsoft.com/office/drawing/2014/main" id="{93CE8FCA-E1E2-4046-B638-FA5A94B085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6" name="Flowchart: Connector 255">
                        <a:extLst>
                          <a:ext uri="{FF2B5EF4-FFF2-40B4-BE49-F238E27FC236}">
                            <a16:creationId xmlns:a16="http://schemas.microsoft.com/office/drawing/2014/main" id="{62C8B260-C078-4901-B11F-D9D71CC543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7" name="Flowchart: Connector 256">
                        <a:extLst>
                          <a:ext uri="{FF2B5EF4-FFF2-40B4-BE49-F238E27FC236}">
                            <a16:creationId xmlns:a16="http://schemas.microsoft.com/office/drawing/2014/main" id="{FEF291F9-01A5-4783-8EC8-257D2FBCEE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8" name="Flowchart: Connector 257">
                        <a:extLst>
                          <a:ext uri="{FF2B5EF4-FFF2-40B4-BE49-F238E27FC236}">
                            <a16:creationId xmlns:a16="http://schemas.microsoft.com/office/drawing/2014/main" id="{C0A65B6C-2EF6-456B-B6E4-42C43E5A7D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9" name="Flowchart: Connector 258">
                        <a:extLst>
                          <a:ext uri="{FF2B5EF4-FFF2-40B4-BE49-F238E27FC236}">
                            <a16:creationId xmlns:a16="http://schemas.microsoft.com/office/drawing/2014/main" id="{96F7D1CA-32BA-4DD4-ACFD-4ABF1D3F4B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0" name="Flowchart: Connector 259">
                        <a:extLst>
                          <a:ext uri="{FF2B5EF4-FFF2-40B4-BE49-F238E27FC236}">
                            <a16:creationId xmlns:a16="http://schemas.microsoft.com/office/drawing/2014/main" id="{B394F42C-3DBD-4606-8ACD-2B00248756E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1" name="Flowchart: Connector 260">
                        <a:extLst>
                          <a:ext uri="{FF2B5EF4-FFF2-40B4-BE49-F238E27FC236}">
                            <a16:creationId xmlns:a16="http://schemas.microsoft.com/office/drawing/2014/main" id="{3CBF4BAA-80D5-4402-8530-C446906642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2" name="Flowchart: Connector 261">
                        <a:extLst>
                          <a:ext uri="{FF2B5EF4-FFF2-40B4-BE49-F238E27FC236}">
                            <a16:creationId xmlns:a16="http://schemas.microsoft.com/office/drawing/2014/main" id="{771E247D-2198-4A68-88F6-26980910E2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3" name="3D Model 262" descr="Sphere">
                            <a:extLst>
                              <a:ext uri="{FF2B5EF4-FFF2-40B4-BE49-F238E27FC236}">
                                <a16:creationId xmlns:a16="http://schemas.microsoft.com/office/drawing/2014/main" id="{0328A8AB-953E-4252-95B4-67F741F98C5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89418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4" name="Flowchart: Connector 263">
                        <a:extLst>
                          <a:ext uri="{FF2B5EF4-FFF2-40B4-BE49-F238E27FC236}">
                            <a16:creationId xmlns:a16="http://schemas.microsoft.com/office/drawing/2014/main" id="{8A531D0B-242F-490F-B475-1BC8312DA9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5" name="3D Model 264" descr="Sphere">
                            <a:extLst>
                              <a:ext uri="{FF2B5EF4-FFF2-40B4-BE49-F238E27FC236}">
                                <a16:creationId xmlns:a16="http://schemas.microsoft.com/office/drawing/2014/main" id="{3E876978-F316-4D03-B8C6-38913D711B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7101874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6" name="Flowchart: Connector 265">
                        <a:extLst>
                          <a:ext uri="{FF2B5EF4-FFF2-40B4-BE49-F238E27FC236}">
                            <a16:creationId xmlns:a16="http://schemas.microsoft.com/office/drawing/2014/main" id="{1DBDD3B6-95B2-4F2A-A65D-8F31B2B5A2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7" name="3D Model 266" descr="Sphere">
                            <a:extLst>
                              <a:ext uri="{FF2B5EF4-FFF2-40B4-BE49-F238E27FC236}">
                                <a16:creationId xmlns:a16="http://schemas.microsoft.com/office/drawing/2014/main" id="{79B5BFD6-F3FC-4BBF-8253-79C07B60BB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1513445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8" name="Flowchart: Connector 267">
                        <a:extLst>
                          <a:ext uri="{FF2B5EF4-FFF2-40B4-BE49-F238E27FC236}">
                            <a16:creationId xmlns:a16="http://schemas.microsoft.com/office/drawing/2014/main" id="{E2BE43A8-1752-4DA6-8033-97329A3012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9" name="3D Model 268" descr="Sphere">
                            <a:extLst>
                              <a:ext uri="{FF2B5EF4-FFF2-40B4-BE49-F238E27FC236}">
                                <a16:creationId xmlns:a16="http://schemas.microsoft.com/office/drawing/2014/main" id="{1A7E8718-155E-496C-B329-28F7264359D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3089176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38" name="Flowchart: Connector 237">
                      <a:extLst>
                        <a:ext uri="{FF2B5EF4-FFF2-40B4-BE49-F238E27FC236}">
                          <a16:creationId xmlns:a16="http://schemas.microsoft.com/office/drawing/2014/main" id="{0398792F-369F-4724-8596-93EDD70240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9" name="Flowchart: Connector 238">
                      <a:extLst>
                        <a:ext uri="{FF2B5EF4-FFF2-40B4-BE49-F238E27FC236}">
                          <a16:creationId xmlns:a16="http://schemas.microsoft.com/office/drawing/2014/main" id="{EE9438A1-B1FA-4A0D-BCD7-CE7470CC27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0" name="Flowchart: Connector 239">
                      <a:extLst>
                        <a:ext uri="{FF2B5EF4-FFF2-40B4-BE49-F238E27FC236}">
                          <a16:creationId xmlns:a16="http://schemas.microsoft.com/office/drawing/2014/main" id="{10EEBD70-23CD-4864-9A24-63869BA66A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1" name="Flowchart: Connector 240">
                      <a:extLst>
                        <a:ext uri="{FF2B5EF4-FFF2-40B4-BE49-F238E27FC236}">
                          <a16:creationId xmlns:a16="http://schemas.microsoft.com/office/drawing/2014/main" id="{779CAEFE-9BAF-4D54-BF37-A4D71DD529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" name="Flowchart: Connector 241">
                      <a:extLst>
                        <a:ext uri="{FF2B5EF4-FFF2-40B4-BE49-F238E27FC236}">
                          <a16:creationId xmlns:a16="http://schemas.microsoft.com/office/drawing/2014/main" id="{5C760DEA-3F4A-4A8E-A616-742CB926F9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3" name="Flowchart: Connector 242">
                      <a:extLst>
                        <a:ext uri="{FF2B5EF4-FFF2-40B4-BE49-F238E27FC236}">
                          <a16:creationId xmlns:a16="http://schemas.microsoft.com/office/drawing/2014/main" id="{21B9CC1B-1B2F-4270-B705-75DA8B7C1F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" name="Flowchart: Connector 243">
                      <a:extLst>
                        <a:ext uri="{FF2B5EF4-FFF2-40B4-BE49-F238E27FC236}">
                          <a16:creationId xmlns:a16="http://schemas.microsoft.com/office/drawing/2014/main" id="{63457685-2837-4141-B228-88503DC5D3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5" name="Flowchart: Connector 244">
                      <a:extLst>
                        <a:ext uri="{FF2B5EF4-FFF2-40B4-BE49-F238E27FC236}">
                          <a16:creationId xmlns:a16="http://schemas.microsoft.com/office/drawing/2014/main" id="{2F63F29D-F5FA-4E65-8EAA-F3EDDF52C0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6" name="Flowchart: Connector 245">
                      <a:extLst>
                        <a:ext uri="{FF2B5EF4-FFF2-40B4-BE49-F238E27FC236}">
                          <a16:creationId xmlns:a16="http://schemas.microsoft.com/office/drawing/2014/main" id="{05D0C19B-6E88-4939-9614-538912B1CFB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7" name="3D Model 246" descr="Sphere">
                          <a:extLst>
                            <a:ext uri="{FF2B5EF4-FFF2-40B4-BE49-F238E27FC236}">
                              <a16:creationId xmlns:a16="http://schemas.microsoft.com/office/drawing/2014/main" id="{5BFCDD7C-6359-47EA-94C7-A6FB97290AB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37856508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7" name="3D Model 246" descr="Sphere">
                          <a:extLst>
                            <a:ext uri="{FF2B5EF4-FFF2-40B4-BE49-F238E27FC236}">
                              <a16:creationId xmlns:a16="http://schemas.microsoft.com/office/drawing/2014/main" id="{5BFCDD7C-6359-47EA-94C7-A6FB97290AB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06167" y="1161968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8" name="Flowchart: Connector 247">
                      <a:extLst>
                        <a:ext uri="{FF2B5EF4-FFF2-40B4-BE49-F238E27FC236}">
                          <a16:creationId xmlns:a16="http://schemas.microsoft.com/office/drawing/2014/main" id="{6E00D184-04CA-48D0-8A1B-2E884C08DE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9" name="3D Model 248" descr="Sphere">
                          <a:extLst>
                            <a:ext uri="{FF2B5EF4-FFF2-40B4-BE49-F238E27FC236}">
                              <a16:creationId xmlns:a16="http://schemas.microsoft.com/office/drawing/2014/main" id="{5DCC51FE-4902-45FD-BC33-5C22D2F346A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355688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9" name="3D Model 248" descr="Sphere">
                          <a:extLst>
                            <a:ext uri="{FF2B5EF4-FFF2-40B4-BE49-F238E27FC236}">
                              <a16:creationId xmlns:a16="http://schemas.microsoft.com/office/drawing/2014/main" id="{5DCC51FE-4902-45FD-BC33-5C22D2F346A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52778" y="1206017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0" name="Flowchart: Connector 249">
                      <a:extLst>
                        <a:ext uri="{FF2B5EF4-FFF2-40B4-BE49-F238E27FC236}">
                          <a16:creationId xmlns:a16="http://schemas.microsoft.com/office/drawing/2014/main" id="{0E345938-3094-4A42-9D35-925E331CA3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1" name="3D Model 250" descr="Sphere">
                          <a:extLst>
                            <a:ext uri="{FF2B5EF4-FFF2-40B4-BE49-F238E27FC236}">
                              <a16:creationId xmlns:a16="http://schemas.microsoft.com/office/drawing/2014/main" id="{16316218-367C-4F51-BF98-6E36E5F88E8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0598445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1" name="3D Model 250" descr="Sphere">
                          <a:extLst>
                            <a:ext uri="{FF2B5EF4-FFF2-40B4-BE49-F238E27FC236}">
                              <a16:creationId xmlns:a16="http://schemas.microsoft.com/office/drawing/2014/main" id="{16316218-367C-4F51-BF98-6E36E5F88E8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09728" y="1239054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2" name="Flowchart: Connector 251">
                      <a:extLst>
                        <a:ext uri="{FF2B5EF4-FFF2-40B4-BE49-F238E27FC236}">
                          <a16:creationId xmlns:a16="http://schemas.microsoft.com/office/drawing/2014/main" id="{4796E85F-2608-48CE-A70B-9AF0CFCA53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3" name="3D Model 252" descr="Sphere">
                          <a:extLst>
                            <a:ext uri="{FF2B5EF4-FFF2-40B4-BE49-F238E27FC236}">
                              <a16:creationId xmlns:a16="http://schemas.microsoft.com/office/drawing/2014/main" id="{0EFB98D8-5C9C-41CC-84A3-5D6307D76C2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6873488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8"/>
                            </am3d:raster>
                            <am3d:objViewport viewportSz="193529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3" name="3D Model 252" descr="Sphere">
                          <a:extLst>
                            <a:ext uri="{FF2B5EF4-FFF2-40B4-BE49-F238E27FC236}">
                              <a16:creationId xmlns:a16="http://schemas.microsoft.com/office/drawing/2014/main" id="{0EFB98D8-5C9C-41CC-84A3-5D6307D76C2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65106" y="1290090"/>
                          <a:ext cx="178939" cy="17670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8DAF57EA-1C78-4FA7-8706-61F940BAC9D4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30" name="Flowchart: Connector 229">
                    <a:extLst>
                      <a:ext uri="{FF2B5EF4-FFF2-40B4-BE49-F238E27FC236}">
                        <a16:creationId xmlns:a16="http://schemas.microsoft.com/office/drawing/2014/main" id="{39169F0D-3F79-4BAC-9C83-978F3BBA28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" name="Flowchart: Connector 230">
                    <a:extLst>
                      <a:ext uri="{FF2B5EF4-FFF2-40B4-BE49-F238E27FC236}">
                        <a16:creationId xmlns:a16="http://schemas.microsoft.com/office/drawing/2014/main" id="{354F5AD3-756E-4ABA-804B-1B4A24D06D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2" name="Flowchart: Connector 231">
                    <a:extLst>
                      <a:ext uri="{FF2B5EF4-FFF2-40B4-BE49-F238E27FC236}">
                        <a16:creationId xmlns:a16="http://schemas.microsoft.com/office/drawing/2014/main" id="{0A32F0CF-23BB-4554-9DBE-5000667567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90" name="Flowchart: Connector 89">
                  <a:extLst>
                    <a:ext uri="{FF2B5EF4-FFF2-40B4-BE49-F238E27FC236}">
                      <a16:creationId xmlns:a16="http://schemas.microsoft.com/office/drawing/2014/main" id="{5778E36F-AA89-44D1-A7A5-3DDEE07E1D3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91" name="Flowchart: Connector 90">
                  <a:extLst>
                    <a:ext uri="{FF2B5EF4-FFF2-40B4-BE49-F238E27FC236}">
                      <a16:creationId xmlns:a16="http://schemas.microsoft.com/office/drawing/2014/main" id="{260FDA9C-3DFD-4CE1-ABA8-50BD9EA5FEF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90F3AA33-CBAF-4DA9-9D33-2AA3F28BF90C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227" name="Flowchart: Connector 226">
                    <a:extLst>
                      <a:ext uri="{FF2B5EF4-FFF2-40B4-BE49-F238E27FC236}">
                        <a16:creationId xmlns:a16="http://schemas.microsoft.com/office/drawing/2014/main" id="{51740789-6EBA-406E-AACA-946F38468E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8" name="Flowchart: Connector 227">
                    <a:extLst>
                      <a:ext uri="{FF2B5EF4-FFF2-40B4-BE49-F238E27FC236}">
                        <a16:creationId xmlns:a16="http://schemas.microsoft.com/office/drawing/2014/main" id="{1D12DA86-1556-43EF-B7D4-8A34DA3AB0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9" name="Flowchart: Connector 228">
                    <a:extLst>
                      <a:ext uri="{FF2B5EF4-FFF2-40B4-BE49-F238E27FC236}">
                        <a16:creationId xmlns:a16="http://schemas.microsoft.com/office/drawing/2014/main" id="{99336F7B-B9AE-4F51-AB49-925D77DAFA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8361F1F4-D320-40F3-B417-5FA185E11C6F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62" name="Group 161">
                    <a:extLst>
                      <a:ext uri="{FF2B5EF4-FFF2-40B4-BE49-F238E27FC236}">
                        <a16:creationId xmlns:a16="http://schemas.microsoft.com/office/drawing/2014/main" id="{2C86F55F-98E8-4A62-BC33-985F73FCF520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23" name="Flowchart: Connector 222">
                      <a:extLst>
                        <a:ext uri="{FF2B5EF4-FFF2-40B4-BE49-F238E27FC236}">
                          <a16:creationId xmlns:a16="http://schemas.microsoft.com/office/drawing/2014/main" id="{F7288795-F8AA-4A9D-8FC1-B2372C06FF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4" name="Flowchart: Connector 223">
                      <a:extLst>
                        <a:ext uri="{FF2B5EF4-FFF2-40B4-BE49-F238E27FC236}">
                          <a16:creationId xmlns:a16="http://schemas.microsoft.com/office/drawing/2014/main" id="{BCEF02AA-23EC-433C-B39C-D86CE6BBBF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5" name="Flowchart: Connector 224">
                      <a:extLst>
                        <a:ext uri="{FF2B5EF4-FFF2-40B4-BE49-F238E27FC236}">
                          <a16:creationId xmlns:a16="http://schemas.microsoft.com/office/drawing/2014/main" id="{ED6A7971-2067-46F3-A758-F6E7C7E1C4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6" name="Flowchart: Connector 225">
                      <a:extLst>
                        <a:ext uri="{FF2B5EF4-FFF2-40B4-BE49-F238E27FC236}">
                          <a16:creationId xmlns:a16="http://schemas.microsoft.com/office/drawing/2014/main" id="{89517A43-044A-4987-A120-18B4656EB4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63" name="Group 162">
                    <a:extLst>
                      <a:ext uri="{FF2B5EF4-FFF2-40B4-BE49-F238E27FC236}">
                        <a16:creationId xmlns:a16="http://schemas.microsoft.com/office/drawing/2014/main" id="{9F66A5CB-3ECD-45EB-ABD3-B7AB0CCCD9F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64" name="Group 163">
                      <a:extLst>
                        <a:ext uri="{FF2B5EF4-FFF2-40B4-BE49-F238E27FC236}">
                          <a16:creationId xmlns:a16="http://schemas.microsoft.com/office/drawing/2014/main" id="{F41153C9-8DE7-414D-A838-A6F70EC74D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15" name="Flowchart: Connector 214">
                        <a:extLst>
                          <a:ext uri="{FF2B5EF4-FFF2-40B4-BE49-F238E27FC236}">
                            <a16:creationId xmlns:a16="http://schemas.microsoft.com/office/drawing/2014/main" id="{8949966B-F956-4882-BC68-26985DC4D3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6" name="3D Model 215" descr="Sphere">
                            <a:extLst>
                              <a:ext uri="{FF2B5EF4-FFF2-40B4-BE49-F238E27FC236}">
                                <a16:creationId xmlns:a16="http://schemas.microsoft.com/office/drawing/2014/main" id="{C1758C9C-E0E2-4B2C-8F16-BF47F6912A8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89784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7" name="Flowchart: Connector 216">
                        <a:extLst>
                          <a:ext uri="{FF2B5EF4-FFF2-40B4-BE49-F238E27FC236}">
                            <a16:creationId xmlns:a16="http://schemas.microsoft.com/office/drawing/2014/main" id="{6D0CC8CD-BF47-43EC-907C-905EC92094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8" name="3D Model 217" descr="Sphere">
                            <a:extLst>
                              <a:ext uri="{FF2B5EF4-FFF2-40B4-BE49-F238E27FC236}">
                                <a16:creationId xmlns:a16="http://schemas.microsoft.com/office/drawing/2014/main" id="{1C176EF5-022A-4356-BCF3-415632CF35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038922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9" name="Flowchart: Connector 218">
                        <a:extLst>
                          <a:ext uri="{FF2B5EF4-FFF2-40B4-BE49-F238E27FC236}">
                            <a16:creationId xmlns:a16="http://schemas.microsoft.com/office/drawing/2014/main" id="{C9A9345E-50D7-489F-A09D-C2C26D59F1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20" name="3D Model 219" descr="Sphere">
                            <a:extLst>
                              <a:ext uri="{FF2B5EF4-FFF2-40B4-BE49-F238E27FC236}">
                                <a16:creationId xmlns:a16="http://schemas.microsoft.com/office/drawing/2014/main" id="{16B7DC3B-D723-4C27-A51A-E9F26D5625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3299802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21" name="Flowchart: Connector 220">
                        <a:extLst>
                          <a:ext uri="{FF2B5EF4-FFF2-40B4-BE49-F238E27FC236}">
                            <a16:creationId xmlns:a16="http://schemas.microsoft.com/office/drawing/2014/main" id="{6F78C92A-C091-44D2-AFD0-2536B4534C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22" name="3D Model 221" descr="Sphere">
                            <a:extLst>
                              <a:ext uri="{FF2B5EF4-FFF2-40B4-BE49-F238E27FC236}">
                                <a16:creationId xmlns:a16="http://schemas.microsoft.com/office/drawing/2014/main" id="{DD6079B6-BB43-4D33-A362-30AE9916A0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1095471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5" name="Group 164">
                      <a:extLst>
                        <a:ext uri="{FF2B5EF4-FFF2-40B4-BE49-F238E27FC236}">
                          <a16:creationId xmlns:a16="http://schemas.microsoft.com/office/drawing/2014/main" id="{33A1F762-2BE6-4927-8680-D2B2C95F72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99" name="Flowchart: Connector 198">
                        <a:extLst>
                          <a:ext uri="{FF2B5EF4-FFF2-40B4-BE49-F238E27FC236}">
                            <a16:creationId xmlns:a16="http://schemas.microsoft.com/office/drawing/2014/main" id="{AFE88FE0-0077-4508-BEE6-B6883F570D5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" name="Flowchart: Connector 199">
                        <a:extLst>
                          <a:ext uri="{FF2B5EF4-FFF2-40B4-BE49-F238E27FC236}">
                            <a16:creationId xmlns:a16="http://schemas.microsoft.com/office/drawing/2014/main" id="{E5D0E0E2-6A05-4EF7-B82E-EBF95FC785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1" name="Flowchart: Connector 200">
                        <a:extLst>
                          <a:ext uri="{FF2B5EF4-FFF2-40B4-BE49-F238E27FC236}">
                            <a16:creationId xmlns:a16="http://schemas.microsoft.com/office/drawing/2014/main" id="{75FD87B4-400A-44E7-BFAB-BCD862D52A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" name="Flowchart: Connector 201">
                        <a:extLst>
                          <a:ext uri="{FF2B5EF4-FFF2-40B4-BE49-F238E27FC236}">
                            <a16:creationId xmlns:a16="http://schemas.microsoft.com/office/drawing/2014/main" id="{FEA1D100-45F4-4CCE-A4B6-92D04FC76E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" name="Flowchart: Connector 202">
                        <a:extLst>
                          <a:ext uri="{FF2B5EF4-FFF2-40B4-BE49-F238E27FC236}">
                            <a16:creationId xmlns:a16="http://schemas.microsoft.com/office/drawing/2014/main" id="{93B87C9E-408B-4E42-AF08-B062935FE0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4" name="Flowchart: Connector 203">
                        <a:extLst>
                          <a:ext uri="{FF2B5EF4-FFF2-40B4-BE49-F238E27FC236}">
                            <a16:creationId xmlns:a16="http://schemas.microsoft.com/office/drawing/2014/main" id="{2AD04CEA-36DA-42F7-91D8-8C78F1707A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5" name="Flowchart: Connector 204">
                        <a:extLst>
                          <a:ext uri="{FF2B5EF4-FFF2-40B4-BE49-F238E27FC236}">
                            <a16:creationId xmlns:a16="http://schemas.microsoft.com/office/drawing/2014/main" id="{7F783D27-1BE2-408E-9DF5-4FB2F30100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6" name="Flowchart: Connector 205">
                        <a:extLst>
                          <a:ext uri="{FF2B5EF4-FFF2-40B4-BE49-F238E27FC236}">
                            <a16:creationId xmlns:a16="http://schemas.microsoft.com/office/drawing/2014/main" id="{4164E6E0-04C1-4899-8895-08B7EAB5B7B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" name="Flowchart: Connector 206">
                        <a:extLst>
                          <a:ext uri="{FF2B5EF4-FFF2-40B4-BE49-F238E27FC236}">
                            <a16:creationId xmlns:a16="http://schemas.microsoft.com/office/drawing/2014/main" id="{94AB6742-DE3C-4BF4-BA32-384EDD7072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8" name="3D Model 207" descr="Sphere">
                            <a:extLst>
                              <a:ext uri="{FF2B5EF4-FFF2-40B4-BE49-F238E27FC236}">
                                <a16:creationId xmlns:a16="http://schemas.microsoft.com/office/drawing/2014/main" id="{A6EA1527-6B6F-4DE8-A187-2E8E91488A3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168114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9" name="Flowchart: Connector 208">
                        <a:extLst>
                          <a:ext uri="{FF2B5EF4-FFF2-40B4-BE49-F238E27FC236}">
                            <a16:creationId xmlns:a16="http://schemas.microsoft.com/office/drawing/2014/main" id="{C49A038D-4329-400A-90BF-5F5742BE51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0" name="3D Model 209" descr="Sphere">
                            <a:extLst>
                              <a:ext uri="{FF2B5EF4-FFF2-40B4-BE49-F238E27FC236}">
                                <a16:creationId xmlns:a16="http://schemas.microsoft.com/office/drawing/2014/main" id="{2373C4F2-55E8-4B45-8E95-851B03942C0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210139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1" name="Flowchart: Connector 210">
                        <a:extLst>
                          <a:ext uri="{FF2B5EF4-FFF2-40B4-BE49-F238E27FC236}">
                            <a16:creationId xmlns:a16="http://schemas.microsoft.com/office/drawing/2014/main" id="{EE424B36-A95D-451C-82B6-BA37469D33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2" name="3D Model 211" descr="Sphere">
                            <a:extLst>
                              <a:ext uri="{FF2B5EF4-FFF2-40B4-BE49-F238E27FC236}">
                                <a16:creationId xmlns:a16="http://schemas.microsoft.com/office/drawing/2014/main" id="{5ED194FA-7535-4498-9955-81A47E9A920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2445924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3" name="Flowchart: Connector 212">
                        <a:extLst>
                          <a:ext uri="{FF2B5EF4-FFF2-40B4-BE49-F238E27FC236}">
                            <a16:creationId xmlns:a16="http://schemas.microsoft.com/office/drawing/2014/main" id="{53BE36A0-C198-4D64-A730-29FDCAD1CE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4" name="3D Model 213" descr="Sphere">
                            <a:extLst>
                              <a:ext uri="{FF2B5EF4-FFF2-40B4-BE49-F238E27FC236}">
                                <a16:creationId xmlns:a16="http://schemas.microsoft.com/office/drawing/2014/main" id="{AC605623-293A-44D2-8BCE-7BE483D046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8446996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6" name="Group 165">
                      <a:extLst>
                        <a:ext uri="{FF2B5EF4-FFF2-40B4-BE49-F238E27FC236}">
                          <a16:creationId xmlns:a16="http://schemas.microsoft.com/office/drawing/2014/main" id="{F6CB33A0-1AE4-4223-BA69-AF02291912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83" name="Flowchart: Connector 182">
                        <a:extLst>
                          <a:ext uri="{FF2B5EF4-FFF2-40B4-BE49-F238E27FC236}">
                            <a16:creationId xmlns:a16="http://schemas.microsoft.com/office/drawing/2014/main" id="{DC43C638-B559-4EA0-BCDB-8EEDD1C018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4" name="Flowchart: Connector 183">
                        <a:extLst>
                          <a:ext uri="{FF2B5EF4-FFF2-40B4-BE49-F238E27FC236}">
                            <a16:creationId xmlns:a16="http://schemas.microsoft.com/office/drawing/2014/main" id="{91161092-0D5E-4023-84D5-A5E61FD412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5" name="Flowchart: Connector 184">
                        <a:extLst>
                          <a:ext uri="{FF2B5EF4-FFF2-40B4-BE49-F238E27FC236}">
                            <a16:creationId xmlns:a16="http://schemas.microsoft.com/office/drawing/2014/main" id="{DE8BBEA3-76A7-4D5E-9437-6279C46974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6" name="Flowchart: Connector 185">
                        <a:extLst>
                          <a:ext uri="{FF2B5EF4-FFF2-40B4-BE49-F238E27FC236}">
                            <a16:creationId xmlns:a16="http://schemas.microsoft.com/office/drawing/2014/main" id="{578E5523-5778-499A-AF51-1A3585F86C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7" name="Flowchart: Connector 186">
                        <a:extLst>
                          <a:ext uri="{FF2B5EF4-FFF2-40B4-BE49-F238E27FC236}">
                            <a16:creationId xmlns:a16="http://schemas.microsoft.com/office/drawing/2014/main" id="{EC338DE2-CCC8-4EE5-BA6F-BAB2D177E3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8" name="Flowchart: Connector 187">
                        <a:extLst>
                          <a:ext uri="{FF2B5EF4-FFF2-40B4-BE49-F238E27FC236}">
                            <a16:creationId xmlns:a16="http://schemas.microsoft.com/office/drawing/2014/main" id="{5D095811-E6FD-4FB5-8526-7A69415E1E6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9" name="Flowchart: Connector 188">
                        <a:extLst>
                          <a:ext uri="{FF2B5EF4-FFF2-40B4-BE49-F238E27FC236}">
                            <a16:creationId xmlns:a16="http://schemas.microsoft.com/office/drawing/2014/main" id="{2EA467D1-0936-469A-AAF7-012A9C3B61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0" name="Flowchart: Connector 189">
                        <a:extLst>
                          <a:ext uri="{FF2B5EF4-FFF2-40B4-BE49-F238E27FC236}">
                            <a16:creationId xmlns:a16="http://schemas.microsoft.com/office/drawing/2014/main" id="{865D91E1-048D-4808-88A7-A850462AF0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1" name="Flowchart: Connector 190">
                        <a:extLst>
                          <a:ext uri="{FF2B5EF4-FFF2-40B4-BE49-F238E27FC236}">
                            <a16:creationId xmlns:a16="http://schemas.microsoft.com/office/drawing/2014/main" id="{0BF75D3F-3D4B-4267-A98B-A1D2BBE758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2" name="3D Model 191" descr="Sphere">
                            <a:extLst>
                              <a:ext uri="{FF2B5EF4-FFF2-40B4-BE49-F238E27FC236}">
                                <a16:creationId xmlns:a16="http://schemas.microsoft.com/office/drawing/2014/main" id="{4C87A1B5-147F-4E23-88BF-1F6000F3208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3904619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3" name="Flowchart: Connector 192">
                        <a:extLst>
                          <a:ext uri="{FF2B5EF4-FFF2-40B4-BE49-F238E27FC236}">
                            <a16:creationId xmlns:a16="http://schemas.microsoft.com/office/drawing/2014/main" id="{9AD5D55F-BAC2-4EB6-841D-5AE1ED481E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4" name="3D Model 193" descr="Sphere">
                            <a:extLst>
                              <a:ext uri="{FF2B5EF4-FFF2-40B4-BE49-F238E27FC236}">
                                <a16:creationId xmlns:a16="http://schemas.microsoft.com/office/drawing/2014/main" id="{47E6F22E-A2B9-425F-A2A4-28AD9ECDA76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8665328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5" name="Flowchart: Connector 194">
                        <a:extLst>
                          <a:ext uri="{FF2B5EF4-FFF2-40B4-BE49-F238E27FC236}">
                            <a16:creationId xmlns:a16="http://schemas.microsoft.com/office/drawing/2014/main" id="{8DC10E4D-F700-446F-9826-868D685E88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6" name="3D Model 195" descr="Sphere">
                            <a:extLst>
                              <a:ext uri="{FF2B5EF4-FFF2-40B4-BE49-F238E27FC236}">
                                <a16:creationId xmlns:a16="http://schemas.microsoft.com/office/drawing/2014/main" id="{05A0F962-21C6-490D-9DBD-7D1DDBA71D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0689773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7" name="Flowchart: Connector 196">
                        <a:extLst>
                          <a:ext uri="{FF2B5EF4-FFF2-40B4-BE49-F238E27FC236}">
                            <a16:creationId xmlns:a16="http://schemas.microsoft.com/office/drawing/2014/main" id="{87D972FA-BA1D-45B8-AA33-70774042AA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8" name="3D Model 197" descr="Sphere">
                            <a:extLst>
                              <a:ext uri="{FF2B5EF4-FFF2-40B4-BE49-F238E27FC236}">
                                <a16:creationId xmlns:a16="http://schemas.microsoft.com/office/drawing/2014/main" id="{15B8E608-72E9-4BAB-8DB9-BCCF2EA888C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060508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67" name="Flowchart: Connector 166">
                      <a:extLst>
                        <a:ext uri="{FF2B5EF4-FFF2-40B4-BE49-F238E27FC236}">
                          <a16:creationId xmlns:a16="http://schemas.microsoft.com/office/drawing/2014/main" id="{5D71CC9C-A148-42E9-802D-57EE322671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8" name="Flowchart: Connector 167">
                      <a:extLst>
                        <a:ext uri="{FF2B5EF4-FFF2-40B4-BE49-F238E27FC236}">
                          <a16:creationId xmlns:a16="http://schemas.microsoft.com/office/drawing/2014/main" id="{B52BDB26-F261-4EBF-B8CE-D2F0516303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" name="Flowchart: Connector 168">
                      <a:extLst>
                        <a:ext uri="{FF2B5EF4-FFF2-40B4-BE49-F238E27FC236}">
                          <a16:creationId xmlns:a16="http://schemas.microsoft.com/office/drawing/2014/main" id="{AB30ABB9-9C61-437F-8D63-33074C4240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" name="Flowchart: Connector 169">
                      <a:extLst>
                        <a:ext uri="{FF2B5EF4-FFF2-40B4-BE49-F238E27FC236}">
                          <a16:creationId xmlns:a16="http://schemas.microsoft.com/office/drawing/2014/main" id="{DB5CCD15-521E-41E1-AEE8-CCA8E521A8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" name="Flowchart: Connector 170">
                      <a:extLst>
                        <a:ext uri="{FF2B5EF4-FFF2-40B4-BE49-F238E27FC236}">
                          <a16:creationId xmlns:a16="http://schemas.microsoft.com/office/drawing/2014/main" id="{3EBD91DC-2E71-43D8-AB7B-6C4243CFC7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2" name="Flowchart: Connector 171">
                      <a:extLst>
                        <a:ext uri="{FF2B5EF4-FFF2-40B4-BE49-F238E27FC236}">
                          <a16:creationId xmlns:a16="http://schemas.microsoft.com/office/drawing/2014/main" id="{11C8A863-AE6A-4B65-81E8-A9D96DA050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3" name="Flowchart: Connector 172">
                      <a:extLst>
                        <a:ext uri="{FF2B5EF4-FFF2-40B4-BE49-F238E27FC236}">
                          <a16:creationId xmlns:a16="http://schemas.microsoft.com/office/drawing/2014/main" id="{BBF13AEF-19F0-4CBE-A96D-FB8FF9FC5D5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4" name="Flowchart: Connector 173">
                      <a:extLst>
                        <a:ext uri="{FF2B5EF4-FFF2-40B4-BE49-F238E27FC236}">
                          <a16:creationId xmlns:a16="http://schemas.microsoft.com/office/drawing/2014/main" id="{F40A0FFE-F3D5-4222-9E29-E6E4244EB7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5" name="Flowchart: Connector 174">
                      <a:extLst>
                        <a:ext uri="{FF2B5EF4-FFF2-40B4-BE49-F238E27FC236}">
                          <a16:creationId xmlns:a16="http://schemas.microsoft.com/office/drawing/2014/main" id="{D305D5C2-CC83-40CE-86E6-C3548785A0F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6" name="3D Model 175" descr="Sphere">
                          <a:extLst>
                            <a:ext uri="{FF2B5EF4-FFF2-40B4-BE49-F238E27FC236}">
                              <a16:creationId xmlns:a16="http://schemas.microsoft.com/office/drawing/2014/main" id="{A5B04BA8-266E-4D90-B9D3-29C5F2C2B9B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11064041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3"/>
                            </am3d:raster>
                            <am3d:objViewport viewportSz="23280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6" name="3D Model 175" descr="Sphere">
                          <a:extLst>
                            <a:ext uri="{FF2B5EF4-FFF2-40B4-BE49-F238E27FC236}">
                              <a16:creationId xmlns:a16="http://schemas.microsoft.com/office/drawing/2014/main" id="{A5B04BA8-266E-4D90-B9D3-29C5F2C2B9B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71708" y="1221244"/>
                          <a:ext cx="182519" cy="16931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7" name="Flowchart: Connector 176">
                      <a:extLst>
                        <a:ext uri="{FF2B5EF4-FFF2-40B4-BE49-F238E27FC236}">
                          <a16:creationId xmlns:a16="http://schemas.microsoft.com/office/drawing/2014/main" id="{09B60AB6-C224-449B-A709-C2D0EF36F4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8" name="3D Model 177" descr="Sphere">
                          <a:extLst>
                            <a:ext uri="{FF2B5EF4-FFF2-40B4-BE49-F238E27FC236}">
                              <a16:creationId xmlns:a16="http://schemas.microsoft.com/office/drawing/2014/main" id="{E48784A0-8DD8-4051-BC47-EC1C89D091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95651539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8" name="3D Model 177" descr="Sphere">
                          <a:extLst>
                            <a:ext uri="{FF2B5EF4-FFF2-40B4-BE49-F238E27FC236}">
                              <a16:creationId xmlns:a16="http://schemas.microsoft.com/office/drawing/2014/main" id="{E48784A0-8DD8-4051-BC47-EC1C89D091E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16273" y="1257426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9" name="Flowchart: Connector 178">
                      <a:extLst>
                        <a:ext uri="{FF2B5EF4-FFF2-40B4-BE49-F238E27FC236}">
                          <a16:creationId xmlns:a16="http://schemas.microsoft.com/office/drawing/2014/main" id="{9B0CBA67-7662-4BCE-9064-7EE7110A1F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80" name="3D Model 179" descr="Sphere">
                          <a:extLst>
                            <a:ext uri="{FF2B5EF4-FFF2-40B4-BE49-F238E27FC236}">
                              <a16:creationId xmlns:a16="http://schemas.microsoft.com/office/drawing/2014/main" id="{F5FBB04A-6009-4C35-B38B-51DC6EE9F4A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45880846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80" name="3D Model 179" descr="Sphere">
                          <a:extLst>
                            <a:ext uri="{FF2B5EF4-FFF2-40B4-BE49-F238E27FC236}">
                              <a16:creationId xmlns:a16="http://schemas.microsoft.com/office/drawing/2014/main" id="{F5FBB04A-6009-4C35-B38B-51DC6EE9F4A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65154" y="1296276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81" name="Flowchart: Connector 180">
                      <a:extLst>
                        <a:ext uri="{FF2B5EF4-FFF2-40B4-BE49-F238E27FC236}">
                          <a16:creationId xmlns:a16="http://schemas.microsoft.com/office/drawing/2014/main" id="{237C03EB-6014-4860-8B05-30531378BE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82" name="3D Model 181" descr="Sphere">
                          <a:extLst>
                            <a:ext uri="{FF2B5EF4-FFF2-40B4-BE49-F238E27FC236}">
                              <a16:creationId xmlns:a16="http://schemas.microsoft.com/office/drawing/2014/main" id="{3988A85B-89E5-4AE5-96A9-70B0E344493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0527070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193527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82" name="3D Model 181" descr="Sphere">
                          <a:extLst>
                            <a:ext uri="{FF2B5EF4-FFF2-40B4-BE49-F238E27FC236}">
                              <a16:creationId xmlns:a16="http://schemas.microsoft.com/office/drawing/2014/main" id="{3988A85B-89E5-4AE5-96A9-70B0E344493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28601" y="1341499"/>
                          <a:ext cx="178939" cy="1766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94" name="Flowchart: Connector 93">
                  <a:extLst>
                    <a:ext uri="{FF2B5EF4-FFF2-40B4-BE49-F238E27FC236}">
                      <a16:creationId xmlns:a16="http://schemas.microsoft.com/office/drawing/2014/main" id="{E2124458-0A9D-4E58-A8FB-1E494BF400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5" name="Flowchart: Connector 94">
                  <a:extLst>
                    <a:ext uri="{FF2B5EF4-FFF2-40B4-BE49-F238E27FC236}">
                      <a16:creationId xmlns:a16="http://schemas.microsoft.com/office/drawing/2014/main" id="{0AFF4EF4-53A9-4232-934F-85E47C7D5FD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6" name="Flowchart: Connector 95">
                  <a:extLst>
                    <a:ext uri="{FF2B5EF4-FFF2-40B4-BE49-F238E27FC236}">
                      <a16:creationId xmlns:a16="http://schemas.microsoft.com/office/drawing/2014/main" id="{300FB4A3-F5E0-4AB4-92EC-8E68621021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7" name="Flowchart: Connector 96">
                  <a:extLst>
                    <a:ext uri="{FF2B5EF4-FFF2-40B4-BE49-F238E27FC236}">
                      <a16:creationId xmlns:a16="http://schemas.microsoft.com/office/drawing/2014/main" id="{68637303-7875-4314-BA61-00D4243157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8" name="Flowchart: Connector 97">
                  <a:extLst>
                    <a:ext uri="{FF2B5EF4-FFF2-40B4-BE49-F238E27FC236}">
                      <a16:creationId xmlns:a16="http://schemas.microsoft.com/office/drawing/2014/main" id="{A8632AA9-1FA4-4780-B9CD-023D645E464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9" name="Flowchart: Connector 98">
                  <a:extLst>
                    <a:ext uri="{FF2B5EF4-FFF2-40B4-BE49-F238E27FC236}">
                      <a16:creationId xmlns:a16="http://schemas.microsoft.com/office/drawing/2014/main" id="{912A5899-564A-4FED-978D-52DEB4E6135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00" name="Flowchart: Connector 99">
                  <a:extLst>
                    <a:ext uri="{FF2B5EF4-FFF2-40B4-BE49-F238E27FC236}">
                      <a16:creationId xmlns:a16="http://schemas.microsoft.com/office/drawing/2014/main" id="{ACD22398-55CF-4D7D-A787-A8230C080AC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01" name="Flowchart: Connector 100">
                  <a:extLst>
                    <a:ext uri="{FF2B5EF4-FFF2-40B4-BE49-F238E27FC236}">
                      <a16:creationId xmlns:a16="http://schemas.microsoft.com/office/drawing/2014/main" id="{FDEA45DA-C32A-47E8-B427-F5C38A2B82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EF7C2085-1FA0-4417-AFD8-08624EA5AAEB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7E0A0350-4C50-4F09-B0D1-60BD55F575F9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54" name="Flowchart: Connector 153">
                      <a:extLst>
                        <a:ext uri="{FF2B5EF4-FFF2-40B4-BE49-F238E27FC236}">
                          <a16:creationId xmlns:a16="http://schemas.microsoft.com/office/drawing/2014/main" id="{5A6F1BE1-D27E-4736-BCC7-14571AAEF8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5" name="3D Model 154" descr="Sphere">
                          <a:extLst>
                            <a:ext uri="{FF2B5EF4-FFF2-40B4-BE49-F238E27FC236}">
                              <a16:creationId xmlns:a16="http://schemas.microsoft.com/office/drawing/2014/main" id="{05EA0DFB-88A9-4729-A427-99DFE52B619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9798945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4"/>
                            </am3d:raster>
                            <am3d:objViewport viewportSz="23280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5" name="3D Model 154" descr="Sphere">
                          <a:extLst>
                            <a:ext uri="{FF2B5EF4-FFF2-40B4-BE49-F238E27FC236}">
                              <a16:creationId xmlns:a16="http://schemas.microsoft.com/office/drawing/2014/main" id="{05EA0DFB-88A9-4729-A427-99DFE52B619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2082" y="1844450"/>
                          <a:ext cx="182520" cy="16931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6" name="Flowchart: Connector 155">
                      <a:extLst>
                        <a:ext uri="{FF2B5EF4-FFF2-40B4-BE49-F238E27FC236}">
                          <a16:creationId xmlns:a16="http://schemas.microsoft.com/office/drawing/2014/main" id="{FEE518AE-988D-4D6A-B3C1-1F8B436FC8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7" name="3D Model 156" descr="Sphere">
                          <a:extLst>
                            <a:ext uri="{FF2B5EF4-FFF2-40B4-BE49-F238E27FC236}">
                              <a16:creationId xmlns:a16="http://schemas.microsoft.com/office/drawing/2014/main" id="{05D83AC3-2551-49BD-B689-36039B707D2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7252736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8" name="Flowchart: Connector 157">
                      <a:extLst>
                        <a:ext uri="{FF2B5EF4-FFF2-40B4-BE49-F238E27FC236}">
                          <a16:creationId xmlns:a16="http://schemas.microsoft.com/office/drawing/2014/main" id="{A17E1353-1BA5-41C4-BA12-505341DF3F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9" name="3D Model 158" descr="Sphere">
                          <a:extLst>
                            <a:ext uri="{FF2B5EF4-FFF2-40B4-BE49-F238E27FC236}">
                              <a16:creationId xmlns:a16="http://schemas.microsoft.com/office/drawing/2014/main" id="{78E89D12-0BBD-4BF3-9520-9C1FE910CEC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1283938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0" name="Flowchart: Connector 159">
                      <a:extLst>
                        <a:ext uri="{FF2B5EF4-FFF2-40B4-BE49-F238E27FC236}">
                          <a16:creationId xmlns:a16="http://schemas.microsoft.com/office/drawing/2014/main" id="{3E9CFB99-D8F4-426D-8D36-2EF89FE4AC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1" name="3D Model 160" descr="Sphere">
                          <a:extLst>
                            <a:ext uri="{FF2B5EF4-FFF2-40B4-BE49-F238E27FC236}">
                              <a16:creationId xmlns:a16="http://schemas.microsoft.com/office/drawing/2014/main" id="{3A1C1F69-DD78-424A-9AED-CA6A7FAB2FF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0371322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8"/>
                            </am3d:raster>
                            <am3d:objViewport viewportSz="193529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06E08D99-4D70-4E94-8DC8-A2A339273103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38" name="Flowchart: Connector 137">
                      <a:extLst>
                        <a:ext uri="{FF2B5EF4-FFF2-40B4-BE49-F238E27FC236}">
                          <a16:creationId xmlns:a16="http://schemas.microsoft.com/office/drawing/2014/main" id="{14CF71A7-7BB7-4017-8215-9E26943065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9" name="Flowchart: Connector 138">
                      <a:extLst>
                        <a:ext uri="{FF2B5EF4-FFF2-40B4-BE49-F238E27FC236}">
                          <a16:creationId xmlns:a16="http://schemas.microsoft.com/office/drawing/2014/main" id="{FC103717-D630-44DE-A2BE-CBCFAA29EA0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" name="Flowchart: Connector 139">
                      <a:extLst>
                        <a:ext uri="{FF2B5EF4-FFF2-40B4-BE49-F238E27FC236}">
                          <a16:creationId xmlns:a16="http://schemas.microsoft.com/office/drawing/2014/main" id="{36F5555A-B9C1-4939-8158-C00B3A35F4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" name="Flowchart: Connector 140">
                      <a:extLst>
                        <a:ext uri="{FF2B5EF4-FFF2-40B4-BE49-F238E27FC236}">
                          <a16:creationId xmlns:a16="http://schemas.microsoft.com/office/drawing/2014/main" id="{97B3626F-9833-46D1-B8E6-BED0C69EEA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2" name="Flowchart: Connector 141">
                      <a:extLst>
                        <a:ext uri="{FF2B5EF4-FFF2-40B4-BE49-F238E27FC236}">
                          <a16:creationId xmlns:a16="http://schemas.microsoft.com/office/drawing/2014/main" id="{4614433C-A41A-4615-9048-A7CA277EE1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" name="Flowchart: Connector 142">
                      <a:extLst>
                        <a:ext uri="{FF2B5EF4-FFF2-40B4-BE49-F238E27FC236}">
                          <a16:creationId xmlns:a16="http://schemas.microsoft.com/office/drawing/2014/main" id="{0CA26B83-A1AC-4453-8B94-737180061B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4" name="Flowchart: Connector 143">
                      <a:extLst>
                        <a:ext uri="{FF2B5EF4-FFF2-40B4-BE49-F238E27FC236}">
                          <a16:creationId xmlns:a16="http://schemas.microsoft.com/office/drawing/2014/main" id="{58083112-9091-483B-AF0F-6342080D1B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" name="Flowchart: Connector 144">
                      <a:extLst>
                        <a:ext uri="{FF2B5EF4-FFF2-40B4-BE49-F238E27FC236}">
                          <a16:creationId xmlns:a16="http://schemas.microsoft.com/office/drawing/2014/main" id="{2A9AEF61-0EE7-4052-9C04-CA708822C2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6" name="Flowchart: Connector 145">
                      <a:extLst>
                        <a:ext uri="{FF2B5EF4-FFF2-40B4-BE49-F238E27FC236}">
                          <a16:creationId xmlns:a16="http://schemas.microsoft.com/office/drawing/2014/main" id="{31F8F00E-5952-4C91-8A88-37986202DC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7" name="3D Model 146" descr="Sphere">
                          <a:extLst>
                            <a:ext uri="{FF2B5EF4-FFF2-40B4-BE49-F238E27FC236}">
                              <a16:creationId xmlns:a16="http://schemas.microsoft.com/office/drawing/2014/main" id="{8374189E-B59A-4B55-A0FB-9B8E37916A2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79978000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7" name="3D Model 146" descr="Sphere">
                          <a:extLst>
                            <a:ext uri="{FF2B5EF4-FFF2-40B4-BE49-F238E27FC236}">
                              <a16:creationId xmlns:a16="http://schemas.microsoft.com/office/drawing/2014/main" id="{8374189E-B59A-4B55-A0FB-9B8E37916A2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30037" y="1656007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8" name="Flowchart: Connector 147">
                      <a:extLst>
                        <a:ext uri="{FF2B5EF4-FFF2-40B4-BE49-F238E27FC236}">
                          <a16:creationId xmlns:a16="http://schemas.microsoft.com/office/drawing/2014/main" id="{BD7340F5-2591-40CA-B9D8-2FFF71A18E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9" name="3D Model 148" descr="Sphere">
                          <a:extLst>
                            <a:ext uri="{FF2B5EF4-FFF2-40B4-BE49-F238E27FC236}">
                              <a16:creationId xmlns:a16="http://schemas.microsoft.com/office/drawing/2014/main" id="{CC16E43E-5E3F-4DE0-B508-CD0BF64E426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9125739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0" name="Flowchart: Connector 149">
                      <a:extLst>
                        <a:ext uri="{FF2B5EF4-FFF2-40B4-BE49-F238E27FC236}">
                          <a16:creationId xmlns:a16="http://schemas.microsoft.com/office/drawing/2014/main" id="{F2567CA2-7366-4798-9E1A-A4295D02F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1" name="3D Model 150" descr="Sphere">
                          <a:extLst>
                            <a:ext uri="{FF2B5EF4-FFF2-40B4-BE49-F238E27FC236}">
                              <a16:creationId xmlns:a16="http://schemas.microsoft.com/office/drawing/2014/main" id="{144E1C90-0CE6-4900-817D-33661668312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90786911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2" name="Flowchart: Connector 151">
                      <a:extLst>
                        <a:ext uri="{FF2B5EF4-FFF2-40B4-BE49-F238E27FC236}">
                          <a16:creationId xmlns:a16="http://schemas.microsoft.com/office/drawing/2014/main" id="{92AF8927-EDB0-4696-BA39-D96FEB53D7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3" name="3D Model 152" descr="Sphere">
                          <a:extLst>
                            <a:ext uri="{FF2B5EF4-FFF2-40B4-BE49-F238E27FC236}">
                              <a16:creationId xmlns:a16="http://schemas.microsoft.com/office/drawing/2014/main" id="{1927EEF5-B3B7-444D-8CF6-0CB850BD4B3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0223776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5"/>
                            </am3d:raster>
                            <am3d:objViewport viewportSz="193527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82BB5BA8-5E3A-48BE-A906-1784E1CEC23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22" name="Flowchart: Connector 121">
                      <a:extLst>
                        <a:ext uri="{FF2B5EF4-FFF2-40B4-BE49-F238E27FC236}">
                          <a16:creationId xmlns:a16="http://schemas.microsoft.com/office/drawing/2014/main" id="{40D062F2-CD85-4AB1-ACF0-A14754E381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3" name="Flowchart: Connector 122">
                      <a:extLst>
                        <a:ext uri="{FF2B5EF4-FFF2-40B4-BE49-F238E27FC236}">
                          <a16:creationId xmlns:a16="http://schemas.microsoft.com/office/drawing/2014/main" id="{F4E9CCDF-8BBE-4536-8271-205C486446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" name="Flowchart: Connector 123">
                      <a:extLst>
                        <a:ext uri="{FF2B5EF4-FFF2-40B4-BE49-F238E27FC236}">
                          <a16:creationId xmlns:a16="http://schemas.microsoft.com/office/drawing/2014/main" id="{67E3E8F2-B8FA-42D5-9CCD-AC1B73A5EF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5" name="Flowchart: Connector 124">
                      <a:extLst>
                        <a:ext uri="{FF2B5EF4-FFF2-40B4-BE49-F238E27FC236}">
                          <a16:creationId xmlns:a16="http://schemas.microsoft.com/office/drawing/2014/main" id="{BF0453F3-DF6E-4D14-A168-7C1D079FF7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" name="Flowchart: Connector 125">
                      <a:extLst>
                        <a:ext uri="{FF2B5EF4-FFF2-40B4-BE49-F238E27FC236}">
                          <a16:creationId xmlns:a16="http://schemas.microsoft.com/office/drawing/2014/main" id="{097D494F-2EF5-4BA5-9EE1-2937617E9F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" name="Flowchart: Connector 126">
                      <a:extLst>
                        <a:ext uri="{FF2B5EF4-FFF2-40B4-BE49-F238E27FC236}">
                          <a16:creationId xmlns:a16="http://schemas.microsoft.com/office/drawing/2014/main" id="{0587B753-5B36-4E2C-A6C3-2D25DD86F2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" name="Flowchart: Connector 127">
                      <a:extLst>
                        <a:ext uri="{FF2B5EF4-FFF2-40B4-BE49-F238E27FC236}">
                          <a16:creationId xmlns:a16="http://schemas.microsoft.com/office/drawing/2014/main" id="{F4E50B33-C662-41C4-A398-7AF8673024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9" name="Flowchart: Connector 128">
                      <a:extLst>
                        <a:ext uri="{FF2B5EF4-FFF2-40B4-BE49-F238E27FC236}">
                          <a16:creationId xmlns:a16="http://schemas.microsoft.com/office/drawing/2014/main" id="{99BB8C78-66DC-4D7E-88E7-1F1FDA8AA7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0" name="Flowchart: Connector 129">
                      <a:extLst>
                        <a:ext uri="{FF2B5EF4-FFF2-40B4-BE49-F238E27FC236}">
                          <a16:creationId xmlns:a16="http://schemas.microsoft.com/office/drawing/2014/main" id="{D0CEDE44-8349-4FB4-B79E-681197B440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1" name="3D Model 130" descr="Sphere">
                          <a:extLst>
                            <a:ext uri="{FF2B5EF4-FFF2-40B4-BE49-F238E27FC236}">
                              <a16:creationId xmlns:a16="http://schemas.microsoft.com/office/drawing/2014/main" id="{E8A41BC7-3971-47F6-8B13-D1E180C2557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29958036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1" name="3D Model 130" descr="Sphere">
                          <a:extLst>
                            <a:ext uri="{FF2B5EF4-FFF2-40B4-BE49-F238E27FC236}">
                              <a16:creationId xmlns:a16="http://schemas.microsoft.com/office/drawing/2014/main" id="{E8A41BC7-3971-47F6-8B13-D1E180C2557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24143" y="1473456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2" name="Flowchart: Connector 131">
                      <a:extLst>
                        <a:ext uri="{FF2B5EF4-FFF2-40B4-BE49-F238E27FC236}">
                          <a16:creationId xmlns:a16="http://schemas.microsoft.com/office/drawing/2014/main" id="{1EA1474B-E65C-487B-A914-CE19509238A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3" name="3D Model 132" descr="Sphere">
                          <a:extLst>
                            <a:ext uri="{FF2B5EF4-FFF2-40B4-BE49-F238E27FC236}">
                              <a16:creationId xmlns:a16="http://schemas.microsoft.com/office/drawing/2014/main" id="{3BE757D0-3335-442B-9889-7354BEF34A7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8025030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3" name="3D Model 132" descr="Sphere">
                          <a:extLst>
                            <a:ext uri="{FF2B5EF4-FFF2-40B4-BE49-F238E27FC236}">
                              <a16:creationId xmlns:a16="http://schemas.microsoft.com/office/drawing/2014/main" id="{3BE757D0-3335-442B-9889-7354BEF34A7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70326" y="1521050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4" name="Flowchart: Connector 133">
                      <a:extLst>
                        <a:ext uri="{FF2B5EF4-FFF2-40B4-BE49-F238E27FC236}">
                          <a16:creationId xmlns:a16="http://schemas.microsoft.com/office/drawing/2014/main" id="{80C75763-DB81-48C9-AD57-E5D1F31E95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5" name="3D Model 134" descr="Sphere">
                          <a:extLst>
                            <a:ext uri="{FF2B5EF4-FFF2-40B4-BE49-F238E27FC236}">
                              <a16:creationId xmlns:a16="http://schemas.microsoft.com/office/drawing/2014/main" id="{8BC107B9-57A6-409D-9716-0B92A343200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6906900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6" name="Flowchart: Connector 135">
                      <a:extLst>
                        <a:ext uri="{FF2B5EF4-FFF2-40B4-BE49-F238E27FC236}">
                          <a16:creationId xmlns:a16="http://schemas.microsoft.com/office/drawing/2014/main" id="{DE5557FB-1663-4BF6-B3A4-6FE9DD011E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7" name="3D Model 136" descr="Sphere">
                          <a:extLst>
                            <a:ext uri="{FF2B5EF4-FFF2-40B4-BE49-F238E27FC236}">
                              <a16:creationId xmlns:a16="http://schemas.microsoft.com/office/drawing/2014/main" id="{23555965-4C93-41BB-8223-475762EA05D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9373584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5"/>
                            </am3d:raster>
                            <am3d:objViewport viewportSz="193527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06" name="Flowchart: Connector 105">
                    <a:extLst>
                      <a:ext uri="{FF2B5EF4-FFF2-40B4-BE49-F238E27FC236}">
                        <a16:creationId xmlns:a16="http://schemas.microsoft.com/office/drawing/2014/main" id="{52B59F6C-C327-414B-9203-D0CD233038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" name="Flowchart: Connector 106">
                    <a:extLst>
                      <a:ext uri="{FF2B5EF4-FFF2-40B4-BE49-F238E27FC236}">
                        <a16:creationId xmlns:a16="http://schemas.microsoft.com/office/drawing/2014/main" id="{D0736C7F-E80F-45B3-B25C-5F97F7B210C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8" name="Flowchart: Connector 107">
                    <a:extLst>
                      <a:ext uri="{FF2B5EF4-FFF2-40B4-BE49-F238E27FC236}">
                        <a16:creationId xmlns:a16="http://schemas.microsoft.com/office/drawing/2014/main" id="{785FDB6D-B405-4645-BD3C-9BE87BB0D35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9" name="Flowchart: Connector 108">
                    <a:extLst>
                      <a:ext uri="{FF2B5EF4-FFF2-40B4-BE49-F238E27FC236}">
                        <a16:creationId xmlns:a16="http://schemas.microsoft.com/office/drawing/2014/main" id="{55BD9A14-C9B5-448F-BBAE-6EB786D4AA9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0" name="Flowchart: Connector 109">
                    <a:extLst>
                      <a:ext uri="{FF2B5EF4-FFF2-40B4-BE49-F238E27FC236}">
                        <a16:creationId xmlns:a16="http://schemas.microsoft.com/office/drawing/2014/main" id="{71592561-EBBF-40A9-B8D5-B1343B31236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1" name="Flowchart: Connector 110">
                    <a:extLst>
                      <a:ext uri="{FF2B5EF4-FFF2-40B4-BE49-F238E27FC236}">
                        <a16:creationId xmlns:a16="http://schemas.microsoft.com/office/drawing/2014/main" id="{8B47FA44-7AEF-4CAB-A8E7-703A85D232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2" name="Flowchart: Connector 111">
                    <a:extLst>
                      <a:ext uri="{FF2B5EF4-FFF2-40B4-BE49-F238E27FC236}">
                        <a16:creationId xmlns:a16="http://schemas.microsoft.com/office/drawing/2014/main" id="{3EA29FAB-DD33-4F67-A88D-7D34D6C6F7B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3" name="Flowchart: Connector 112">
                    <a:extLst>
                      <a:ext uri="{FF2B5EF4-FFF2-40B4-BE49-F238E27FC236}">
                        <a16:creationId xmlns:a16="http://schemas.microsoft.com/office/drawing/2014/main" id="{D238D339-9E46-4074-BD12-9FE3966296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4" name="Flowchart: Connector 113">
                    <a:extLst>
                      <a:ext uri="{FF2B5EF4-FFF2-40B4-BE49-F238E27FC236}">
                        <a16:creationId xmlns:a16="http://schemas.microsoft.com/office/drawing/2014/main" id="{A5DDDA03-6C88-439A-8190-57B9717A16A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5" name="3D Model 114" descr="Sphere">
                        <a:extLst>
                          <a:ext uri="{FF2B5EF4-FFF2-40B4-BE49-F238E27FC236}">
                            <a16:creationId xmlns:a16="http://schemas.microsoft.com/office/drawing/2014/main" id="{20FB7558-2A3B-4F29-877B-59CB4251943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863633162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6"/>
                          </am3d:raster>
                          <am3d:objViewport viewportSz="232803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5" name="3D Model 114" descr="Sphere">
                        <a:extLst>
                          <a:ext uri="{FF2B5EF4-FFF2-40B4-BE49-F238E27FC236}">
                            <a16:creationId xmlns:a16="http://schemas.microsoft.com/office/drawing/2014/main" id="{20FB7558-2A3B-4F29-877B-59CB4251943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8497" y="1296151"/>
                        <a:ext cx="182519" cy="16931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6" name="Flowchart: Connector 115">
                    <a:extLst>
                      <a:ext uri="{FF2B5EF4-FFF2-40B4-BE49-F238E27FC236}">
                        <a16:creationId xmlns:a16="http://schemas.microsoft.com/office/drawing/2014/main" id="{151B1E18-8CDD-42F6-BCD5-A2832DBF9AB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7" name="3D Model 116" descr="Sphere">
                        <a:extLst>
                          <a:ext uri="{FF2B5EF4-FFF2-40B4-BE49-F238E27FC236}">
                            <a16:creationId xmlns:a16="http://schemas.microsoft.com/office/drawing/2014/main" id="{91C0263E-370D-4E46-98F2-44DBFD7F162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001480682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4"/>
                          </am3d:raster>
                          <am3d:objViewport viewportSz="232803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7" name="3D Model 116" descr="Sphere">
                        <a:extLst>
                          <a:ext uri="{FF2B5EF4-FFF2-40B4-BE49-F238E27FC236}">
                            <a16:creationId xmlns:a16="http://schemas.microsoft.com/office/drawing/2014/main" id="{91C0263E-370D-4E46-98F2-44DBFD7F162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8267" y="1347170"/>
                        <a:ext cx="182519" cy="16931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8" name="Flowchart: Connector 117">
                    <a:extLst>
                      <a:ext uri="{FF2B5EF4-FFF2-40B4-BE49-F238E27FC236}">
                        <a16:creationId xmlns:a16="http://schemas.microsoft.com/office/drawing/2014/main" id="{A4201146-64CE-457C-B9B3-B75798BCCCA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9" name="3D Model 118" descr="Sphere">
                        <a:extLst>
                          <a:ext uri="{FF2B5EF4-FFF2-40B4-BE49-F238E27FC236}">
                            <a16:creationId xmlns:a16="http://schemas.microsoft.com/office/drawing/2014/main" id="{F0688A1E-E217-4693-82E2-9EB0CD8D480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405072456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6"/>
                          </am3d:raster>
                          <am3d:objViewport viewportSz="20805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9" name="3D Model 118" descr="Sphere">
                        <a:extLst>
                          <a:ext uri="{FF2B5EF4-FFF2-40B4-BE49-F238E27FC236}">
                            <a16:creationId xmlns:a16="http://schemas.microsoft.com/office/drawing/2014/main" id="{F0688A1E-E217-4693-82E2-9EB0CD8D480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5100" y="1374210"/>
                        <a:ext cx="186615" cy="18504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0" name="Flowchart: Connector 119">
                    <a:extLst>
                      <a:ext uri="{FF2B5EF4-FFF2-40B4-BE49-F238E27FC236}">
                        <a16:creationId xmlns:a16="http://schemas.microsoft.com/office/drawing/2014/main" id="{F0ACF78E-212E-4E00-AA73-1C88B93E0E9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1" name="3D Model 120" descr="Sphere">
                        <a:extLst>
                          <a:ext uri="{FF2B5EF4-FFF2-40B4-BE49-F238E27FC236}">
                            <a16:creationId xmlns:a16="http://schemas.microsoft.com/office/drawing/2014/main" id="{6C5E2337-41AA-47AB-9CE0-88A31910D00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162994195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5"/>
                          </am3d:raster>
                          <am3d:objViewport viewportSz="193527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1" name="3D Model 120" descr="Sphere">
                        <a:extLst>
                          <a:ext uri="{FF2B5EF4-FFF2-40B4-BE49-F238E27FC236}">
                            <a16:creationId xmlns:a16="http://schemas.microsoft.com/office/drawing/2014/main" id="{6C5E2337-41AA-47AB-9CE0-88A31910D00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8548" y="1423375"/>
                        <a:ext cx="178940" cy="1766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0AB3F28-156E-4F8B-A337-C57E64FBC8C5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5142AF14-1B3A-4652-A240-2298A4752C6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E4BF4680-93C8-4E5B-8254-65187AF2E78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BA55F90-2DFD-4DBE-A1A3-6C458E9FF4E0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43694D5-D67D-4758-A873-386C5D24353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8C22A616-78AE-4CAB-AD6A-2EB9B524B1F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174C79F-45BF-4930-A12D-697397B61A70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31909C14-CAFF-442A-8839-52AD705BF89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EBB9C174-D72D-4903-83DD-10BF827F059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FF64EC0-C09E-4211-A4B0-D05668C1113A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AC4345CA-4240-403A-8600-6D20269FB9D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F26E7162-5461-47E7-83DE-BE225C5D617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2149C58-663D-473A-A339-31853DC2C71E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A32CFA15-5223-4BF8-85A1-F03CB509F54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028B3FBA-FA8F-4CF4-AF82-55B3F8B067F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BF4F5F0-F08E-40EA-858B-C40378A04103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FFA784BE-3736-439D-8DE7-A847B9CB093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2E185799-1C9E-43C3-97D7-F4AAEFE6DE9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3B5002C-442A-4D9E-AF99-27B622138479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CF82DFD8-7C5D-4528-8F1E-8C6FCE057EB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6F08E57D-6A6E-40DD-AA59-C77A85BE2DA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3D90B8D-73D8-4FBB-A333-EC118133C88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2C53473A-89E2-4642-8ED1-06989F97677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9C217864-0B7C-4A96-A61D-EA50F5869A8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DD2B7EE-C59D-45F8-9FF2-6437BA51CA4E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ACBB3D47-67A1-4FA5-BCE5-7F34C5CEEFF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49DA129D-EF17-4041-8E09-2DF8EFB8379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6579466-B336-4E39-948D-A275A6CF93DC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96B45F2A-FB0C-47B3-8434-B9B27F5E8C4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59673AD3-8ABD-45A0-BDE1-FDE1EA0E925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84D57BE-7B95-409E-B2A7-D3DCB6837A56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5030A16E-C2CB-4599-ACBB-5A523E09AD9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51B8BE91-3929-40D9-9D42-9091F91FED5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49F58DB-7CC4-43E3-BDA5-6E889C1FC4CE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57836892-C3EC-4EC9-8D7E-C55D3DFF91D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CFE8EB05-201D-4BAE-8C6C-C3DF963AE4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FED5E16-2FC6-4444-9A13-CAB20CC240D3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59161AE9-3F31-45CE-B6B0-0ABE4C92B4F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AA5814DC-1392-4A84-B38F-BCFDA797CF0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A2D4190-A2AF-4581-AF11-0330D4CC6A90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3DE1E570-B515-454C-AB8D-6666879CA51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1621A22C-F2E7-473F-B01C-AB60EE981FC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18B50F1-7525-4BFB-8C5A-E47DC21B478D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40420DF1-D9D6-47EB-B54B-397F1FCF507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F0D1285F-0D20-48EC-820A-38B111DC8B7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6B0D1AB-CCEA-41CE-8DBB-5E95002B019C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2F23544A-AC4E-45FF-A914-E111EBA8FA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A27FFD6D-A537-4FA3-B9A3-AB43A87FA95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98AB6A1-3907-4BA1-9C89-E7EC90BE888C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B25600D-F739-4185-99BD-4D0A3C7E7A2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085C2E7C-CB4C-4970-A1F8-5C337229E08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8389114-CB07-4F8E-8633-6F0F2433F7A5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49BE3B0A-EA39-40AF-AE84-1D20B9F908B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D3CCC58B-8FAA-4EB0-BF27-213B045D10E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698492B-52C8-4273-9FD0-83E099D3BBCC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1CA5EC7-D3D5-4CB0-83CA-18617A3C061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283DB003-2626-4B5F-B321-272E90FEFBF7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AEC82E1-7C7C-432E-81D9-CEE91AFED710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AB87741-9752-456A-9279-2455C63C4FE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61577FA9-95A2-4C35-919E-5C86F0152F0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695152C-3E5D-4B6B-91B2-48021E37FCCE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0D11A800-06FF-430E-A241-05DD8C9A51D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7906C340-4DC4-472E-AE66-952556F13AD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D92B6E1-8216-4B0D-AE0F-CFB7267A2918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90C8628-42A2-42A0-85A4-609AD8C4DB9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7CD4353-90AF-4116-B8C6-4B8CD5926C2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7C22E71-1C39-4D73-B058-914BADD8C859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94809DF-29D3-4F2A-BD78-DB1CD903F9A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FAC849F1-03FE-4A68-B57A-13F30CB1C4A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83CBDB5-AF2B-472C-8195-D65FCE87BEC2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77AAAB87-A373-4BD7-81D5-583E3B58566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C0025077-1063-404B-9DFD-02A84B9CBDE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22949DC-B3B7-4A02-9499-BA8DFF290F81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83D91CE-9FF5-4A46-A2D3-151FB7E06D76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1C05718-D4B1-49B7-8609-BE024A7CA1C9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69" name="Curved Up Arrow 1">
            <a:extLst>
              <a:ext uri="{FF2B5EF4-FFF2-40B4-BE49-F238E27FC236}">
                <a16:creationId xmlns:a16="http://schemas.microsoft.com/office/drawing/2014/main" id="{922C9BBE-5E18-44A1-B783-EA37B94B62FC}"/>
              </a:ext>
            </a:extLst>
          </p:cNvPr>
          <p:cNvSpPr/>
          <p:nvPr/>
        </p:nvSpPr>
        <p:spPr>
          <a:xfrm rot="9442209" flipH="1">
            <a:off x="2156789" y="972741"/>
            <a:ext cx="1383136" cy="640191"/>
          </a:xfrm>
          <a:custGeom>
            <a:avLst/>
            <a:gdLst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8075 h 731523"/>
              <a:gd name="connsiteX6" fmla="*/ 0 w 635736"/>
              <a:gd name="connsiteY6" fmla="*/ 716278 h 731523"/>
              <a:gd name="connsiteX7" fmla="*/ 361416 w 635736"/>
              <a:gd name="connsiteY7" fmla="*/ 182880 h 731523"/>
              <a:gd name="connsiteX8" fmla="*/ 269976 w 635736"/>
              <a:gd name="connsiteY8" fmla="*/ 182880 h 731523"/>
              <a:gd name="connsiteX9" fmla="*/ 467810 w 635736"/>
              <a:gd name="connsiteY9" fmla="*/ 0 h 731523"/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6278 h 731523"/>
              <a:gd name="connsiteX6" fmla="*/ 361416 w 635736"/>
              <a:gd name="connsiteY6" fmla="*/ 182880 h 731523"/>
              <a:gd name="connsiteX7" fmla="*/ 269976 w 635736"/>
              <a:gd name="connsiteY7" fmla="*/ 182880 h 731523"/>
              <a:gd name="connsiteX8" fmla="*/ 467810 w 635736"/>
              <a:gd name="connsiteY8" fmla="*/ 0 h 731523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35657 w 883989"/>
              <a:gd name="connsiteY3" fmla="*/ 731520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3989" h="946640">
                <a:moveTo>
                  <a:pt x="716063" y="0"/>
                </a:moveTo>
                <a:lnTo>
                  <a:pt x="883989" y="182880"/>
                </a:lnTo>
                <a:lnTo>
                  <a:pt x="792549" y="182880"/>
                </a:lnTo>
                <a:cubicBezTo>
                  <a:pt x="737882" y="511774"/>
                  <a:pt x="601892" y="655886"/>
                  <a:pt x="356126" y="790228"/>
                </a:cubicBezTo>
                <a:cubicBezTo>
                  <a:pt x="248733" y="843028"/>
                  <a:pt x="67527" y="944947"/>
                  <a:pt x="0" y="946640"/>
                </a:cubicBezTo>
                <a:cubicBezTo>
                  <a:pt x="38392" y="939867"/>
                  <a:pt x="169929" y="830850"/>
                  <a:pt x="255597" y="758442"/>
                </a:cubicBezTo>
                <a:cubicBezTo>
                  <a:pt x="451071" y="611157"/>
                  <a:pt x="564690" y="453492"/>
                  <a:pt x="609669" y="182880"/>
                </a:cubicBezTo>
                <a:lnTo>
                  <a:pt x="518229" y="182880"/>
                </a:lnTo>
                <a:lnTo>
                  <a:pt x="716063" y="0"/>
                </a:lnTo>
                <a:close/>
              </a:path>
            </a:pathLst>
          </a:cu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9DA88929-003E-49A5-A594-295E1EB68E69}"/>
              </a:ext>
            </a:extLst>
          </p:cNvPr>
          <p:cNvSpPr/>
          <p:nvPr/>
        </p:nvSpPr>
        <p:spPr>
          <a:xfrm>
            <a:off x="3101789" y="2660430"/>
            <a:ext cx="2635623" cy="8608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5FFDB944-A1AF-496F-A903-9E77AA79A5E0}"/>
              </a:ext>
            </a:extLst>
          </p:cNvPr>
          <p:cNvSpPr/>
          <p:nvPr/>
        </p:nvSpPr>
        <p:spPr>
          <a:xfrm>
            <a:off x="6266330" y="2675220"/>
            <a:ext cx="2635623" cy="8608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AD56E8B7-9990-4463-AA59-4B79C9A63A4C}"/>
              </a:ext>
            </a:extLst>
          </p:cNvPr>
          <p:cNvSpPr/>
          <p:nvPr/>
        </p:nvSpPr>
        <p:spPr>
          <a:xfrm>
            <a:off x="9496705" y="2673263"/>
            <a:ext cx="2635623" cy="8608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01" name="Group 4400">
            <a:extLst>
              <a:ext uri="{FF2B5EF4-FFF2-40B4-BE49-F238E27FC236}">
                <a16:creationId xmlns:a16="http://schemas.microsoft.com/office/drawing/2014/main" id="{7CAC5C47-5B60-40F0-A3A4-5BB82030480C}"/>
              </a:ext>
            </a:extLst>
          </p:cNvPr>
          <p:cNvGrpSpPr/>
          <p:nvPr/>
        </p:nvGrpSpPr>
        <p:grpSpPr>
          <a:xfrm>
            <a:off x="3101789" y="2057930"/>
            <a:ext cx="2638807" cy="590996"/>
            <a:chOff x="3101789" y="2086506"/>
            <a:chExt cx="2638807" cy="590996"/>
          </a:xfrm>
        </p:grpSpPr>
        <p:grpSp>
          <p:nvGrpSpPr>
            <p:cNvPr id="373" name="Group 372">
              <a:extLst>
                <a:ext uri="{FF2B5EF4-FFF2-40B4-BE49-F238E27FC236}">
                  <a16:creationId xmlns:a16="http://schemas.microsoft.com/office/drawing/2014/main" id="{3B3D6DD0-2DB3-4454-93B2-9DE024A822E6}"/>
                </a:ext>
              </a:extLst>
            </p:cNvPr>
            <p:cNvGrpSpPr/>
            <p:nvPr/>
          </p:nvGrpSpPr>
          <p:grpSpPr>
            <a:xfrm>
              <a:off x="3101789" y="2086506"/>
              <a:ext cx="531923" cy="573923"/>
              <a:chOff x="163719" y="1822501"/>
              <a:chExt cx="3062199" cy="3047160"/>
            </a:xfrm>
          </p:grpSpPr>
          <p:grpSp>
            <p:nvGrpSpPr>
              <p:cNvPr id="374" name="Group 373">
                <a:extLst>
                  <a:ext uri="{FF2B5EF4-FFF2-40B4-BE49-F238E27FC236}">
                    <a16:creationId xmlns:a16="http://schemas.microsoft.com/office/drawing/2014/main" id="{202DCBD1-A1AB-4A6B-9158-BB72F0F13F27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2BECCBA7-9F1B-4620-ADEC-6F0E8C29E394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737" name="Freeform: Shape 736">
                    <a:extLst>
                      <a:ext uri="{FF2B5EF4-FFF2-40B4-BE49-F238E27FC236}">
                        <a16:creationId xmlns:a16="http://schemas.microsoft.com/office/drawing/2014/main" id="{13FF1CE5-9CEC-47D3-8463-17A71EF5673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38" name="Rectangle: Rounded Corners 737">
                    <a:extLst>
                      <a:ext uri="{FF2B5EF4-FFF2-40B4-BE49-F238E27FC236}">
                        <a16:creationId xmlns:a16="http://schemas.microsoft.com/office/drawing/2014/main" id="{7094D3D6-2FA4-40D6-B2E3-81E56833CDD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79" name="Group 378">
                  <a:extLst>
                    <a:ext uri="{FF2B5EF4-FFF2-40B4-BE49-F238E27FC236}">
                      <a16:creationId xmlns:a16="http://schemas.microsoft.com/office/drawing/2014/main" id="{DE396F12-3B76-4625-816D-5F914B16F812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735" name="Freeform: Shape 734">
                    <a:extLst>
                      <a:ext uri="{FF2B5EF4-FFF2-40B4-BE49-F238E27FC236}">
                        <a16:creationId xmlns:a16="http://schemas.microsoft.com/office/drawing/2014/main" id="{908F4E09-A408-4595-815E-9DED536B7C3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36" name="Rectangle: Rounded Corners 735">
                    <a:extLst>
                      <a:ext uri="{FF2B5EF4-FFF2-40B4-BE49-F238E27FC236}">
                        <a16:creationId xmlns:a16="http://schemas.microsoft.com/office/drawing/2014/main" id="{A963FD8F-2E2F-4B9F-AE9B-9C0ACA49430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0" name="Group 379">
                  <a:extLst>
                    <a:ext uri="{FF2B5EF4-FFF2-40B4-BE49-F238E27FC236}">
                      <a16:creationId xmlns:a16="http://schemas.microsoft.com/office/drawing/2014/main" id="{239C137B-BEC7-4F87-AC4B-E592A406E97A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453" name="Group 452">
                    <a:extLst>
                      <a:ext uri="{FF2B5EF4-FFF2-40B4-BE49-F238E27FC236}">
                        <a16:creationId xmlns:a16="http://schemas.microsoft.com/office/drawing/2014/main" id="{D69E399F-628B-487F-B801-C1C9FBA33E4C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674" name="Group 673">
                      <a:extLst>
                        <a:ext uri="{FF2B5EF4-FFF2-40B4-BE49-F238E27FC236}">
                          <a16:creationId xmlns:a16="http://schemas.microsoft.com/office/drawing/2014/main" id="{09572DBA-64B9-4CDD-9CDA-957B4447B2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731" name="Flowchart: Connector 730">
                        <a:extLst>
                          <a:ext uri="{FF2B5EF4-FFF2-40B4-BE49-F238E27FC236}">
                            <a16:creationId xmlns:a16="http://schemas.microsoft.com/office/drawing/2014/main" id="{C44C7CF4-B36A-45B7-B558-D54226169D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32" name="Flowchart: Connector 731">
                        <a:extLst>
                          <a:ext uri="{FF2B5EF4-FFF2-40B4-BE49-F238E27FC236}">
                            <a16:creationId xmlns:a16="http://schemas.microsoft.com/office/drawing/2014/main" id="{F144F4C5-B285-4919-B065-98E81528C6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33" name="Flowchart: Connector 732">
                        <a:extLst>
                          <a:ext uri="{FF2B5EF4-FFF2-40B4-BE49-F238E27FC236}">
                            <a16:creationId xmlns:a16="http://schemas.microsoft.com/office/drawing/2014/main" id="{427AA738-FB8E-4C43-B86B-75151D0E6D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34" name="Flowchart: Connector 733">
                        <a:extLst>
                          <a:ext uri="{FF2B5EF4-FFF2-40B4-BE49-F238E27FC236}">
                            <a16:creationId xmlns:a16="http://schemas.microsoft.com/office/drawing/2014/main" id="{A7F2282D-CE42-46FE-9C87-BF6930902CB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675" name="Group 674">
                      <a:extLst>
                        <a:ext uri="{FF2B5EF4-FFF2-40B4-BE49-F238E27FC236}">
                          <a16:creationId xmlns:a16="http://schemas.microsoft.com/office/drawing/2014/main" id="{AFB00666-13CE-4310-A60B-7DBE9035D3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676" name="Group 675">
                        <a:extLst>
                          <a:ext uri="{FF2B5EF4-FFF2-40B4-BE49-F238E27FC236}">
                            <a16:creationId xmlns:a16="http://schemas.microsoft.com/office/drawing/2014/main" id="{306E4D9E-5D0A-484C-93D1-4B49D59789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24" name="3D Model 723" descr="Sphere">
                              <a:extLst>
                                <a:ext uri="{FF2B5EF4-FFF2-40B4-BE49-F238E27FC236}">
                                  <a16:creationId xmlns:a16="http://schemas.microsoft.com/office/drawing/2014/main" id="{143A8D3D-418E-4E92-8E04-93338A6AB30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266533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25" name="Flowchart: Connector 724">
                          <a:extLst>
                            <a:ext uri="{FF2B5EF4-FFF2-40B4-BE49-F238E27FC236}">
                              <a16:creationId xmlns:a16="http://schemas.microsoft.com/office/drawing/2014/main" id="{25C122FB-FAFD-44EC-A633-BEE87655AF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26" name="3D Model 725" descr="Sphere">
                              <a:extLst>
                                <a:ext uri="{FF2B5EF4-FFF2-40B4-BE49-F238E27FC236}">
                                  <a16:creationId xmlns:a16="http://schemas.microsoft.com/office/drawing/2014/main" id="{796AA125-367D-4C2D-9637-48AB0310971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27001502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27" name="Flowchart: Connector 726">
                          <a:extLst>
                            <a:ext uri="{FF2B5EF4-FFF2-40B4-BE49-F238E27FC236}">
                              <a16:creationId xmlns:a16="http://schemas.microsoft.com/office/drawing/2014/main" id="{28556A92-BDCF-4767-B2F2-AC8BAD9A87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28" name="3D Model 727" descr="Sphere">
                              <a:extLst>
                                <a:ext uri="{FF2B5EF4-FFF2-40B4-BE49-F238E27FC236}">
                                  <a16:creationId xmlns:a16="http://schemas.microsoft.com/office/drawing/2014/main" id="{980B8F6D-7E61-4BE2-ADCB-DBF9E18D5B1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2611634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29" name="Flowchart: Connector 728">
                          <a:extLst>
                            <a:ext uri="{FF2B5EF4-FFF2-40B4-BE49-F238E27FC236}">
                              <a16:creationId xmlns:a16="http://schemas.microsoft.com/office/drawing/2014/main" id="{369471B0-1D42-407E-A0A2-9577CFCFC65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30" name="3D Model 729" descr="Sphere">
                              <a:extLst>
                                <a:ext uri="{FF2B5EF4-FFF2-40B4-BE49-F238E27FC236}">
                                  <a16:creationId xmlns:a16="http://schemas.microsoft.com/office/drawing/2014/main" id="{93EE640D-151D-4078-9105-713BB17A2C3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33391036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677" name="Group 676">
                        <a:extLst>
                          <a:ext uri="{FF2B5EF4-FFF2-40B4-BE49-F238E27FC236}">
                            <a16:creationId xmlns:a16="http://schemas.microsoft.com/office/drawing/2014/main" id="{CEB76DC4-C66C-490D-B53F-E42A744C449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709" name="Flowchart: Connector 708">
                          <a:extLst>
                            <a:ext uri="{FF2B5EF4-FFF2-40B4-BE49-F238E27FC236}">
                              <a16:creationId xmlns:a16="http://schemas.microsoft.com/office/drawing/2014/main" id="{067E62C4-DE3D-4F97-8864-2EEEB46CF42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10" name="Flowchart: Connector 709">
                          <a:extLst>
                            <a:ext uri="{FF2B5EF4-FFF2-40B4-BE49-F238E27FC236}">
                              <a16:creationId xmlns:a16="http://schemas.microsoft.com/office/drawing/2014/main" id="{4EA047A8-3F26-4717-B5DB-D337F00326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11" name="Flowchart: Connector 710">
                          <a:extLst>
                            <a:ext uri="{FF2B5EF4-FFF2-40B4-BE49-F238E27FC236}">
                              <a16:creationId xmlns:a16="http://schemas.microsoft.com/office/drawing/2014/main" id="{631714B8-75EA-4A99-95E0-F236C327F3E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12" name="Flowchart: Connector 711">
                          <a:extLst>
                            <a:ext uri="{FF2B5EF4-FFF2-40B4-BE49-F238E27FC236}">
                              <a16:creationId xmlns:a16="http://schemas.microsoft.com/office/drawing/2014/main" id="{23613537-41DB-4E0A-8F99-8F62709B402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13" name="Flowchart: Connector 712">
                          <a:extLst>
                            <a:ext uri="{FF2B5EF4-FFF2-40B4-BE49-F238E27FC236}">
                              <a16:creationId xmlns:a16="http://schemas.microsoft.com/office/drawing/2014/main" id="{F76E032B-F55E-47FA-9316-EB5F3020432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14" name="Flowchart: Connector 713">
                          <a:extLst>
                            <a:ext uri="{FF2B5EF4-FFF2-40B4-BE49-F238E27FC236}">
                              <a16:creationId xmlns:a16="http://schemas.microsoft.com/office/drawing/2014/main" id="{E0B54790-9273-4BD6-B4A7-9D8B0DB0C92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15" name="Flowchart: Connector 714">
                          <a:extLst>
                            <a:ext uri="{FF2B5EF4-FFF2-40B4-BE49-F238E27FC236}">
                              <a16:creationId xmlns:a16="http://schemas.microsoft.com/office/drawing/2014/main" id="{6F8DDB33-B10B-4BF0-A75B-742B7CD01D3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16" name="Flowchart: Connector 715">
                          <a:extLst>
                            <a:ext uri="{FF2B5EF4-FFF2-40B4-BE49-F238E27FC236}">
                              <a16:creationId xmlns:a16="http://schemas.microsoft.com/office/drawing/2014/main" id="{94DFB672-DE83-4575-A6B0-AECB47DEE10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17" name="3D Model 716" descr="Sphere">
                              <a:extLst>
                                <a:ext uri="{FF2B5EF4-FFF2-40B4-BE49-F238E27FC236}">
                                  <a16:creationId xmlns:a16="http://schemas.microsoft.com/office/drawing/2014/main" id="{F6162A73-650E-4483-8DD1-B9E2152C4D1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6289933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18" name="Flowchart: Connector 717">
                          <a:extLst>
                            <a:ext uri="{FF2B5EF4-FFF2-40B4-BE49-F238E27FC236}">
                              <a16:creationId xmlns:a16="http://schemas.microsoft.com/office/drawing/2014/main" id="{F60E1680-7A72-4482-83CC-39BCCDF8717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19" name="3D Model 718" descr="Sphere">
                              <a:extLst>
                                <a:ext uri="{FF2B5EF4-FFF2-40B4-BE49-F238E27FC236}">
                                  <a16:creationId xmlns:a16="http://schemas.microsoft.com/office/drawing/2014/main" id="{97D4E139-8ECF-4FBD-82B6-894A00D16F0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6809848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20" name="Flowchart: Connector 719">
                          <a:extLst>
                            <a:ext uri="{FF2B5EF4-FFF2-40B4-BE49-F238E27FC236}">
                              <a16:creationId xmlns:a16="http://schemas.microsoft.com/office/drawing/2014/main" id="{4BD9A73E-B312-4132-957D-9F0AC50F04F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21" name="3D Model 720" descr="Sphere">
                              <a:extLst>
                                <a:ext uri="{FF2B5EF4-FFF2-40B4-BE49-F238E27FC236}">
                                  <a16:creationId xmlns:a16="http://schemas.microsoft.com/office/drawing/2014/main" id="{F86CE7AE-A3DF-4E6E-8A79-E63C24D6101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8929373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22" name="Flowchart: Connector 721">
                          <a:extLst>
                            <a:ext uri="{FF2B5EF4-FFF2-40B4-BE49-F238E27FC236}">
                              <a16:creationId xmlns:a16="http://schemas.microsoft.com/office/drawing/2014/main" id="{C1B8B6E9-C629-4371-833E-C273AC533AE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23" name="3D Model 722" descr="Sphere">
                              <a:extLst>
                                <a:ext uri="{FF2B5EF4-FFF2-40B4-BE49-F238E27FC236}">
                                  <a16:creationId xmlns:a16="http://schemas.microsoft.com/office/drawing/2014/main" id="{A228BAF7-261B-4EC7-8E35-7DCE4ED6528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68819084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678" name="Group 677">
                        <a:extLst>
                          <a:ext uri="{FF2B5EF4-FFF2-40B4-BE49-F238E27FC236}">
                            <a16:creationId xmlns:a16="http://schemas.microsoft.com/office/drawing/2014/main" id="{DAAA7CD3-A00D-4766-9788-D4702113511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694" name="Flowchart: Connector 693">
                          <a:extLst>
                            <a:ext uri="{FF2B5EF4-FFF2-40B4-BE49-F238E27FC236}">
                              <a16:creationId xmlns:a16="http://schemas.microsoft.com/office/drawing/2014/main" id="{C6A40CBE-555C-407C-8692-E08DA76C34D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95" name="Flowchart: Connector 694">
                          <a:extLst>
                            <a:ext uri="{FF2B5EF4-FFF2-40B4-BE49-F238E27FC236}">
                              <a16:creationId xmlns:a16="http://schemas.microsoft.com/office/drawing/2014/main" id="{9B61284F-9A47-4866-BAA2-A9B5694BDF9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96" name="Flowchart: Connector 695">
                          <a:extLst>
                            <a:ext uri="{FF2B5EF4-FFF2-40B4-BE49-F238E27FC236}">
                              <a16:creationId xmlns:a16="http://schemas.microsoft.com/office/drawing/2014/main" id="{1882F1C8-2880-4A2D-9A5F-6622D028F3E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97" name="Flowchart: Connector 696">
                          <a:extLst>
                            <a:ext uri="{FF2B5EF4-FFF2-40B4-BE49-F238E27FC236}">
                              <a16:creationId xmlns:a16="http://schemas.microsoft.com/office/drawing/2014/main" id="{8916137E-4DD0-48C0-9F12-8CFEB86BEF4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98" name="Flowchart: Connector 697">
                          <a:extLst>
                            <a:ext uri="{FF2B5EF4-FFF2-40B4-BE49-F238E27FC236}">
                              <a16:creationId xmlns:a16="http://schemas.microsoft.com/office/drawing/2014/main" id="{4DC63C34-9F99-4F37-9CB9-B6D686EE8AB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99" name="Flowchart: Connector 698">
                          <a:extLst>
                            <a:ext uri="{FF2B5EF4-FFF2-40B4-BE49-F238E27FC236}">
                              <a16:creationId xmlns:a16="http://schemas.microsoft.com/office/drawing/2014/main" id="{9C7085BC-5C2B-40B2-BCDF-EEF74130389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00" name="Flowchart: Connector 699">
                          <a:extLst>
                            <a:ext uri="{FF2B5EF4-FFF2-40B4-BE49-F238E27FC236}">
                              <a16:creationId xmlns:a16="http://schemas.microsoft.com/office/drawing/2014/main" id="{47922973-D749-4195-828F-BAB3807E3DF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701" name="Flowchart: Connector 700">
                          <a:extLst>
                            <a:ext uri="{FF2B5EF4-FFF2-40B4-BE49-F238E27FC236}">
                              <a16:creationId xmlns:a16="http://schemas.microsoft.com/office/drawing/2014/main" id="{94CA46B5-6D1E-4B0F-9E86-261D7CCE97F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02" name="3D Model 701" descr="Sphere">
                              <a:extLst>
                                <a:ext uri="{FF2B5EF4-FFF2-40B4-BE49-F238E27FC236}">
                                  <a16:creationId xmlns:a16="http://schemas.microsoft.com/office/drawing/2014/main" id="{FB59465C-A6B6-4A34-B6A6-4E3E3F89AA2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0664434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03" name="Flowchart: Connector 702">
                          <a:extLst>
                            <a:ext uri="{FF2B5EF4-FFF2-40B4-BE49-F238E27FC236}">
                              <a16:creationId xmlns:a16="http://schemas.microsoft.com/office/drawing/2014/main" id="{B84AF5BB-ACC4-491A-B7E7-09E42A5974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04" name="3D Model 703" descr="Sphere">
                              <a:extLst>
                                <a:ext uri="{FF2B5EF4-FFF2-40B4-BE49-F238E27FC236}">
                                  <a16:creationId xmlns:a16="http://schemas.microsoft.com/office/drawing/2014/main" id="{600BA024-C907-4DE3-A2F8-AB1B66FF498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5711154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05" name="Flowchart: Connector 704">
                          <a:extLst>
                            <a:ext uri="{FF2B5EF4-FFF2-40B4-BE49-F238E27FC236}">
                              <a16:creationId xmlns:a16="http://schemas.microsoft.com/office/drawing/2014/main" id="{3FF455EF-3823-4401-B931-1460CEBBC63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06" name="3D Model 705" descr="Sphere">
                              <a:extLst>
                                <a:ext uri="{FF2B5EF4-FFF2-40B4-BE49-F238E27FC236}">
                                  <a16:creationId xmlns:a16="http://schemas.microsoft.com/office/drawing/2014/main" id="{8880522A-3BDE-4795-860D-589D03963ED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67091462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707" name="Flowchart: Connector 706">
                          <a:extLst>
                            <a:ext uri="{FF2B5EF4-FFF2-40B4-BE49-F238E27FC236}">
                              <a16:creationId xmlns:a16="http://schemas.microsoft.com/office/drawing/2014/main" id="{B8D995F4-FC60-4627-8AD6-5658BD8104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708" name="3D Model 707" descr="Sphere">
                              <a:extLst>
                                <a:ext uri="{FF2B5EF4-FFF2-40B4-BE49-F238E27FC236}">
                                  <a16:creationId xmlns:a16="http://schemas.microsoft.com/office/drawing/2014/main" id="{8A793411-CDD7-4FD6-9EEB-27E8D99071E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8184823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679" name="Flowchart: Connector 678">
                        <a:extLst>
                          <a:ext uri="{FF2B5EF4-FFF2-40B4-BE49-F238E27FC236}">
                            <a16:creationId xmlns:a16="http://schemas.microsoft.com/office/drawing/2014/main" id="{651C8EE5-BDEC-42D4-933B-BD8902AB01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80" name="Flowchart: Connector 679">
                        <a:extLst>
                          <a:ext uri="{FF2B5EF4-FFF2-40B4-BE49-F238E27FC236}">
                            <a16:creationId xmlns:a16="http://schemas.microsoft.com/office/drawing/2014/main" id="{72ABDAC4-3249-4774-A53B-7AE214343E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81" name="Flowchart: Connector 680">
                        <a:extLst>
                          <a:ext uri="{FF2B5EF4-FFF2-40B4-BE49-F238E27FC236}">
                            <a16:creationId xmlns:a16="http://schemas.microsoft.com/office/drawing/2014/main" id="{085F67B8-8BA4-4280-B0AC-B77A6DBDEC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82" name="Flowchart: Connector 681">
                        <a:extLst>
                          <a:ext uri="{FF2B5EF4-FFF2-40B4-BE49-F238E27FC236}">
                            <a16:creationId xmlns:a16="http://schemas.microsoft.com/office/drawing/2014/main" id="{2D1D2E3B-BC14-4923-A3E0-2D424FF27C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83" name="Flowchart: Connector 682">
                        <a:extLst>
                          <a:ext uri="{FF2B5EF4-FFF2-40B4-BE49-F238E27FC236}">
                            <a16:creationId xmlns:a16="http://schemas.microsoft.com/office/drawing/2014/main" id="{CAEA579E-159D-478A-A98B-B17A8A7321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84" name="Flowchart: Connector 683">
                        <a:extLst>
                          <a:ext uri="{FF2B5EF4-FFF2-40B4-BE49-F238E27FC236}">
                            <a16:creationId xmlns:a16="http://schemas.microsoft.com/office/drawing/2014/main" id="{649EB50F-ADC0-4EC4-B7A7-122BAD46BB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85" name="Flowchart: Connector 684">
                        <a:extLst>
                          <a:ext uri="{FF2B5EF4-FFF2-40B4-BE49-F238E27FC236}">
                            <a16:creationId xmlns:a16="http://schemas.microsoft.com/office/drawing/2014/main" id="{DAB69C75-6310-49A7-B0D0-0297D453D02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86" name="Flowchart: Connector 685">
                        <a:extLst>
                          <a:ext uri="{FF2B5EF4-FFF2-40B4-BE49-F238E27FC236}">
                            <a16:creationId xmlns:a16="http://schemas.microsoft.com/office/drawing/2014/main" id="{DA7FB1E2-174D-482E-8CAB-2191F01007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87" name="3D Model 686" descr="Sphere">
                            <a:extLst>
                              <a:ext uri="{FF2B5EF4-FFF2-40B4-BE49-F238E27FC236}">
                                <a16:creationId xmlns:a16="http://schemas.microsoft.com/office/drawing/2014/main" id="{D779BB84-A6FA-44CC-A6EB-F87228EC6E6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1415687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87" name="3D Model 686" descr="Sphere">
                            <a:extLst>
                              <a:ext uri="{FF2B5EF4-FFF2-40B4-BE49-F238E27FC236}">
                                <a16:creationId xmlns:a16="http://schemas.microsoft.com/office/drawing/2014/main" id="{D779BB84-A6FA-44CC-A6EB-F87228EC6E6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343267" y="220298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88" name="Flowchart: Connector 687">
                        <a:extLst>
                          <a:ext uri="{FF2B5EF4-FFF2-40B4-BE49-F238E27FC236}">
                            <a16:creationId xmlns:a16="http://schemas.microsoft.com/office/drawing/2014/main" id="{2C59D177-DDEC-4D3F-B628-1EAAA4B828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89" name="3D Model 688" descr="Sphere">
                            <a:extLst>
                              <a:ext uri="{FF2B5EF4-FFF2-40B4-BE49-F238E27FC236}">
                                <a16:creationId xmlns:a16="http://schemas.microsoft.com/office/drawing/2014/main" id="{87811185-E719-4BE3-9BAB-EE2EEC76861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63908437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89" name="3D Model 688" descr="Sphere">
                            <a:extLst>
                              <a:ext uri="{FF2B5EF4-FFF2-40B4-BE49-F238E27FC236}">
                                <a16:creationId xmlns:a16="http://schemas.microsoft.com/office/drawing/2014/main" id="{87811185-E719-4BE3-9BAB-EE2EEC76861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384395" y="221366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90" name="Flowchart: Connector 689">
                        <a:extLst>
                          <a:ext uri="{FF2B5EF4-FFF2-40B4-BE49-F238E27FC236}">
                            <a16:creationId xmlns:a16="http://schemas.microsoft.com/office/drawing/2014/main" id="{D6637AE0-0C38-4461-B65D-8F579E9DB7B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91" name="3D Model 690" descr="Sphere">
                            <a:extLst>
                              <a:ext uri="{FF2B5EF4-FFF2-40B4-BE49-F238E27FC236}">
                                <a16:creationId xmlns:a16="http://schemas.microsoft.com/office/drawing/2014/main" id="{CEAEF5D8-CB4C-40C9-886E-F08B5BA0B94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34236391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91" name="3D Model 690" descr="Sphere">
                            <a:extLst>
                              <a:ext uri="{FF2B5EF4-FFF2-40B4-BE49-F238E27FC236}">
                                <a16:creationId xmlns:a16="http://schemas.microsoft.com/office/drawing/2014/main" id="{CEAEF5D8-CB4C-40C9-886E-F08B5BA0B94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425714" y="222530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92" name="Flowchart: Connector 691">
                        <a:extLst>
                          <a:ext uri="{FF2B5EF4-FFF2-40B4-BE49-F238E27FC236}">
                            <a16:creationId xmlns:a16="http://schemas.microsoft.com/office/drawing/2014/main" id="{B4BDA817-38CC-4B41-A0D1-2151B05B9E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93" name="3D Model 692" descr="Sphere">
                            <a:extLst>
                              <a:ext uri="{FF2B5EF4-FFF2-40B4-BE49-F238E27FC236}">
                                <a16:creationId xmlns:a16="http://schemas.microsoft.com/office/drawing/2014/main" id="{340B75D1-AAA3-473D-983B-28171957CDB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40687433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93" name="3D Model 692" descr="Sphere">
                            <a:extLst>
                              <a:ext uri="{FF2B5EF4-FFF2-40B4-BE49-F238E27FC236}">
                                <a16:creationId xmlns:a16="http://schemas.microsoft.com/office/drawing/2014/main" id="{340B75D1-AAA3-473D-983B-28171957CDB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472340" y="2241696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454" name="Group 453">
                    <a:extLst>
                      <a:ext uri="{FF2B5EF4-FFF2-40B4-BE49-F238E27FC236}">
                        <a16:creationId xmlns:a16="http://schemas.microsoft.com/office/drawing/2014/main" id="{C7139240-B0D9-43C7-B134-2E0AD4CF0098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671" name="Flowchart: Connector 670">
                      <a:extLst>
                        <a:ext uri="{FF2B5EF4-FFF2-40B4-BE49-F238E27FC236}">
                          <a16:creationId xmlns:a16="http://schemas.microsoft.com/office/drawing/2014/main" id="{069F974A-3163-4C4F-9120-6453C39D3E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72" name="Flowchart: Connector 671">
                      <a:extLst>
                        <a:ext uri="{FF2B5EF4-FFF2-40B4-BE49-F238E27FC236}">
                          <a16:creationId xmlns:a16="http://schemas.microsoft.com/office/drawing/2014/main" id="{E5F97829-FB5D-455A-8C3C-43BB94D0F6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73" name="Flowchart: Connector 672">
                      <a:extLst>
                        <a:ext uri="{FF2B5EF4-FFF2-40B4-BE49-F238E27FC236}">
                          <a16:creationId xmlns:a16="http://schemas.microsoft.com/office/drawing/2014/main" id="{CD300921-C7DD-4C59-A4D7-10DC7E8C2D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455" name="Flowchart: Connector 454">
                    <a:extLst>
                      <a:ext uri="{FF2B5EF4-FFF2-40B4-BE49-F238E27FC236}">
                        <a16:creationId xmlns:a16="http://schemas.microsoft.com/office/drawing/2014/main" id="{BE61AEC8-F06E-4C61-8297-8278F2BEAE0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456" name="Flowchart: Connector 455">
                    <a:extLst>
                      <a:ext uri="{FF2B5EF4-FFF2-40B4-BE49-F238E27FC236}">
                        <a16:creationId xmlns:a16="http://schemas.microsoft.com/office/drawing/2014/main" id="{63E51D16-083F-4F4F-BC96-71CECB825C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457" name="Group 456">
                    <a:extLst>
                      <a:ext uri="{FF2B5EF4-FFF2-40B4-BE49-F238E27FC236}">
                        <a16:creationId xmlns:a16="http://schemas.microsoft.com/office/drawing/2014/main" id="{35C74044-9506-4339-9C36-10A605F9C4F8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668" name="Flowchart: Connector 667">
                      <a:extLst>
                        <a:ext uri="{FF2B5EF4-FFF2-40B4-BE49-F238E27FC236}">
                          <a16:creationId xmlns:a16="http://schemas.microsoft.com/office/drawing/2014/main" id="{C32D10F1-DAFA-49EA-B269-6513F4109D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69" name="Flowchart: Connector 668">
                      <a:extLst>
                        <a:ext uri="{FF2B5EF4-FFF2-40B4-BE49-F238E27FC236}">
                          <a16:creationId xmlns:a16="http://schemas.microsoft.com/office/drawing/2014/main" id="{EE6BD0AE-615C-4157-86C4-76AD60DD34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70" name="Flowchart: Connector 669">
                      <a:extLst>
                        <a:ext uri="{FF2B5EF4-FFF2-40B4-BE49-F238E27FC236}">
                          <a16:creationId xmlns:a16="http://schemas.microsoft.com/office/drawing/2014/main" id="{FEB87F4C-12C2-44D0-962B-79D5B491A8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58" name="Group 457">
                    <a:extLst>
                      <a:ext uri="{FF2B5EF4-FFF2-40B4-BE49-F238E27FC236}">
                        <a16:creationId xmlns:a16="http://schemas.microsoft.com/office/drawing/2014/main" id="{F2E268C7-A1BE-4423-B2EE-24E724A9EE5C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603" name="Group 602">
                      <a:extLst>
                        <a:ext uri="{FF2B5EF4-FFF2-40B4-BE49-F238E27FC236}">
                          <a16:creationId xmlns:a16="http://schemas.microsoft.com/office/drawing/2014/main" id="{B93CED90-356C-4D3B-BB29-D1FA5096E9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664" name="Flowchart: Connector 663">
                        <a:extLst>
                          <a:ext uri="{FF2B5EF4-FFF2-40B4-BE49-F238E27FC236}">
                            <a16:creationId xmlns:a16="http://schemas.microsoft.com/office/drawing/2014/main" id="{A77C673D-A93E-4B1D-856A-63F1473883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65" name="Flowchart: Connector 664">
                        <a:extLst>
                          <a:ext uri="{FF2B5EF4-FFF2-40B4-BE49-F238E27FC236}">
                            <a16:creationId xmlns:a16="http://schemas.microsoft.com/office/drawing/2014/main" id="{4D2983E3-48BB-43BE-BF67-16561F1BF0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66" name="Flowchart: Connector 665">
                        <a:extLst>
                          <a:ext uri="{FF2B5EF4-FFF2-40B4-BE49-F238E27FC236}">
                            <a16:creationId xmlns:a16="http://schemas.microsoft.com/office/drawing/2014/main" id="{04B26795-6DFE-4D24-8FDE-D9A2C5C8B4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67" name="Flowchart: Connector 666">
                        <a:extLst>
                          <a:ext uri="{FF2B5EF4-FFF2-40B4-BE49-F238E27FC236}">
                            <a16:creationId xmlns:a16="http://schemas.microsoft.com/office/drawing/2014/main" id="{5BD88ECB-5BD7-451A-9CBC-0CAFAA5DA85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604" name="Group 603">
                      <a:extLst>
                        <a:ext uri="{FF2B5EF4-FFF2-40B4-BE49-F238E27FC236}">
                          <a16:creationId xmlns:a16="http://schemas.microsoft.com/office/drawing/2014/main" id="{D74E6CE7-443C-4075-91FA-87BCA94D92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605" name="Group 604">
                        <a:extLst>
                          <a:ext uri="{FF2B5EF4-FFF2-40B4-BE49-F238E27FC236}">
                            <a16:creationId xmlns:a16="http://schemas.microsoft.com/office/drawing/2014/main" id="{4E0E7C65-2DE5-46F9-A426-C4FC5EC4A62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656" name="Flowchart: Connector 655">
                          <a:extLst>
                            <a:ext uri="{FF2B5EF4-FFF2-40B4-BE49-F238E27FC236}">
                              <a16:creationId xmlns:a16="http://schemas.microsoft.com/office/drawing/2014/main" id="{729CEDCF-E529-4920-BB0E-19B799E3624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57" name="3D Model 656" descr="Sphere">
                              <a:extLst>
                                <a:ext uri="{FF2B5EF4-FFF2-40B4-BE49-F238E27FC236}">
                                  <a16:creationId xmlns:a16="http://schemas.microsoft.com/office/drawing/2014/main" id="{796910DF-A511-46BA-A230-07B55AAFBD0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2587839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58" name="Flowchart: Connector 657">
                          <a:extLst>
                            <a:ext uri="{FF2B5EF4-FFF2-40B4-BE49-F238E27FC236}">
                              <a16:creationId xmlns:a16="http://schemas.microsoft.com/office/drawing/2014/main" id="{CD52EA61-B687-4F79-A988-D9E7EB020C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59" name="3D Model 658" descr="Sphere">
                              <a:extLst>
                                <a:ext uri="{FF2B5EF4-FFF2-40B4-BE49-F238E27FC236}">
                                  <a16:creationId xmlns:a16="http://schemas.microsoft.com/office/drawing/2014/main" id="{0BEC63A5-81FB-4900-8ED0-3E1D50B65F8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7645189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60" name="Flowchart: Connector 659">
                          <a:extLst>
                            <a:ext uri="{FF2B5EF4-FFF2-40B4-BE49-F238E27FC236}">
                              <a16:creationId xmlns:a16="http://schemas.microsoft.com/office/drawing/2014/main" id="{BCCCBA11-8C0A-494A-B0CE-793F7C3B6EB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61" name="3D Model 660" descr="Sphere">
                              <a:extLst>
                                <a:ext uri="{FF2B5EF4-FFF2-40B4-BE49-F238E27FC236}">
                                  <a16:creationId xmlns:a16="http://schemas.microsoft.com/office/drawing/2014/main" id="{53ED2C04-2E76-4636-91F7-5407DC7A738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7378927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62" name="Flowchart: Connector 661">
                          <a:extLst>
                            <a:ext uri="{FF2B5EF4-FFF2-40B4-BE49-F238E27FC236}">
                              <a16:creationId xmlns:a16="http://schemas.microsoft.com/office/drawing/2014/main" id="{43C74765-4AC0-4E49-9FD2-B1B0314B4E6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63" name="3D Model 662" descr="Sphere">
                              <a:extLst>
                                <a:ext uri="{FF2B5EF4-FFF2-40B4-BE49-F238E27FC236}">
                                  <a16:creationId xmlns:a16="http://schemas.microsoft.com/office/drawing/2014/main" id="{47FDF29B-D7EC-4CA0-8780-42424C682EA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29115929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606" name="Group 605">
                        <a:extLst>
                          <a:ext uri="{FF2B5EF4-FFF2-40B4-BE49-F238E27FC236}">
                            <a16:creationId xmlns:a16="http://schemas.microsoft.com/office/drawing/2014/main" id="{90FF6CB5-E5FE-467F-9740-EE6AB9F2AD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640" name="Flowchart: Connector 639">
                          <a:extLst>
                            <a:ext uri="{FF2B5EF4-FFF2-40B4-BE49-F238E27FC236}">
                              <a16:creationId xmlns:a16="http://schemas.microsoft.com/office/drawing/2014/main" id="{143E264D-585A-48C1-9FB1-7B6881BDC80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1" name="Flowchart: Connector 640">
                          <a:extLst>
                            <a:ext uri="{FF2B5EF4-FFF2-40B4-BE49-F238E27FC236}">
                              <a16:creationId xmlns:a16="http://schemas.microsoft.com/office/drawing/2014/main" id="{15522FBE-89E6-4485-80D1-F69EBF60966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2" name="Flowchart: Connector 641">
                          <a:extLst>
                            <a:ext uri="{FF2B5EF4-FFF2-40B4-BE49-F238E27FC236}">
                              <a16:creationId xmlns:a16="http://schemas.microsoft.com/office/drawing/2014/main" id="{2709E93D-4EC1-4032-8BC0-24DA8EB1CB3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3" name="Flowchart: Connector 642">
                          <a:extLst>
                            <a:ext uri="{FF2B5EF4-FFF2-40B4-BE49-F238E27FC236}">
                              <a16:creationId xmlns:a16="http://schemas.microsoft.com/office/drawing/2014/main" id="{645222F0-B4B7-4656-A596-2AC87E76C37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4" name="Flowchart: Connector 643">
                          <a:extLst>
                            <a:ext uri="{FF2B5EF4-FFF2-40B4-BE49-F238E27FC236}">
                              <a16:creationId xmlns:a16="http://schemas.microsoft.com/office/drawing/2014/main" id="{1AFBE70B-940E-4FE8-9414-F75544D6E15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5" name="Flowchart: Connector 644">
                          <a:extLst>
                            <a:ext uri="{FF2B5EF4-FFF2-40B4-BE49-F238E27FC236}">
                              <a16:creationId xmlns:a16="http://schemas.microsoft.com/office/drawing/2014/main" id="{4423D761-378C-4C71-82F9-84C6EF94198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6" name="Flowchart: Connector 645">
                          <a:extLst>
                            <a:ext uri="{FF2B5EF4-FFF2-40B4-BE49-F238E27FC236}">
                              <a16:creationId xmlns:a16="http://schemas.microsoft.com/office/drawing/2014/main" id="{B03C09A9-95F0-48F3-8879-1E18C9CA3B6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7" name="Flowchart: Connector 646">
                          <a:extLst>
                            <a:ext uri="{FF2B5EF4-FFF2-40B4-BE49-F238E27FC236}">
                              <a16:creationId xmlns:a16="http://schemas.microsoft.com/office/drawing/2014/main" id="{A164DB03-E36A-42E1-AA01-CD9F6CC458A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48" name="Flowchart: Connector 647">
                          <a:extLst>
                            <a:ext uri="{FF2B5EF4-FFF2-40B4-BE49-F238E27FC236}">
                              <a16:creationId xmlns:a16="http://schemas.microsoft.com/office/drawing/2014/main" id="{73EBA3D9-3C23-4B75-B930-17D2B728ADD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49" name="3D Model 648" descr="Sphere">
                              <a:extLst>
                                <a:ext uri="{FF2B5EF4-FFF2-40B4-BE49-F238E27FC236}">
                                  <a16:creationId xmlns:a16="http://schemas.microsoft.com/office/drawing/2014/main" id="{CA2EC72C-BA5A-443C-8786-EB59939CFDF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4194592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50" name="Flowchart: Connector 649">
                          <a:extLst>
                            <a:ext uri="{FF2B5EF4-FFF2-40B4-BE49-F238E27FC236}">
                              <a16:creationId xmlns:a16="http://schemas.microsoft.com/office/drawing/2014/main" id="{208DEFBD-639D-4898-B573-68EA2EE8712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51" name="3D Model 650" descr="Sphere">
                              <a:extLst>
                                <a:ext uri="{FF2B5EF4-FFF2-40B4-BE49-F238E27FC236}">
                                  <a16:creationId xmlns:a16="http://schemas.microsoft.com/office/drawing/2014/main" id="{B6EEAF2F-A99D-43E4-8365-B74654D6461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995330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52" name="Flowchart: Connector 651">
                          <a:extLst>
                            <a:ext uri="{FF2B5EF4-FFF2-40B4-BE49-F238E27FC236}">
                              <a16:creationId xmlns:a16="http://schemas.microsoft.com/office/drawing/2014/main" id="{7F5B81B1-CC8A-4F4A-8AD8-A2DC66025AB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53" name="3D Model 652" descr="Sphere">
                              <a:extLst>
                                <a:ext uri="{FF2B5EF4-FFF2-40B4-BE49-F238E27FC236}">
                                  <a16:creationId xmlns:a16="http://schemas.microsoft.com/office/drawing/2014/main" id="{A3E8C9BC-B5B7-4668-AD31-A00284B7FC4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1167698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54" name="Flowchart: Connector 653">
                          <a:extLst>
                            <a:ext uri="{FF2B5EF4-FFF2-40B4-BE49-F238E27FC236}">
                              <a16:creationId xmlns:a16="http://schemas.microsoft.com/office/drawing/2014/main" id="{455B7914-5FC9-4FDC-99E2-F74E99199AB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55" name="3D Model 654" descr="Sphere">
                              <a:extLst>
                                <a:ext uri="{FF2B5EF4-FFF2-40B4-BE49-F238E27FC236}">
                                  <a16:creationId xmlns:a16="http://schemas.microsoft.com/office/drawing/2014/main" id="{C963FE7C-7646-4748-A13E-0D36839A73F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06570679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607" name="Group 606">
                        <a:extLst>
                          <a:ext uri="{FF2B5EF4-FFF2-40B4-BE49-F238E27FC236}">
                            <a16:creationId xmlns:a16="http://schemas.microsoft.com/office/drawing/2014/main" id="{F6F9A699-52F5-4B20-8BF3-7F4FB480233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624" name="Flowchart: Connector 623">
                          <a:extLst>
                            <a:ext uri="{FF2B5EF4-FFF2-40B4-BE49-F238E27FC236}">
                              <a16:creationId xmlns:a16="http://schemas.microsoft.com/office/drawing/2014/main" id="{E885C000-489B-4D97-8DCA-8E190E52EFB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25" name="Flowchart: Connector 624">
                          <a:extLst>
                            <a:ext uri="{FF2B5EF4-FFF2-40B4-BE49-F238E27FC236}">
                              <a16:creationId xmlns:a16="http://schemas.microsoft.com/office/drawing/2014/main" id="{2DDD836A-0CA8-406F-BA2E-4A4547BF2EA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26" name="Flowchart: Connector 625">
                          <a:extLst>
                            <a:ext uri="{FF2B5EF4-FFF2-40B4-BE49-F238E27FC236}">
                              <a16:creationId xmlns:a16="http://schemas.microsoft.com/office/drawing/2014/main" id="{44EBF3DD-69BF-4116-950C-47980C7E7B3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27" name="Flowchart: Connector 626">
                          <a:extLst>
                            <a:ext uri="{FF2B5EF4-FFF2-40B4-BE49-F238E27FC236}">
                              <a16:creationId xmlns:a16="http://schemas.microsoft.com/office/drawing/2014/main" id="{60D6E48F-03A3-4230-9A48-3C05A1854DC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28" name="Flowchart: Connector 627">
                          <a:extLst>
                            <a:ext uri="{FF2B5EF4-FFF2-40B4-BE49-F238E27FC236}">
                              <a16:creationId xmlns:a16="http://schemas.microsoft.com/office/drawing/2014/main" id="{554F0293-C041-4D7C-AF47-FF3B7DDFAE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29" name="Flowchart: Connector 628">
                          <a:extLst>
                            <a:ext uri="{FF2B5EF4-FFF2-40B4-BE49-F238E27FC236}">
                              <a16:creationId xmlns:a16="http://schemas.microsoft.com/office/drawing/2014/main" id="{B76CA168-C033-4E2C-934D-8DEE5457694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30" name="Flowchart: Connector 629">
                          <a:extLst>
                            <a:ext uri="{FF2B5EF4-FFF2-40B4-BE49-F238E27FC236}">
                              <a16:creationId xmlns:a16="http://schemas.microsoft.com/office/drawing/2014/main" id="{F6E59E6B-FB3A-4817-A258-CFCA8577379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31" name="Flowchart: Connector 630">
                          <a:extLst>
                            <a:ext uri="{FF2B5EF4-FFF2-40B4-BE49-F238E27FC236}">
                              <a16:creationId xmlns:a16="http://schemas.microsoft.com/office/drawing/2014/main" id="{60DC2DD2-51B4-4C4D-9B74-44977C5F1AB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632" name="Flowchart: Connector 631">
                          <a:extLst>
                            <a:ext uri="{FF2B5EF4-FFF2-40B4-BE49-F238E27FC236}">
                              <a16:creationId xmlns:a16="http://schemas.microsoft.com/office/drawing/2014/main" id="{A514AF89-6266-4565-8794-24677DAD7E6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33" name="3D Model 632" descr="Sphere">
                              <a:extLst>
                                <a:ext uri="{FF2B5EF4-FFF2-40B4-BE49-F238E27FC236}">
                                  <a16:creationId xmlns:a16="http://schemas.microsoft.com/office/drawing/2014/main" id="{D5873AAF-6F13-4451-9DD0-D5344150D2E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6431715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34" name="Flowchart: Connector 633">
                          <a:extLst>
                            <a:ext uri="{FF2B5EF4-FFF2-40B4-BE49-F238E27FC236}">
                              <a16:creationId xmlns:a16="http://schemas.microsoft.com/office/drawing/2014/main" id="{D45F1469-6469-403A-9E6F-CE4016DD5C6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35" name="3D Model 634" descr="Sphere">
                              <a:extLst>
                                <a:ext uri="{FF2B5EF4-FFF2-40B4-BE49-F238E27FC236}">
                                  <a16:creationId xmlns:a16="http://schemas.microsoft.com/office/drawing/2014/main" id="{D039453E-CC03-42E9-9C88-35B04FF129B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47167359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36" name="Flowchart: Connector 635">
                          <a:extLst>
                            <a:ext uri="{FF2B5EF4-FFF2-40B4-BE49-F238E27FC236}">
                              <a16:creationId xmlns:a16="http://schemas.microsoft.com/office/drawing/2014/main" id="{A6250FEC-2E6D-4275-AB7E-872EC7802BF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37" name="3D Model 636" descr="Sphere">
                              <a:extLst>
                                <a:ext uri="{FF2B5EF4-FFF2-40B4-BE49-F238E27FC236}">
                                  <a16:creationId xmlns:a16="http://schemas.microsoft.com/office/drawing/2014/main" id="{ACDB28FB-6C17-41A1-84A4-F974FCB0D90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42710334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638" name="Flowchart: Connector 637">
                          <a:extLst>
                            <a:ext uri="{FF2B5EF4-FFF2-40B4-BE49-F238E27FC236}">
                              <a16:creationId xmlns:a16="http://schemas.microsoft.com/office/drawing/2014/main" id="{B8A96F81-FF21-45BA-89D9-7446FB7EB8C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639" name="3D Model 638" descr="Sphere">
                              <a:extLst>
                                <a:ext uri="{FF2B5EF4-FFF2-40B4-BE49-F238E27FC236}">
                                  <a16:creationId xmlns:a16="http://schemas.microsoft.com/office/drawing/2014/main" id="{C2A2993A-2BB6-4A30-ACF8-72AA1CE102A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6114626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608" name="Flowchart: Connector 607">
                        <a:extLst>
                          <a:ext uri="{FF2B5EF4-FFF2-40B4-BE49-F238E27FC236}">
                            <a16:creationId xmlns:a16="http://schemas.microsoft.com/office/drawing/2014/main" id="{A7A2C316-6BD2-4BA0-893C-F4E7594058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09" name="Flowchart: Connector 608">
                        <a:extLst>
                          <a:ext uri="{FF2B5EF4-FFF2-40B4-BE49-F238E27FC236}">
                            <a16:creationId xmlns:a16="http://schemas.microsoft.com/office/drawing/2014/main" id="{B3A67A3C-C1D2-4B86-A813-7437E09321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10" name="Flowchart: Connector 609">
                        <a:extLst>
                          <a:ext uri="{FF2B5EF4-FFF2-40B4-BE49-F238E27FC236}">
                            <a16:creationId xmlns:a16="http://schemas.microsoft.com/office/drawing/2014/main" id="{CF41F282-1AA8-4ECD-BC41-901591E879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11" name="Flowchart: Connector 610">
                        <a:extLst>
                          <a:ext uri="{FF2B5EF4-FFF2-40B4-BE49-F238E27FC236}">
                            <a16:creationId xmlns:a16="http://schemas.microsoft.com/office/drawing/2014/main" id="{C41AA12E-234A-4572-8174-C913CAFDFC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12" name="Flowchart: Connector 611">
                        <a:extLst>
                          <a:ext uri="{FF2B5EF4-FFF2-40B4-BE49-F238E27FC236}">
                            <a16:creationId xmlns:a16="http://schemas.microsoft.com/office/drawing/2014/main" id="{C5CAEC0F-6521-4156-B3E6-8CD9B9195A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13" name="Flowchart: Connector 612">
                        <a:extLst>
                          <a:ext uri="{FF2B5EF4-FFF2-40B4-BE49-F238E27FC236}">
                            <a16:creationId xmlns:a16="http://schemas.microsoft.com/office/drawing/2014/main" id="{7CC12983-5C4B-4EE2-B302-BBFE6E33561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14" name="Flowchart: Connector 613">
                        <a:extLst>
                          <a:ext uri="{FF2B5EF4-FFF2-40B4-BE49-F238E27FC236}">
                            <a16:creationId xmlns:a16="http://schemas.microsoft.com/office/drawing/2014/main" id="{8DDF1F09-6AE4-4551-8C93-1FD351DE47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15" name="Flowchart: Connector 614">
                        <a:extLst>
                          <a:ext uri="{FF2B5EF4-FFF2-40B4-BE49-F238E27FC236}">
                            <a16:creationId xmlns:a16="http://schemas.microsoft.com/office/drawing/2014/main" id="{5A12926F-793B-447C-ADA5-5F04851835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16" name="Flowchart: Connector 615">
                        <a:extLst>
                          <a:ext uri="{FF2B5EF4-FFF2-40B4-BE49-F238E27FC236}">
                            <a16:creationId xmlns:a16="http://schemas.microsoft.com/office/drawing/2014/main" id="{1AF375D4-267E-4D7E-B068-B94CDEEBDE0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17" name="3D Model 616" descr="Sphere">
                            <a:extLst>
                              <a:ext uri="{FF2B5EF4-FFF2-40B4-BE49-F238E27FC236}">
                                <a16:creationId xmlns:a16="http://schemas.microsoft.com/office/drawing/2014/main" id="{AC68C940-5F1F-43C8-B096-655526A747E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01370628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17" name="3D Model 616" descr="Sphere">
                            <a:extLst>
                              <a:ext uri="{FF2B5EF4-FFF2-40B4-BE49-F238E27FC236}">
                                <a16:creationId xmlns:a16="http://schemas.microsoft.com/office/drawing/2014/main" id="{AC68C940-5F1F-43C8-B096-655526A747E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303234" y="222286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18" name="Flowchart: Connector 617">
                        <a:extLst>
                          <a:ext uri="{FF2B5EF4-FFF2-40B4-BE49-F238E27FC236}">
                            <a16:creationId xmlns:a16="http://schemas.microsoft.com/office/drawing/2014/main" id="{FBBA5A89-2A57-4726-9C85-5E9868122A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19" name="3D Model 618" descr="Sphere">
                            <a:extLst>
                              <a:ext uri="{FF2B5EF4-FFF2-40B4-BE49-F238E27FC236}">
                                <a16:creationId xmlns:a16="http://schemas.microsoft.com/office/drawing/2014/main" id="{CB029D8D-582B-46D9-A1AA-3CD7B336618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33616822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19" name="3D Model 618" descr="Sphere">
                            <a:extLst>
                              <a:ext uri="{FF2B5EF4-FFF2-40B4-BE49-F238E27FC236}">
                                <a16:creationId xmlns:a16="http://schemas.microsoft.com/office/drawing/2014/main" id="{CB029D8D-582B-46D9-A1AA-3CD7B336618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345058" y="223754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20" name="Flowchart: Connector 619">
                        <a:extLst>
                          <a:ext uri="{FF2B5EF4-FFF2-40B4-BE49-F238E27FC236}">
                            <a16:creationId xmlns:a16="http://schemas.microsoft.com/office/drawing/2014/main" id="{02BB3734-05F7-4919-B87E-F20FD6A73E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21" name="3D Model 620" descr="Sphere">
                            <a:extLst>
                              <a:ext uri="{FF2B5EF4-FFF2-40B4-BE49-F238E27FC236}">
                                <a16:creationId xmlns:a16="http://schemas.microsoft.com/office/drawing/2014/main" id="{C00C5F72-38F1-4F9B-B38E-948D1AB1FFB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83160182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21" name="3D Model 620" descr="Sphere">
                            <a:extLst>
                              <a:ext uri="{FF2B5EF4-FFF2-40B4-BE49-F238E27FC236}">
                                <a16:creationId xmlns:a16="http://schemas.microsoft.com/office/drawing/2014/main" id="{C00C5F72-38F1-4F9B-B38E-948D1AB1FFB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389830" y="224856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22" name="Flowchart: Connector 621">
                        <a:extLst>
                          <a:ext uri="{FF2B5EF4-FFF2-40B4-BE49-F238E27FC236}">
                            <a16:creationId xmlns:a16="http://schemas.microsoft.com/office/drawing/2014/main" id="{4061B4B0-59BB-418D-AD69-19628A34DD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23" name="3D Model 622" descr="Sphere">
                            <a:extLst>
                              <a:ext uri="{FF2B5EF4-FFF2-40B4-BE49-F238E27FC236}">
                                <a16:creationId xmlns:a16="http://schemas.microsoft.com/office/drawing/2014/main" id="{8B621330-C9CB-4BC0-8038-E231D6DCDA2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80883795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623" name="3D Model 622" descr="Sphere">
                            <a:extLst>
                              <a:ext uri="{FF2B5EF4-FFF2-40B4-BE49-F238E27FC236}">
                                <a16:creationId xmlns:a16="http://schemas.microsoft.com/office/drawing/2014/main" id="{8B621330-C9CB-4BC0-8038-E231D6DCDA2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434154" y="2265581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459" name="Group 458">
                    <a:extLst>
                      <a:ext uri="{FF2B5EF4-FFF2-40B4-BE49-F238E27FC236}">
                        <a16:creationId xmlns:a16="http://schemas.microsoft.com/office/drawing/2014/main" id="{30E4D707-FB8B-45D7-A524-6B47C6B4E5AD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600" name="Flowchart: Connector 599">
                      <a:extLst>
                        <a:ext uri="{FF2B5EF4-FFF2-40B4-BE49-F238E27FC236}">
                          <a16:creationId xmlns:a16="http://schemas.microsoft.com/office/drawing/2014/main" id="{5177BC51-5066-4D91-987C-7932EA2DCD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01" name="Flowchart: Connector 600">
                      <a:extLst>
                        <a:ext uri="{FF2B5EF4-FFF2-40B4-BE49-F238E27FC236}">
                          <a16:creationId xmlns:a16="http://schemas.microsoft.com/office/drawing/2014/main" id="{5D815C14-7F01-444F-9121-21F2DBF85A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02" name="Flowchart: Connector 601">
                      <a:extLst>
                        <a:ext uri="{FF2B5EF4-FFF2-40B4-BE49-F238E27FC236}">
                          <a16:creationId xmlns:a16="http://schemas.microsoft.com/office/drawing/2014/main" id="{0DB74219-0C67-4C5A-B420-EFB7CFDA30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460" name="Flowchart: Connector 459">
                    <a:extLst>
                      <a:ext uri="{FF2B5EF4-FFF2-40B4-BE49-F238E27FC236}">
                        <a16:creationId xmlns:a16="http://schemas.microsoft.com/office/drawing/2014/main" id="{1C11BB98-7091-4697-83D3-5B32AFC4918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461" name="Flowchart: Connector 460">
                    <a:extLst>
                      <a:ext uri="{FF2B5EF4-FFF2-40B4-BE49-F238E27FC236}">
                        <a16:creationId xmlns:a16="http://schemas.microsoft.com/office/drawing/2014/main" id="{89301D13-5343-4337-A688-8BF31B4DD96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462" name="Group 461">
                    <a:extLst>
                      <a:ext uri="{FF2B5EF4-FFF2-40B4-BE49-F238E27FC236}">
                        <a16:creationId xmlns:a16="http://schemas.microsoft.com/office/drawing/2014/main" id="{E8E87191-2B87-43A6-89E5-E6F836072128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597" name="Flowchart: Connector 596">
                      <a:extLst>
                        <a:ext uri="{FF2B5EF4-FFF2-40B4-BE49-F238E27FC236}">
                          <a16:creationId xmlns:a16="http://schemas.microsoft.com/office/drawing/2014/main" id="{4DA73A01-2BCE-4D13-9519-0C3D201DB4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98" name="Flowchart: Connector 597">
                      <a:extLst>
                        <a:ext uri="{FF2B5EF4-FFF2-40B4-BE49-F238E27FC236}">
                          <a16:creationId xmlns:a16="http://schemas.microsoft.com/office/drawing/2014/main" id="{61B631C6-CB4D-4613-8B2A-93227C5E84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99" name="Flowchart: Connector 598">
                      <a:extLst>
                        <a:ext uri="{FF2B5EF4-FFF2-40B4-BE49-F238E27FC236}">
                          <a16:creationId xmlns:a16="http://schemas.microsoft.com/office/drawing/2014/main" id="{3A808F2E-1AE6-4A17-8FEC-4B1A5AAB6A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63" name="Group 462">
                    <a:extLst>
                      <a:ext uri="{FF2B5EF4-FFF2-40B4-BE49-F238E27FC236}">
                        <a16:creationId xmlns:a16="http://schemas.microsoft.com/office/drawing/2014/main" id="{CA77BB22-04BF-480E-865C-8C460A4BBE12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532" name="Group 531">
                      <a:extLst>
                        <a:ext uri="{FF2B5EF4-FFF2-40B4-BE49-F238E27FC236}">
                          <a16:creationId xmlns:a16="http://schemas.microsoft.com/office/drawing/2014/main" id="{5EE7F0EC-D9C4-4866-A49C-E4E39FFA8E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593" name="Flowchart: Connector 592">
                        <a:extLst>
                          <a:ext uri="{FF2B5EF4-FFF2-40B4-BE49-F238E27FC236}">
                            <a16:creationId xmlns:a16="http://schemas.microsoft.com/office/drawing/2014/main" id="{EB2C1E2A-94B7-4FCD-AA0E-776EBDCF93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94" name="Flowchart: Connector 593">
                        <a:extLst>
                          <a:ext uri="{FF2B5EF4-FFF2-40B4-BE49-F238E27FC236}">
                            <a16:creationId xmlns:a16="http://schemas.microsoft.com/office/drawing/2014/main" id="{8B9660BD-3D7D-4971-B8FA-49EB830FD3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95" name="Flowchart: Connector 594">
                        <a:extLst>
                          <a:ext uri="{FF2B5EF4-FFF2-40B4-BE49-F238E27FC236}">
                            <a16:creationId xmlns:a16="http://schemas.microsoft.com/office/drawing/2014/main" id="{69A28C18-6FEA-461B-B513-05DE7D913E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96" name="Flowchart: Connector 595">
                        <a:extLst>
                          <a:ext uri="{FF2B5EF4-FFF2-40B4-BE49-F238E27FC236}">
                            <a16:creationId xmlns:a16="http://schemas.microsoft.com/office/drawing/2014/main" id="{467B6690-218F-448C-96A2-28ABCB4325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533" name="Group 532">
                      <a:extLst>
                        <a:ext uri="{FF2B5EF4-FFF2-40B4-BE49-F238E27FC236}">
                          <a16:creationId xmlns:a16="http://schemas.microsoft.com/office/drawing/2014/main" id="{52BBFCC7-D51E-4A53-937F-02847FBE60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534" name="Group 533">
                        <a:extLst>
                          <a:ext uri="{FF2B5EF4-FFF2-40B4-BE49-F238E27FC236}">
                            <a16:creationId xmlns:a16="http://schemas.microsoft.com/office/drawing/2014/main" id="{F49F0754-8B7F-4A6E-8C75-07395B2810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585" name="Flowchart: Connector 584">
                          <a:extLst>
                            <a:ext uri="{FF2B5EF4-FFF2-40B4-BE49-F238E27FC236}">
                              <a16:creationId xmlns:a16="http://schemas.microsoft.com/office/drawing/2014/main" id="{C89837B3-9F39-4097-9DE3-8F76BD759F2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86" name="3D Model 585" descr="Sphere">
                              <a:extLst>
                                <a:ext uri="{FF2B5EF4-FFF2-40B4-BE49-F238E27FC236}">
                                  <a16:creationId xmlns:a16="http://schemas.microsoft.com/office/drawing/2014/main" id="{8EB18DF1-0139-4FA0-AE27-F554C177CFE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79557011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87" name="Flowchart: Connector 586">
                          <a:extLst>
                            <a:ext uri="{FF2B5EF4-FFF2-40B4-BE49-F238E27FC236}">
                              <a16:creationId xmlns:a16="http://schemas.microsoft.com/office/drawing/2014/main" id="{2009862F-E962-4FC5-BC41-48A48E81BB9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88" name="3D Model 587" descr="Sphere">
                              <a:extLst>
                                <a:ext uri="{FF2B5EF4-FFF2-40B4-BE49-F238E27FC236}">
                                  <a16:creationId xmlns:a16="http://schemas.microsoft.com/office/drawing/2014/main" id="{14E79B20-7BAD-4DD7-9059-6DD2D1C9E1C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9855282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89" name="Flowchart: Connector 588">
                          <a:extLst>
                            <a:ext uri="{FF2B5EF4-FFF2-40B4-BE49-F238E27FC236}">
                              <a16:creationId xmlns:a16="http://schemas.microsoft.com/office/drawing/2014/main" id="{A69BA220-BDB1-428B-802F-CDFD12841A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90" name="3D Model 589" descr="Sphere">
                              <a:extLst>
                                <a:ext uri="{FF2B5EF4-FFF2-40B4-BE49-F238E27FC236}">
                                  <a16:creationId xmlns:a16="http://schemas.microsoft.com/office/drawing/2014/main" id="{040B7879-86E9-4DA1-BB3F-581FA62D0E6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399764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91" name="Flowchart: Connector 590">
                          <a:extLst>
                            <a:ext uri="{FF2B5EF4-FFF2-40B4-BE49-F238E27FC236}">
                              <a16:creationId xmlns:a16="http://schemas.microsoft.com/office/drawing/2014/main" id="{7936BE9B-49EC-4FBD-96A7-8869F9E5711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92" name="3D Model 591" descr="Sphere">
                              <a:extLst>
                                <a:ext uri="{FF2B5EF4-FFF2-40B4-BE49-F238E27FC236}">
                                  <a16:creationId xmlns:a16="http://schemas.microsoft.com/office/drawing/2014/main" id="{609A0CA8-B653-4D21-BFDC-D303CF81B36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5630426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535" name="Group 534">
                        <a:extLst>
                          <a:ext uri="{FF2B5EF4-FFF2-40B4-BE49-F238E27FC236}">
                            <a16:creationId xmlns:a16="http://schemas.microsoft.com/office/drawing/2014/main" id="{56FFB699-964C-42C4-8EE0-F1737E1023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569" name="Flowchart: Connector 568">
                          <a:extLst>
                            <a:ext uri="{FF2B5EF4-FFF2-40B4-BE49-F238E27FC236}">
                              <a16:creationId xmlns:a16="http://schemas.microsoft.com/office/drawing/2014/main" id="{03DD00AA-7F93-4D1B-8979-9EB655590C3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0" name="Flowchart: Connector 569">
                          <a:extLst>
                            <a:ext uri="{FF2B5EF4-FFF2-40B4-BE49-F238E27FC236}">
                              <a16:creationId xmlns:a16="http://schemas.microsoft.com/office/drawing/2014/main" id="{F8ED7F2D-9412-4C75-948C-4BD303E64F7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1" name="Flowchart: Connector 570">
                          <a:extLst>
                            <a:ext uri="{FF2B5EF4-FFF2-40B4-BE49-F238E27FC236}">
                              <a16:creationId xmlns:a16="http://schemas.microsoft.com/office/drawing/2014/main" id="{16FCF0D1-ABCC-46CE-BEAE-DC15A1379EA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2" name="Flowchart: Connector 571">
                          <a:extLst>
                            <a:ext uri="{FF2B5EF4-FFF2-40B4-BE49-F238E27FC236}">
                              <a16:creationId xmlns:a16="http://schemas.microsoft.com/office/drawing/2014/main" id="{86586B7F-0711-40F4-8BC8-6CF3BC7FF2F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3" name="Flowchart: Connector 572">
                          <a:extLst>
                            <a:ext uri="{FF2B5EF4-FFF2-40B4-BE49-F238E27FC236}">
                              <a16:creationId xmlns:a16="http://schemas.microsoft.com/office/drawing/2014/main" id="{95BD7682-2540-4E51-9F19-2192F309FC4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4" name="Flowchart: Connector 573">
                          <a:extLst>
                            <a:ext uri="{FF2B5EF4-FFF2-40B4-BE49-F238E27FC236}">
                              <a16:creationId xmlns:a16="http://schemas.microsoft.com/office/drawing/2014/main" id="{8CBF57EB-8186-4F1F-9755-2D057574EE9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5" name="Flowchart: Connector 574">
                          <a:extLst>
                            <a:ext uri="{FF2B5EF4-FFF2-40B4-BE49-F238E27FC236}">
                              <a16:creationId xmlns:a16="http://schemas.microsoft.com/office/drawing/2014/main" id="{B3AF3238-865F-4C70-A543-A5066BC40C2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6" name="Flowchart: Connector 575">
                          <a:extLst>
                            <a:ext uri="{FF2B5EF4-FFF2-40B4-BE49-F238E27FC236}">
                              <a16:creationId xmlns:a16="http://schemas.microsoft.com/office/drawing/2014/main" id="{15A60B14-9159-459A-84E2-6EC3D4063C3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77" name="Flowchart: Connector 576">
                          <a:extLst>
                            <a:ext uri="{FF2B5EF4-FFF2-40B4-BE49-F238E27FC236}">
                              <a16:creationId xmlns:a16="http://schemas.microsoft.com/office/drawing/2014/main" id="{A05129D0-CBEB-425F-BDFB-BAFA97B5B3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78" name="3D Model 577" descr="Sphere">
                              <a:extLst>
                                <a:ext uri="{FF2B5EF4-FFF2-40B4-BE49-F238E27FC236}">
                                  <a16:creationId xmlns:a16="http://schemas.microsoft.com/office/drawing/2014/main" id="{FCDE227A-AFF8-40AA-A452-B5F35B996E0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2847597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79" name="Flowchart: Connector 578">
                          <a:extLst>
                            <a:ext uri="{FF2B5EF4-FFF2-40B4-BE49-F238E27FC236}">
                              <a16:creationId xmlns:a16="http://schemas.microsoft.com/office/drawing/2014/main" id="{46C9E485-F9AA-469A-97DA-5D2CF837D57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80" name="3D Model 579" descr="Sphere">
                              <a:extLst>
                                <a:ext uri="{FF2B5EF4-FFF2-40B4-BE49-F238E27FC236}">
                                  <a16:creationId xmlns:a16="http://schemas.microsoft.com/office/drawing/2014/main" id="{F1CB83DD-B0B2-4583-8FBB-AB525135399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20037163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81" name="Flowchart: Connector 580">
                          <a:extLst>
                            <a:ext uri="{FF2B5EF4-FFF2-40B4-BE49-F238E27FC236}">
                              <a16:creationId xmlns:a16="http://schemas.microsoft.com/office/drawing/2014/main" id="{D2039AE8-D54D-48AD-9B6B-FA4C40ECA2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82" name="3D Model 581" descr="Sphere">
                              <a:extLst>
                                <a:ext uri="{FF2B5EF4-FFF2-40B4-BE49-F238E27FC236}">
                                  <a16:creationId xmlns:a16="http://schemas.microsoft.com/office/drawing/2014/main" id="{C2E1F809-F179-4FA1-A2A9-4F74068664F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104391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83" name="Flowchart: Connector 582">
                          <a:extLst>
                            <a:ext uri="{FF2B5EF4-FFF2-40B4-BE49-F238E27FC236}">
                              <a16:creationId xmlns:a16="http://schemas.microsoft.com/office/drawing/2014/main" id="{C4D6F859-DBA0-4E1A-ABDD-DA30FFD858A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84" name="3D Model 583" descr="Sphere">
                              <a:extLst>
                                <a:ext uri="{FF2B5EF4-FFF2-40B4-BE49-F238E27FC236}">
                                  <a16:creationId xmlns:a16="http://schemas.microsoft.com/office/drawing/2014/main" id="{30CD7586-9D61-4C39-81B2-DEE31AA4D4E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4643655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536" name="Group 535">
                        <a:extLst>
                          <a:ext uri="{FF2B5EF4-FFF2-40B4-BE49-F238E27FC236}">
                            <a16:creationId xmlns:a16="http://schemas.microsoft.com/office/drawing/2014/main" id="{FB1441BE-67A5-4F21-93C7-636AC48180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553" name="Flowchart: Connector 552">
                          <a:extLst>
                            <a:ext uri="{FF2B5EF4-FFF2-40B4-BE49-F238E27FC236}">
                              <a16:creationId xmlns:a16="http://schemas.microsoft.com/office/drawing/2014/main" id="{EF6BE4BE-CFF5-437D-A887-D388846A253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54" name="Flowchart: Connector 553">
                          <a:extLst>
                            <a:ext uri="{FF2B5EF4-FFF2-40B4-BE49-F238E27FC236}">
                              <a16:creationId xmlns:a16="http://schemas.microsoft.com/office/drawing/2014/main" id="{F5C8C34B-52F4-44FB-A82B-C79F7BEFCF2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55" name="Flowchart: Connector 554">
                          <a:extLst>
                            <a:ext uri="{FF2B5EF4-FFF2-40B4-BE49-F238E27FC236}">
                              <a16:creationId xmlns:a16="http://schemas.microsoft.com/office/drawing/2014/main" id="{41BF004F-49B4-468D-AC60-2E5D96F9BD5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56" name="Flowchart: Connector 555">
                          <a:extLst>
                            <a:ext uri="{FF2B5EF4-FFF2-40B4-BE49-F238E27FC236}">
                              <a16:creationId xmlns:a16="http://schemas.microsoft.com/office/drawing/2014/main" id="{8140448D-3785-469F-BA1B-A96A35B2205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57" name="Flowchart: Connector 556">
                          <a:extLst>
                            <a:ext uri="{FF2B5EF4-FFF2-40B4-BE49-F238E27FC236}">
                              <a16:creationId xmlns:a16="http://schemas.microsoft.com/office/drawing/2014/main" id="{BCA4A971-183B-4727-B1DE-6F0F8C5D76E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58" name="Flowchart: Connector 557">
                          <a:extLst>
                            <a:ext uri="{FF2B5EF4-FFF2-40B4-BE49-F238E27FC236}">
                              <a16:creationId xmlns:a16="http://schemas.microsoft.com/office/drawing/2014/main" id="{8DD40BEF-3C4D-4875-A695-C9901DA942E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59" name="Flowchart: Connector 558">
                          <a:extLst>
                            <a:ext uri="{FF2B5EF4-FFF2-40B4-BE49-F238E27FC236}">
                              <a16:creationId xmlns:a16="http://schemas.microsoft.com/office/drawing/2014/main" id="{559A920D-88A8-4253-A743-9F8BFB81900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60" name="Flowchart: Connector 559">
                          <a:extLst>
                            <a:ext uri="{FF2B5EF4-FFF2-40B4-BE49-F238E27FC236}">
                              <a16:creationId xmlns:a16="http://schemas.microsoft.com/office/drawing/2014/main" id="{279F6238-9791-48A5-984E-C236199B095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561" name="Flowchart: Connector 560">
                          <a:extLst>
                            <a:ext uri="{FF2B5EF4-FFF2-40B4-BE49-F238E27FC236}">
                              <a16:creationId xmlns:a16="http://schemas.microsoft.com/office/drawing/2014/main" id="{3468962F-CFAD-4A5C-9F0A-4FA8FA869A2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62" name="3D Model 561" descr="Sphere">
                              <a:extLst>
                                <a:ext uri="{FF2B5EF4-FFF2-40B4-BE49-F238E27FC236}">
                                  <a16:creationId xmlns:a16="http://schemas.microsoft.com/office/drawing/2014/main" id="{6615A3E6-677B-44D8-AEA9-4D32B318813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1110527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63" name="Flowchart: Connector 562">
                          <a:extLst>
                            <a:ext uri="{FF2B5EF4-FFF2-40B4-BE49-F238E27FC236}">
                              <a16:creationId xmlns:a16="http://schemas.microsoft.com/office/drawing/2014/main" id="{E60D60EA-7739-4EF7-A97F-E2FE0A48B73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64" name="3D Model 563" descr="Sphere">
                              <a:extLst>
                                <a:ext uri="{FF2B5EF4-FFF2-40B4-BE49-F238E27FC236}">
                                  <a16:creationId xmlns:a16="http://schemas.microsoft.com/office/drawing/2014/main" id="{3F4BCB2F-CD81-4D13-B614-F91A175E16B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0038514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65" name="Flowchart: Connector 564">
                          <a:extLst>
                            <a:ext uri="{FF2B5EF4-FFF2-40B4-BE49-F238E27FC236}">
                              <a16:creationId xmlns:a16="http://schemas.microsoft.com/office/drawing/2014/main" id="{396783DD-7947-427E-9471-221B0B8BBE5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66" name="3D Model 565" descr="Sphere">
                              <a:extLst>
                                <a:ext uri="{FF2B5EF4-FFF2-40B4-BE49-F238E27FC236}">
                                  <a16:creationId xmlns:a16="http://schemas.microsoft.com/office/drawing/2014/main" id="{03D1B511-92B7-451C-9D35-2A8725CE353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4788539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567" name="Flowchart: Connector 566">
                          <a:extLst>
                            <a:ext uri="{FF2B5EF4-FFF2-40B4-BE49-F238E27FC236}">
                              <a16:creationId xmlns:a16="http://schemas.microsoft.com/office/drawing/2014/main" id="{768EE0A7-65F0-4E83-9F1A-B679471F6B3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568" name="3D Model 567" descr="Sphere">
                              <a:extLst>
                                <a:ext uri="{FF2B5EF4-FFF2-40B4-BE49-F238E27FC236}">
                                  <a16:creationId xmlns:a16="http://schemas.microsoft.com/office/drawing/2014/main" id="{73855323-B54B-4872-B0DD-ECD466697A3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9939273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537" name="Flowchart: Connector 536">
                        <a:extLst>
                          <a:ext uri="{FF2B5EF4-FFF2-40B4-BE49-F238E27FC236}">
                            <a16:creationId xmlns:a16="http://schemas.microsoft.com/office/drawing/2014/main" id="{76D2FB03-A6DC-4787-A56A-75F64B0B1B8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38" name="Flowchart: Connector 537">
                        <a:extLst>
                          <a:ext uri="{FF2B5EF4-FFF2-40B4-BE49-F238E27FC236}">
                            <a16:creationId xmlns:a16="http://schemas.microsoft.com/office/drawing/2014/main" id="{C1463DFB-08DF-44F5-B7D5-540D90C0311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39" name="Flowchart: Connector 538">
                        <a:extLst>
                          <a:ext uri="{FF2B5EF4-FFF2-40B4-BE49-F238E27FC236}">
                            <a16:creationId xmlns:a16="http://schemas.microsoft.com/office/drawing/2014/main" id="{5400D953-B4E2-40CF-BD36-C3DF8DBE9F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0" name="Flowchart: Connector 539">
                        <a:extLst>
                          <a:ext uri="{FF2B5EF4-FFF2-40B4-BE49-F238E27FC236}">
                            <a16:creationId xmlns:a16="http://schemas.microsoft.com/office/drawing/2014/main" id="{52B0532F-8E5D-4F2D-AF70-E7E1119603D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1" name="Flowchart: Connector 540">
                        <a:extLst>
                          <a:ext uri="{FF2B5EF4-FFF2-40B4-BE49-F238E27FC236}">
                            <a16:creationId xmlns:a16="http://schemas.microsoft.com/office/drawing/2014/main" id="{D5047524-9CCA-465B-BE1A-27217C9D0F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2" name="Flowchart: Connector 541">
                        <a:extLst>
                          <a:ext uri="{FF2B5EF4-FFF2-40B4-BE49-F238E27FC236}">
                            <a16:creationId xmlns:a16="http://schemas.microsoft.com/office/drawing/2014/main" id="{D52CB422-7FD5-4915-99BF-BD9DE550B5C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3" name="Flowchart: Connector 542">
                        <a:extLst>
                          <a:ext uri="{FF2B5EF4-FFF2-40B4-BE49-F238E27FC236}">
                            <a16:creationId xmlns:a16="http://schemas.microsoft.com/office/drawing/2014/main" id="{80CBD2C3-DF0E-4286-A6D1-4EF8540223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4" name="Flowchart: Connector 543">
                        <a:extLst>
                          <a:ext uri="{FF2B5EF4-FFF2-40B4-BE49-F238E27FC236}">
                            <a16:creationId xmlns:a16="http://schemas.microsoft.com/office/drawing/2014/main" id="{0F1A778F-FE8F-4E35-8CC2-06EAF1850B4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5" name="Flowchart: Connector 544">
                        <a:extLst>
                          <a:ext uri="{FF2B5EF4-FFF2-40B4-BE49-F238E27FC236}">
                            <a16:creationId xmlns:a16="http://schemas.microsoft.com/office/drawing/2014/main" id="{CD3F5014-4FE6-43BB-AC47-9E9E52BD06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6" name="3D Model 545" descr="Sphere">
                            <a:extLst>
                              <a:ext uri="{FF2B5EF4-FFF2-40B4-BE49-F238E27FC236}">
                                <a16:creationId xmlns:a16="http://schemas.microsoft.com/office/drawing/2014/main" id="{0CD0AE2B-7060-451E-8741-37985044F70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22311501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2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6" name="3D Model 545" descr="Sphere">
                            <a:extLst>
                              <a:ext uri="{FF2B5EF4-FFF2-40B4-BE49-F238E27FC236}">
                                <a16:creationId xmlns:a16="http://schemas.microsoft.com/office/drawing/2014/main" id="{0CD0AE2B-7060-451E-8741-37985044F70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264878" y="2242625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7" name="Flowchart: Connector 546">
                        <a:extLst>
                          <a:ext uri="{FF2B5EF4-FFF2-40B4-BE49-F238E27FC236}">
                            <a16:creationId xmlns:a16="http://schemas.microsoft.com/office/drawing/2014/main" id="{4A1DE32D-EA2D-473F-A833-B3B5E03AA3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8" name="3D Model 547" descr="Sphere">
                            <a:extLst>
                              <a:ext uri="{FF2B5EF4-FFF2-40B4-BE49-F238E27FC236}">
                                <a16:creationId xmlns:a16="http://schemas.microsoft.com/office/drawing/2014/main" id="{0AC25DCD-1727-4856-A8A9-94402AE6CBC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53729353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8" name="3D Model 547" descr="Sphere">
                            <a:extLst>
                              <a:ext uri="{FF2B5EF4-FFF2-40B4-BE49-F238E27FC236}">
                                <a16:creationId xmlns:a16="http://schemas.microsoft.com/office/drawing/2014/main" id="{0AC25DCD-1727-4856-A8A9-94402AE6CBC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306118" y="225468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9" name="Flowchart: Connector 548">
                        <a:extLst>
                          <a:ext uri="{FF2B5EF4-FFF2-40B4-BE49-F238E27FC236}">
                            <a16:creationId xmlns:a16="http://schemas.microsoft.com/office/drawing/2014/main" id="{8FCC4FF7-FD6A-4578-BA60-5755D4E4C3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0" name="3D Model 549" descr="Sphere">
                            <a:extLst>
                              <a:ext uri="{FF2B5EF4-FFF2-40B4-BE49-F238E27FC236}">
                                <a16:creationId xmlns:a16="http://schemas.microsoft.com/office/drawing/2014/main" id="{4EAC2773-26EB-4766-B406-04604BF828A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5777688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0" name="3D Model 549" descr="Sphere">
                            <a:extLst>
                              <a:ext uri="{FF2B5EF4-FFF2-40B4-BE49-F238E27FC236}">
                                <a16:creationId xmlns:a16="http://schemas.microsoft.com/office/drawing/2014/main" id="{4EAC2773-26EB-4766-B406-04604BF828A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348588" y="226764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51" name="Flowchart: Connector 550">
                        <a:extLst>
                          <a:ext uri="{FF2B5EF4-FFF2-40B4-BE49-F238E27FC236}">
                            <a16:creationId xmlns:a16="http://schemas.microsoft.com/office/drawing/2014/main" id="{65A634D4-398E-4674-A9C1-89F983693D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2" name="3D Model 551" descr="Sphere">
                            <a:extLst>
                              <a:ext uri="{FF2B5EF4-FFF2-40B4-BE49-F238E27FC236}">
                                <a16:creationId xmlns:a16="http://schemas.microsoft.com/office/drawing/2014/main" id="{0A649C7F-F2E3-493F-BCFA-E4B27650598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04848277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2" name="3D Model 551" descr="Sphere">
                            <a:extLst>
                              <a:ext uri="{FF2B5EF4-FFF2-40B4-BE49-F238E27FC236}">
                                <a16:creationId xmlns:a16="http://schemas.microsoft.com/office/drawing/2014/main" id="{0A649C7F-F2E3-493F-BCFA-E4B27650598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395214" y="2282723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464" name="Flowchart: Connector 463">
                    <a:extLst>
                      <a:ext uri="{FF2B5EF4-FFF2-40B4-BE49-F238E27FC236}">
                        <a16:creationId xmlns:a16="http://schemas.microsoft.com/office/drawing/2014/main" id="{7CF96B4F-3E67-4C63-A25E-311A420B464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65" name="Flowchart: Connector 464">
                    <a:extLst>
                      <a:ext uri="{FF2B5EF4-FFF2-40B4-BE49-F238E27FC236}">
                        <a16:creationId xmlns:a16="http://schemas.microsoft.com/office/drawing/2014/main" id="{75FF2B5D-7758-4D73-9331-E195712681B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66" name="Flowchart: Connector 465">
                    <a:extLst>
                      <a:ext uri="{FF2B5EF4-FFF2-40B4-BE49-F238E27FC236}">
                        <a16:creationId xmlns:a16="http://schemas.microsoft.com/office/drawing/2014/main" id="{CC5B1E4D-A245-4E3E-9265-E25FD5A0A4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67" name="Flowchart: Connector 466">
                    <a:extLst>
                      <a:ext uri="{FF2B5EF4-FFF2-40B4-BE49-F238E27FC236}">
                        <a16:creationId xmlns:a16="http://schemas.microsoft.com/office/drawing/2014/main" id="{F570CD4A-4679-4959-A1AD-345A3111B3A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68" name="Flowchart: Connector 467">
                    <a:extLst>
                      <a:ext uri="{FF2B5EF4-FFF2-40B4-BE49-F238E27FC236}">
                        <a16:creationId xmlns:a16="http://schemas.microsoft.com/office/drawing/2014/main" id="{58EE444B-7F79-4F8F-B6BE-0E621FFC78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69" name="Flowchart: Connector 468">
                    <a:extLst>
                      <a:ext uri="{FF2B5EF4-FFF2-40B4-BE49-F238E27FC236}">
                        <a16:creationId xmlns:a16="http://schemas.microsoft.com/office/drawing/2014/main" id="{B4F5A9B5-DBF4-4B35-A7FE-C93658BEEDB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470" name="Flowchart: Connector 469">
                    <a:extLst>
                      <a:ext uri="{FF2B5EF4-FFF2-40B4-BE49-F238E27FC236}">
                        <a16:creationId xmlns:a16="http://schemas.microsoft.com/office/drawing/2014/main" id="{7C6C2756-AF36-47CB-899A-CAD40B97EC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71" name="Flowchart: Connector 470">
                    <a:extLst>
                      <a:ext uri="{FF2B5EF4-FFF2-40B4-BE49-F238E27FC236}">
                        <a16:creationId xmlns:a16="http://schemas.microsoft.com/office/drawing/2014/main" id="{16B76A18-5124-4F86-A264-370166D031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472" name="Group 471">
                    <a:extLst>
                      <a:ext uri="{FF2B5EF4-FFF2-40B4-BE49-F238E27FC236}">
                        <a16:creationId xmlns:a16="http://schemas.microsoft.com/office/drawing/2014/main" id="{FC750E2B-0144-4313-B8C8-E1EA62177F62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473" name="Group 472">
                      <a:extLst>
                        <a:ext uri="{FF2B5EF4-FFF2-40B4-BE49-F238E27FC236}">
                          <a16:creationId xmlns:a16="http://schemas.microsoft.com/office/drawing/2014/main" id="{B8C44FE0-0F69-4DAF-BDCE-57FCD91F7E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524" name="Flowchart: Connector 523">
                        <a:extLst>
                          <a:ext uri="{FF2B5EF4-FFF2-40B4-BE49-F238E27FC236}">
                            <a16:creationId xmlns:a16="http://schemas.microsoft.com/office/drawing/2014/main" id="{D0828238-A74F-4AA3-8CA3-91E4122706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25" name="3D Model 524" descr="Sphere">
                            <a:extLst>
                              <a:ext uri="{FF2B5EF4-FFF2-40B4-BE49-F238E27FC236}">
                                <a16:creationId xmlns:a16="http://schemas.microsoft.com/office/drawing/2014/main" id="{7C296052-BFDD-4E1E-90E9-47DF8A39AA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21472332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25" name="3D Model 524" descr="Sphere">
                            <a:extLst>
                              <a:ext uri="{FF2B5EF4-FFF2-40B4-BE49-F238E27FC236}">
                                <a16:creationId xmlns:a16="http://schemas.microsoft.com/office/drawing/2014/main" id="{7C296052-BFDD-4E1E-90E9-47DF8A39AA0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225048" y="2450427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26" name="Flowchart: Connector 525">
                        <a:extLst>
                          <a:ext uri="{FF2B5EF4-FFF2-40B4-BE49-F238E27FC236}">
                            <a16:creationId xmlns:a16="http://schemas.microsoft.com/office/drawing/2014/main" id="{FF6BF84A-09F6-404D-AFEE-D778424265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27" name="3D Model 526" descr="Sphere">
                            <a:extLst>
                              <a:ext uri="{FF2B5EF4-FFF2-40B4-BE49-F238E27FC236}">
                                <a16:creationId xmlns:a16="http://schemas.microsoft.com/office/drawing/2014/main" id="{6E4944B1-D5AA-4693-858D-C3FBB10793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962333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28" name="Flowchart: Connector 527">
                        <a:extLst>
                          <a:ext uri="{FF2B5EF4-FFF2-40B4-BE49-F238E27FC236}">
                            <a16:creationId xmlns:a16="http://schemas.microsoft.com/office/drawing/2014/main" id="{21A145FB-51AF-4BF8-A038-28756A1E6C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29" name="3D Model 528" descr="Sphere">
                            <a:extLst>
                              <a:ext uri="{FF2B5EF4-FFF2-40B4-BE49-F238E27FC236}">
                                <a16:creationId xmlns:a16="http://schemas.microsoft.com/office/drawing/2014/main" id="{048A0368-1594-44C4-B1A4-9347396ADD9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5186393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30" name="Flowchart: Connector 529">
                        <a:extLst>
                          <a:ext uri="{FF2B5EF4-FFF2-40B4-BE49-F238E27FC236}">
                            <a16:creationId xmlns:a16="http://schemas.microsoft.com/office/drawing/2014/main" id="{7DA0CDD5-6695-49D4-B4B8-25AAE5A50CA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31" name="3D Model 530" descr="Sphere">
                            <a:extLst>
                              <a:ext uri="{FF2B5EF4-FFF2-40B4-BE49-F238E27FC236}">
                                <a16:creationId xmlns:a16="http://schemas.microsoft.com/office/drawing/2014/main" id="{7302C1FA-F9E8-473D-B181-AF9F060CDD6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7302877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74" name="Group 473">
                      <a:extLst>
                        <a:ext uri="{FF2B5EF4-FFF2-40B4-BE49-F238E27FC236}">
                          <a16:creationId xmlns:a16="http://schemas.microsoft.com/office/drawing/2014/main" id="{CC99770A-7137-4505-A434-673DA621DC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508" name="Flowchart: Connector 507">
                        <a:extLst>
                          <a:ext uri="{FF2B5EF4-FFF2-40B4-BE49-F238E27FC236}">
                            <a16:creationId xmlns:a16="http://schemas.microsoft.com/office/drawing/2014/main" id="{09BCDDDA-7360-46EB-AFEC-3875745D2F0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09" name="Flowchart: Connector 508">
                        <a:extLst>
                          <a:ext uri="{FF2B5EF4-FFF2-40B4-BE49-F238E27FC236}">
                            <a16:creationId xmlns:a16="http://schemas.microsoft.com/office/drawing/2014/main" id="{8114980B-8059-42F4-9C95-D2A78CFD34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10" name="Flowchart: Connector 509">
                        <a:extLst>
                          <a:ext uri="{FF2B5EF4-FFF2-40B4-BE49-F238E27FC236}">
                            <a16:creationId xmlns:a16="http://schemas.microsoft.com/office/drawing/2014/main" id="{BC948B14-1BB9-40DB-BA10-20BC86D7F8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11" name="Flowchart: Connector 510">
                        <a:extLst>
                          <a:ext uri="{FF2B5EF4-FFF2-40B4-BE49-F238E27FC236}">
                            <a16:creationId xmlns:a16="http://schemas.microsoft.com/office/drawing/2014/main" id="{6F9C0EF5-BF47-4082-A5FE-0488381BF67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12" name="Flowchart: Connector 511">
                        <a:extLst>
                          <a:ext uri="{FF2B5EF4-FFF2-40B4-BE49-F238E27FC236}">
                            <a16:creationId xmlns:a16="http://schemas.microsoft.com/office/drawing/2014/main" id="{F1EF3839-CA6D-4F51-A58F-D4E9074C9D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13" name="Flowchart: Connector 512">
                        <a:extLst>
                          <a:ext uri="{FF2B5EF4-FFF2-40B4-BE49-F238E27FC236}">
                            <a16:creationId xmlns:a16="http://schemas.microsoft.com/office/drawing/2014/main" id="{6196BEA1-6410-4AAB-B7A1-62D8D3512EA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14" name="Flowchart: Connector 513">
                        <a:extLst>
                          <a:ext uri="{FF2B5EF4-FFF2-40B4-BE49-F238E27FC236}">
                            <a16:creationId xmlns:a16="http://schemas.microsoft.com/office/drawing/2014/main" id="{AFF6CD1C-94D4-4221-8009-970F5A03BC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15" name="Flowchart: Connector 514">
                        <a:extLst>
                          <a:ext uri="{FF2B5EF4-FFF2-40B4-BE49-F238E27FC236}">
                            <a16:creationId xmlns:a16="http://schemas.microsoft.com/office/drawing/2014/main" id="{D3D26C6D-22AF-4AB4-B627-D8C9BFED3B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16" name="Flowchart: Connector 515">
                        <a:extLst>
                          <a:ext uri="{FF2B5EF4-FFF2-40B4-BE49-F238E27FC236}">
                            <a16:creationId xmlns:a16="http://schemas.microsoft.com/office/drawing/2014/main" id="{E86B1B6D-A462-44F0-A905-94702F03A8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17" name="3D Model 516" descr="Sphere">
                            <a:extLst>
                              <a:ext uri="{FF2B5EF4-FFF2-40B4-BE49-F238E27FC236}">
                                <a16:creationId xmlns:a16="http://schemas.microsoft.com/office/drawing/2014/main" id="{EEC73CE8-5EF1-49B8-88DD-6C958365703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15123135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17" name="3D Model 516" descr="Sphere">
                            <a:extLst>
                              <a:ext uri="{FF2B5EF4-FFF2-40B4-BE49-F238E27FC236}">
                                <a16:creationId xmlns:a16="http://schemas.microsoft.com/office/drawing/2014/main" id="{EEC73CE8-5EF1-49B8-88DD-6C958365703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224464" y="238759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18" name="Flowchart: Connector 517">
                        <a:extLst>
                          <a:ext uri="{FF2B5EF4-FFF2-40B4-BE49-F238E27FC236}">
                            <a16:creationId xmlns:a16="http://schemas.microsoft.com/office/drawing/2014/main" id="{1A75F5E5-83E4-4629-A562-8B586EB4E3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19" name="3D Model 518" descr="Sphere">
                            <a:extLst>
                              <a:ext uri="{FF2B5EF4-FFF2-40B4-BE49-F238E27FC236}">
                                <a16:creationId xmlns:a16="http://schemas.microsoft.com/office/drawing/2014/main" id="{3D64344E-1E07-4D18-8180-87432AE2A6A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6128840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20" name="Flowchart: Connector 519">
                        <a:extLst>
                          <a:ext uri="{FF2B5EF4-FFF2-40B4-BE49-F238E27FC236}">
                            <a16:creationId xmlns:a16="http://schemas.microsoft.com/office/drawing/2014/main" id="{289D5E4F-B787-4D18-A3A1-78013853A9E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21" name="3D Model 520" descr="Sphere">
                            <a:extLst>
                              <a:ext uri="{FF2B5EF4-FFF2-40B4-BE49-F238E27FC236}">
                                <a16:creationId xmlns:a16="http://schemas.microsoft.com/office/drawing/2014/main" id="{D7E11C48-8209-4987-8769-C162EBF3158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914990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22" name="Flowchart: Connector 521">
                        <a:extLst>
                          <a:ext uri="{FF2B5EF4-FFF2-40B4-BE49-F238E27FC236}">
                            <a16:creationId xmlns:a16="http://schemas.microsoft.com/office/drawing/2014/main" id="{B3ECAB44-7F04-4345-8683-B414DD8FBC2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23" name="3D Model 522" descr="Sphere">
                            <a:extLst>
                              <a:ext uri="{FF2B5EF4-FFF2-40B4-BE49-F238E27FC236}">
                                <a16:creationId xmlns:a16="http://schemas.microsoft.com/office/drawing/2014/main" id="{6CF7D5B8-E9E6-4ADF-B883-E197B6EFAD2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874885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75" name="Group 474">
                      <a:extLst>
                        <a:ext uri="{FF2B5EF4-FFF2-40B4-BE49-F238E27FC236}">
                          <a16:creationId xmlns:a16="http://schemas.microsoft.com/office/drawing/2014/main" id="{70F43510-6B28-4387-BB3F-2DD79E1C1E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492" name="Flowchart: Connector 491">
                        <a:extLst>
                          <a:ext uri="{FF2B5EF4-FFF2-40B4-BE49-F238E27FC236}">
                            <a16:creationId xmlns:a16="http://schemas.microsoft.com/office/drawing/2014/main" id="{6041B627-5C19-45FB-A6B3-70FFDA09704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93" name="Flowchart: Connector 492">
                        <a:extLst>
                          <a:ext uri="{FF2B5EF4-FFF2-40B4-BE49-F238E27FC236}">
                            <a16:creationId xmlns:a16="http://schemas.microsoft.com/office/drawing/2014/main" id="{12027089-BB52-40B0-8825-8B843419B4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94" name="Flowchart: Connector 493">
                        <a:extLst>
                          <a:ext uri="{FF2B5EF4-FFF2-40B4-BE49-F238E27FC236}">
                            <a16:creationId xmlns:a16="http://schemas.microsoft.com/office/drawing/2014/main" id="{389232B0-3A49-4130-8E2E-1590B407D8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95" name="Flowchart: Connector 494">
                        <a:extLst>
                          <a:ext uri="{FF2B5EF4-FFF2-40B4-BE49-F238E27FC236}">
                            <a16:creationId xmlns:a16="http://schemas.microsoft.com/office/drawing/2014/main" id="{53F82685-5890-4BC1-8A7E-BA5C13DBE8D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96" name="Flowchart: Connector 495">
                        <a:extLst>
                          <a:ext uri="{FF2B5EF4-FFF2-40B4-BE49-F238E27FC236}">
                            <a16:creationId xmlns:a16="http://schemas.microsoft.com/office/drawing/2014/main" id="{D9E4A4B0-FC28-40E3-B9A1-1AF1CC0AFEE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97" name="Flowchart: Connector 496">
                        <a:extLst>
                          <a:ext uri="{FF2B5EF4-FFF2-40B4-BE49-F238E27FC236}">
                            <a16:creationId xmlns:a16="http://schemas.microsoft.com/office/drawing/2014/main" id="{CA624B02-D1B7-4053-8B6F-338A7CAF77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98" name="Flowchart: Connector 497">
                        <a:extLst>
                          <a:ext uri="{FF2B5EF4-FFF2-40B4-BE49-F238E27FC236}">
                            <a16:creationId xmlns:a16="http://schemas.microsoft.com/office/drawing/2014/main" id="{C4C3D254-AD10-4564-8E03-FB638FD780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99" name="Flowchart: Connector 498">
                        <a:extLst>
                          <a:ext uri="{FF2B5EF4-FFF2-40B4-BE49-F238E27FC236}">
                            <a16:creationId xmlns:a16="http://schemas.microsoft.com/office/drawing/2014/main" id="{50E35D3D-5E1E-483F-972C-C6966929A2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00" name="Flowchart: Connector 499">
                        <a:extLst>
                          <a:ext uri="{FF2B5EF4-FFF2-40B4-BE49-F238E27FC236}">
                            <a16:creationId xmlns:a16="http://schemas.microsoft.com/office/drawing/2014/main" id="{CDB0018F-1AD1-46BD-99C1-B3D23F334C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01" name="3D Model 500" descr="Sphere">
                            <a:extLst>
                              <a:ext uri="{FF2B5EF4-FFF2-40B4-BE49-F238E27FC236}">
                                <a16:creationId xmlns:a16="http://schemas.microsoft.com/office/drawing/2014/main" id="{264BA7C0-B138-431D-801E-995913A2B56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53831834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01" name="3D Model 500" descr="Sphere">
                            <a:extLst>
                              <a:ext uri="{FF2B5EF4-FFF2-40B4-BE49-F238E27FC236}">
                                <a16:creationId xmlns:a16="http://schemas.microsoft.com/office/drawing/2014/main" id="{264BA7C0-B138-431D-801E-995913A2B56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222783" y="232672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02" name="Flowchart: Connector 501">
                        <a:extLst>
                          <a:ext uri="{FF2B5EF4-FFF2-40B4-BE49-F238E27FC236}">
                            <a16:creationId xmlns:a16="http://schemas.microsoft.com/office/drawing/2014/main" id="{D22CCAFE-8314-40F8-A2AC-E4B1EE055A9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03" name="3D Model 502" descr="Sphere">
                            <a:extLst>
                              <a:ext uri="{FF2B5EF4-FFF2-40B4-BE49-F238E27FC236}">
                                <a16:creationId xmlns:a16="http://schemas.microsoft.com/office/drawing/2014/main" id="{C6B1DA16-6D44-4BF5-8BBD-CFD9B019426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1116686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03" name="3D Model 502" descr="Sphere">
                            <a:extLst>
                              <a:ext uri="{FF2B5EF4-FFF2-40B4-BE49-F238E27FC236}">
                                <a16:creationId xmlns:a16="http://schemas.microsoft.com/office/drawing/2014/main" id="{C6B1DA16-6D44-4BF5-8BBD-CFD9B019426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264484" y="234259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04" name="Flowchart: Connector 503">
                        <a:extLst>
                          <a:ext uri="{FF2B5EF4-FFF2-40B4-BE49-F238E27FC236}">
                            <a16:creationId xmlns:a16="http://schemas.microsoft.com/office/drawing/2014/main" id="{B92F046C-5BD2-4AA4-A1D1-128A444F8B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05" name="3D Model 504" descr="Sphere">
                            <a:extLst>
                              <a:ext uri="{FF2B5EF4-FFF2-40B4-BE49-F238E27FC236}">
                                <a16:creationId xmlns:a16="http://schemas.microsoft.com/office/drawing/2014/main" id="{183E5C35-CA18-48AB-A67A-96AC927EAE4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695397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06" name="Flowchart: Connector 505">
                        <a:extLst>
                          <a:ext uri="{FF2B5EF4-FFF2-40B4-BE49-F238E27FC236}">
                            <a16:creationId xmlns:a16="http://schemas.microsoft.com/office/drawing/2014/main" id="{5FD3039C-C74F-4D64-9CE1-A825A58192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07" name="3D Model 506" descr="Sphere">
                            <a:extLst>
                              <a:ext uri="{FF2B5EF4-FFF2-40B4-BE49-F238E27FC236}">
                                <a16:creationId xmlns:a16="http://schemas.microsoft.com/office/drawing/2014/main" id="{4A2DDF21-F1C5-49A1-8E60-76CDFEF1C4A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350267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476" name="Flowchart: Connector 475">
                      <a:extLst>
                        <a:ext uri="{FF2B5EF4-FFF2-40B4-BE49-F238E27FC236}">
                          <a16:creationId xmlns:a16="http://schemas.microsoft.com/office/drawing/2014/main" id="{79C5D455-EC16-4699-9455-39FF374B7D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77" name="Flowchart: Connector 476">
                      <a:extLst>
                        <a:ext uri="{FF2B5EF4-FFF2-40B4-BE49-F238E27FC236}">
                          <a16:creationId xmlns:a16="http://schemas.microsoft.com/office/drawing/2014/main" id="{1D0DFC26-DE98-43B5-9504-919BE171D9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78" name="Flowchart: Connector 477">
                      <a:extLst>
                        <a:ext uri="{FF2B5EF4-FFF2-40B4-BE49-F238E27FC236}">
                          <a16:creationId xmlns:a16="http://schemas.microsoft.com/office/drawing/2014/main" id="{A2222112-E469-4D4D-8806-434CF4DC43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79" name="Flowchart: Connector 478">
                      <a:extLst>
                        <a:ext uri="{FF2B5EF4-FFF2-40B4-BE49-F238E27FC236}">
                          <a16:creationId xmlns:a16="http://schemas.microsoft.com/office/drawing/2014/main" id="{37F78A73-881B-40D5-B98E-1A5A490D0A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80" name="Flowchart: Connector 479">
                      <a:extLst>
                        <a:ext uri="{FF2B5EF4-FFF2-40B4-BE49-F238E27FC236}">
                          <a16:creationId xmlns:a16="http://schemas.microsoft.com/office/drawing/2014/main" id="{AFB075DE-3861-48B3-A54B-CE1A2CBE60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81" name="Flowchart: Connector 480">
                      <a:extLst>
                        <a:ext uri="{FF2B5EF4-FFF2-40B4-BE49-F238E27FC236}">
                          <a16:creationId xmlns:a16="http://schemas.microsoft.com/office/drawing/2014/main" id="{554B6B29-ED3A-47A6-8897-1FEABB3548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82" name="Flowchart: Connector 481">
                      <a:extLst>
                        <a:ext uri="{FF2B5EF4-FFF2-40B4-BE49-F238E27FC236}">
                          <a16:creationId xmlns:a16="http://schemas.microsoft.com/office/drawing/2014/main" id="{D7F77424-82AC-47AC-8349-3579496D28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83" name="Flowchart: Connector 482">
                      <a:extLst>
                        <a:ext uri="{FF2B5EF4-FFF2-40B4-BE49-F238E27FC236}">
                          <a16:creationId xmlns:a16="http://schemas.microsoft.com/office/drawing/2014/main" id="{70E368D7-2DFE-41A4-9F25-321CA1AF1A9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84" name="Flowchart: Connector 483">
                      <a:extLst>
                        <a:ext uri="{FF2B5EF4-FFF2-40B4-BE49-F238E27FC236}">
                          <a16:creationId xmlns:a16="http://schemas.microsoft.com/office/drawing/2014/main" id="{DE849723-1E19-41E4-A974-93891C6CD6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85" name="3D Model 484" descr="Sphere">
                          <a:extLst>
                            <a:ext uri="{FF2B5EF4-FFF2-40B4-BE49-F238E27FC236}">
                              <a16:creationId xmlns:a16="http://schemas.microsoft.com/office/drawing/2014/main" id="{E392EAF6-8834-406F-86CA-8AE04F51D4E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25620997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85" name="3D Model 484" descr="Sphere">
                          <a:extLst>
                            <a:ext uri="{FF2B5EF4-FFF2-40B4-BE49-F238E27FC236}">
                              <a16:creationId xmlns:a16="http://schemas.microsoft.com/office/drawing/2014/main" id="{E392EAF6-8834-406F-86CA-8AE04F51D4E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224025" y="2267602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86" name="Flowchart: Connector 485">
                      <a:extLst>
                        <a:ext uri="{FF2B5EF4-FFF2-40B4-BE49-F238E27FC236}">
                          <a16:creationId xmlns:a16="http://schemas.microsoft.com/office/drawing/2014/main" id="{BCACA5EE-394A-405F-98B0-483B92B9FD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87" name="3D Model 486" descr="Sphere">
                          <a:extLst>
                            <a:ext uri="{FF2B5EF4-FFF2-40B4-BE49-F238E27FC236}">
                              <a16:creationId xmlns:a16="http://schemas.microsoft.com/office/drawing/2014/main" id="{7A2DCE6F-9C05-4A7C-B3AF-B30F2B8EA8A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73470297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87" name="3D Model 486" descr="Sphere">
                          <a:extLst>
                            <a:ext uri="{FF2B5EF4-FFF2-40B4-BE49-F238E27FC236}">
                              <a16:creationId xmlns:a16="http://schemas.microsoft.com/office/drawing/2014/main" id="{7A2DCE6F-9C05-4A7C-B3AF-B30F2B8EA8A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266749" y="2284614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88" name="Flowchart: Connector 487">
                      <a:extLst>
                        <a:ext uri="{FF2B5EF4-FFF2-40B4-BE49-F238E27FC236}">
                          <a16:creationId xmlns:a16="http://schemas.microsoft.com/office/drawing/2014/main" id="{B0599F58-93F5-4CF8-A46D-BCD236AF99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89" name="3D Model 488" descr="Sphere">
                          <a:extLst>
                            <a:ext uri="{FF2B5EF4-FFF2-40B4-BE49-F238E27FC236}">
                              <a16:creationId xmlns:a16="http://schemas.microsoft.com/office/drawing/2014/main" id="{35E3BD2E-BC4B-4CB6-9E17-43B614D5496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87973966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89" name="3D Model 488" descr="Sphere">
                          <a:extLst>
                            <a:ext uri="{FF2B5EF4-FFF2-40B4-BE49-F238E27FC236}">
                              <a16:creationId xmlns:a16="http://schemas.microsoft.com/office/drawing/2014/main" id="{35E3BD2E-BC4B-4CB6-9E17-43B614D5496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08636" y="2293630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90" name="Flowchart: Connector 489">
                      <a:extLst>
                        <a:ext uri="{FF2B5EF4-FFF2-40B4-BE49-F238E27FC236}">
                          <a16:creationId xmlns:a16="http://schemas.microsoft.com/office/drawing/2014/main" id="{9A4181CD-61F9-4ABE-A9A5-202B9D8450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91" name="3D Model 490" descr="Sphere">
                          <a:extLst>
                            <a:ext uri="{FF2B5EF4-FFF2-40B4-BE49-F238E27FC236}">
                              <a16:creationId xmlns:a16="http://schemas.microsoft.com/office/drawing/2014/main" id="{5DB00BF2-FEF3-4A21-8D32-D13B3D5675F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3493382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91" name="3D Model 490" descr="Sphere">
                          <a:extLst>
                            <a:ext uri="{FF2B5EF4-FFF2-40B4-BE49-F238E27FC236}">
                              <a16:creationId xmlns:a16="http://schemas.microsoft.com/office/drawing/2014/main" id="{5DB00BF2-FEF3-4A21-8D32-D13B3D5675F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355262" y="2310024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381" name="Group 380">
                  <a:extLst>
                    <a:ext uri="{FF2B5EF4-FFF2-40B4-BE49-F238E27FC236}">
                      <a16:creationId xmlns:a16="http://schemas.microsoft.com/office/drawing/2014/main" id="{D5717A84-A36B-4C2C-B5EF-2599F32F33F5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51" name="Freeform: Shape 450">
                    <a:extLst>
                      <a:ext uri="{FF2B5EF4-FFF2-40B4-BE49-F238E27FC236}">
                        <a16:creationId xmlns:a16="http://schemas.microsoft.com/office/drawing/2014/main" id="{2E0AACAB-B18C-421A-AE77-8C106135004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52" name="Rectangle: Rounded Corners 451">
                    <a:extLst>
                      <a:ext uri="{FF2B5EF4-FFF2-40B4-BE49-F238E27FC236}">
                        <a16:creationId xmlns:a16="http://schemas.microsoft.com/office/drawing/2014/main" id="{C58A99A8-CAFD-447B-A190-A9509D039ED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2" name="Group 381">
                  <a:extLst>
                    <a:ext uri="{FF2B5EF4-FFF2-40B4-BE49-F238E27FC236}">
                      <a16:creationId xmlns:a16="http://schemas.microsoft.com/office/drawing/2014/main" id="{6A631132-0950-4233-A6D0-FCD0DA99A378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49" name="Freeform: Shape 448">
                    <a:extLst>
                      <a:ext uri="{FF2B5EF4-FFF2-40B4-BE49-F238E27FC236}">
                        <a16:creationId xmlns:a16="http://schemas.microsoft.com/office/drawing/2014/main" id="{A5E802BA-1C57-48C0-9653-4012B69FC43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50" name="Rectangle: Rounded Corners 449">
                    <a:extLst>
                      <a:ext uri="{FF2B5EF4-FFF2-40B4-BE49-F238E27FC236}">
                        <a16:creationId xmlns:a16="http://schemas.microsoft.com/office/drawing/2014/main" id="{86266DB8-AAF1-4F6D-980B-ED461B6E4AE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3" name="Group 382">
                  <a:extLst>
                    <a:ext uri="{FF2B5EF4-FFF2-40B4-BE49-F238E27FC236}">
                      <a16:creationId xmlns:a16="http://schemas.microsoft.com/office/drawing/2014/main" id="{134775D7-1EF1-4218-9269-86F294F36707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447" name="Freeform: Shape 446">
                    <a:extLst>
                      <a:ext uri="{FF2B5EF4-FFF2-40B4-BE49-F238E27FC236}">
                        <a16:creationId xmlns:a16="http://schemas.microsoft.com/office/drawing/2014/main" id="{7B4F5D14-B141-4B41-BA92-24ABA7A293C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48" name="Rectangle: Rounded Corners 447">
                    <a:extLst>
                      <a:ext uri="{FF2B5EF4-FFF2-40B4-BE49-F238E27FC236}">
                        <a16:creationId xmlns:a16="http://schemas.microsoft.com/office/drawing/2014/main" id="{644CFEE1-A509-4EFC-95D4-383A357CCE3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4" name="Group 383">
                  <a:extLst>
                    <a:ext uri="{FF2B5EF4-FFF2-40B4-BE49-F238E27FC236}">
                      <a16:creationId xmlns:a16="http://schemas.microsoft.com/office/drawing/2014/main" id="{BA375CE1-2A5F-4E67-8A2C-927BC30633C4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45" name="Freeform: Shape 444">
                    <a:extLst>
                      <a:ext uri="{FF2B5EF4-FFF2-40B4-BE49-F238E27FC236}">
                        <a16:creationId xmlns:a16="http://schemas.microsoft.com/office/drawing/2014/main" id="{4696C1CF-DF5D-4D08-87F2-C992F548F09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46" name="Rectangle: Rounded Corners 445">
                    <a:extLst>
                      <a:ext uri="{FF2B5EF4-FFF2-40B4-BE49-F238E27FC236}">
                        <a16:creationId xmlns:a16="http://schemas.microsoft.com/office/drawing/2014/main" id="{6AC94F57-B752-4F3A-87C2-B927AEDC0D1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5" name="Group 384">
                  <a:extLst>
                    <a:ext uri="{FF2B5EF4-FFF2-40B4-BE49-F238E27FC236}">
                      <a16:creationId xmlns:a16="http://schemas.microsoft.com/office/drawing/2014/main" id="{116B9F42-820D-4144-997C-805C353553DE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43" name="Freeform: Shape 442">
                    <a:extLst>
                      <a:ext uri="{FF2B5EF4-FFF2-40B4-BE49-F238E27FC236}">
                        <a16:creationId xmlns:a16="http://schemas.microsoft.com/office/drawing/2014/main" id="{8F56E583-2346-407E-9151-AFF82D3AFD4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44" name="Rectangle: Rounded Corners 443">
                    <a:extLst>
                      <a:ext uri="{FF2B5EF4-FFF2-40B4-BE49-F238E27FC236}">
                        <a16:creationId xmlns:a16="http://schemas.microsoft.com/office/drawing/2014/main" id="{7D31E766-D0C7-4C00-8084-D35BD1BD6A3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id="{4426644F-D0C8-4D85-8CD4-96E5A7B11C2F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41" name="Freeform: Shape 440">
                    <a:extLst>
                      <a:ext uri="{FF2B5EF4-FFF2-40B4-BE49-F238E27FC236}">
                        <a16:creationId xmlns:a16="http://schemas.microsoft.com/office/drawing/2014/main" id="{3B43C26C-BC11-4B5C-869C-DC1DDC2F58C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42" name="Rectangle: Rounded Corners 441">
                    <a:extLst>
                      <a:ext uri="{FF2B5EF4-FFF2-40B4-BE49-F238E27FC236}">
                        <a16:creationId xmlns:a16="http://schemas.microsoft.com/office/drawing/2014/main" id="{9B5644E1-1884-4D76-AF12-370A8C71853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id="{E0EF86E2-5262-4CDC-8F56-43825DECDF7F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39" name="Freeform: Shape 438">
                    <a:extLst>
                      <a:ext uri="{FF2B5EF4-FFF2-40B4-BE49-F238E27FC236}">
                        <a16:creationId xmlns:a16="http://schemas.microsoft.com/office/drawing/2014/main" id="{74F1CE80-9FF2-418F-94C1-E592FB2C00E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40" name="Rectangle: Rounded Corners 439">
                    <a:extLst>
                      <a:ext uri="{FF2B5EF4-FFF2-40B4-BE49-F238E27FC236}">
                        <a16:creationId xmlns:a16="http://schemas.microsoft.com/office/drawing/2014/main" id="{05ABEE34-63E8-479E-94F6-55286D9D9E2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8" name="Group 387">
                  <a:extLst>
                    <a:ext uri="{FF2B5EF4-FFF2-40B4-BE49-F238E27FC236}">
                      <a16:creationId xmlns:a16="http://schemas.microsoft.com/office/drawing/2014/main" id="{8B75F640-297C-4D08-95B4-5A86A93B423F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37" name="Freeform: Shape 436">
                    <a:extLst>
                      <a:ext uri="{FF2B5EF4-FFF2-40B4-BE49-F238E27FC236}">
                        <a16:creationId xmlns:a16="http://schemas.microsoft.com/office/drawing/2014/main" id="{28120ADD-D53B-423A-A0FC-7A050A5EC01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38" name="Rectangle: Rounded Corners 437">
                    <a:extLst>
                      <a:ext uri="{FF2B5EF4-FFF2-40B4-BE49-F238E27FC236}">
                        <a16:creationId xmlns:a16="http://schemas.microsoft.com/office/drawing/2014/main" id="{B8DD66CC-2D44-4C0B-93FC-F167D361EFE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89" name="Group 388">
                  <a:extLst>
                    <a:ext uri="{FF2B5EF4-FFF2-40B4-BE49-F238E27FC236}">
                      <a16:creationId xmlns:a16="http://schemas.microsoft.com/office/drawing/2014/main" id="{6627B444-C854-411A-91B7-117865F784AE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35" name="Freeform: Shape 434">
                    <a:extLst>
                      <a:ext uri="{FF2B5EF4-FFF2-40B4-BE49-F238E27FC236}">
                        <a16:creationId xmlns:a16="http://schemas.microsoft.com/office/drawing/2014/main" id="{896C39A1-4ABC-493A-8160-2BDD753BAC2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36" name="Rectangle: Rounded Corners 435">
                    <a:extLst>
                      <a:ext uri="{FF2B5EF4-FFF2-40B4-BE49-F238E27FC236}">
                        <a16:creationId xmlns:a16="http://schemas.microsoft.com/office/drawing/2014/main" id="{2DC09646-92E0-4DA3-A3B5-F629B25D18C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0" name="Group 389">
                  <a:extLst>
                    <a:ext uri="{FF2B5EF4-FFF2-40B4-BE49-F238E27FC236}">
                      <a16:creationId xmlns:a16="http://schemas.microsoft.com/office/drawing/2014/main" id="{70B82054-CACB-4A1B-9685-6D4F3B295120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433" name="Freeform: Shape 432">
                    <a:extLst>
                      <a:ext uri="{FF2B5EF4-FFF2-40B4-BE49-F238E27FC236}">
                        <a16:creationId xmlns:a16="http://schemas.microsoft.com/office/drawing/2014/main" id="{0AE6D134-090B-4088-B4BE-52AFFD74E4B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34" name="Rectangle: Rounded Corners 433">
                    <a:extLst>
                      <a:ext uri="{FF2B5EF4-FFF2-40B4-BE49-F238E27FC236}">
                        <a16:creationId xmlns:a16="http://schemas.microsoft.com/office/drawing/2014/main" id="{F1CEE750-F7EE-4E40-9F58-2CE8D536BB0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1" name="Group 390">
                  <a:extLst>
                    <a:ext uri="{FF2B5EF4-FFF2-40B4-BE49-F238E27FC236}">
                      <a16:creationId xmlns:a16="http://schemas.microsoft.com/office/drawing/2014/main" id="{0F681319-5A99-46BC-BC03-472F70734F4A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31" name="Freeform: Shape 430">
                    <a:extLst>
                      <a:ext uri="{FF2B5EF4-FFF2-40B4-BE49-F238E27FC236}">
                        <a16:creationId xmlns:a16="http://schemas.microsoft.com/office/drawing/2014/main" id="{DF9035C9-D3CA-4821-B087-4A03F6A9C23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32" name="Rectangle: Rounded Corners 431">
                    <a:extLst>
                      <a:ext uri="{FF2B5EF4-FFF2-40B4-BE49-F238E27FC236}">
                        <a16:creationId xmlns:a16="http://schemas.microsoft.com/office/drawing/2014/main" id="{1C00B0E0-5925-4876-A089-D794B146A67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2" name="Group 391">
                  <a:extLst>
                    <a:ext uri="{FF2B5EF4-FFF2-40B4-BE49-F238E27FC236}">
                      <a16:creationId xmlns:a16="http://schemas.microsoft.com/office/drawing/2014/main" id="{00233B88-913F-446D-8CFB-33806F20BD20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29" name="Freeform: Shape 428">
                    <a:extLst>
                      <a:ext uri="{FF2B5EF4-FFF2-40B4-BE49-F238E27FC236}">
                        <a16:creationId xmlns:a16="http://schemas.microsoft.com/office/drawing/2014/main" id="{306D4441-60A7-4D5A-8D6D-D33F155AB14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30" name="Rectangle: Rounded Corners 429">
                    <a:extLst>
                      <a:ext uri="{FF2B5EF4-FFF2-40B4-BE49-F238E27FC236}">
                        <a16:creationId xmlns:a16="http://schemas.microsoft.com/office/drawing/2014/main" id="{EE5D7241-631C-41B5-861D-BC3C53DC991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3" name="Group 392">
                  <a:extLst>
                    <a:ext uri="{FF2B5EF4-FFF2-40B4-BE49-F238E27FC236}">
                      <a16:creationId xmlns:a16="http://schemas.microsoft.com/office/drawing/2014/main" id="{92AC7419-E61C-4918-A640-1D05AC5DE113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27" name="Freeform: Shape 426">
                    <a:extLst>
                      <a:ext uri="{FF2B5EF4-FFF2-40B4-BE49-F238E27FC236}">
                        <a16:creationId xmlns:a16="http://schemas.microsoft.com/office/drawing/2014/main" id="{D2FC785D-9AB4-493B-BFC4-B956CD7BBF2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28" name="Rectangle: Rounded Corners 427">
                    <a:extLst>
                      <a:ext uri="{FF2B5EF4-FFF2-40B4-BE49-F238E27FC236}">
                        <a16:creationId xmlns:a16="http://schemas.microsoft.com/office/drawing/2014/main" id="{E76B9332-58E9-4A0F-9B7F-DCEE726A3EB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4" name="Group 393">
                  <a:extLst>
                    <a:ext uri="{FF2B5EF4-FFF2-40B4-BE49-F238E27FC236}">
                      <a16:creationId xmlns:a16="http://schemas.microsoft.com/office/drawing/2014/main" id="{1B814586-DF22-4C62-80B3-08BD462F8699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25" name="Freeform: Shape 424">
                    <a:extLst>
                      <a:ext uri="{FF2B5EF4-FFF2-40B4-BE49-F238E27FC236}">
                        <a16:creationId xmlns:a16="http://schemas.microsoft.com/office/drawing/2014/main" id="{F96A67CF-B5D9-4ADC-A530-253F8789245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26" name="Rectangle: Rounded Corners 425">
                    <a:extLst>
                      <a:ext uri="{FF2B5EF4-FFF2-40B4-BE49-F238E27FC236}">
                        <a16:creationId xmlns:a16="http://schemas.microsoft.com/office/drawing/2014/main" id="{BF6E1328-BE61-47EC-A094-AC437C8B5F8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B74ABFDD-DEC0-468A-BC53-149837852287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23" name="Freeform: Shape 422">
                    <a:extLst>
                      <a:ext uri="{FF2B5EF4-FFF2-40B4-BE49-F238E27FC236}">
                        <a16:creationId xmlns:a16="http://schemas.microsoft.com/office/drawing/2014/main" id="{05C71875-7F0F-403C-BD0D-4A439A803E0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24" name="Rectangle: Rounded Corners 423">
                    <a:extLst>
                      <a:ext uri="{FF2B5EF4-FFF2-40B4-BE49-F238E27FC236}">
                        <a16:creationId xmlns:a16="http://schemas.microsoft.com/office/drawing/2014/main" id="{9F94ACB6-12B5-4816-BF01-3B72E8893ED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6" name="Group 395">
                  <a:extLst>
                    <a:ext uri="{FF2B5EF4-FFF2-40B4-BE49-F238E27FC236}">
                      <a16:creationId xmlns:a16="http://schemas.microsoft.com/office/drawing/2014/main" id="{E1F05D50-69D4-4F52-9396-EAE3EB808552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21" name="Freeform: Shape 420">
                    <a:extLst>
                      <a:ext uri="{FF2B5EF4-FFF2-40B4-BE49-F238E27FC236}">
                        <a16:creationId xmlns:a16="http://schemas.microsoft.com/office/drawing/2014/main" id="{E78A828F-F57F-4AAB-B9B4-E5484FC84FA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22" name="Rectangle: Rounded Corners 421">
                    <a:extLst>
                      <a:ext uri="{FF2B5EF4-FFF2-40B4-BE49-F238E27FC236}">
                        <a16:creationId xmlns:a16="http://schemas.microsoft.com/office/drawing/2014/main" id="{330A88EE-E882-40C8-B6A8-E88B006CE2F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7" name="Group 396">
                  <a:extLst>
                    <a:ext uri="{FF2B5EF4-FFF2-40B4-BE49-F238E27FC236}">
                      <a16:creationId xmlns:a16="http://schemas.microsoft.com/office/drawing/2014/main" id="{73C18211-953B-47D5-8DCF-53CF2EEA1513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19" name="Freeform: Shape 418">
                    <a:extLst>
                      <a:ext uri="{FF2B5EF4-FFF2-40B4-BE49-F238E27FC236}">
                        <a16:creationId xmlns:a16="http://schemas.microsoft.com/office/drawing/2014/main" id="{6B64E583-2666-4A78-878D-330A8A10C50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20" name="Rectangle: Rounded Corners 419">
                    <a:extLst>
                      <a:ext uri="{FF2B5EF4-FFF2-40B4-BE49-F238E27FC236}">
                        <a16:creationId xmlns:a16="http://schemas.microsoft.com/office/drawing/2014/main" id="{BEBB95E5-F9B9-443F-A106-D4C5CCE7CEC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17A18DF6-49AA-4D0B-A8E0-46F17F8934EF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17" name="Freeform: Shape 416">
                    <a:extLst>
                      <a:ext uri="{FF2B5EF4-FFF2-40B4-BE49-F238E27FC236}">
                        <a16:creationId xmlns:a16="http://schemas.microsoft.com/office/drawing/2014/main" id="{F865F58A-7A4F-4B46-A5C4-E4BFD55FED5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18" name="Rectangle: Rounded Corners 417">
                    <a:extLst>
                      <a:ext uri="{FF2B5EF4-FFF2-40B4-BE49-F238E27FC236}">
                        <a16:creationId xmlns:a16="http://schemas.microsoft.com/office/drawing/2014/main" id="{63FB0926-EF82-49AA-8572-DBF08C04C93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D8073174-DF25-4DBF-9C06-3E881D73C75E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15" name="Freeform: Shape 414">
                    <a:extLst>
                      <a:ext uri="{FF2B5EF4-FFF2-40B4-BE49-F238E27FC236}">
                        <a16:creationId xmlns:a16="http://schemas.microsoft.com/office/drawing/2014/main" id="{BEFB5B56-E9DA-4E8A-A393-856C435D6F2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16" name="Rectangle: Rounded Corners 415">
                    <a:extLst>
                      <a:ext uri="{FF2B5EF4-FFF2-40B4-BE49-F238E27FC236}">
                        <a16:creationId xmlns:a16="http://schemas.microsoft.com/office/drawing/2014/main" id="{76978D04-240F-48FA-979B-47C2B7167FE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400" name="Group 399">
                  <a:extLst>
                    <a:ext uri="{FF2B5EF4-FFF2-40B4-BE49-F238E27FC236}">
                      <a16:creationId xmlns:a16="http://schemas.microsoft.com/office/drawing/2014/main" id="{DAD3841D-0AD8-4B38-8969-C2151B2FC443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13" name="Freeform: Shape 412">
                    <a:extLst>
                      <a:ext uri="{FF2B5EF4-FFF2-40B4-BE49-F238E27FC236}">
                        <a16:creationId xmlns:a16="http://schemas.microsoft.com/office/drawing/2014/main" id="{8649BA3D-364E-4D54-8DC0-E187026A7B6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14" name="Rectangle: Rounded Corners 413">
                    <a:extLst>
                      <a:ext uri="{FF2B5EF4-FFF2-40B4-BE49-F238E27FC236}">
                        <a16:creationId xmlns:a16="http://schemas.microsoft.com/office/drawing/2014/main" id="{E12BD179-41BC-43AD-A27A-E3B72375CE1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401" name="Group 400">
                  <a:extLst>
                    <a:ext uri="{FF2B5EF4-FFF2-40B4-BE49-F238E27FC236}">
                      <a16:creationId xmlns:a16="http://schemas.microsoft.com/office/drawing/2014/main" id="{E4787D5E-C17F-4BE1-B0EC-90CCAC376765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11" name="Freeform: Shape 410">
                    <a:extLst>
                      <a:ext uri="{FF2B5EF4-FFF2-40B4-BE49-F238E27FC236}">
                        <a16:creationId xmlns:a16="http://schemas.microsoft.com/office/drawing/2014/main" id="{E925E788-80E2-46FD-B1BD-4DE2DE9189D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12" name="Rectangle: Rounded Corners 411">
                    <a:extLst>
                      <a:ext uri="{FF2B5EF4-FFF2-40B4-BE49-F238E27FC236}">
                        <a16:creationId xmlns:a16="http://schemas.microsoft.com/office/drawing/2014/main" id="{5DB44B87-0870-4412-9B6C-7895D6CE6F2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402" name="Group 401">
                  <a:extLst>
                    <a:ext uri="{FF2B5EF4-FFF2-40B4-BE49-F238E27FC236}">
                      <a16:creationId xmlns:a16="http://schemas.microsoft.com/office/drawing/2014/main" id="{794303B9-3321-46C7-8906-9531FD7E7FAA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09" name="Freeform: Shape 408">
                    <a:extLst>
                      <a:ext uri="{FF2B5EF4-FFF2-40B4-BE49-F238E27FC236}">
                        <a16:creationId xmlns:a16="http://schemas.microsoft.com/office/drawing/2014/main" id="{DF0B970A-8922-4816-9E82-D4D464D1A21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10" name="Rectangle: Rounded Corners 409">
                    <a:extLst>
                      <a:ext uri="{FF2B5EF4-FFF2-40B4-BE49-F238E27FC236}">
                        <a16:creationId xmlns:a16="http://schemas.microsoft.com/office/drawing/2014/main" id="{D9561A67-9C63-490D-92B1-CD9A6175C58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403" name="Group 402">
                  <a:extLst>
                    <a:ext uri="{FF2B5EF4-FFF2-40B4-BE49-F238E27FC236}">
                      <a16:creationId xmlns:a16="http://schemas.microsoft.com/office/drawing/2014/main" id="{2E413F1B-01D1-4790-8FFE-AF1BFEAAF5EC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407" name="Freeform: Shape 406">
                    <a:extLst>
                      <a:ext uri="{FF2B5EF4-FFF2-40B4-BE49-F238E27FC236}">
                        <a16:creationId xmlns:a16="http://schemas.microsoft.com/office/drawing/2014/main" id="{1E3A80F3-569E-4805-902C-D1ECB4B78F5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08" name="Rectangle: Rounded Corners 407">
                    <a:extLst>
                      <a:ext uri="{FF2B5EF4-FFF2-40B4-BE49-F238E27FC236}">
                        <a16:creationId xmlns:a16="http://schemas.microsoft.com/office/drawing/2014/main" id="{D2785D01-A643-4F4A-A50B-16CD41A17B2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404" name="Group 403">
                  <a:extLst>
                    <a:ext uri="{FF2B5EF4-FFF2-40B4-BE49-F238E27FC236}">
                      <a16:creationId xmlns:a16="http://schemas.microsoft.com/office/drawing/2014/main" id="{C3F907B3-DD86-4991-AB9E-D1A33037C8CC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405" name="Freeform: Shape 404">
                    <a:extLst>
                      <a:ext uri="{FF2B5EF4-FFF2-40B4-BE49-F238E27FC236}">
                        <a16:creationId xmlns:a16="http://schemas.microsoft.com/office/drawing/2014/main" id="{76510B6B-3160-4DE3-8B3A-2C6EF2868EA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06" name="Rectangle: Rounded Corners 405">
                    <a:extLst>
                      <a:ext uri="{FF2B5EF4-FFF2-40B4-BE49-F238E27FC236}">
                        <a16:creationId xmlns:a16="http://schemas.microsoft.com/office/drawing/2014/main" id="{A05C2848-FDF0-4250-AD86-637D39E4356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D9611FF4-993F-43E9-91EB-59575AFD3DC3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C78162DC-A439-4FDE-9B9E-C0F2D816C4BF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AC2E82A-EBE0-4EC1-8AEC-382438494E1C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B09F8E6C-1585-4DFB-8F93-BD3527D9ED24}"/>
                </a:ext>
              </a:extLst>
            </p:cNvPr>
            <p:cNvGrpSpPr/>
            <p:nvPr/>
          </p:nvGrpSpPr>
          <p:grpSpPr>
            <a:xfrm>
              <a:off x="3528453" y="2101500"/>
              <a:ext cx="531923" cy="573923"/>
              <a:chOff x="163719" y="1822501"/>
              <a:chExt cx="3062199" cy="3047160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394334DD-9308-42DF-9767-B1022462F7C2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744" name="Group 743">
                  <a:extLst>
                    <a:ext uri="{FF2B5EF4-FFF2-40B4-BE49-F238E27FC236}">
                      <a16:creationId xmlns:a16="http://schemas.microsoft.com/office/drawing/2014/main" id="{26E0F5D3-6EEA-456B-8624-CE1CCD820597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103" name="Freeform: Shape 1102">
                    <a:extLst>
                      <a:ext uri="{FF2B5EF4-FFF2-40B4-BE49-F238E27FC236}">
                        <a16:creationId xmlns:a16="http://schemas.microsoft.com/office/drawing/2014/main" id="{DE836989-B1ED-4BCF-867B-7BF5AE46BED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04" name="Rectangle: Rounded Corners 1103">
                    <a:extLst>
                      <a:ext uri="{FF2B5EF4-FFF2-40B4-BE49-F238E27FC236}">
                        <a16:creationId xmlns:a16="http://schemas.microsoft.com/office/drawing/2014/main" id="{16305185-E550-42F6-910F-BD822AFC6CB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45" name="Group 744">
                  <a:extLst>
                    <a:ext uri="{FF2B5EF4-FFF2-40B4-BE49-F238E27FC236}">
                      <a16:creationId xmlns:a16="http://schemas.microsoft.com/office/drawing/2014/main" id="{57F60A36-622A-48F5-8D53-589AF2B4AA29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101" name="Freeform: Shape 1100">
                    <a:extLst>
                      <a:ext uri="{FF2B5EF4-FFF2-40B4-BE49-F238E27FC236}">
                        <a16:creationId xmlns:a16="http://schemas.microsoft.com/office/drawing/2014/main" id="{D24BD046-6F78-417C-BE09-AFE03BD67FC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02" name="Rectangle: Rounded Corners 1101">
                    <a:extLst>
                      <a:ext uri="{FF2B5EF4-FFF2-40B4-BE49-F238E27FC236}">
                        <a16:creationId xmlns:a16="http://schemas.microsoft.com/office/drawing/2014/main" id="{75C05EEA-E97C-4464-887F-CFFDD8166B5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46" name="Group 745">
                  <a:extLst>
                    <a:ext uri="{FF2B5EF4-FFF2-40B4-BE49-F238E27FC236}">
                      <a16:creationId xmlns:a16="http://schemas.microsoft.com/office/drawing/2014/main" id="{D9F0562B-30FF-44C4-95B6-ACBC75D8907A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819" name="Group 818">
                    <a:extLst>
                      <a:ext uri="{FF2B5EF4-FFF2-40B4-BE49-F238E27FC236}">
                        <a16:creationId xmlns:a16="http://schemas.microsoft.com/office/drawing/2014/main" id="{5506EB34-1A2E-43FE-A20C-4DB3F05A9052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1040" name="Group 1039">
                      <a:extLst>
                        <a:ext uri="{FF2B5EF4-FFF2-40B4-BE49-F238E27FC236}">
                          <a16:creationId xmlns:a16="http://schemas.microsoft.com/office/drawing/2014/main" id="{C391C3FC-4A7C-444A-AA8D-76265FA68B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1097" name="Flowchart: Connector 1096">
                        <a:extLst>
                          <a:ext uri="{FF2B5EF4-FFF2-40B4-BE49-F238E27FC236}">
                            <a16:creationId xmlns:a16="http://schemas.microsoft.com/office/drawing/2014/main" id="{4FEA48BC-4C27-4A51-9A1F-B24D15F388F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98" name="Flowchart: Connector 1097">
                        <a:extLst>
                          <a:ext uri="{FF2B5EF4-FFF2-40B4-BE49-F238E27FC236}">
                            <a16:creationId xmlns:a16="http://schemas.microsoft.com/office/drawing/2014/main" id="{49A28CAE-CBE5-4344-8942-97D77CD011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99" name="Flowchart: Connector 1098">
                        <a:extLst>
                          <a:ext uri="{FF2B5EF4-FFF2-40B4-BE49-F238E27FC236}">
                            <a16:creationId xmlns:a16="http://schemas.microsoft.com/office/drawing/2014/main" id="{DA513BA5-A45C-45BD-8FFE-74AFFAF16D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0" name="Flowchart: Connector 1099">
                        <a:extLst>
                          <a:ext uri="{FF2B5EF4-FFF2-40B4-BE49-F238E27FC236}">
                            <a16:creationId xmlns:a16="http://schemas.microsoft.com/office/drawing/2014/main" id="{4F339DAA-DECE-433A-A72C-5965333ACA9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041" name="Group 1040">
                      <a:extLst>
                        <a:ext uri="{FF2B5EF4-FFF2-40B4-BE49-F238E27FC236}">
                          <a16:creationId xmlns:a16="http://schemas.microsoft.com/office/drawing/2014/main" id="{FFF6FEBA-FCF7-4AD9-BC41-FCDB34ACFC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1042" name="Group 1041">
                        <a:extLst>
                          <a:ext uri="{FF2B5EF4-FFF2-40B4-BE49-F238E27FC236}">
                            <a16:creationId xmlns:a16="http://schemas.microsoft.com/office/drawing/2014/main" id="{62EF16CB-4111-46A6-9508-C5664AB5DB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90" name="3D Model 1089" descr="Sphere">
                              <a:extLst>
                                <a:ext uri="{FF2B5EF4-FFF2-40B4-BE49-F238E27FC236}">
                                  <a16:creationId xmlns:a16="http://schemas.microsoft.com/office/drawing/2014/main" id="{3E2F0DA7-222A-4DE0-9651-048C19F0AEE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3123945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91" name="Flowchart: Connector 1090">
                          <a:extLst>
                            <a:ext uri="{FF2B5EF4-FFF2-40B4-BE49-F238E27FC236}">
                              <a16:creationId xmlns:a16="http://schemas.microsoft.com/office/drawing/2014/main" id="{8F52DC26-AE4D-4FB6-8D66-C02B3015AEE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92" name="3D Model 1091" descr="Sphere">
                              <a:extLst>
                                <a:ext uri="{FF2B5EF4-FFF2-40B4-BE49-F238E27FC236}">
                                  <a16:creationId xmlns:a16="http://schemas.microsoft.com/office/drawing/2014/main" id="{6A906172-A566-4D57-9D4F-0A5A8FFF969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3229492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93" name="Flowchart: Connector 1092">
                          <a:extLst>
                            <a:ext uri="{FF2B5EF4-FFF2-40B4-BE49-F238E27FC236}">
                              <a16:creationId xmlns:a16="http://schemas.microsoft.com/office/drawing/2014/main" id="{E91C69E5-AAFE-4D65-9B1B-FF8F3C852B1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94" name="3D Model 1093" descr="Sphere">
                              <a:extLst>
                                <a:ext uri="{FF2B5EF4-FFF2-40B4-BE49-F238E27FC236}">
                                  <a16:creationId xmlns:a16="http://schemas.microsoft.com/office/drawing/2014/main" id="{F5150368-93F4-48A8-88F4-294FA549839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9744147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95" name="Flowchart: Connector 1094">
                          <a:extLst>
                            <a:ext uri="{FF2B5EF4-FFF2-40B4-BE49-F238E27FC236}">
                              <a16:creationId xmlns:a16="http://schemas.microsoft.com/office/drawing/2014/main" id="{918CFA20-4666-45B6-8BDA-CD35837001B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96" name="3D Model 1095" descr="Sphere">
                              <a:extLst>
                                <a:ext uri="{FF2B5EF4-FFF2-40B4-BE49-F238E27FC236}">
                                  <a16:creationId xmlns:a16="http://schemas.microsoft.com/office/drawing/2014/main" id="{0CF9EE59-5914-4E01-8E2D-8415A57CEB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1533764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043" name="Group 1042">
                        <a:extLst>
                          <a:ext uri="{FF2B5EF4-FFF2-40B4-BE49-F238E27FC236}">
                            <a16:creationId xmlns:a16="http://schemas.microsoft.com/office/drawing/2014/main" id="{07253A36-3E1D-4BE5-9F46-B7E659111B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1075" name="Flowchart: Connector 1074">
                          <a:extLst>
                            <a:ext uri="{FF2B5EF4-FFF2-40B4-BE49-F238E27FC236}">
                              <a16:creationId xmlns:a16="http://schemas.microsoft.com/office/drawing/2014/main" id="{9573631E-C20B-408F-A890-9114045DDED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76" name="Flowchart: Connector 1075">
                          <a:extLst>
                            <a:ext uri="{FF2B5EF4-FFF2-40B4-BE49-F238E27FC236}">
                              <a16:creationId xmlns:a16="http://schemas.microsoft.com/office/drawing/2014/main" id="{A91753C6-C1BA-447C-934A-7F5604E6929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77" name="Flowchart: Connector 1076">
                          <a:extLst>
                            <a:ext uri="{FF2B5EF4-FFF2-40B4-BE49-F238E27FC236}">
                              <a16:creationId xmlns:a16="http://schemas.microsoft.com/office/drawing/2014/main" id="{414CAC54-C18A-4DE2-A121-D0AE6F9B459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78" name="Flowchart: Connector 1077">
                          <a:extLst>
                            <a:ext uri="{FF2B5EF4-FFF2-40B4-BE49-F238E27FC236}">
                              <a16:creationId xmlns:a16="http://schemas.microsoft.com/office/drawing/2014/main" id="{1218A916-9BDA-4A11-84B3-E4A35D0CC16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79" name="Flowchart: Connector 1078">
                          <a:extLst>
                            <a:ext uri="{FF2B5EF4-FFF2-40B4-BE49-F238E27FC236}">
                              <a16:creationId xmlns:a16="http://schemas.microsoft.com/office/drawing/2014/main" id="{045D913E-A949-479F-AC03-4A073963097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80" name="Flowchart: Connector 1079">
                          <a:extLst>
                            <a:ext uri="{FF2B5EF4-FFF2-40B4-BE49-F238E27FC236}">
                              <a16:creationId xmlns:a16="http://schemas.microsoft.com/office/drawing/2014/main" id="{CE5D65D2-326B-4B2A-B30B-5A883726F6A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81" name="Flowchart: Connector 1080">
                          <a:extLst>
                            <a:ext uri="{FF2B5EF4-FFF2-40B4-BE49-F238E27FC236}">
                              <a16:creationId xmlns:a16="http://schemas.microsoft.com/office/drawing/2014/main" id="{C6BC897C-67F5-4490-8DEB-3AAD7D5454E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82" name="Flowchart: Connector 1081">
                          <a:extLst>
                            <a:ext uri="{FF2B5EF4-FFF2-40B4-BE49-F238E27FC236}">
                              <a16:creationId xmlns:a16="http://schemas.microsoft.com/office/drawing/2014/main" id="{1D3ECDC3-0690-48B4-9A5D-9D1267BA032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83" name="3D Model 1082" descr="Sphere">
                              <a:extLst>
                                <a:ext uri="{FF2B5EF4-FFF2-40B4-BE49-F238E27FC236}">
                                  <a16:creationId xmlns:a16="http://schemas.microsoft.com/office/drawing/2014/main" id="{FB106FB3-296E-460C-A8E0-A981F37BFEC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5215630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84" name="Flowchart: Connector 1083">
                          <a:extLst>
                            <a:ext uri="{FF2B5EF4-FFF2-40B4-BE49-F238E27FC236}">
                              <a16:creationId xmlns:a16="http://schemas.microsoft.com/office/drawing/2014/main" id="{31BC5564-55B3-45C6-834E-94FE0987446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85" name="3D Model 1084" descr="Sphere">
                              <a:extLst>
                                <a:ext uri="{FF2B5EF4-FFF2-40B4-BE49-F238E27FC236}">
                                  <a16:creationId xmlns:a16="http://schemas.microsoft.com/office/drawing/2014/main" id="{AC40AAB1-2390-44EE-9678-F4890547808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7959549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86" name="Flowchart: Connector 1085">
                          <a:extLst>
                            <a:ext uri="{FF2B5EF4-FFF2-40B4-BE49-F238E27FC236}">
                              <a16:creationId xmlns:a16="http://schemas.microsoft.com/office/drawing/2014/main" id="{84D5A42D-D654-4E1F-A201-05FC49A243A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87" name="3D Model 1086" descr="Sphere">
                              <a:extLst>
                                <a:ext uri="{FF2B5EF4-FFF2-40B4-BE49-F238E27FC236}">
                                  <a16:creationId xmlns:a16="http://schemas.microsoft.com/office/drawing/2014/main" id="{0094DD5E-3D05-4716-AC73-DF442D1297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428076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88" name="Flowchart: Connector 1087">
                          <a:extLst>
                            <a:ext uri="{FF2B5EF4-FFF2-40B4-BE49-F238E27FC236}">
                              <a16:creationId xmlns:a16="http://schemas.microsoft.com/office/drawing/2014/main" id="{ED038E8B-D9C4-4500-9C49-051EDF29AA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89" name="3D Model 1088" descr="Sphere">
                              <a:extLst>
                                <a:ext uri="{FF2B5EF4-FFF2-40B4-BE49-F238E27FC236}">
                                  <a16:creationId xmlns:a16="http://schemas.microsoft.com/office/drawing/2014/main" id="{CD13CE30-E9C3-4806-89F2-72FEA6954A6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9800715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044" name="Group 1043">
                        <a:extLst>
                          <a:ext uri="{FF2B5EF4-FFF2-40B4-BE49-F238E27FC236}">
                            <a16:creationId xmlns:a16="http://schemas.microsoft.com/office/drawing/2014/main" id="{80FFEAF3-4D51-485D-BC58-35A6C530494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1060" name="Flowchart: Connector 1059">
                          <a:extLst>
                            <a:ext uri="{FF2B5EF4-FFF2-40B4-BE49-F238E27FC236}">
                              <a16:creationId xmlns:a16="http://schemas.microsoft.com/office/drawing/2014/main" id="{C44F2A9A-5D68-43F4-90B5-BABA29BA990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61" name="Flowchart: Connector 1060">
                          <a:extLst>
                            <a:ext uri="{FF2B5EF4-FFF2-40B4-BE49-F238E27FC236}">
                              <a16:creationId xmlns:a16="http://schemas.microsoft.com/office/drawing/2014/main" id="{F3578458-A8D1-483A-AEDC-648A9E574E6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62" name="Flowchart: Connector 1061">
                          <a:extLst>
                            <a:ext uri="{FF2B5EF4-FFF2-40B4-BE49-F238E27FC236}">
                              <a16:creationId xmlns:a16="http://schemas.microsoft.com/office/drawing/2014/main" id="{E57899AB-499B-45AE-A22D-3BC9EF10DC7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63" name="Flowchart: Connector 1062">
                          <a:extLst>
                            <a:ext uri="{FF2B5EF4-FFF2-40B4-BE49-F238E27FC236}">
                              <a16:creationId xmlns:a16="http://schemas.microsoft.com/office/drawing/2014/main" id="{E7DE3CEA-6FF3-4A74-9A17-89ACBBA52A7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64" name="Flowchart: Connector 1063">
                          <a:extLst>
                            <a:ext uri="{FF2B5EF4-FFF2-40B4-BE49-F238E27FC236}">
                              <a16:creationId xmlns:a16="http://schemas.microsoft.com/office/drawing/2014/main" id="{9B4780AA-B5E5-4A0F-88E6-AAE4D22E884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65" name="Flowchart: Connector 1064">
                          <a:extLst>
                            <a:ext uri="{FF2B5EF4-FFF2-40B4-BE49-F238E27FC236}">
                              <a16:creationId xmlns:a16="http://schemas.microsoft.com/office/drawing/2014/main" id="{12591D73-B5A9-45A0-BB2A-1F6CDE80AFD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66" name="Flowchart: Connector 1065">
                          <a:extLst>
                            <a:ext uri="{FF2B5EF4-FFF2-40B4-BE49-F238E27FC236}">
                              <a16:creationId xmlns:a16="http://schemas.microsoft.com/office/drawing/2014/main" id="{87CBEA46-F4F0-4EF8-A0B0-BB89D8A659D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67" name="Flowchart: Connector 1066">
                          <a:extLst>
                            <a:ext uri="{FF2B5EF4-FFF2-40B4-BE49-F238E27FC236}">
                              <a16:creationId xmlns:a16="http://schemas.microsoft.com/office/drawing/2014/main" id="{7EA98D8A-574F-44CB-A440-CF59C7F746C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68" name="3D Model 1067" descr="Sphere">
                              <a:extLst>
                                <a:ext uri="{FF2B5EF4-FFF2-40B4-BE49-F238E27FC236}">
                                  <a16:creationId xmlns:a16="http://schemas.microsoft.com/office/drawing/2014/main" id="{DB631090-A9C5-4101-BF2A-5F0C766DC07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2874740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69" name="Flowchart: Connector 1068">
                          <a:extLst>
                            <a:ext uri="{FF2B5EF4-FFF2-40B4-BE49-F238E27FC236}">
                              <a16:creationId xmlns:a16="http://schemas.microsoft.com/office/drawing/2014/main" id="{86924F05-6240-497D-B7D3-B546F19651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70" name="3D Model 1069" descr="Sphere">
                              <a:extLst>
                                <a:ext uri="{FF2B5EF4-FFF2-40B4-BE49-F238E27FC236}">
                                  <a16:creationId xmlns:a16="http://schemas.microsoft.com/office/drawing/2014/main" id="{805E9519-6C60-4E04-998D-CA1000EB6E3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3705125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71" name="Flowchart: Connector 1070">
                          <a:extLst>
                            <a:ext uri="{FF2B5EF4-FFF2-40B4-BE49-F238E27FC236}">
                              <a16:creationId xmlns:a16="http://schemas.microsoft.com/office/drawing/2014/main" id="{F94E7ECF-9626-4068-82E4-1E6C60DDA81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72" name="3D Model 1071" descr="Sphere">
                              <a:extLst>
                                <a:ext uri="{FF2B5EF4-FFF2-40B4-BE49-F238E27FC236}">
                                  <a16:creationId xmlns:a16="http://schemas.microsoft.com/office/drawing/2014/main" id="{0BCB0A13-C822-4EA0-9225-C59BD8B503E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315885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73" name="Flowchart: Connector 1072">
                          <a:extLst>
                            <a:ext uri="{FF2B5EF4-FFF2-40B4-BE49-F238E27FC236}">
                              <a16:creationId xmlns:a16="http://schemas.microsoft.com/office/drawing/2014/main" id="{30927214-4BB5-4895-9FEB-1AB0527605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74" name="3D Model 1073" descr="Sphere">
                              <a:extLst>
                                <a:ext uri="{FF2B5EF4-FFF2-40B4-BE49-F238E27FC236}">
                                  <a16:creationId xmlns:a16="http://schemas.microsoft.com/office/drawing/2014/main" id="{F7B78D5D-3B26-4B10-B427-DA4BBF3CFB5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5029234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1045" name="Flowchart: Connector 1044">
                        <a:extLst>
                          <a:ext uri="{FF2B5EF4-FFF2-40B4-BE49-F238E27FC236}">
                            <a16:creationId xmlns:a16="http://schemas.microsoft.com/office/drawing/2014/main" id="{8254DA72-64A1-46C3-8856-D5620B430B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6" name="Flowchart: Connector 1045">
                        <a:extLst>
                          <a:ext uri="{FF2B5EF4-FFF2-40B4-BE49-F238E27FC236}">
                            <a16:creationId xmlns:a16="http://schemas.microsoft.com/office/drawing/2014/main" id="{1DCD2385-CB1B-45BE-9DF0-F8604692ADC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7" name="Flowchart: Connector 1046">
                        <a:extLst>
                          <a:ext uri="{FF2B5EF4-FFF2-40B4-BE49-F238E27FC236}">
                            <a16:creationId xmlns:a16="http://schemas.microsoft.com/office/drawing/2014/main" id="{B1CD0956-113C-4B4C-8943-8143A402A53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8" name="Flowchart: Connector 1047">
                        <a:extLst>
                          <a:ext uri="{FF2B5EF4-FFF2-40B4-BE49-F238E27FC236}">
                            <a16:creationId xmlns:a16="http://schemas.microsoft.com/office/drawing/2014/main" id="{40EDE254-B99D-4FEE-9FEE-FC2B2132BF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9" name="Flowchart: Connector 1048">
                        <a:extLst>
                          <a:ext uri="{FF2B5EF4-FFF2-40B4-BE49-F238E27FC236}">
                            <a16:creationId xmlns:a16="http://schemas.microsoft.com/office/drawing/2014/main" id="{AB35D64E-AE13-442D-86FC-E6422CC8F7B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0" name="Flowchart: Connector 1049">
                        <a:extLst>
                          <a:ext uri="{FF2B5EF4-FFF2-40B4-BE49-F238E27FC236}">
                            <a16:creationId xmlns:a16="http://schemas.microsoft.com/office/drawing/2014/main" id="{E6E74A61-ABFA-4683-BFE4-656E2F4FF1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1" name="Flowchart: Connector 1050">
                        <a:extLst>
                          <a:ext uri="{FF2B5EF4-FFF2-40B4-BE49-F238E27FC236}">
                            <a16:creationId xmlns:a16="http://schemas.microsoft.com/office/drawing/2014/main" id="{0DBBED79-981E-427C-B711-E351E392A4B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2" name="Flowchart: Connector 1051">
                        <a:extLst>
                          <a:ext uri="{FF2B5EF4-FFF2-40B4-BE49-F238E27FC236}">
                            <a16:creationId xmlns:a16="http://schemas.microsoft.com/office/drawing/2014/main" id="{B2558A3F-A237-4631-A5D8-901F2B4886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3" name="3D Model 1052" descr="Sphere">
                            <a:extLst>
                              <a:ext uri="{FF2B5EF4-FFF2-40B4-BE49-F238E27FC236}">
                                <a16:creationId xmlns:a16="http://schemas.microsoft.com/office/drawing/2014/main" id="{E185EB93-A5FF-4887-8019-45BC41F007C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581355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053" name="3D Model 1052" descr="Sphere">
                            <a:extLst>
                              <a:ext uri="{FF2B5EF4-FFF2-40B4-BE49-F238E27FC236}">
                                <a16:creationId xmlns:a16="http://schemas.microsoft.com/office/drawing/2014/main" id="{E185EB93-A5FF-4887-8019-45BC41F007C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769931" y="221797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54" name="Flowchart: Connector 1053">
                        <a:extLst>
                          <a:ext uri="{FF2B5EF4-FFF2-40B4-BE49-F238E27FC236}">
                            <a16:creationId xmlns:a16="http://schemas.microsoft.com/office/drawing/2014/main" id="{22D9EEA4-0BF0-4423-992D-2018E88015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5" name="3D Model 1054" descr="Sphere">
                            <a:extLst>
                              <a:ext uri="{FF2B5EF4-FFF2-40B4-BE49-F238E27FC236}">
                                <a16:creationId xmlns:a16="http://schemas.microsoft.com/office/drawing/2014/main" id="{FF50E6D9-E8A3-4B47-BD1E-DB43B9D007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9426655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055" name="3D Model 1054" descr="Sphere">
                            <a:extLst>
                              <a:ext uri="{FF2B5EF4-FFF2-40B4-BE49-F238E27FC236}">
                                <a16:creationId xmlns:a16="http://schemas.microsoft.com/office/drawing/2014/main" id="{FF50E6D9-E8A3-4B47-BD1E-DB43B9D0075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811059" y="222865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56" name="Flowchart: Connector 1055">
                        <a:extLst>
                          <a:ext uri="{FF2B5EF4-FFF2-40B4-BE49-F238E27FC236}">
                            <a16:creationId xmlns:a16="http://schemas.microsoft.com/office/drawing/2014/main" id="{D011C77A-28A1-497B-9191-A6C79396F0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7" name="3D Model 1056" descr="Sphere">
                            <a:extLst>
                              <a:ext uri="{FF2B5EF4-FFF2-40B4-BE49-F238E27FC236}">
                                <a16:creationId xmlns:a16="http://schemas.microsoft.com/office/drawing/2014/main" id="{6A436E4E-5C07-4DFB-A10F-61442DFC805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94168134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057" name="3D Model 1056" descr="Sphere">
                            <a:extLst>
                              <a:ext uri="{FF2B5EF4-FFF2-40B4-BE49-F238E27FC236}">
                                <a16:creationId xmlns:a16="http://schemas.microsoft.com/office/drawing/2014/main" id="{6A436E4E-5C07-4DFB-A10F-61442DFC805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852378" y="224029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58" name="Flowchart: Connector 1057">
                        <a:extLst>
                          <a:ext uri="{FF2B5EF4-FFF2-40B4-BE49-F238E27FC236}">
                            <a16:creationId xmlns:a16="http://schemas.microsoft.com/office/drawing/2014/main" id="{F11B051C-5388-4A0D-A165-96BE5B9DD8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9" name="3D Model 1058" descr="Sphere">
                            <a:extLst>
                              <a:ext uri="{FF2B5EF4-FFF2-40B4-BE49-F238E27FC236}">
                                <a16:creationId xmlns:a16="http://schemas.microsoft.com/office/drawing/2014/main" id="{1091C89F-AB3F-4E91-A247-7DE232367EF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64853228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059" name="3D Model 1058" descr="Sphere">
                            <a:extLst>
                              <a:ext uri="{FF2B5EF4-FFF2-40B4-BE49-F238E27FC236}">
                                <a16:creationId xmlns:a16="http://schemas.microsoft.com/office/drawing/2014/main" id="{1091C89F-AB3F-4E91-A247-7DE232367EF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899004" y="2256690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820" name="Group 819">
                    <a:extLst>
                      <a:ext uri="{FF2B5EF4-FFF2-40B4-BE49-F238E27FC236}">
                        <a16:creationId xmlns:a16="http://schemas.microsoft.com/office/drawing/2014/main" id="{49C4A528-D560-4C22-86CF-1BA4EA1790D2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1037" name="Flowchart: Connector 1036">
                      <a:extLst>
                        <a:ext uri="{FF2B5EF4-FFF2-40B4-BE49-F238E27FC236}">
                          <a16:creationId xmlns:a16="http://schemas.microsoft.com/office/drawing/2014/main" id="{E3B3F7BE-D352-4F0A-8ADB-C5BE8F3291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38" name="Flowchart: Connector 1037">
                      <a:extLst>
                        <a:ext uri="{FF2B5EF4-FFF2-40B4-BE49-F238E27FC236}">
                          <a16:creationId xmlns:a16="http://schemas.microsoft.com/office/drawing/2014/main" id="{8638D1B8-700B-4B58-A13D-E689738916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39" name="Flowchart: Connector 1038">
                      <a:extLst>
                        <a:ext uri="{FF2B5EF4-FFF2-40B4-BE49-F238E27FC236}">
                          <a16:creationId xmlns:a16="http://schemas.microsoft.com/office/drawing/2014/main" id="{2460A883-EAC6-4857-8AE4-7F92A979D4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821" name="Flowchart: Connector 820">
                    <a:extLst>
                      <a:ext uri="{FF2B5EF4-FFF2-40B4-BE49-F238E27FC236}">
                        <a16:creationId xmlns:a16="http://schemas.microsoft.com/office/drawing/2014/main" id="{857D791D-8683-47F4-A5B9-CB3D0737CBE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822" name="Flowchart: Connector 821">
                    <a:extLst>
                      <a:ext uri="{FF2B5EF4-FFF2-40B4-BE49-F238E27FC236}">
                        <a16:creationId xmlns:a16="http://schemas.microsoft.com/office/drawing/2014/main" id="{BCC59FE8-E8C6-4302-9428-AE108B58BA7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823" name="Group 822">
                    <a:extLst>
                      <a:ext uri="{FF2B5EF4-FFF2-40B4-BE49-F238E27FC236}">
                        <a16:creationId xmlns:a16="http://schemas.microsoft.com/office/drawing/2014/main" id="{0ABC772B-B7D6-4EC8-99E5-61E41D436A5E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1034" name="Flowchart: Connector 1033">
                      <a:extLst>
                        <a:ext uri="{FF2B5EF4-FFF2-40B4-BE49-F238E27FC236}">
                          <a16:creationId xmlns:a16="http://schemas.microsoft.com/office/drawing/2014/main" id="{04057B17-C86D-4F8A-B381-6842FBBE76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35" name="Flowchart: Connector 1034">
                      <a:extLst>
                        <a:ext uri="{FF2B5EF4-FFF2-40B4-BE49-F238E27FC236}">
                          <a16:creationId xmlns:a16="http://schemas.microsoft.com/office/drawing/2014/main" id="{BC159A06-362B-4545-A2FB-74837E5900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36" name="Flowchart: Connector 1035">
                      <a:extLst>
                        <a:ext uri="{FF2B5EF4-FFF2-40B4-BE49-F238E27FC236}">
                          <a16:creationId xmlns:a16="http://schemas.microsoft.com/office/drawing/2014/main" id="{A1F37FFF-56D3-41E2-85FA-422662FC09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824" name="Group 823">
                    <a:extLst>
                      <a:ext uri="{FF2B5EF4-FFF2-40B4-BE49-F238E27FC236}">
                        <a16:creationId xmlns:a16="http://schemas.microsoft.com/office/drawing/2014/main" id="{A57BDFF4-E0CA-4FC0-9C59-8961D2B7B9B8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969" name="Group 968">
                      <a:extLst>
                        <a:ext uri="{FF2B5EF4-FFF2-40B4-BE49-F238E27FC236}">
                          <a16:creationId xmlns:a16="http://schemas.microsoft.com/office/drawing/2014/main" id="{E3891A40-7F61-4673-A022-FBBDCBE8C6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1030" name="Flowchart: Connector 1029">
                        <a:extLst>
                          <a:ext uri="{FF2B5EF4-FFF2-40B4-BE49-F238E27FC236}">
                            <a16:creationId xmlns:a16="http://schemas.microsoft.com/office/drawing/2014/main" id="{F5660791-FA7F-47AA-86EE-803B9AF6C1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1" name="Flowchart: Connector 1030">
                        <a:extLst>
                          <a:ext uri="{FF2B5EF4-FFF2-40B4-BE49-F238E27FC236}">
                            <a16:creationId xmlns:a16="http://schemas.microsoft.com/office/drawing/2014/main" id="{744A1C02-BB7E-430D-B0B1-2DB0E00A82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2" name="Flowchart: Connector 1031">
                        <a:extLst>
                          <a:ext uri="{FF2B5EF4-FFF2-40B4-BE49-F238E27FC236}">
                            <a16:creationId xmlns:a16="http://schemas.microsoft.com/office/drawing/2014/main" id="{5BAFD26F-0BFB-4069-99E9-8C4830F39D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3" name="Flowchart: Connector 1032">
                        <a:extLst>
                          <a:ext uri="{FF2B5EF4-FFF2-40B4-BE49-F238E27FC236}">
                            <a16:creationId xmlns:a16="http://schemas.microsoft.com/office/drawing/2014/main" id="{B2F94169-5E5A-4D19-86E1-F6C7FE731C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970" name="Group 969">
                      <a:extLst>
                        <a:ext uri="{FF2B5EF4-FFF2-40B4-BE49-F238E27FC236}">
                          <a16:creationId xmlns:a16="http://schemas.microsoft.com/office/drawing/2014/main" id="{C932EFE9-AFD2-48BF-8F5B-85B80E4188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971" name="Group 970">
                        <a:extLst>
                          <a:ext uri="{FF2B5EF4-FFF2-40B4-BE49-F238E27FC236}">
                            <a16:creationId xmlns:a16="http://schemas.microsoft.com/office/drawing/2014/main" id="{0017D142-7C2C-488D-9B46-830FEF7109A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1022" name="Flowchart: Connector 1021">
                          <a:extLst>
                            <a:ext uri="{FF2B5EF4-FFF2-40B4-BE49-F238E27FC236}">
                              <a16:creationId xmlns:a16="http://schemas.microsoft.com/office/drawing/2014/main" id="{182E34DE-EE11-4202-A76B-CE10421886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23" name="3D Model 1022" descr="Sphere">
                              <a:extLst>
                                <a:ext uri="{FF2B5EF4-FFF2-40B4-BE49-F238E27FC236}">
                                  <a16:creationId xmlns:a16="http://schemas.microsoft.com/office/drawing/2014/main" id="{95D416CE-B3EA-41AA-A60C-6D6218418B3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65362258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24" name="Flowchart: Connector 1023">
                          <a:extLst>
                            <a:ext uri="{FF2B5EF4-FFF2-40B4-BE49-F238E27FC236}">
                              <a16:creationId xmlns:a16="http://schemas.microsoft.com/office/drawing/2014/main" id="{1AEC6459-0402-49C4-A537-C189AE2134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25" name="3D Model 1024" descr="Sphere">
                              <a:extLst>
                                <a:ext uri="{FF2B5EF4-FFF2-40B4-BE49-F238E27FC236}">
                                  <a16:creationId xmlns:a16="http://schemas.microsoft.com/office/drawing/2014/main" id="{720E80F2-4F2D-4753-9059-366B31940D9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15512897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26" name="Flowchart: Connector 1025">
                          <a:extLst>
                            <a:ext uri="{FF2B5EF4-FFF2-40B4-BE49-F238E27FC236}">
                              <a16:creationId xmlns:a16="http://schemas.microsoft.com/office/drawing/2014/main" id="{F9073184-B0DC-4B3A-BBBD-ACF317276DD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27" name="3D Model 1026" descr="Sphere">
                              <a:extLst>
                                <a:ext uri="{FF2B5EF4-FFF2-40B4-BE49-F238E27FC236}">
                                  <a16:creationId xmlns:a16="http://schemas.microsoft.com/office/drawing/2014/main" id="{62D71C6A-E7D0-4F2A-8BD3-4026C23B62A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937596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28" name="Flowchart: Connector 1027">
                          <a:extLst>
                            <a:ext uri="{FF2B5EF4-FFF2-40B4-BE49-F238E27FC236}">
                              <a16:creationId xmlns:a16="http://schemas.microsoft.com/office/drawing/2014/main" id="{28232E06-C36E-4FF0-B4EC-4C29F278B7E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29" name="3D Model 1028" descr="Sphere">
                              <a:extLst>
                                <a:ext uri="{FF2B5EF4-FFF2-40B4-BE49-F238E27FC236}">
                                  <a16:creationId xmlns:a16="http://schemas.microsoft.com/office/drawing/2014/main" id="{D635B8F5-220F-40FF-B281-A4AC087F292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931922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972" name="Group 971">
                        <a:extLst>
                          <a:ext uri="{FF2B5EF4-FFF2-40B4-BE49-F238E27FC236}">
                            <a16:creationId xmlns:a16="http://schemas.microsoft.com/office/drawing/2014/main" id="{AEC533E3-20DF-4498-93BD-4DF50D8A0AE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006" name="Flowchart: Connector 1005">
                          <a:extLst>
                            <a:ext uri="{FF2B5EF4-FFF2-40B4-BE49-F238E27FC236}">
                              <a16:creationId xmlns:a16="http://schemas.microsoft.com/office/drawing/2014/main" id="{70BDDBF2-F836-4C00-95F8-8359F10A317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07" name="Flowchart: Connector 1006">
                          <a:extLst>
                            <a:ext uri="{FF2B5EF4-FFF2-40B4-BE49-F238E27FC236}">
                              <a16:creationId xmlns:a16="http://schemas.microsoft.com/office/drawing/2014/main" id="{9E0A482B-8993-4859-9ADF-DA0DD308180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08" name="Flowchart: Connector 1007">
                          <a:extLst>
                            <a:ext uri="{FF2B5EF4-FFF2-40B4-BE49-F238E27FC236}">
                              <a16:creationId xmlns:a16="http://schemas.microsoft.com/office/drawing/2014/main" id="{7A60BA92-D876-46F6-9C04-8D66EE059E7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09" name="Flowchart: Connector 1008">
                          <a:extLst>
                            <a:ext uri="{FF2B5EF4-FFF2-40B4-BE49-F238E27FC236}">
                              <a16:creationId xmlns:a16="http://schemas.microsoft.com/office/drawing/2014/main" id="{F5FF7EDD-4F19-48A1-A68D-3FB6A5F4529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10" name="Flowchart: Connector 1009">
                          <a:extLst>
                            <a:ext uri="{FF2B5EF4-FFF2-40B4-BE49-F238E27FC236}">
                              <a16:creationId xmlns:a16="http://schemas.microsoft.com/office/drawing/2014/main" id="{9BEBA86F-6EB1-45D4-9DDE-08C1A6BF254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11" name="Flowchart: Connector 1010">
                          <a:extLst>
                            <a:ext uri="{FF2B5EF4-FFF2-40B4-BE49-F238E27FC236}">
                              <a16:creationId xmlns:a16="http://schemas.microsoft.com/office/drawing/2014/main" id="{E89AB126-11B7-49D0-9086-9E1C47BA1CE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12" name="Flowchart: Connector 1011">
                          <a:extLst>
                            <a:ext uri="{FF2B5EF4-FFF2-40B4-BE49-F238E27FC236}">
                              <a16:creationId xmlns:a16="http://schemas.microsoft.com/office/drawing/2014/main" id="{61190FAA-165C-4310-886E-B2AA63A035E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13" name="Flowchart: Connector 1012">
                          <a:extLst>
                            <a:ext uri="{FF2B5EF4-FFF2-40B4-BE49-F238E27FC236}">
                              <a16:creationId xmlns:a16="http://schemas.microsoft.com/office/drawing/2014/main" id="{1686151A-4CF5-4A2C-8147-2C706F45189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014" name="Flowchart: Connector 1013">
                          <a:extLst>
                            <a:ext uri="{FF2B5EF4-FFF2-40B4-BE49-F238E27FC236}">
                              <a16:creationId xmlns:a16="http://schemas.microsoft.com/office/drawing/2014/main" id="{A24964B4-1FEB-41F8-B113-F91E5D8E645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15" name="3D Model 1014" descr="Sphere">
                              <a:extLst>
                                <a:ext uri="{FF2B5EF4-FFF2-40B4-BE49-F238E27FC236}">
                                  <a16:creationId xmlns:a16="http://schemas.microsoft.com/office/drawing/2014/main" id="{B6EB8EA8-E4FF-470B-BC76-0316DA9188A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9276759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16" name="Flowchart: Connector 1015">
                          <a:extLst>
                            <a:ext uri="{FF2B5EF4-FFF2-40B4-BE49-F238E27FC236}">
                              <a16:creationId xmlns:a16="http://schemas.microsoft.com/office/drawing/2014/main" id="{C7CC9EF0-989A-46EC-BBD7-E809584FC48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17" name="3D Model 1016" descr="Sphere">
                              <a:extLst>
                                <a:ext uri="{FF2B5EF4-FFF2-40B4-BE49-F238E27FC236}">
                                  <a16:creationId xmlns:a16="http://schemas.microsoft.com/office/drawing/2014/main" id="{D1ADE77C-58B5-4A57-9536-85A4903A066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7069401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18" name="Flowchart: Connector 1017">
                          <a:extLst>
                            <a:ext uri="{FF2B5EF4-FFF2-40B4-BE49-F238E27FC236}">
                              <a16:creationId xmlns:a16="http://schemas.microsoft.com/office/drawing/2014/main" id="{5F1F88D9-2FCD-4092-BC2F-C08362E56BA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19" name="3D Model 1018" descr="Sphere">
                              <a:extLst>
                                <a:ext uri="{FF2B5EF4-FFF2-40B4-BE49-F238E27FC236}">
                                  <a16:creationId xmlns:a16="http://schemas.microsoft.com/office/drawing/2014/main" id="{AFA728B9-C850-4A1E-AE92-D28C83E2933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0897001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20" name="Flowchart: Connector 1019">
                          <a:extLst>
                            <a:ext uri="{FF2B5EF4-FFF2-40B4-BE49-F238E27FC236}">
                              <a16:creationId xmlns:a16="http://schemas.microsoft.com/office/drawing/2014/main" id="{43AFADF7-49E8-4C6B-9CE9-DFD1B94555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21" name="3D Model 1020" descr="Sphere">
                              <a:extLst>
                                <a:ext uri="{FF2B5EF4-FFF2-40B4-BE49-F238E27FC236}">
                                  <a16:creationId xmlns:a16="http://schemas.microsoft.com/office/drawing/2014/main" id="{76D78DF6-17EB-4EBB-A4DE-179A21FB608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5746218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973" name="Group 972">
                        <a:extLst>
                          <a:ext uri="{FF2B5EF4-FFF2-40B4-BE49-F238E27FC236}">
                            <a16:creationId xmlns:a16="http://schemas.microsoft.com/office/drawing/2014/main" id="{AAA2AF4D-5434-4C2B-A794-DEF6083F63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990" name="Flowchart: Connector 989">
                          <a:extLst>
                            <a:ext uri="{FF2B5EF4-FFF2-40B4-BE49-F238E27FC236}">
                              <a16:creationId xmlns:a16="http://schemas.microsoft.com/office/drawing/2014/main" id="{CE767DB2-0B92-4381-BDB6-64AA884D1E9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1" name="Flowchart: Connector 990">
                          <a:extLst>
                            <a:ext uri="{FF2B5EF4-FFF2-40B4-BE49-F238E27FC236}">
                              <a16:creationId xmlns:a16="http://schemas.microsoft.com/office/drawing/2014/main" id="{C4A2E75F-505C-4EFF-A97B-CC688155D01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2" name="Flowchart: Connector 991">
                          <a:extLst>
                            <a:ext uri="{FF2B5EF4-FFF2-40B4-BE49-F238E27FC236}">
                              <a16:creationId xmlns:a16="http://schemas.microsoft.com/office/drawing/2014/main" id="{4A775303-ED39-496D-9C41-795870A7999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3" name="Flowchart: Connector 992">
                          <a:extLst>
                            <a:ext uri="{FF2B5EF4-FFF2-40B4-BE49-F238E27FC236}">
                              <a16:creationId xmlns:a16="http://schemas.microsoft.com/office/drawing/2014/main" id="{A6F6EA53-1AEE-43F3-A65D-3B04D14F5CC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4" name="Flowchart: Connector 993">
                          <a:extLst>
                            <a:ext uri="{FF2B5EF4-FFF2-40B4-BE49-F238E27FC236}">
                              <a16:creationId xmlns:a16="http://schemas.microsoft.com/office/drawing/2014/main" id="{F06C5307-0B06-4883-8CB4-FCDF548FB9B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5" name="Flowchart: Connector 994">
                          <a:extLst>
                            <a:ext uri="{FF2B5EF4-FFF2-40B4-BE49-F238E27FC236}">
                              <a16:creationId xmlns:a16="http://schemas.microsoft.com/office/drawing/2014/main" id="{422B1CA2-5D2B-461C-B042-E461DF15C7B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6" name="Flowchart: Connector 995">
                          <a:extLst>
                            <a:ext uri="{FF2B5EF4-FFF2-40B4-BE49-F238E27FC236}">
                              <a16:creationId xmlns:a16="http://schemas.microsoft.com/office/drawing/2014/main" id="{912BBEF4-CC68-401A-A37E-89232C2A252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7" name="Flowchart: Connector 996">
                          <a:extLst>
                            <a:ext uri="{FF2B5EF4-FFF2-40B4-BE49-F238E27FC236}">
                              <a16:creationId xmlns:a16="http://schemas.microsoft.com/office/drawing/2014/main" id="{0FCC4847-4AAB-46ED-9485-762F1C3B284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98" name="Flowchart: Connector 997">
                          <a:extLst>
                            <a:ext uri="{FF2B5EF4-FFF2-40B4-BE49-F238E27FC236}">
                              <a16:creationId xmlns:a16="http://schemas.microsoft.com/office/drawing/2014/main" id="{4628724E-4F78-4AE9-894F-D8ECF70D10C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99" name="3D Model 998" descr="Sphere">
                              <a:extLst>
                                <a:ext uri="{FF2B5EF4-FFF2-40B4-BE49-F238E27FC236}">
                                  <a16:creationId xmlns:a16="http://schemas.microsoft.com/office/drawing/2014/main" id="{28A657D1-7BA9-4B5A-B77C-2641693933E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5236657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00" name="Flowchart: Connector 999">
                          <a:extLst>
                            <a:ext uri="{FF2B5EF4-FFF2-40B4-BE49-F238E27FC236}">
                              <a16:creationId xmlns:a16="http://schemas.microsoft.com/office/drawing/2014/main" id="{0A5A55BB-CA5C-4EA1-9BF2-0C1717A5689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01" name="3D Model 1000" descr="Sphere">
                              <a:extLst>
                                <a:ext uri="{FF2B5EF4-FFF2-40B4-BE49-F238E27FC236}">
                                  <a16:creationId xmlns:a16="http://schemas.microsoft.com/office/drawing/2014/main" id="{FF4D91BA-FD17-4265-B343-A287A22AD63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832236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02" name="Flowchart: Connector 1001">
                          <a:extLst>
                            <a:ext uri="{FF2B5EF4-FFF2-40B4-BE49-F238E27FC236}">
                              <a16:creationId xmlns:a16="http://schemas.microsoft.com/office/drawing/2014/main" id="{FDE0FD0A-43DD-49BC-A833-5BFB12097EB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03" name="3D Model 1002" descr="Sphere">
                              <a:extLst>
                                <a:ext uri="{FF2B5EF4-FFF2-40B4-BE49-F238E27FC236}">
                                  <a16:creationId xmlns:a16="http://schemas.microsoft.com/office/drawing/2014/main" id="{84E64029-8B0C-4CA0-9495-93836A8CCB8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5486076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004" name="Flowchart: Connector 1003">
                          <a:extLst>
                            <a:ext uri="{FF2B5EF4-FFF2-40B4-BE49-F238E27FC236}">
                              <a16:creationId xmlns:a16="http://schemas.microsoft.com/office/drawing/2014/main" id="{FDC5031E-A6A0-4DB3-BB5F-7B62AFFFA76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005" name="3D Model 1004" descr="Sphere">
                              <a:extLst>
                                <a:ext uri="{FF2B5EF4-FFF2-40B4-BE49-F238E27FC236}">
                                  <a16:creationId xmlns:a16="http://schemas.microsoft.com/office/drawing/2014/main" id="{422C4D88-7830-4883-9936-113D61DD6FC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0271628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974" name="Flowchart: Connector 973">
                        <a:extLst>
                          <a:ext uri="{FF2B5EF4-FFF2-40B4-BE49-F238E27FC236}">
                            <a16:creationId xmlns:a16="http://schemas.microsoft.com/office/drawing/2014/main" id="{0FCE5B91-3491-4FF1-ABDE-76BFB06C19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5" name="Flowchart: Connector 974">
                        <a:extLst>
                          <a:ext uri="{FF2B5EF4-FFF2-40B4-BE49-F238E27FC236}">
                            <a16:creationId xmlns:a16="http://schemas.microsoft.com/office/drawing/2014/main" id="{DBE96806-BCAA-4236-BD82-87657180CA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6" name="Flowchart: Connector 975">
                        <a:extLst>
                          <a:ext uri="{FF2B5EF4-FFF2-40B4-BE49-F238E27FC236}">
                            <a16:creationId xmlns:a16="http://schemas.microsoft.com/office/drawing/2014/main" id="{1CEF1038-9FED-415B-A193-9D0C4B533F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7" name="Flowchart: Connector 976">
                        <a:extLst>
                          <a:ext uri="{FF2B5EF4-FFF2-40B4-BE49-F238E27FC236}">
                            <a16:creationId xmlns:a16="http://schemas.microsoft.com/office/drawing/2014/main" id="{B8FD532D-E63D-4D8D-8F0B-3812173850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8" name="Flowchart: Connector 977">
                        <a:extLst>
                          <a:ext uri="{FF2B5EF4-FFF2-40B4-BE49-F238E27FC236}">
                            <a16:creationId xmlns:a16="http://schemas.microsoft.com/office/drawing/2014/main" id="{ED0B638C-9CFF-45A4-8A94-DC84A4127E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9" name="Flowchart: Connector 978">
                        <a:extLst>
                          <a:ext uri="{FF2B5EF4-FFF2-40B4-BE49-F238E27FC236}">
                            <a16:creationId xmlns:a16="http://schemas.microsoft.com/office/drawing/2014/main" id="{0D8D660C-B0B2-46EB-A53D-3C5722BEF6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0" name="Flowchart: Connector 979">
                        <a:extLst>
                          <a:ext uri="{FF2B5EF4-FFF2-40B4-BE49-F238E27FC236}">
                            <a16:creationId xmlns:a16="http://schemas.microsoft.com/office/drawing/2014/main" id="{F69110DA-D8C8-46E5-A73C-E5C3A71FA4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1" name="Flowchart: Connector 980">
                        <a:extLst>
                          <a:ext uri="{FF2B5EF4-FFF2-40B4-BE49-F238E27FC236}">
                            <a16:creationId xmlns:a16="http://schemas.microsoft.com/office/drawing/2014/main" id="{14F30577-82D9-4626-9313-80EDFB733D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2" name="Flowchart: Connector 981">
                        <a:extLst>
                          <a:ext uri="{FF2B5EF4-FFF2-40B4-BE49-F238E27FC236}">
                            <a16:creationId xmlns:a16="http://schemas.microsoft.com/office/drawing/2014/main" id="{3411F623-E5A9-4C1B-B78D-019EC5F740A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3" name="3D Model 982" descr="Sphere">
                            <a:extLst>
                              <a:ext uri="{FF2B5EF4-FFF2-40B4-BE49-F238E27FC236}">
                                <a16:creationId xmlns:a16="http://schemas.microsoft.com/office/drawing/2014/main" id="{FB416F3B-0451-42EE-A1D4-E6FB787E5E4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60116003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83" name="3D Model 982" descr="Sphere">
                            <a:extLst>
                              <a:ext uri="{FF2B5EF4-FFF2-40B4-BE49-F238E27FC236}">
                                <a16:creationId xmlns:a16="http://schemas.microsoft.com/office/drawing/2014/main" id="{FB416F3B-0451-42EE-A1D4-E6FB787E5E4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729898" y="223785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4" name="Flowchart: Connector 983">
                        <a:extLst>
                          <a:ext uri="{FF2B5EF4-FFF2-40B4-BE49-F238E27FC236}">
                            <a16:creationId xmlns:a16="http://schemas.microsoft.com/office/drawing/2014/main" id="{DC8DFC1C-7463-4717-9290-1B48F47A9D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5" name="3D Model 984" descr="Sphere">
                            <a:extLst>
                              <a:ext uri="{FF2B5EF4-FFF2-40B4-BE49-F238E27FC236}">
                                <a16:creationId xmlns:a16="http://schemas.microsoft.com/office/drawing/2014/main" id="{2E9E03F8-8480-42C0-99A1-5F214647DB3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80789266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85" name="3D Model 984" descr="Sphere">
                            <a:extLst>
                              <a:ext uri="{FF2B5EF4-FFF2-40B4-BE49-F238E27FC236}">
                                <a16:creationId xmlns:a16="http://schemas.microsoft.com/office/drawing/2014/main" id="{2E9E03F8-8480-42C0-99A1-5F214647DB3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771722" y="225254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6" name="Flowchart: Connector 985">
                        <a:extLst>
                          <a:ext uri="{FF2B5EF4-FFF2-40B4-BE49-F238E27FC236}">
                            <a16:creationId xmlns:a16="http://schemas.microsoft.com/office/drawing/2014/main" id="{F871EA86-9272-43A7-AA41-0D4794AC72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7" name="3D Model 986" descr="Sphere">
                            <a:extLst>
                              <a:ext uri="{FF2B5EF4-FFF2-40B4-BE49-F238E27FC236}">
                                <a16:creationId xmlns:a16="http://schemas.microsoft.com/office/drawing/2014/main" id="{C171328B-1BA7-43BC-AD9C-A4153FC27D2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1342061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87" name="3D Model 986" descr="Sphere">
                            <a:extLst>
                              <a:ext uri="{FF2B5EF4-FFF2-40B4-BE49-F238E27FC236}">
                                <a16:creationId xmlns:a16="http://schemas.microsoft.com/office/drawing/2014/main" id="{C171328B-1BA7-43BC-AD9C-A4153FC27D2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816494" y="226355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8" name="Flowchart: Connector 987">
                        <a:extLst>
                          <a:ext uri="{FF2B5EF4-FFF2-40B4-BE49-F238E27FC236}">
                            <a16:creationId xmlns:a16="http://schemas.microsoft.com/office/drawing/2014/main" id="{91E095EB-DF66-42CA-98BE-90F2658902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9" name="3D Model 988" descr="Sphere">
                            <a:extLst>
                              <a:ext uri="{FF2B5EF4-FFF2-40B4-BE49-F238E27FC236}">
                                <a16:creationId xmlns:a16="http://schemas.microsoft.com/office/drawing/2014/main" id="{A2B7A9BF-F60A-4BAF-AAC1-A0035A95F7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2426036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89" name="3D Model 988" descr="Sphere">
                            <a:extLst>
                              <a:ext uri="{FF2B5EF4-FFF2-40B4-BE49-F238E27FC236}">
                                <a16:creationId xmlns:a16="http://schemas.microsoft.com/office/drawing/2014/main" id="{A2B7A9BF-F60A-4BAF-AAC1-A0035A95F75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860818" y="2280575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825" name="Group 824">
                    <a:extLst>
                      <a:ext uri="{FF2B5EF4-FFF2-40B4-BE49-F238E27FC236}">
                        <a16:creationId xmlns:a16="http://schemas.microsoft.com/office/drawing/2014/main" id="{940BBE16-F3A0-4967-BFD5-084D9A5554D4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966" name="Flowchart: Connector 965">
                      <a:extLst>
                        <a:ext uri="{FF2B5EF4-FFF2-40B4-BE49-F238E27FC236}">
                          <a16:creationId xmlns:a16="http://schemas.microsoft.com/office/drawing/2014/main" id="{40F4846B-C68C-4CBE-820C-F28423693F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67" name="Flowchart: Connector 966">
                      <a:extLst>
                        <a:ext uri="{FF2B5EF4-FFF2-40B4-BE49-F238E27FC236}">
                          <a16:creationId xmlns:a16="http://schemas.microsoft.com/office/drawing/2014/main" id="{E0F587F6-0CD5-47F8-9C0F-B0CA0E3007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68" name="Flowchart: Connector 967">
                      <a:extLst>
                        <a:ext uri="{FF2B5EF4-FFF2-40B4-BE49-F238E27FC236}">
                          <a16:creationId xmlns:a16="http://schemas.microsoft.com/office/drawing/2014/main" id="{E1501C0F-5B62-4E86-A2FF-AB9AA5FB13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826" name="Flowchart: Connector 825">
                    <a:extLst>
                      <a:ext uri="{FF2B5EF4-FFF2-40B4-BE49-F238E27FC236}">
                        <a16:creationId xmlns:a16="http://schemas.microsoft.com/office/drawing/2014/main" id="{46B6A87D-C378-48DE-905F-86D2D14BFD2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827" name="Flowchart: Connector 826">
                    <a:extLst>
                      <a:ext uri="{FF2B5EF4-FFF2-40B4-BE49-F238E27FC236}">
                        <a16:creationId xmlns:a16="http://schemas.microsoft.com/office/drawing/2014/main" id="{976D245D-24E5-47CA-8CC5-045660C9E9C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828" name="Group 827">
                    <a:extLst>
                      <a:ext uri="{FF2B5EF4-FFF2-40B4-BE49-F238E27FC236}">
                        <a16:creationId xmlns:a16="http://schemas.microsoft.com/office/drawing/2014/main" id="{223605FD-F562-4F82-85F1-5A0858515771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963" name="Flowchart: Connector 962">
                      <a:extLst>
                        <a:ext uri="{FF2B5EF4-FFF2-40B4-BE49-F238E27FC236}">
                          <a16:creationId xmlns:a16="http://schemas.microsoft.com/office/drawing/2014/main" id="{C0E9C87F-2248-4FF7-806C-AC57FAB02E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64" name="Flowchart: Connector 963">
                      <a:extLst>
                        <a:ext uri="{FF2B5EF4-FFF2-40B4-BE49-F238E27FC236}">
                          <a16:creationId xmlns:a16="http://schemas.microsoft.com/office/drawing/2014/main" id="{EA5F5075-6BBA-4876-9DD8-0903BBB609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65" name="Flowchart: Connector 964">
                      <a:extLst>
                        <a:ext uri="{FF2B5EF4-FFF2-40B4-BE49-F238E27FC236}">
                          <a16:creationId xmlns:a16="http://schemas.microsoft.com/office/drawing/2014/main" id="{C18ABFFE-0593-496D-8253-1A651ED4F4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829" name="Group 828">
                    <a:extLst>
                      <a:ext uri="{FF2B5EF4-FFF2-40B4-BE49-F238E27FC236}">
                        <a16:creationId xmlns:a16="http://schemas.microsoft.com/office/drawing/2014/main" id="{4AD5F70F-133C-4B1B-9B8C-2DD23BFD4CDE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898" name="Group 897">
                      <a:extLst>
                        <a:ext uri="{FF2B5EF4-FFF2-40B4-BE49-F238E27FC236}">
                          <a16:creationId xmlns:a16="http://schemas.microsoft.com/office/drawing/2014/main" id="{52DF1B21-E573-4E9F-AB27-25B14CDE01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959" name="Flowchart: Connector 958">
                        <a:extLst>
                          <a:ext uri="{FF2B5EF4-FFF2-40B4-BE49-F238E27FC236}">
                            <a16:creationId xmlns:a16="http://schemas.microsoft.com/office/drawing/2014/main" id="{0AF1713D-5843-4937-9DE7-163B5C1C228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0" name="Flowchart: Connector 959">
                        <a:extLst>
                          <a:ext uri="{FF2B5EF4-FFF2-40B4-BE49-F238E27FC236}">
                            <a16:creationId xmlns:a16="http://schemas.microsoft.com/office/drawing/2014/main" id="{F071D06F-0104-41A1-98D4-BC257D9034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1" name="Flowchart: Connector 960">
                        <a:extLst>
                          <a:ext uri="{FF2B5EF4-FFF2-40B4-BE49-F238E27FC236}">
                            <a16:creationId xmlns:a16="http://schemas.microsoft.com/office/drawing/2014/main" id="{A87915CF-732C-4EBF-BCC4-F9D2079C99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2" name="Flowchart: Connector 961">
                        <a:extLst>
                          <a:ext uri="{FF2B5EF4-FFF2-40B4-BE49-F238E27FC236}">
                            <a16:creationId xmlns:a16="http://schemas.microsoft.com/office/drawing/2014/main" id="{C3410539-A0A7-48E8-9E42-9E3D297DA4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899" name="Group 898">
                      <a:extLst>
                        <a:ext uri="{FF2B5EF4-FFF2-40B4-BE49-F238E27FC236}">
                          <a16:creationId xmlns:a16="http://schemas.microsoft.com/office/drawing/2014/main" id="{293A9ADB-04E6-43BE-9E5A-6BF89731EF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900" name="Group 899">
                        <a:extLst>
                          <a:ext uri="{FF2B5EF4-FFF2-40B4-BE49-F238E27FC236}">
                            <a16:creationId xmlns:a16="http://schemas.microsoft.com/office/drawing/2014/main" id="{83EFE3A3-C6A1-439E-92BA-4F4AC6B01D2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951" name="Flowchart: Connector 950">
                          <a:extLst>
                            <a:ext uri="{FF2B5EF4-FFF2-40B4-BE49-F238E27FC236}">
                              <a16:creationId xmlns:a16="http://schemas.microsoft.com/office/drawing/2014/main" id="{84832B1C-9776-4DB5-BE66-DAB3EDF98B4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52" name="3D Model 951" descr="Sphere">
                              <a:extLst>
                                <a:ext uri="{FF2B5EF4-FFF2-40B4-BE49-F238E27FC236}">
                                  <a16:creationId xmlns:a16="http://schemas.microsoft.com/office/drawing/2014/main" id="{73DF5132-420A-49E1-961E-0329C65A5DF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9932392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53" name="Flowchart: Connector 952">
                          <a:extLst>
                            <a:ext uri="{FF2B5EF4-FFF2-40B4-BE49-F238E27FC236}">
                              <a16:creationId xmlns:a16="http://schemas.microsoft.com/office/drawing/2014/main" id="{856B612F-6562-423E-9D4D-99146B8CC3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54" name="3D Model 953" descr="Sphere">
                              <a:extLst>
                                <a:ext uri="{FF2B5EF4-FFF2-40B4-BE49-F238E27FC236}">
                                  <a16:creationId xmlns:a16="http://schemas.microsoft.com/office/drawing/2014/main" id="{843A2790-EABD-4CEE-9112-CE2C5C5310D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820572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55" name="Flowchart: Connector 954">
                          <a:extLst>
                            <a:ext uri="{FF2B5EF4-FFF2-40B4-BE49-F238E27FC236}">
                              <a16:creationId xmlns:a16="http://schemas.microsoft.com/office/drawing/2014/main" id="{D2768CD4-D986-44BF-9342-A7970EC2677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56" name="3D Model 955" descr="Sphere">
                              <a:extLst>
                                <a:ext uri="{FF2B5EF4-FFF2-40B4-BE49-F238E27FC236}">
                                  <a16:creationId xmlns:a16="http://schemas.microsoft.com/office/drawing/2014/main" id="{504BC0DB-FB0D-41C4-A75F-B306B0A7A1E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743224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57" name="Flowchart: Connector 956">
                          <a:extLst>
                            <a:ext uri="{FF2B5EF4-FFF2-40B4-BE49-F238E27FC236}">
                              <a16:creationId xmlns:a16="http://schemas.microsoft.com/office/drawing/2014/main" id="{D13D43A1-A84D-48F7-94F5-8CFC006A17F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58" name="3D Model 957" descr="Sphere">
                              <a:extLst>
                                <a:ext uri="{FF2B5EF4-FFF2-40B4-BE49-F238E27FC236}">
                                  <a16:creationId xmlns:a16="http://schemas.microsoft.com/office/drawing/2014/main" id="{EC749CA5-534D-4E48-AC10-50ADF0D248B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2374547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901" name="Group 900">
                        <a:extLst>
                          <a:ext uri="{FF2B5EF4-FFF2-40B4-BE49-F238E27FC236}">
                            <a16:creationId xmlns:a16="http://schemas.microsoft.com/office/drawing/2014/main" id="{EE2DAFF0-7721-44F5-8E29-0652ED73EF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935" name="Flowchart: Connector 934">
                          <a:extLst>
                            <a:ext uri="{FF2B5EF4-FFF2-40B4-BE49-F238E27FC236}">
                              <a16:creationId xmlns:a16="http://schemas.microsoft.com/office/drawing/2014/main" id="{ACD6CC86-39B0-44F9-AEA6-409207EFDDC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36" name="Flowchart: Connector 935">
                          <a:extLst>
                            <a:ext uri="{FF2B5EF4-FFF2-40B4-BE49-F238E27FC236}">
                              <a16:creationId xmlns:a16="http://schemas.microsoft.com/office/drawing/2014/main" id="{486DA2DD-5794-4CC0-BF6C-C867A4C0171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37" name="Flowchart: Connector 936">
                          <a:extLst>
                            <a:ext uri="{FF2B5EF4-FFF2-40B4-BE49-F238E27FC236}">
                              <a16:creationId xmlns:a16="http://schemas.microsoft.com/office/drawing/2014/main" id="{9E4673EB-AB14-40AB-9A65-16F1D8EBC9A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38" name="Flowchart: Connector 937">
                          <a:extLst>
                            <a:ext uri="{FF2B5EF4-FFF2-40B4-BE49-F238E27FC236}">
                              <a16:creationId xmlns:a16="http://schemas.microsoft.com/office/drawing/2014/main" id="{4A084058-AB84-4ED3-8F38-1B1DAA50157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39" name="Flowchart: Connector 938">
                          <a:extLst>
                            <a:ext uri="{FF2B5EF4-FFF2-40B4-BE49-F238E27FC236}">
                              <a16:creationId xmlns:a16="http://schemas.microsoft.com/office/drawing/2014/main" id="{69E6C5EB-43A5-4B0D-AAF9-54A519D4A7D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40" name="Flowchart: Connector 939">
                          <a:extLst>
                            <a:ext uri="{FF2B5EF4-FFF2-40B4-BE49-F238E27FC236}">
                              <a16:creationId xmlns:a16="http://schemas.microsoft.com/office/drawing/2014/main" id="{C6699D52-16ED-4C32-867B-CFD8F7ED3F5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41" name="Flowchart: Connector 940">
                          <a:extLst>
                            <a:ext uri="{FF2B5EF4-FFF2-40B4-BE49-F238E27FC236}">
                              <a16:creationId xmlns:a16="http://schemas.microsoft.com/office/drawing/2014/main" id="{D16115F5-C102-4990-A29F-73689A92312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42" name="Flowchart: Connector 941">
                          <a:extLst>
                            <a:ext uri="{FF2B5EF4-FFF2-40B4-BE49-F238E27FC236}">
                              <a16:creationId xmlns:a16="http://schemas.microsoft.com/office/drawing/2014/main" id="{E68E9197-79C9-4911-82A7-60D2A4DC42C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43" name="Flowchart: Connector 942">
                          <a:extLst>
                            <a:ext uri="{FF2B5EF4-FFF2-40B4-BE49-F238E27FC236}">
                              <a16:creationId xmlns:a16="http://schemas.microsoft.com/office/drawing/2014/main" id="{602515E9-9800-4857-AC94-C59517F81F8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44" name="3D Model 943" descr="Sphere">
                              <a:extLst>
                                <a:ext uri="{FF2B5EF4-FFF2-40B4-BE49-F238E27FC236}">
                                  <a16:creationId xmlns:a16="http://schemas.microsoft.com/office/drawing/2014/main" id="{A024CE07-736C-47D9-9B8B-B6D578CD4E5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2264663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45" name="Flowchart: Connector 944">
                          <a:extLst>
                            <a:ext uri="{FF2B5EF4-FFF2-40B4-BE49-F238E27FC236}">
                              <a16:creationId xmlns:a16="http://schemas.microsoft.com/office/drawing/2014/main" id="{B88066E7-8209-46B7-A0B3-0C37A7D24DD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46" name="3D Model 945" descr="Sphere">
                              <a:extLst>
                                <a:ext uri="{FF2B5EF4-FFF2-40B4-BE49-F238E27FC236}">
                                  <a16:creationId xmlns:a16="http://schemas.microsoft.com/office/drawing/2014/main" id="{8D018235-2E1A-4F92-8290-BFD4C635571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3693757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47" name="Flowchart: Connector 946">
                          <a:extLst>
                            <a:ext uri="{FF2B5EF4-FFF2-40B4-BE49-F238E27FC236}">
                              <a16:creationId xmlns:a16="http://schemas.microsoft.com/office/drawing/2014/main" id="{8EBDA773-F10E-441A-A816-E6C36179C3E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48" name="3D Model 947" descr="Sphere">
                              <a:extLst>
                                <a:ext uri="{FF2B5EF4-FFF2-40B4-BE49-F238E27FC236}">
                                  <a16:creationId xmlns:a16="http://schemas.microsoft.com/office/drawing/2014/main" id="{E555922B-B332-4BD1-9512-03B911E3A21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0947632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49" name="Flowchart: Connector 948">
                          <a:extLst>
                            <a:ext uri="{FF2B5EF4-FFF2-40B4-BE49-F238E27FC236}">
                              <a16:creationId xmlns:a16="http://schemas.microsoft.com/office/drawing/2014/main" id="{F558E5BE-6C24-4E76-83D9-C938FE42C74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50" name="3D Model 949" descr="Sphere">
                              <a:extLst>
                                <a:ext uri="{FF2B5EF4-FFF2-40B4-BE49-F238E27FC236}">
                                  <a16:creationId xmlns:a16="http://schemas.microsoft.com/office/drawing/2014/main" id="{3F272FC3-6A15-4BAC-BC62-A92A7484550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4305012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902" name="Group 901">
                        <a:extLst>
                          <a:ext uri="{FF2B5EF4-FFF2-40B4-BE49-F238E27FC236}">
                            <a16:creationId xmlns:a16="http://schemas.microsoft.com/office/drawing/2014/main" id="{08BEBA83-CF97-44DA-8D53-8A6B288CD9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919" name="Flowchart: Connector 918">
                          <a:extLst>
                            <a:ext uri="{FF2B5EF4-FFF2-40B4-BE49-F238E27FC236}">
                              <a16:creationId xmlns:a16="http://schemas.microsoft.com/office/drawing/2014/main" id="{C473ACD7-55A5-4722-ABB1-D75DC728A7F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0" name="Flowchart: Connector 919">
                          <a:extLst>
                            <a:ext uri="{FF2B5EF4-FFF2-40B4-BE49-F238E27FC236}">
                              <a16:creationId xmlns:a16="http://schemas.microsoft.com/office/drawing/2014/main" id="{79714CE9-D1EE-4538-83DD-AF15E499C2D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1" name="Flowchart: Connector 920">
                          <a:extLst>
                            <a:ext uri="{FF2B5EF4-FFF2-40B4-BE49-F238E27FC236}">
                              <a16:creationId xmlns:a16="http://schemas.microsoft.com/office/drawing/2014/main" id="{462A458A-7D90-4DA3-849D-555C290FA97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2" name="Flowchart: Connector 921">
                          <a:extLst>
                            <a:ext uri="{FF2B5EF4-FFF2-40B4-BE49-F238E27FC236}">
                              <a16:creationId xmlns:a16="http://schemas.microsoft.com/office/drawing/2014/main" id="{BC1AE5DE-BC63-42EE-9BEB-97877FEA220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3" name="Flowchart: Connector 922">
                          <a:extLst>
                            <a:ext uri="{FF2B5EF4-FFF2-40B4-BE49-F238E27FC236}">
                              <a16:creationId xmlns:a16="http://schemas.microsoft.com/office/drawing/2014/main" id="{154D3AE4-0D72-43AF-9D54-88A72EEA51D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4" name="Flowchart: Connector 923">
                          <a:extLst>
                            <a:ext uri="{FF2B5EF4-FFF2-40B4-BE49-F238E27FC236}">
                              <a16:creationId xmlns:a16="http://schemas.microsoft.com/office/drawing/2014/main" id="{3DF37658-98B5-49DC-9B4E-FC2F0FA6C91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5" name="Flowchart: Connector 924">
                          <a:extLst>
                            <a:ext uri="{FF2B5EF4-FFF2-40B4-BE49-F238E27FC236}">
                              <a16:creationId xmlns:a16="http://schemas.microsoft.com/office/drawing/2014/main" id="{B20BE6B5-1CDD-4A87-B08D-A9C07668567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6" name="Flowchart: Connector 925">
                          <a:extLst>
                            <a:ext uri="{FF2B5EF4-FFF2-40B4-BE49-F238E27FC236}">
                              <a16:creationId xmlns:a16="http://schemas.microsoft.com/office/drawing/2014/main" id="{E0C29D6B-73EF-4309-AC7D-3576F5143EE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927" name="Flowchart: Connector 926">
                          <a:extLst>
                            <a:ext uri="{FF2B5EF4-FFF2-40B4-BE49-F238E27FC236}">
                              <a16:creationId xmlns:a16="http://schemas.microsoft.com/office/drawing/2014/main" id="{9CF74F5B-A3DD-4CC7-8E04-DE045FFDF01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28" name="3D Model 927" descr="Sphere">
                              <a:extLst>
                                <a:ext uri="{FF2B5EF4-FFF2-40B4-BE49-F238E27FC236}">
                                  <a16:creationId xmlns:a16="http://schemas.microsoft.com/office/drawing/2014/main" id="{56317DBF-AD6F-47F2-AE6C-4A3A9CD1789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8525285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29" name="Flowchart: Connector 928">
                          <a:extLst>
                            <a:ext uri="{FF2B5EF4-FFF2-40B4-BE49-F238E27FC236}">
                              <a16:creationId xmlns:a16="http://schemas.microsoft.com/office/drawing/2014/main" id="{932F0586-DE69-481B-B930-051EC892260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30" name="3D Model 929" descr="Sphere">
                              <a:extLst>
                                <a:ext uri="{FF2B5EF4-FFF2-40B4-BE49-F238E27FC236}">
                                  <a16:creationId xmlns:a16="http://schemas.microsoft.com/office/drawing/2014/main" id="{9DC0FD76-3E7E-4782-867B-733A2E029C1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1179902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31" name="Flowchart: Connector 930">
                          <a:extLst>
                            <a:ext uri="{FF2B5EF4-FFF2-40B4-BE49-F238E27FC236}">
                              <a16:creationId xmlns:a16="http://schemas.microsoft.com/office/drawing/2014/main" id="{F46BCDF6-B7C4-4E85-875D-FA3F80397FA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32" name="3D Model 931" descr="Sphere">
                              <a:extLst>
                                <a:ext uri="{FF2B5EF4-FFF2-40B4-BE49-F238E27FC236}">
                                  <a16:creationId xmlns:a16="http://schemas.microsoft.com/office/drawing/2014/main" id="{BD8D6A5C-B4B7-49A6-9582-CD793A28FA1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380735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933" name="Flowchart: Connector 932">
                          <a:extLst>
                            <a:ext uri="{FF2B5EF4-FFF2-40B4-BE49-F238E27FC236}">
                              <a16:creationId xmlns:a16="http://schemas.microsoft.com/office/drawing/2014/main" id="{4894558E-821F-4B9B-9870-14856758DE6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934" name="3D Model 933" descr="Sphere">
                              <a:extLst>
                                <a:ext uri="{FF2B5EF4-FFF2-40B4-BE49-F238E27FC236}">
                                  <a16:creationId xmlns:a16="http://schemas.microsoft.com/office/drawing/2014/main" id="{81BA473C-245D-43B0-9EB2-C1AE9572612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6010720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903" name="Flowchart: Connector 902">
                        <a:extLst>
                          <a:ext uri="{FF2B5EF4-FFF2-40B4-BE49-F238E27FC236}">
                            <a16:creationId xmlns:a16="http://schemas.microsoft.com/office/drawing/2014/main" id="{D93352D9-6489-4EAA-B0A7-AB54A3369C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04" name="Flowchart: Connector 903">
                        <a:extLst>
                          <a:ext uri="{FF2B5EF4-FFF2-40B4-BE49-F238E27FC236}">
                            <a16:creationId xmlns:a16="http://schemas.microsoft.com/office/drawing/2014/main" id="{59DC03CD-438E-4C1A-9AFA-22B087AEEB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05" name="Flowchart: Connector 904">
                        <a:extLst>
                          <a:ext uri="{FF2B5EF4-FFF2-40B4-BE49-F238E27FC236}">
                            <a16:creationId xmlns:a16="http://schemas.microsoft.com/office/drawing/2014/main" id="{0A148D4E-36D4-4021-BC3E-EA803FB1588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06" name="Flowchart: Connector 905">
                        <a:extLst>
                          <a:ext uri="{FF2B5EF4-FFF2-40B4-BE49-F238E27FC236}">
                            <a16:creationId xmlns:a16="http://schemas.microsoft.com/office/drawing/2014/main" id="{4A6578E5-DE18-45CA-9DBB-07FBDB62C03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07" name="Flowchart: Connector 906">
                        <a:extLst>
                          <a:ext uri="{FF2B5EF4-FFF2-40B4-BE49-F238E27FC236}">
                            <a16:creationId xmlns:a16="http://schemas.microsoft.com/office/drawing/2014/main" id="{4A4E8B33-4120-489A-892E-239EEFA253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08" name="Flowchart: Connector 907">
                        <a:extLst>
                          <a:ext uri="{FF2B5EF4-FFF2-40B4-BE49-F238E27FC236}">
                            <a16:creationId xmlns:a16="http://schemas.microsoft.com/office/drawing/2014/main" id="{AC115CD7-DA70-45B9-A062-3F708AA944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09" name="Flowchart: Connector 908">
                        <a:extLst>
                          <a:ext uri="{FF2B5EF4-FFF2-40B4-BE49-F238E27FC236}">
                            <a16:creationId xmlns:a16="http://schemas.microsoft.com/office/drawing/2014/main" id="{FBCE8B92-60BF-4C42-B9FC-642A817480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10" name="Flowchart: Connector 909">
                        <a:extLst>
                          <a:ext uri="{FF2B5EF4-FFF2-40B4-BE49-F238E27FC236}">
                            <a16:creationId xmlns:a16="http://schemas.microsoft.com/office/drawing/2014/main" id="{893DC903-E21A-4116-B624-6372DFBD3EF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11" name="Flowchart: Connector 910">
                        <a:extLst>
                          <a:ext uri="{FF2B5EF4-FFF2-40B4-BE49-F238E27FC236}">
                            <a16:creationId xmlns:a16="http://schemas.microsoft.com/office/drawing/2014/main" id="{D881CC21-B5E8-4F94-AA8F-B4B464BE30C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12" name="3D Model 911" descr="Sphere">
                            <a:extLst>
                              <a:ext uri="{FF2B5EF4-FFF2-40B4-BE49-F238E27FC236}">
                                <a16:creationId xmlns:a16="http://schemas.microsoft.com/office/drawing/2014/main" id="{EFF63504-F791-4099-8B09-8ACAE9152D7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7355496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12" name="3D Model 911" descr="Sphere">
                            <a:extLst>
                              <a:ext uri="{FF2B5EF4-FFF2-40B4-BE49-F238E27FC236}">
                                <a16:creationId xmlns:a16="http://schemas.microsoft.com/office/drawing/2014/main" id="{EFF63504-F791-4099-8B09-8ACAE9152D7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691542" y="2257619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13" name="Flowchart: Connector 912">
                        <a:extLst>
                          <a:ext uri="{FF2B5EF4-FFF2-40B4-BE49-F238E27FC236}">
                            <a16:creationId xmlns:a16="http://schemas.microsoft.com/office/drawing/2014/main" id="{5558ECE3-6063-4079-9D7B-A139BA840E3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14" name="3D Model 913" descr="Sphere">
                            <a:extLst>
                              <a:ext uri="{FF2B5EF4-FFF2-40B4-BE49-F238E27FC236}">
                                <a16:creationId xmlns:a16="http://schemas.microsoft.com/office/drawing/2014/main" id="{BB2A5801-0595-4989-A3CE-F9C2107FA37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5752784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14" name="3D Model 913" descr="Sphere">
                            <a:extLst>
                              <a:ext uri="{FF2B5EF4-FFF2-40B4-BE49-F238E27FC236}">
                                <a16:creationId xmlns:a16="http://schemas.microsoft.com/office/drawing/2014/main" id="{BB2A5801-0595-4989-A3CE-F9C2107FA37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732782" y="226968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15" name="Flowchart: Connector 914">
                        <a:extLst>
                          <a:ext uri="{FF2B5EF4-FFF2-40B4-BE49-F238E27FC236}">
                            <a16:creationId xmlns:a16="http://schemas.microsoft.com/office/drawing/2014/main" id="{DD74966D-D9D2-4BEF-8913-AC539C07BB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16" name="3D Model 915" descr="Sphere">
                            <a:extLst>
                              <a:ext uri="{FF2B5EF4-FFF2-40B4-BE49-F238E27FC236}">
                                <a16:creationId xmlns:a16="http://schemas.microsoft.com/office/drawing/2014/main" id="{085EEDE2-4F9B-41F7-9E9E-B5B166BCABD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4365325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16" name="3D Model 915" descr="Sphere">
                            <a:extLst>
                              <a:ext uri="{FF2B5EF4-FFF2-40B4-BE49-F238E27FC236}">
                                <a16:creationId xmlns:a16="http://schemas.microsoft.com/office/drawing/2014/main" id="{085EEDE2-4F9B-41F7-9E9E-B5B166BCABD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775252" y="228263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17" name="Flowchart: Connector 916">
                        <a:extLst>
                          <a:ext uri="{FF2B5EF4-FFF2-40B4-BE49-F238E27FC236}">
                            <a16:creationId xmlns:a16="http://schemas.microsoft.com/office/drawing/2014/main" id="{6033FE0B-3428-43BB-A432-267676381E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18" name="3D Model 917" descr="Sphere">
                            <a:extLst>
                              <a:ext uri="{FF2B5EF4-FFF2-40B4-BE49-F238E27FC236}">
                                <a16:creationId xmlns:a16="http://schemas.microsoft.com/office/drawing/2014/main" id="{2068CB14-7D8F-47FD-955D-7AD0EB5FF67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30095289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918" name="3D Model 917" descr="Sphere">
                            <a:extLst>
                              <a:ext uri="{FF2B5EF4-FFF2-40B4-BE49-F238E27FC236}">
                                <a16:creationId xmlns:a16="http://schemas.microsoft.com/office/drawing/2014/main" id="{2068CB14-7D8F-47FD-955D-7AD0EB5FF67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821878" y="2297717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830" name="Flowchart: Connector 829">
                    <a:extLst>
                      <a:ext uri="{FF2B5EF4-FFF2-40B4-BE49-F238E27FC236}">
                        <a16:creationId xmlns:a16="http://schemas.microsoft.com/office/drawing/2014/main" id="{2ED879D2-A0CE-438B-9B36-E89DD8C3FC6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31" name="Flowchart: Connector 830">
                    <a:extLst>
                      <a:ext uri="{FF2B5EF4-FFF2-40B4-BE49-F238E27FC236}">
                        <a16:creationId xmlns:a16="http://schemas.microsoft.com/office/drawing/2014/main" id="{4E448B9C-2388-462D-9463-688BBCCCC77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32" name="Flowchart: Connector 831">
                    <a:extLst>
                      <a:ext uri="{FF2B5EF4-FFF2-40B4-BE49-F238E27FC236}">
                        <a16:creationId xmlns:a16="http://schemas.microsoft.com/office/drawing/2014/main" id="{214A7CD7-FD79-4221-873A-AD5D01AEAA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33" name="Flowchart: Connector 832">
                    <a:extLst>
                      <a:ext uri="{FF2B5EF4-FFF2-40B4-BE49-F238E27FC236}">
                        <a16:creationId xmlns:a16="http://schemas.microsoft.com/office/drawing/2014/main" id="{AFF1B939-8971-4DF0-AB12-DDF866232F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34" name="Flowchart: Connector 833">
                    <a:extLst>
                      <a:ext uri="{FF2B5EF4-FFF2-40B4-BE49-F238E27FC236}">
                        <a16:creationId xmlns:a16="http://schemas.microsoft.com/office/drawing/2014/main" id="{5C4A490A-CA3E-4327-BFBB-8E144B86445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35" name="Flowchart: Connector 834">
                    <a:extLst>
                      <a:ext uri="{FF2B5EF4-FFF2-40B4-BE49-F238E27FC236}">
                        <a16:creationId xmlns:a16="http://schemas.microsoft.com/office/drawing/2014/main" id="{E326D3F9-DBB5-4919-8BEA-F7A2645A5CD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836" name="Flowchart: Connector 835">
                    <a:extLst>
                      <a:ext uri="{FF2B5EF4-FFF2-40B4-BE49-F238E27FC236}">
                        <a16:creationId xmlns:a16="http://schemas.microsoft.com/office/drawing/2014/main" id="{9B926401-1F30-40CB-B41A-982F92B706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37" name="Flowchart: Connector 836">
                    <a:extLst>
                      <a:ext uri="{FF2B5EF4-FFF2-40B4-BE49-F238E27FC236}">
                        <a16:creationId xmlns:a16="http://schemas.microsoft.com/office/drawing/2014/main" id="{008C9CCA-F6DB-431D-8250-2903A61B88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838" name="Group 837">
                    <a:extLst>
                      <a:ext uri="{FF2B5EF4-FFF2-40B4-BE49-F238E27FC236}">
                        <a16:creationId xmlns:a16="http://schemas.microsoft.com/office/drawing/2014/main" id="{9309F0C3-94A6-4204-A448-A982EF0938F0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839" name="Group 838">
                      <a:extLst>
                        <a:ext uri="{FF2B5EF4-FFF2-40B4-BE49-F238E27FC236}">
                          <a16:creationId xmlns:a16="http://schemas.microsoft.com/office/drawing/2014/main" id="{64100CEF-18CE-4D9D-9DA8-C4B3F9E9BD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890" name="Flowchart: Connector 889">
                        <a:extLst>
                          <a:ext uri="{FF2B5EF4-FFF2-40B4-BE49-F238E27FC236}">
                            <a16:creationId xmlns:a16="http://schemas.microsoft.com/office/drawing/2014/main" id="{8BD6C666-538D-4C5A-A374-CFC44FD4C3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91" name="3D Model 890" descr="Sphere">
                            <a:extLst>
                              <a:ext uri="{FF2B5EF4-FFF2-40B4-BE49-F238E27FC236}">
                                <a16:creationId xmlns:a16="http://schemas.microsoft.com/office/drawing/2014/main" id="{7104BA4B-8A96-40B6-B0CF-BD492034CF7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01646206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891" name="3D Model 890" descr="Sphere">
                            <a:extLst>
                              <a:ext uri="{FF2B5EF4-FFF2-40B4-BE49-F238E27FC236}">
                                <a16:creationId xmlns:a16="http://schemas.microsoft.com/office/drawing/2014/main" id="{7104BA4B-8A96-40B6-B0CF-BD492034CF7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651712" y="2465421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92" name="Flowchart: Connector 891">
                        <a:extLst>
                          <a:ext uri="{FF2B5EF4-FFF2-40B4-BE49-F238E27FC236}">
                            <a16:creationId xmlns:a16="http://schemas.microsoft.com/office/drawing/2014/main" id="{AA38DA70-E46B-465C-99E7-58DC2681A5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93" name="3D Model 892" descr="Sphere">
                            <a:extLst>
                              <a:ext uri="{FF2B5EF4-FFF2-40B4-BE49-F238E27FC236}">
                                <a16:creationId xmlns:a16="http://schemas.microsoft.com/office/drawing/2014/main" id="{5E49A140-D05F-421F-86AA-AF63D8C4A7A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138706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94" name="Flowchart: Connector 893">
                        <a:extLst>
                          <a:ext uri="{FF2B5EF4-FFF2-40B4-BE49-F238E27FC236}">
                            <a16:creationId xmlns:a16="http://schemas.microsoft.com/office/drawing/2014/main" id="{B007D69F-1239-42E3-A90D-8185505A3B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95" name="3D Model 894" descr="Sphere">
                            <a:extLst>
                              <a:ext uri="{FF2B5EF4-FFF2-40B4-BE49-F238E27FC236}">
                                <a16:creationId xmlns:a16="http://schemas.microsoft.com/office/drawing/2014/main" id="{34D862D6-66C1-4FF0-A9A3-7D5E243B7DD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302731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96" name="Flowchart: Connector 895">
                        <a:extLst>
                          <a:ext uri="{FF2B5EF4-FFF2-40B4-BE49-F238E27FC236}">
                            <a16:creationId xmlns:a16="http://schemas.microsoft.com/office/drawing/2014/main" id="{EB4DDEB9-E061-4F77-8CB5-9DDE6EF00F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97" name="3D Model 896" descr="Sphere">
                            <a:extLst>
                              <a:ext uri="{FF2B5EF4-FFF2-40B4-BE49-F238E27FC236}">
                                <a16:creationId xmlns:a16="http://schemas.microsoft.com/office/drawing/2014/main" id="{8378CE64-33BA-4942-BC07-900D07FFC1B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414754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840" name="Group 839">
                      <a:extLst>
                        <a:ext uri="{FF2B5EF4-FFF2-40B4-BE49-F238E27FC236}">
                          <a16:creationId xmlns:a16="http://schemas.microsoft.com/office/drawing/2014/main" id="{8ABB3DB3-27F5-45B4-8F83-C4B4594412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874" name="Flowchart: Connector 873">
                        <a:extLst>
                          <a:ext uri="{FF2B5EF4-FFF2-40B4-BE49-F238E27FC236}">
                            <a16:creationId xmlns:a16="http://schemas.microsoft.com/office/drawing/2014/main" id="{E164668E-6660-42D7-8E2C-344FDAB352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75" name="Flowchart: Connector 874">
                        <a:extLst>
                          <a:ext uri="{FF2B5EF4-FFF2-40B4-BE49-F238E27FC236}">
                            <a16:creationId xmlns:a16="http://schemas.microsoft.com/office/drawing/2014/main" id="{56EC6539-6679-4E78-962F-053845A62F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76" name="Flowchart: Connector 875">
                        <a:extLst>
                          <a:ext uri="{FF2B5EF4-FFF2-40B4-BE49-F238E27FC236}">
                            <a16:creationId xmlns:a16="http://schemas.microsoft.com/office/drawing/2014/main" id="{C907B099-56CF-47F8-8A36-C2F16E7F462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77" name="Flowchart: Connector 876">
                        <a:extLst>
                          <a:ext uri="{FF2B5EF4-FFF2-40B4-BE49-F238E27FC236}">
                            <a16:creationId xmlns:a16="http://schemas.microsoft.com/office/drawing/2014/main" id="{BA125845-4DA7-439B-9BAA-8D25D429EAE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78" name="Flowchart: Connector 877">
                        <a:extLst>
                          <a:ext uri="{FF2B5EF4-FFF2-40B4-BE49-F238E27FC236}">
                            <a16:creationId xmlns:a16="http://schemas.microsoft.com/office/drawing/2014/main" id="{F547CB5E-295E-4036-B1E0-083506D83C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79" name="Flowchart: Connector 878">
                        <a:extLst>
                          <a:ext uri="{FF2B5EF4-FFF2-40B4-BE49-F238E27FC236}">
                            <a16:creationId xmlns:a16="http://schemas.microsoft.com/office/drawing/2014/main" id="{4E992982-3C68-40C7-A06B-5ADAF9EF9EC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80" name="Flowchart: Connector 879">
                        <a:extLst>
                          <a:ext uri="{FF2B5EF4-FFF2-40B4-BE49-F238E27FC236}">
                            <a16:creationId xmlns:a16="http://schemas.microsoft.com/office/drawing/2014/main" id="{684FC3B2-3F90-40B3-AFE9-89DC5A7715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81" name="Flowchart: Connector 880">
                        <a:extLst>
                          <a:ext uri="{FF2B5EF4-FFF2-40B4-BE49-F238E27FC236}">
                            <a16:creationId xmlns:a16="http://schemas.microsoft.com/office/drawing/2014/main" id="{76E7E01B-EF53-42C5-8B7A-7477F8563DD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82" name="Flowchart: Connector 881">
                        <a:extLst>
                          <a:ext uri="{FF2B5EF4-FFF2-40B4-BE49-F238E27FC236}">
                            <a16:creationId xmlns:a16="http://schemas.microsoft.com/office/drawing/2014/main" id="{0D5A6677-03F4-43F3-B303-DD68AF559F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83" name="3D Model 882" descr="Sphere">
                            <a:extLst>
                              <a:ext uri="{FF2B5EF4-FFF2-40B4-BE49-F238E27FC236}">
                                <a16:creationId xmlns:a16="http://schemas.microsoft.com/office/drawing/2014/main" id="{34424F11-9FE6-4FB3-B40C-12306578544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7590235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883" name="3D Model 882" descr="Sphere">
                            <a:extLst>
                              <a:ext uri="{FF2B5EF4-FFF2-40B4-BE49-F238E27FC236}">
                                <a16:creationId xmlns:a16="http://schemas.microsoft.com/office/drawing/2014/main" id="{34424F11-9FE6-4FB3-B40C-12306578544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651128" y="240258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84" name="Flowchart: Connector 883">
                        <a:extLst>
                          <a:ext uri="{FF2B5EF4-FFF2-40B4-BE49-F238E27FC236}">
                            <a16:creationId xmlns:a16="http://schemas.microsoft.com/office/drawing/2014/main" id="{9C539345-75C4-42A1-A858-ED27C898BF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85" name="3D Model 884" descr="Sphere">
                            <a:extLst>
                              <a:ext uri="{FF2B5EF4-FFF2-40B4-BE49-F238E27FC236}">
                                <a16:creationId xmlns:a16="http://schemas.microsoft.com/office/drawing/2014/main" id="{EE660D9C-6DC4-4D3A-9ACB-13EE7BB0765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2030157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86" name="Flowchart: Connector 885">
                        <a:extLst>
                          <a:ext uri="{FF2B5EF4-FFF2-40B4-BE49-F238E27FC236}">
                            <a16:creationId xmlns:a16="http://schemas.microsoft.com/office/drawing/2014/main" id="{4486B591-0B21-4AF3-B8E1-2C5341B8CA2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87" name="3D Model 886" descr="Sphere">
                            <a:extLst>
                              <a:ext uri="{FF2B5EF4-FFF2-40B4-BE49-F238E27FC236}">
                                <a16:creationId xmlns:a16="http://schemas.microsoft.com/office/drawing/2014/main" id="{917772E6-27A8-4104-B7BC-62E5F43FB25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406742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88" name="Flowchart: Connector 887">
                        <a:extLst>
                          <a:ext uri="{FF2B5EF4-FFF2-40B4-BE49-F238E27FC236}">
                            <a16:creationId xmlns:a16="http://schemas.microsoft.com/office/drawing/2014/main" id="{B900993A-2DA6-430F-9DC8-4254545AF7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89" name="3D Model 888" descr="Sphere">
                            <a:extLst>
                              <a:ext uri="{FF2B5EF4-FFF2-40B4-BE49-F238E27FC236}">
                                <a16:creationId xmlns:a16="http://schemas.microsoft.com/office/drawing/2014/main" id="{1FEB0E78-62C8-4940-B55D-B70DE5F00F3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8192677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841" name="Group 840">
                      <a:extLst>
                        <a:ext uri="{FF2B5EF4-FFF2-40B4-BE49-F238E27FC236}">
                          <a16:creationId xmlns:a16="http://schemas.microsoft.com/office/drawing/2014/main" id="{C9CE4266-BAE0-4532-B3A1-1E760F69C0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858" name="Flowchart: Connector 857">
                        <a:extLst>
                          <a:ext uri="{FF2B5EF4-FFF2-40B4-BE49-F238E27FC236}">
                            <a16:creationId xmlns:a16="http://schemas.microsoft.com/office/drawing/2014/main" id="{B9B76AA0-D888-4C85-A778-FDF74B49ED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59" name="Flowchart: Connector 858">
                        <a:extLst>
                          <a:ext uri="{FF2B5EF4-FFF2-40B4-BE49-F238E27FC236}">
                            <a16:creationId xmlns:a16="http://schemas.microsoft.com/office/drawing/2014/main" id="{0375A77C-93A5-498E-B9CB-118B016A60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60" name="Flowchart: Connector 859">
                        <a:extLst>
                          <a:ext uri="{FF2B5EF4-FFF2-40B4-BE49-F238E27FC236}">
                            <a16:creationId xmlns:a16="http://schemas.microsoft.com/office/drawing/2014/main" id="{36CB2887-7D79-4236-ACB6-2CEEB5DD47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61" name="Flowchart: Connector 860">
                        <a:extLst>
                          <a:ext uri="{FF2B5EF4-FFF2-40B4-BE49-F238E27FC236}">
                            <a16:creationId xmlns:a16="http://schemas.microsoft.com/office/drawing/2014/main" id="{D18D451E-0D1D-4F50-BA12-ED12D13CD5D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62" name="Flowchart: Connector 861">
                        <a:extLst>
                          <a:ext uri="{FF2B5EF4-FFF2-40B4-BE49-F238E27FC236}">
                            <a16:creationId xmlns:a16="http://schemas.microsoft.com/office/drawing/2014/main" id="{4068F259-527A-4B29-A45D-6820071F5C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63" name="Flowchart: Connector 862">
                        <a:extLst>
                          <a:ext uri="{FF2B5EF4-FFF2-40B4-BE49-F238E27FC236}">
                            <a16:creationId xmlns:a16="http://schemas.microsoft.com/office/drawing/2014/main" id="{EE9A4367-4A42-4263-9F42-D3057EFB57A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64" name="Flowchart: Connector 863">
                        <a:extLst>
                          <a:ext uri="{FF2B5EF4-FFF2-40B4-BE49-F238E27FC236}">
                            <a16:creationId xmlns:a16="http://schemas.microsoft.com/office/drawing/2014/main" id="{9CAF478B-AB3D-4C9D-8172-28FE5D5417A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65" name="Flowchart: Connector 864">
                        <a:extLst>
                          <a:ext uri="{FF2B5EF4-FFF2-40B4-BE49-F238E27FC236}">
                            <a16:creationId xmlns:a16="http://schemas.microsoft.com/office/drawing/2014/main" id="{5780ECF4-A30A-4640-A356-D68DEF558F3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866" name="Flowchart: Connector 865">
                        <a:extLst>
                          <a:ext uri="{FF2B5EF4-FFF2-40B4-BE49-F238E27FC236}">
                            <a16:creationId xmlns:a16="http://schemas.microsoft.com/office/drawing/2014/main" id="{A30FCE71-5897-4FBD-8E1E-FDB134CF8D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67" name="3D Model 866" descr="Sphere">
                            <a:extLst>
                              <a:ext uri="{FF2B5EF4-FFF2-40B4-BE49-F238E27FC236}">
                                <a16:creationId xmlns:a16="http://schemas.microsoft.com/office/drawing/2014/main" id="{91844925-F6F7-450C-B8D3-E63B7F45C8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85836699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867" name="3D Model 866" descr="Sphere">
                            <a:extLst>
                              <a:ext uri="{FF2B5EF4-FFF2-40B4-BE49-F238E27FC236}">
                                <a16:creationId xmlns:a16="http://schemas.microsoft.com/office/drawing/2014/main" id="{91844925-F6F7-450C-B8D3-E63B7F45C8E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649447" y="234171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68" name="Flowchart: Connector 867">
                        <a:extLst>
                          <a:ext uri="{FF2B5EF4-FFF2-40B4-BE49-F238E27FC236}">
                            <a16:creationId xmlns:a16="http://schemas.microsoft.com/office/drawing/2014/main" id="{B5D35D9D-1298-48F2-B021-F587D0F7F8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69" name="3D Model 868" descr="Sphere">
                            <a:extLst>
                              <a:ext uri="{FF2B5EF4-FFF2-40B4-BE49-F238E27FC236}">
                                <a16:creationId xmlns:a16="http://schemas.microsoft.com/office/drawing/2014/main" id="{FF55A920-C771-44B6-BF72-F840F1842F7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192218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869" name="3D Model 868" descr="Sphere">
                            <a:extLst>
                              <a:ext uri="{FF2B5EF4-FFF2-40B4-BE49-F238E27FC236}">
                                <a16:creationId xmlns:a16="http://schemas.microsoft.com/office/drawing/2014/main" id="{FF55A920-C771-44B6-BF72-F840F1842F7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691148" y="235758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70" name="Flowchart: Connector 869">
                        <a:extLst>
                          <a:ext uri="{FF2B5EF4-FFF2-40B4-BE49-F238E27FC236}">
                            <a16:creationId xmlns:a16="http://schemas.microsoft.com/office/drawing/2014/main" id="{951B3680-6908-40DB-8B0A-8DC51A577A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71" name="3D Model 870" descr="Sphere">
                            <a:extLst>
                              <a:ext uri="{FF2B5EF4-FFF2-40B4-BE49-F238E27FC236}">
                                <a16:creationId xmlns:a16="http://schemas.microsoft.com/office/drawing/2014/main" id="{01D5A7A4-62CA-4D7F-A6F4-40635AB15F1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71914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872" name="Flowchart: Connector 871">
                        <a:extLst>
                          <a:ext uri="{FF2B5EF4-FFF2-40B4-BE49-F238E27FC236}">
                            <a16:creationId xmlns:a16="http://schemas.microsoft.com/office/drawing/2014/main" id="{3F97A63F-8F9D-475E-941A-1FA8D1A70A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873" name="3D Model 872" descr="Sphere">
                            <a:extLst>
                              <a:ext uri="{FF2B5EF4-FFF2-40B4-BE49-F238E27FC236}">
                                <a16:creationId xmlns:a16="http://schemas.microsoft.com/office/drawing/2014/main" id="{99336BE1-0718-41A6-AAFD-E6F115B619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969586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842" name="Flowchart: Connector 841">
                      <a:extLst>
                        <a:ext uri="{FF2B5EF4-FFF2-40B4-BE49-F238E27FC236}">
                          <a16:creationId xmlns:a16="http://schemas.microsoft.com/office/drawing/2014/main" id="{6445AD80-B8F9-4BF5-B65D-36A254F666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43" name="Flowchart: Connector 842">
                      <a:extLst>
                        <a:ext uri="{FF2B5EF4-FFF2-40B4-BE49-F238E27FC236}">
                          <a16:creationId xmlns:a16="http://schemas.microsoft.com/office/drawing/2014/main" id="{222E7CAB-1E2F-4613-AF8B-7F1C4BD7944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44" name="Flowchart: Connector 843">
                      <a:extLst>
                        <a:ext uri="{FF2B5EF4-FFF2-40B4-BE49-F238E27FC236}">
                          <a16:creationId xmlns:a16="http://schemas.microsoft.com/office/drawing/2014/main" id="{46B29595-9AF3-4708-AAAF-524A7D5D2B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45" name="Flowchart: Connector 844">
                      <a:extLst>
                        <a:ext uri="{FF2B5EF4-FFF2-40B4-BE49-F238E27FC236}">
                          <a16:creationId xmlns:a16="http://schemas.microsoft.com/office/drawing/2014/main" id="{7DED60D9-3D84-4D51-839D-CF026EEB32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46" name="Flowchart: Connector 845">
                      <a:extLst>
                        <a:ext uri="{FF2B5EF4-FFF2-40B4-BE49-F238E27FC236}">
                          <a16:creationId xmlns:a16="http://schemas.microsoft.com/office/drawing/2014/main" id="{0FF1B9C2-11A6-4F9F-A989-DF65DA41EB9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47" name="Flowchart: Connector 846">
                      <a:extLst>
                        <a:ext uri="{FF2B5EF4-FFF2-40B4-BE49-F238E27FC236}">
                          <a16:creationId xmlns:a16="http://schemas.microsoft.com/office/drawing/2014/main" id="{EB389E78-515C-496B-B8E3-27133757F2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48" name="Flowchart: Connector 847">
                      <a:extLst>
                        <a:ext uri="{FF2B5EF4-FFF2-40B4-BE49-F238E27FC236}">
                          <a16:creationId xmlns:a16="http://schemas.microsoft.com/office/drawing/2014/main" id="{8343C7C9-6546-46A1-84D4-EDB7AA2BD96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49" name="Flowchart: Connector 848">
                      <a:extLst>
                        <a:ext uri="{FF2B5EF4-FFF2-40B4-BE49-F238E27FC236}">
                          <a16:creationId xmlns:a16="http://schemas.microsoft.com/office/drawing/2014/main" id="{3A4C7EAA-767C-4D43-9BE6-40B6CA230F9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50" name="Flowchart: Connector 849">
                      <a:extLst>
                        <a:ext uri="{FF2B5EF4-FFF2-40B4-BE49-F238E27FC236}">
                          <a16:creationId xmlns:a16="http://schemas.microsoft.com/office/drawing/2014/main" id="{5D708EB7-01C5-4088-95E9-5C934B79EE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51" name="3D Model 850" descr="Sphere">
                          <a:extLst>
                            <a:ext uri="{FF2B5EF4-FFF2-40B4-BE49-F238E27FC236}">
                              <a16:creationId xmlns:a16="http://schemas.microsoft.com/office/drawing/2014/main" id="{0727A1CA-B6CD-4DAE-99FF-69BB90DD571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42019029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51" name="3D Model 850" descr="Sphere">
                          <a:extLst>
                            <a:ext uri="{FF2B5EF4-FFF2-40B4-BE49-F238E27FC236}">
                              <a16:creationId xmlns:a16="http://schemas.microsoft.com/office/drawing/2014/main" id="{0727A1CA-B6CD-4DAE-99FF-69BB90DD571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650689" y="2282596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52" name="Flowchart: Connector 851">
                      <a:extLst>
                        <a:ext uri="{FF2B5EF4-FFF2-40B4-BE49-F238E27FC236}">
                          <a16:creationId xmlns:a16="http://schemas.microsoft.com/office/drawing/2014/main" id="{D73E8776-5B3C-4F70-99BC-3083D8EA7D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53" name="3D Model 852" descr="Sphere">
                          <a:extLst>
                            <a:ext uri="{FF2B5EF4-FFF2-40B4-BE49-F238E27FC236}">
                              <a16:creationId xmlns:a16="http://schemas.microsoft.com/office/drawing/2014/main" id="{D841DD42-36A5-4623-BE98-E44C0C8B560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5664166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53" name="3D Model 852" descr="Sphere">
                          <a:extLst>
                            <a:ext uri="{FF2B5EF4-FFF2-40B4-BE49-F238E27FC236}">
                              <a16:creationId xmlns:a16="http://schemas.microsoft.com/office/drawing/2014/main" id="{D841DD42-36A5-4623-BE98-E44C0C8B560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693413" y="2299608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54" name="Flowchart: Connector 853">
                      <a:extLst>
                        <a:ext uri="{FF2B5EF4-FFF2-40B4-BE49-F238E27FC236}">
                          <a16:creationId xmlns:a16="http://schemas.microsoft.com/office/drawing/2014/main" id="{7D7005F1-71F0-4BCA-A7BC-0F21A76CF6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55" name="3D Model 854" descr="Sphere">
                          <a:extLst>
                            <a:ext uri="{FF2B5EF4-FFF2-40B4-BE49-F238E27FC236}">
                              <a16:creationId xmlns:a16="http://schemas.microsoft.com/office/drawing/2014/main" id="{AEEBBBBB-6EA1-41E8-A645-A2AC3676D29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19273033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55" name="3D Model 854" descr="Sphere">
                          <a:extLst>
                            <a:ext uri="{FF2B5EF4-FFF2-40B4-BE49-F238E27FC236}">
                              <a16:creationId xmlns:a16="http://schemas.microsoft.com/office/drawing/2014/main" id="{AEEBBBBB-6EA1-41E8-A645-A2AC3676D29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35300" y="230862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56" name="Flowchart: Connector 855">
                      <a:extLst>
                        <a:ext uri="{FF2B5EF4-FFF2-40B4-BE49-F238E27FC236}">
                          <a16:creationId xmlns:a16="http://schemas.microsoft.com/office/drawing/2014/main" id="{A6B864EC-3662-4A86-9488-16BB8FF200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57" name="3D Model 856" descr="Sphere">
                          <a:extLst>
                            <a:ext uri="{FF2B5EF4-FFF2-40B4-BE49-F238E27FC236}">
                              <a16:creationId xmlns:a16="http://schemas.microsoft.com/office/drawing/2014/main" id="{6C1E3FBB-6BE6-4150-AA32-F4B23F79453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5191406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57" name="3D Model 856" descr="Sphere">
                          <a:extLst>
                            <a:ext uri="{FF2B5EF4-FFF2-40B4-BE49-F238E27FC236}">
                              <a16:creationId xmlns:a16="http://schemas.microsoft.com/office/drawing/2014/main" id="{6C1E3FBB-6BE6-4150-AA32-F4B23F79453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781926" y="2325018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747" name="Group 746">
                  <a:extLst>
                    <a:ext uri="{FF2B5EF4-FFF2-40B4-BE49-F238E27FC236}">
                      <a16:creationId xmlns:a16="http://schemas.microsoft.com/office/drawing/2014/main" id="{A262F356-E4E7-4645-B14A-B7AD5C51AC4B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817" name="Freeform: Shape 816">
                    <a:extLst>
                      <a:ext uri="{FF2B5EF4-FFF2-40B4-BE49-F238E27FC236}">
                        <a16:creationId xmlns:a16="http://schemas.microsoft.com/office/drawing/2014/main" id="{D7107C7A-FB34-458C-9729-EDC9CF16B67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18" name="Rectangle: Rounded Corners 817">
                    <a:extLst>
                      <a:ext uri="{FF2B5EF4-FFF2-40B4-BE49-F238E27FC236}">
                        <a16:creationId xmlns:a16="http://schemas.microsoft.com/office/drawing/2014/main" id="{EC920E4F-5677-40E0-B117-A27646FA14D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48" name="Group 747">
                  <a:extLst>
                    <a:ext uri="{FF2B5EF4-FFF2-40B4-BE49-F238E27FC236}">
                      <a16:creationId xmlns:a16="http://schemas.microsoft.com/office/drawing/2014/main" id="{9C5FD76D-2EF6-4B37-AEFA-E390954E4244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815" name="Freeform: Shape 814">
                    <a:extLst>
                      <a:ext uri="{FF2B5EF4-FFF2-40B4-BE49-F238E27FC236}">
                        <a16:creationId xmlns:a16="http://schemas.microsoft.com/office/drawing/2014/main" id="{34A94511-FB08-4E16-858D-440845278B8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16" name="Rectangle: Rounded Corners 815">
                    <a:extLst>
                      <a:ext uri="{FF2B5EF4-FFF2-40B4-BE49-F238E27FC236}">
                        <a16:creationId xmlns:a16="http://schemas.microsoft.com/office/drawing/2014/main" id="{7B03A272-C5E8-4724-9264-9104D4EA0F6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49" name="Group 748">
                  <a:extLst>
                    <a:ext uri="{FF2B5EF4-FFF2-40B4-BE49-F238E27FC236}">
                      <a16:creationId xmlns:a16="http://schemas.microsoft.com/office/drawing/2014/main" id="{B44D5C5F-39C0-4B0A-AF7D-939F96705596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813" name="Freeform: Shape 812">
                    <a:extLst>
                      <a:ext uri="{FF2B5EF4-FFF2-40B4-BE49-F238E27FC236}">
                        <a16:creationId xmlns:a16="http://schemas.microsoft.com/office/drawing/2014/main" id="{27910FF5-AC20-481A-B44C-083BA3FFB04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14" name="Rectangle: Rounded Corners 813">
                    <a:extLst>
                      <a:ext uri="{FF2B5EF4-FFF2-40B4-BE49-F238E27FC236}">
                        <a16:creationId xmlns:a16="http://schemas.microsoft.com/office/drawing/2014/main" id="{AD0473E6-E305-474B-9ED1-AA9376E210F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0" name="Group 749">
                  <a:extLst>
                    <a:ext uri="{FF2B5EF4-FFF2-40B4-BE49-F238E27FC236}">
                      <a16:creationId xmlns:a16="http://schemas.microsoft.com/office/drawing/2014/main" id="{8849FE96-0EB7-4860-BB49-EF85B5C28AD7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811" name="Freeform: Shape 810">
                    <a:extLst>
                      <a:ext uri="{FF2B5EF4-FFF2-40B4-BE49-F238E27FC236}">
                        <a16:creationId xmlns:a16="http://schemas.microsoft.com/office/drawing/2014/main" id="{480E855D-7587-4A3F-A3F5-653683590A8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12" name="Rectangle: Rounded Corners 811">
                    <a:extLst>
                      <a:ext uri="{FF2B5EF4-FFF2-40B4-BE49-F238E27FC236}">
                        <a16:creationId xmlns:a16="http://schemas.microsoft.com/office/drawing/2014/main" id="{A87117D6-664C-4149-AE9D-5DB20FF0EB4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1" name="Group 750">
                  <a:extLst>
                    <a:ext uri="{FF2B5EF4-FFF2-40B4-BE49-F238E27FC236}">
                      <a16:creationId xmlns:a16="http://schemas.microsoft.com/office/drawing/2014/main" id="{24D19943-85E6-437A-9C75-7B0B7F726232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809" name="Freeform: Shape 808">
                    <a:extLst>
                      <a:ext uri="{FF2B5EF4-FFF2-40B4-BE49-F238E27FC236}">
                        <a16:creationId xmlns:a16="http://schemas.microsoft.com/office/drawing/2014/main" id="{BAEBA808-1BC4-45E3-B75F-05FC80F4E82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10" name="Rectangle: Rounded Corners 809">
                    <a:extLst>
                      <a:ext uri="{FF2B5EF4-FFF2-40B4-BE49-F238E27FC236}">
                        <a16:creationId xmlns:a16="http://schemas.microsoft.com/office/drawing/2014/main" id="{4C01171B-3424-49E0-87CD-0E4C3FA37AC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2" name="Group 751">
                  <a:extLst>
                    <a:ext uri="{FF2B5EF4-FFF2-40B4-BE49-F238E27FC236}">
                      <a16:creationId xmlns:a16="http://schemas.microsoft.com/office/drawing/2014/main" id="{96F1A275-8F7F-414F-BCF4-7AFEEA4C2B74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807" name="Freeform: Shape 806">
                    <a:extLst>
                      <a:ext uri="{FF2B5EF4-FFF2-40B4-BE49-F238E27FC236}">
                        <a16:creationId xmlns:a16="http://schemas.microsoft.com/office/drawing/2014/main" id="{3CCBB95E-A155-4A8A-920D-7080E6A82EF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08" name="Rectangle: Rounded Corners 807">
                    <a:extLst>
                      <a:ext uri="{FF2B5EF4-FFF2-40B4-BE49-F238E27FC236}">
                        <a16:creationId xmlns:a16="http://schemas.microsoft.com/office/drawing/2014/main" id="{BF9DE450-C5F9-4814-B74A-9A4A3E06842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3" name="Group 752">
                  <a:extLst>
                    <a:ext uri="{FF2B5EF4-FFF2-40B4-BE49-F238E27FC236}">
                      <a16:creationId xmlns:a16="http://schemas.microsoft.com/office/drawing/2014/main" id="{C7ECF28F-636E-4733-B37B-74899C31DDD6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805" name="Freeform: Shape 804">
                    <a:extLst>
                      <a:ext uri="{FF2B5EF4-FFF2-40B4-BE49-F238E27FC236}">
                        <a16:creationId xmlns:a16="http://schemas.microsoft.com/office/drawing/2014/main" id="{9BD93C98-BD14-4F92-8C9D-97C93ACA165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06" name="Rectangle: Rounded Corners 805">
                    <a:extLst>
                      <a:ext uri="{FF2B5EF4-FFF2-40B4-BE49-F238E27FC236}">
                        <a16:creationId xmlns:a16="http://schemas.microsoft.com/office/drawing/2014/main" id="{9FEDA9BF-CC9A-4532-B8A6-A1F6E636689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4" name="Group 753">
                  <a:extLst>
                    <a:ext uri="{FF2B5EF4-FFF2-40B4-BE49-F238E27FC236}">
                      <a16:creationId xmlns:a16="http://schemas.microsoft.com/office/drawing/2014/main" id="{7155F54A-08C6-4B09-9F02-A4B89837B353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803" name="Freeform: Shape 802">
                    <a:extLst>
                      <a:ext uri="{FF2B5EF4-FFF2-40B4-BE49-F238E27FC236}">
                        <a16:creationId xmlns:a16="http://schemas.microsoft.com/office/drawing/2014/main" id="{F81D5BDF-FB01-48B3-A37A-D403FD1D79C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04" name="Rectangle: Rounded Corners 803">
                    <a:extLst>
                      <a:ext uri="{FF2B5EF4-FFF2-40B4-BE49-F238E27FC236}">
                        <a16:creationId xmlns:a16="http://schemas.microsoft.com/office/drawing/2014/main" id="{08A3D2CF-F31A-4B8F-9800-5C680A7EDCD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BF8376F0-9DED-42E7-BE47-DB58F2455548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801" name="Freeform: Shape 800">
                    <a:extLst>
                      <a:ext uri="{FF2B5EF4-FFF2-40B4-BE49-F238E27FC236}">
                        <a16:creationId xmlns:a16="http://schemas.microsoft.com/office/drawing/2014/main" id="{9C245675-F4F4-438F-81F3-4B12613BC9E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02" name="Rectangle: Rounded Corners 801">
                    <a:extLst>
                      <a:ext uri="{FF2B5EF4-FFF2-40B4-BE49-F238E27FC236}">
                        <a16:creationId xmlns:a16="http://schemas.microsoft.com/office/drawing/2014/main" id="{16F9B46E-3C34-4382-AB64-9F775386B1B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C349CAC4-D638-418C-ABC1-15AF64AC0E2E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799" name="Freeform: Shape 798">
                    <a:extLst>
                      <a:ext uri="{FF2B5EF4-FFF2-40B4-BE49-F238E27FC236}">
                        <a16:creationId xmlns:a16="http://schemas.microsoft.com/office/drawing/2014/main" id="{2028769B-71F6-499C-A809-9D6542D49DB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800" name="Rectangle: Rounded Corners 799">
                    <a:extLst>
                      <a:ext uri="{FF2B5EF4-FFF2-40B4-BE49-F238E27FC236}">
                        <a16:creationId xmlns:a16="http://schemas.microsoft.com/office/drawing/2014/main" id="{7590F2EE-ABE0-4E52-88D4-803CD9A5CEF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7" name="Group 756">
                  <a:extLst>
                    <a:ext uri="{FF2B5EF4-FFF2-40B4-BE49-F238E27FC236}">
                      <a16:creationId xmlns:a16="http://schemas.microsoft.com/office/drawing/2014/main" id="{B53EC591-02D0-400E-A25D-6027DB741F34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97" name="Freeform: Shape 796">
                    <a:extLst>
                      <a:ext uri="{FF2B5EF4-FFF2-40B4-BE49-F238E27FC236}">
                        <a16:creationId xmlns:a16="http://schemas.microsoft.com/office/drawing/2014/main" id="{9845DF36-DE97-432C-90DE-10B47B78B05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98" name="Rectangle: Rounded Corners 797">
                    <a:extLst>
                      <a:ext uri="{FF2B5EF4-FFF2-40B4-BE49-F238E27FC236}">
                        <a16:creationId xmlns:a16="http://schemas.microsoft.com/office/drawing/2014/main" id="{07ACFD30-5A71-48C6-AB02-4928F83A18C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8" name="Group 757">
                  <a:extLst>
                    <a:ext uri="{FF2B5EF4-FFF2-40B4-BE49-F238E27FC236}">
                      <a16:creationId xmlns:a16="http://schemas.microsoft.com/office/drawing/2014/main" id="{AA306675-32C2-43F7-AA69-DB385C82D261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95" name="Freeform: Shape 794">
                    <a:extLst>
                      <a:ext uri="{FF2B5EF4-FFF2-40B4-BE49-F238E27FC236}">
                        <a16:creationId xmlns:a16="http://schemas.microsoft.com/office/drawing/2014/main" id="{8E2804EF-3D48-4856-852B-02FAD403843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96" name="Rectangle: Rounded Corners 795">
                    <a:extLst>
                      <a:ext uri="{FF2B5EF4-FFF2-40B4-BE49-F238E27FC236}">
                        <a16:creationId xmlns:a16="http://schemas.microsoft.com/office/drawing/2014/main" id="{E60E5833-2CD8-41F9-92FD-B5EC0BE130C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59" name="Group 758">
                  <a:extLst>
                    <a:ext uri="{FF2B5EF4-FFF2-40B4-BE49-F238E27FC236}">
                      <a16:creationId xmlns:a16="http://schemas.microsoft.com/office/drawing/2014/main" id="{CE8636C9-D0A2-4B27-9A1B-97F795617407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93" name="Freeform: Shape 792">
                    <a:extLst>
                      <a:ext uri="{FF2B5EF4-FFF2-40B4-BE49-F238E27FC236}">
                        <a16:creationId xmlns:a16="http://schemas.microsoft.com/office/drawing/2014/main" id="{11902F2F-250B-447D-A3B2-E8E85F5CE6D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94" name="Rectangle: Rounded Corners 793">
                    <a:extLst>
                      <a:ext uri="{FF2B5EF4-FFF2-40B4-BE49-F238E27FC236}">
                        <a16:creationId xmlns:a16="http://schemas.microsoft.com/office/drawing/2014/main" id="{4EE019FE-C9FB-4112-A149-863F36DA98B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0" name="Group 759">
                  <a:extLst>
                    <a:ext uri="{FF2B5EF4-FFF2-40B4-BE49-F238E27FC236}">
                      <a16:creationId xmlns:a16="http://schemas.microsoft.com/office/drawing/2014/main" id="{6BD2123D-9045-420E-AFD0-EA1E30CA72B4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91" name="Freeform: Shape 790">
                    <a:extLst>
                      <a:ext uri="{FF2B5EF4-FFF2-40B4-BE49-F238E27FC236}">
                        <a16:creationId xmlns:a16="http://schemas.microsoft.com/office/drawing/2014/main" id="{8CF3805F-0D12-413A-B4F4-0BB12AC0BE7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92" name="Rectangle: Rounded Corners 791">
                    <a:extLst>
                      <a:ext uri="{FF2B5EF4-FFF2-40B4-BE49-F238E27FC236}">
                        <a16:creationId xmlns:a16="http://schemas.microsoft.com/office/drawing/2014/main" id="{BC673EE8-86A7-4B3B-B1BF-28786068495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1" name="Group 760">
                  <a:extLst>
                    <a:ext uri="{FF2B5EF4-FFF2-40B4-BE49-F238E27FC236}">
                      <a16:creationId xmlns:a16="http://schemas.microsoft.com/office/drawing/2014/main" id="{84BA4941-C38A-4EB3-A974-7FD2B5CC6665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89" name="Freeform: Shape 788">
                    <a:extLst>
                      <a:ext uri="{FF2B5EF4-FFF2-40B4-BE49-F238E27FC236}">
                        <a16:creationId xmlns:a16="http://schemas.microsoft.com/office/drawing/2014/main" id="{6A1E1952-7D60-407C-9026-34CE44C3ED9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90" name="Rectangle: Rounded Corners 789">
                    <a:extLst>
                      <a:ext uri="{FF2B5EF4-FFF2-40B4-BE49-F238E27FC236}">
                        <a16:creationId xmlns:a16="http://schemas.microsoft.com/office/drawing/2014/main" id="{EDA9A4E0-0AAB-4298-8EAB-F93D52FA64B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2" name="Group 761">
                  <a:extLst>
                    <a:ext uri="{FF2B5EF4-FFF2-40B4-BE49-F238E27FC236}">
                      <a16:creationId xmlns:a16="http://schemas.microsoft.com/office/drawing/2014/main" id="{B8A64657-05A4-4CD5-8B0C-F1658F986828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787" name="Freeform: Shape 786">
                    <a:extLst>
                      <a:ext uri="{FF2B5EF4-FFF2-40B4-BE49-F238E27FC236}">
                        <a16:creationId xmlns:a16="http://schemas.microsoft.com/office/drawing/2014/main" id="{2350CBC5-F12A-4EB1-9AA8-A8BDD172A1F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88" name="Rectangle: Rounded Corners 787">
                    <a:extLst>
                      <a:ext uri="{FF2B5EF4-FFF2-40B4-BE49-F238E27FC236}">
                        <a16:creationId xmlns:a16="http://schemas.microsoft.com/office/drawing/2014/main" id="{C3B4B269-F4DE-4426-BA3A-9C1D44B5D08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3" name="Group 762">
                  <a:extLst>
                    <a:ext uri="{FF2B5EF4-FFF2-40B4-BE49-F238E27FC236}">
                      <a16:creationId xmlns:a16="http://schemas.microsoft.com/office/drawing/2014/main" id="{2653FEBC-7960-4323-9A4E-8A605F51EF47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785" name="Freeform: Shape 784">
                    <a:extLst>
                      <a:ext uri="{FF2B5EF4-FFF2-40B4-BE49-F238E27FC236}">
                        <a16:creationId xmlns:a16="http://schemas.microsoft.com/office/drawing/2014/main" id="{7B723BAC-7C8B-4204-A29D-68A96898100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86" name="Rectangle: Rounded Corners 785">
                    <a:extLst>
                      <a:ext uri="{FF2B5EF4-FFF2-40B4-BE49-F238E27FC236}">
                        <a16:creationId xmlns:a16="http://schemas.microsoft.com/office/drawing/2014/main" id="{18F08A37-7553-4DBD-9CC2-BDF797C8142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4" name="Group 763">
                  <a:extLst>
                    <a:ext uri="{FF2B5EF4-FFF2-40B4-BE49-F238E27FC236}">
                      <a16:creationId xmlns:a16="http://schemas.microsoft.com/office/drawing/2014/main" id="{3240DB4C-AF1D-41CC-9E8F-AABD8622884D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783" name="Freeform: Shape 782">
                    <a:extLst>
                      <a:ext uri="{FF2B5EF4-FFF2-40B4-BE49-F238E27FC236}">
                        <a16:creationId xmlns:a16="http://schemas.microsoft.com/office/drawing/2014/main" id="{4FE985AA-17B6-4F7E-9C0B-1CC202C224C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84" name="Rectangle: Rounded Corners 783">
                    <a:extLst>
                      <a:ext uri="{FF2B5EF4-FFF2-40B4-BE49-F238E27FC236}">
                        <a16:creationId xmlns:a16="http://schemas.microsoft.com/office/drawing/2014/main" id="{9934F422-DDA3-433E-8041-5060CAB3F86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5" name="Group 764">
                  <a:extLst>
                    <a:ext uri="{FF2B5EF4-FFF2-40B4-BE49-F238E27FC236}">
                      <a16:creationId xmlns:a16="http://schemas.microsoft.com/office/drawing/2014/main" id="{629BF76B-0EAF-4383-87DE-80FC73DE443C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781" name="Freeform: Shape 780">
                    <a:extLst>
                      <a:ext uri="{FF2B5EF4-FFF2-40B4-BE49-F238E27FC236}">
                        <a16:creationId xmlns:a16="http://schemas.microsoft.com/office/drawing/2014/main" id="{C27CBFC5-5D72-412B-A0FC-A172D0E4106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82" name="Rectangle: Rounded Corners 781">
                    <a:extLst>
                      <a:ext uri="{FF2B5EF4-FFF2-40B4-BE49-F238E27FC236}">
                        <a16:creationId xmlns:a16="http://schemas.microsoft.com/office/drawing/2014/main" id="{31E8A391-CCFF-4C9E-9D30-22BBD92EB45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6" name="Group 765">
                  <a:extLst>
                    <a:ext uri="{FF2B5EF4-FFF2-40B4-BE49-F238E27FC236}">
                      <a16:creationId xmlns:a16="http://schemas.microsoft.com/office/drawing/2014/main" id="{04574F50-11E0-4D47-B95F-5445D375E542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79" name="Freeform: Shape 778">
                    <a:extLst>
                      <a:ext uri="{FF2B5EF4-FFF2-40B4-BE49-F238E27FC236}">
                        <a16:creationId xmlns:a16="http://schemas.microsoft.com/office/drawing/2014/main" id="{7DF79496-90A7-4E4D-A670-1CA13DF97E6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80" name="Rectangle: Rounded Corners 779">
                    <a:extLst>
                      <a:ext uri="{FF2B5EF4-FFF2-40B4-BE49-F238E27FC236}">
                        <a16:creationId xmlns:a16="http://schemas.microsoft.com/office/drawing/2014/main" id="{9123F647-EC30-4B49-BEC3-402801AD7CB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7" name="Group 766">
                  <a:extLst>
                    <a:ext uri="{FF2B5EF4-FFF2-40B4-BE49-F238E27FC236}">
                      <a16:creationId xmlns:a16="http://schemas.microsoft.com/office/drawing/2014/main" id="{1EC7F289-87E2-4F39-ADF5-F1DDAE776BD9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777" name="Freeform: Shape 776">
                    <a:extLst>
                      <a:ext uri="{FF2B5EF4-FFF2-40B4-BE49-F238E27FC236}">
                        <a16:creationId xmlns:a16="http://schemas.microsoft.com/office/drawing/2014/main" id="{DA7BEFA0-2775-4406-8B2A-438C578D338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78" name="Rectangle: Rounded Corners 777">
                    <a:extLst>
                      <a:ext uri="{FF2B5EF4-FFF2-40B4-BE49-F238E27FC236}">
                        <a16:creationId xmlns:a16="http://schemas.microsoft.com/office/drawing/2014/main" id="{4383CFDD-A033-4F28-A1AE-4DA5BD5A401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8" name="Group 767">
                  <a:extLst>
                    <a:ext uri="{FF2B5EF4-FFF2-40B4-BE49-F238E27FC236}">
                      <a16:creationId xmlns:a16="http://schemas.microsoft.com/office/drawing/2014/main" id="{6CF4D764-A526-4C68-B4E2-F25C74F48E8E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75" name="Freeform: Shape 774">
                    <a:extLst>
                      <a:ext uri="{FF2B5EF4-FFF2-40B4-BE49-F238E27FC236}">
                        <a16:creationId xmlns:a16="http://schemas.microsoft.com/office/drawing/2014/main" id="{00C6E3E9-B179-469A-AFB2-C7365B10A69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76" name="Rectangle: Rounded Corners 775">
                    <a:extLst>
                      <a:ext uri="{FF2B5EF4-FFF2-40B4-BE49-F238E27FC236}">
                        <a16:creationId xmlns:a16="http://schemas.microsoft.com/office/drawing/2014/main" id="{61C0D6A4-9BC7-4E59-9722-DDD4BE3380B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69" name="Group 768">
                  <a:extLst>
                    <a:ext uri="{FF2B5EF4-FFF2-40B4-BE49-F238E27FC236}">
                      <a16:creationId xmlns:a16="http://schemas.microsoft.com/office/drawing/2014/main" id="{54D5A61D-4164-4993-9424-F166101F17DD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773" name="Freeform: Shape 772">
                    <a:extLst>
                      <a:ext uri="{FF2B5EF4-FFF2-40B4-BE49-F238E27FC236}">
                        <a16:creationId xmlns:a16="http://schemas.microsoft.com/office/drawing/2014/main" id="{EEEA3AE1-10A9-437D-98DB-0FA94BBEA45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74" name="Rectangle: Rounded Corners 773">
                    <a:extLst>
                      <a:ext uri="{FF2B5EF4-FFF2-40B4-BE49-F238E27FC236}">
                        <a16:creationId xmlns:a16="http://schemas.microsoft.com/office/drawing/2014/main" id="{C0AF685E-B3BE-4F6C-82D3-1D5C8E290CE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770" name="Group 769">
                  <a:extLst>
                    <a:ext uri="{FF2B5EF4-FFF2-40B4-BE49-F238E27FC236}">
                      <a16:creationId xmlns:a16="http://schemas.microsoft.com/office/drawing/2014/main" id="{28E0F8CE-69E5-4784-8B50-9789E39FD629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771" name="Freeform: Shape 770">
                    <a:extLst>
                      <a:ext uri="{FF2B5EF4-FFF2-40B4-BE49-F238E27FC236}">
                        <a16:creationId xmlns:a16="http://schemas.microsoft.com/office/drawing/2014/main" id="{FB1BC437-B38A-486F-B35D-CEC132C3681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72" name="Rectangle: Rounded Corners 771">
                    <a:extLst>
                      <a:ext uri="{FF2B5EF4-FFF2-40B4-BE49-F238E27FC236}">
                        <a16:creationId xmlns:a16="http://schemas.microsoft.com/office/drawing/2014/main" id="{A9E2770D-2C6C-4636-98BB-167B9445EBF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0F040799-65BF-47BE-A40A-AAF810187E72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27620E88-2C99-4DFC-BE3F-B3BFA3126C65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3F6D136D-57F2-4023-A8FE-BF1320D66FAC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105" name="Group 1104">
              <a:extLst>
                <a:ext uri="{FF2B5EF4-FFF2-40B4-BE49-F238E27FC236}">
                  <a16:creationId xmlns:a16="http://schemas.microsoft.com/office/drawing/2014/main" id="{E3F54610-42CA-49F3-8B89-820A19A57831}"/>
                </a:ext>
              </a:extLst>
            </p:cNvPr>
            <p:cNvGrpSpPr/>
            <p:nvPr/>
          </p:nvGrpSpPr>
          <p:grpSpPr>
            <a:xfrm>
              <a:off x="3962289" y="2103579"/>
              <a:ext cx="531923" cy="573923"/>
              <a:chOff x="163719" y="1822501"/>
              <a:chExt cx="3062199" cy="3047160"/>
            </a:xfrm>
          </p:grpSpPr>
          <p:grpSp>
            <p:nvGrpSpPr>
              <p:cNvPr id="1106" name="Group 1105">
                <a:extLst>
                  <a:ext uri="{FF2B5EF4-FFF2-40B4-BE49-F238E27FC236}">
                    <a16:creationId xmlns:a16="http://schemas.microsoft.com/office/drawing/2014/main" id="{E8139055-AB48-46A1-B684-DA6CBAA0C9BC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1110" name="Group 1109">
                  <a:extLst>
                    <a:ext uri="{FF2B5EF4-FFF2-40B4-BE49-F238E27FC236}">
                      <a16:creationId xmlns:a16="http://schemas.microsoft.com/office/drawing/2014/main" id="{E063F4CA-9BD7-4B6C-9A32-C6F09114BB90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469" name="Freeform: Shape 1468">
                    <a:extLst>
                      <a:ext uri="{FF2B5EF4-FFF2-40B4-BE49-F238E27FC236}">
                        <a16:creationId xmlns:a16="http://schemas.microsoft.com/office/drawing/2014/main" id="{88EC414D-5A00-42A7-9CF7-30FEE7BE831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70" name="Rectangle: Rounded Corners 1469">
                    <a:extLst>
                      <a:ext uri="{FF2B5EF4-FFF2-40B4-BE49-F238E27FC236}">
                        <a16:creationId xmlns:a16="http://schemas.microsoft.com/office/drawing/2014/main" id="{FEA1D1A2-05D9-4616-A9A4-D1F3D4995DC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1" name="Group 1110">
                  <a:extLst>
                    <a:ext uri="{FF2B5EF4-FFF2-40B4-BE49-F238E27FC236}">
                      <a16:creationId xmlns:a16="http://schemas.microsoft.com/office/drawing/2014/main" id="{E6A4F994-9732-4305-91C2-C9342F3343CF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467" name="Freeform: Shape 1466">
                    <a:extLst>
                      <a:ext uri="{FF2B5EF4-FFF2-40B4-BE49-F238E27FC236}">
                        <a16:creationId xmlns:a16="http://schemas.microsoft.com/office/drawing/2014/main" id="{83A8FE78-322B-4036-AE9D-EB52CE2C625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68" name="Rectangle: Rounded Corners 1467">
                    <a:extLst>
                      <a:ext uri="{FF2B5EF4-FFF2-40B4-BE49-F238E27FC236}">
                        <a16:creationId xmlns:a16="http://schemas.microsoft.com/office/drawing/2014/main" id="{7D37D25C-99C0-4DCB-B7D1-C1639746889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2" name="Group 1111">
                  <a:extLst>
                    <a:ext uri="{FF2B5EF4-FFF2-40B4-BE49-F238E27FC236}">
                      <a16:creationId xmlns:a16="http://schemas.microsoft.com/office/drawing/2014/main" id="{591D9D69-BACE-41B5-AF59-0F563B5A6FF2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1185" name="Group 1184">
                    <a:extLst>
                      <a:ext uri="{FF2B5EF4-FFF2-40B4-BE49-F238E27FC236}">
                        <a16:creationId xmlns:a16="http://schemas.microsoft.com/office/drawing/2014/main" id="{6D72BD85-948F-4539-ACD5-381FBCD0617B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1406" name="Group 1405">
                      <a:extLst>
                        <a:ext uri="{FF2B5EF4-FFF2-40B4-BE49-F238E27FC236}">
                          <a16:creationId xmlns:a16="http://schemas.microsoft.com/office/drawing/2014/main" id="{9E38671F-E6B6-406C-9FEA-C65BBFA6B7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1463" name="Flowchart: Connector 1462">
                        <a:extLst>
                          <a:ext uri="{FF2B5EF4-FFF2-40B4-BE49-F238E27FC236}">
                            <a16:creationId xmlns:a16="http://schemas.microsoft.com/office/drawing/2014/main" id="{F9970EB5-C1D8-48BD-A210-51BF9DE701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4" name="Flowchart: Connector 1463">
                        <a:extLst>
                          <a:ext uri="{FF2B5EF4-FFF2-40B4-BE49-F238E27FC236}">
                            <a16:creationId xmlns:a16="http://schemas.microsoft.com/office/drawing/2014/main" id="{800E8C0C-D229-4829-8DA3-6F11522E002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5" name="Flowchart: Connector 1464">
                        <a:extLst>
                          <a:ext uri="{FF2B5EF4-FFF2-40B4-BE49-F238E27FC236}">
                            <a16:creationId xmlns:a16="http://schemas.microsoft.com/office/drawing/2014/main" id="{4838DD5D-FC47-4D0A-B0AA-82114CAC6C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6" name="Flowchart: Connector 1465">
                        <a:extLst>
                          <a:ext uri="{FF2B5EF4-FFF2-40B4-BE49-F238E27FC236}">
                            <a16:creationId xmlns:a16="http://schemas.microsoft.com/office/drawing/2014/main" id="{AA7286E9-577A-44B1-B271-BB295992679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407" name="Group 1406">
                      <a:extLst>
                        <a:ext uri="{FF2B5EF4-FFF2-40B4-BE49-F238E27FC236}">
                          <a16:creationId xmlns:a16="http://schemas.microsoft.com/office/drawing/2014/main" id="{804F1DBF-29D9-485D-B74C-E634D91FE3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1408" name="Group 1407">
                        <a:extLst>
                          <a:ext uri="{FF2B5EF4-FFF2-40B4-BE49-F238E27FC236}">
                            <a16:creationId xmlns:a16="http://schemas.microsoft.com/office/drawing/2014/main" id="{A84AF99F-66A7-4CAD-A028-AA27AC36F65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56" name="3D Model 1455" descr="Sphere">
                              <a:extLst>
                                <a:ext uri="{FF2B5EF4-FFF2-40B4-BE49-F238E27FC236}">
                                  <a16:creationId xmlns:a16="http://schemas.microsoft.com/office/drawing/2014/main" id="{D8D5F0FB-8B2D-494E-BC67-382562E8631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3123945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57" name="Flowchart: Connector 1456">
                          <a:extLst>
                            <a:ext uri="{FF2B5EF4-FFF2-40B4-BE49-F238E27FC236}">
                              <a16:creationId xmlns:a16="http://schemas.microsoft.com/office/drawing/2014/main" id="{4F6A3052-EFFB-48EA-A15A-0B6D85311F1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58" name="3D Model 1457" descr="Sphere">
                              <a:extLst>
                                <a:ext uri="{FF2B5EF4-FFF2-40B4-BE49-F238E27FC236}">
                                  <a16:creationId xmlns:a16="http://schemas.microsoft.com/office/drawing/2014/main" id="{08564B96-9289-48A7-A19B-FCD52687316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3229492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59" name="Flowchart: Connector 1458">
                          <a:extLst>
                            <a:ext uri="{FF2B5EF4-FFF2-40B4-BE49-F238E27FC236}">
                              <a16:creationId xmlns:a16="http://schemas.microsoft.com/office/drawing/2014/main" id="{FF5DA39F-B2FB-4E67-A777-B2BD70FD618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60" name="3D Model 1459" descr="Sphere">
                              <a:extLst>
                                <a:ext uri="{FF2B5EF4-FFF2-40B4-BE49-F238E27FC236}">
                                  <a16:creationId xmlns:a16="http://schemas.microsoft.com/office/drawing/2014/main" id="{BE808014-650A-4334-91FD-CE7D15FDEBF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9744147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61" name="Flowchart: Connector 1460">
                          <a:extLst>
                            <a:ext uri="{FF2B5EF4-FFF2-40B4-BE49-F238E27FC236}">
                              <a16:creationId xmlns:a16="http://schemas.microsoft.com/office/drawing/2014/main" id="{3245AA89-4228-48DA-9439-B3340590CC6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62" name="3D Model 1461" descr="Sphere">
                              <a:extLst>
                                <a:ext uri="{FF2B5EF4-FFF2-40B4-BE49-F238E27FC236}">
                                  <a16:creationId xmlns:a16="http://schemas.microsoft.com/office/drawing/2014/main" id="{78BE4408-AF17-4D2D-8044-BCF747428AA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1533764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409" name="Group 1408">
                        <a:extLst>
                          <a:ext uri="{FF2B5EF4-FFF2-40B4-BE49-F238E27FC236}">
                            <a16:creationId xmlns:a16="http://schemas.microsoft.com/office/drawing/2014/main" id="{2F4E44DB-A84A-4CCB-93B6-1A67142420B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1441" name="Flowchart: Connector 1440">
                          <a:extLst>
                            <a:ext uri="{FF2B5EF4-FFF2-40B4-BE49-F238E27FC236}">
                              <a16:creationId xmlns:a16="http://schemas.microsoft.com/office/drawing/2014/main" id="{D0C90D4B-CF2B-44D3-AF53-E8D5C28195B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42" name="Flowchart: Connector 1441">
                          <a:extLst>
                            <a:ext uri="{FF2B5EF4-FFF2-40B4-BE49-F238E27FC236}">
                              <a16:creationId xmlns:a16="http://schemas.microsoft.com/office/drawing/2014/main" id="{534EA24F-8BDB-4F4D-A2FF-6BE285BACBA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43" name="Flowchart: Connector 1442">
                          <a:extLst>
                            <a:ext uri="{FF2B5EF4-FFF2-40B4-BE49-F238E27FC236}">
                              <a16:creationId xmlns:a16="http://schemas.microsoft.com/office/drawing/2014/main" id="{37A096B3-1DBD-437C-ABDD-4A8212DB6EB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44" name="Flowchart: Connector 1443">
                          <a:extLst>
                            <a:ext uri="{FF2B5EF4-FFF2-40B4-BE49-F238E27FC236}">
                              <a16:creationId xmlns:a16="http://schemas.microsoft.com/office/drawing/2014/main" id="{6F71DE1C-321D-4C4C-BB62-777ADF1C958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45" name="Flowchart: Connector 1444">
                          <a:extLst>
                            <a:ext uri="{FF2B5EF4-FFF2-40B4-BE49-F238E27FC236}">
                              <a16:creationId xmlns:a16="http://schemas.microsoft.com/office/drawing/2014/main" id="{5FF50AED-7AE0-469C-BF60-54BAB8809D4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46" name="Flowchart: Connector 1445">
                          <a:extLst>
                            <a:ext uri="{FF2B5EF4-FFF2-40B4-BE49-F238E27FC236}">
                              <a16:creationId xmlns:a16="http://schemas.microsoft.com/office/drawing/2014/main" id="{745E520B-87D3-43CF-927D-8ED1BED7723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47" name="Flowchart: Connector 1446">
                          <a:extLst>
                            <a:ext uri="{FF2B5EF4-FFF2-40B4-BE49-F238E27FC236}">
                              <a16:creationId xmlns:a16="http://schemas.microsoft.com/office/drawing/2014/main" id="{3C60AF07-057C-4964-B392-716BA920DD8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48" name="Flowchart: Connector 1447">
                          <a:extLst>
                            <a:ext uri="{FF2B5EF4-FFF2-40B4-BE49-F238E27FC236}">
                              <a16:creationId xmlns:a16="http://schemas.microsoft.com/office/drawing/2014/main" id="{FCA94FB5-6831-4C41-BBD6-2B1C7E4DDA5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49" name="3D Model 1448" descr="Sphere">
                              <a:extLst>
                                <a:ext uri="{FF2B5EF4-FFF2-40B4-BE49-F238E27FC236}">
                                  <a16:creationId xmlns:a16="http://schemas.microsoft.com/office/drawing/2014/main" id="{E9CB6EDD-2381-418D-A4B7-0615198CEC4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5215630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50" name="Flowchart: Connector 1449">
                          <a:extLst>
                            <a:ext uri="{FF2B5EF4-FFF2-40B4-BE49-F238E27FC236}">
                              <a16:creationId xmlns:a16="http://schemas.microsoft.com/office/drawing/2014/main" id="{A66C05ED-FB28-4042-83B2-7C3C4ECEED8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51" name="3D Model 1450" descr="Sphere">
                              <a:extLst>
                                <a:ext uri="{FF2B5EF4-FFF2-40B4-BE49-F238E27FC236}">
                                  <a16:creationId xmlns:a16="http://schemas.microsoft.com/office/drawing/2014/main" id="{B19E11F7-5461-44B5-9C65-2E46C26A76F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7959549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52" name="Flowchart: Connector 1451">
                          <a:extLst>
                            <a:ext uri="{FF2B5EF4-FFF2-40B4-BE49-F238E27FC236}">
                              <a16:creationId xmlns:a16="http://schemas.microsoft.com/office/drawing/2014/main" id="{80AEF5B1-942C-49D6-9F0D-86D649E3903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53" name="3D Model 1452" descr="Sphere">
                              <a:extLst>
                                <a:ext uri="{FF2B5EF4-FFF2-40B4-BE49-F238E27FC236}">
                                  <a16:creationId xmlns:a16="http://schemas.microsoft.com/office/drawing/2014/main" id="{FC3E58A2-0F8C-49F6-999D-AE22E2C2F0A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428076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54" name="Flowchart: Connector 1453">
                          <a:extLst>
                            <a:ext uri="{FF2B5EF4-FFF2-40B4-BE49-F238E27FC236}">
                              <a16:creationId xmlns:a16="http://schemas.microsoft.com/office/drawing/2014/main" id="{C8548577-48C6-41A6-B2FF-C6EFAB07E3E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55" name="3D Model 1454" descr="Sphere">
                              <a:extLst>
                                <a:ext uri="{FF2B5EF4-FFF2-40B4-BE49-F238E27FC236}">
                                  <a16:creationId xmlns:a16="http://schemas.microsoft.com/office/drawing/2014/main" id="{529C135A-F60E-4C83-8095-79F61F09D98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9800715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410" name="Group 1409">
                        <a:extLst>
                          <a:ext uri="{FF2B5EF4-FFF2-40B4-BE49-F238E27FC236}">
                            <a16:creationId xmlns:a16="http://schemas.microsoft.com/office/drawing/2014/main" id="{1213D91C-45DD-4D0D-94F1-EF77DD89BF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1426" name="Flowchart: Connector 1425">
                          <a:extLst>
                            <a:ext uri="{FF2B5EF4-FFF2-40B4-BE49-F238E27FC236}">
                              <a16:creationId xmlns:a16="http://schemas.microsoft.com/office/drawing/2014/main" id="{A7B0D2DA-235A-4AEA-B833-4668695BAA7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27" name="Flowchart: Connector 1426">
                          <a:extLst>
                            <a:ext uri="{FF2B5EF4-FFF2-40B4-BE49-F238E27FC236}">
                              <a16:creationId xmlns:a16="http://schemas.microsoft.com/office/drawing/2014/main" id="{3910A29B-D24F-49BD-AF54-20F7071F512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28" name="Flowchart: Connector 1427">
                          <a:extLst>
                            <a:ext uri="{FF2B5EF4-FFF2-40B4-BE49-F238E27FC236}">
                              <a16:creationId xmlns:a16="http://schemas.microsoft.com/office/drawing/2014/main" id="{B68E49D0-2DF5-4EB3-A05A-B31E0633B8F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29" name="Flowchart: Connector 1428">
                          <a:extLst>
                            <a:ext uri="{FF2B5EF4-FFF2-40B4-BE49-F238E27FC236}">
                              <a16:creationId xmlns:a16="http://schemas.microsoft.com/office/drawing/2014/main" id="{CC3ACDFB-1F84-45EC-BCFC-8D7C931C96B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30" name="Flowchart: Connector 1429">
                          <a:extLst>
                            <a:ext uri="{FF2B5EF4-FFF2-40B4-BE49-F238E27FC236}">
                              <a16:creationId xmlns:a16="http://schemas.microsoft.com/office/drawing/2014/main" id="{2BE1A07C-0755-42A3-A333-3CC4D5F2F23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31" name="Flowchart: Connector 1430">
                          <a:extLst>
                            <a:ext uri="{FF2B5EF4-FFF2-40B4-BE49-F238E27FC236}">
                              <a16:creationId xmlns:a16="http://schemas.microsoft.com/office/drawing/2014/main" id="{5E306B84-2E7A-4052-9CF9-52AD85F1B05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32" name="Flowchart: Connector 1431">
                          <a:extLst>
                            <a:ext uri="{FF2B5EF4-FFF2-40B4-BE49-F238E27FC236}">
                              <a16:creationId xmlns:a16="http://schemas.microsoft.com/office/drawing/2014/main" id="{B0968C72-4F77-41A6-9183-13C25058BDC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433" name="Flowchart: Connector 1432">
                          <a:extLst>
                            <a:ext uri="{FF2B5EF4-FFF2-40B4-BE49-F238E27FC236}">
                              <a16:creationId xmlns:a16="http://schemas.microsoft.com/office/drawing/2014/main" id="{5CA760B1-55B4-4A86-9C4D-D4679F7661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34" name="3D Model 1433" descr="Sphere">
                              <a:extLst>
                                <a:ext uri="{FF2B5EF4-FFF2-40B4-BE49-F238E27FC236}">
                                  <a16:creationId xmlns:a16="http://schemas.microsoft.com/office/drawing/2014/main" id="{9EC1CD9E-0D81-49E1-BA95-5E75EEABFC9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2874740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35" name="Flowchart: Connector 1434">
                          <a:extLst>
                            <a:ext uri="{FF2B5EF4-FFF2-40B4-BE49-F238E27FC236}">
                              <a16:creationId xmlns:a16="http://schemas.microsoft.com/office/drawing/2014/main" id="{184C6523-7444-4B40-BCC8-87FE857BF7D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36" name="3D Model 1435" descr="Sphere">
                              <a:extLst>
                                <a:ext uri="{FF2B5EF4-FFF2-40B4-BE49-F238E27FC236}">
                                  <a16:creationId xmlns:a16="http://schemas.microsoft.com/office/drawing/2014/main" id="{3BBA5B9C-F795-4E19-B430-ACAF31FD6F4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3705125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37" name="Flowchart: Connector 1436">
                          <a:extLst>
                            <a:ext uri="{FF2B5EF4-FFF2-40B4-BE49-F238E27FC236}">
                              <a16:creationId xmlns:a16="http://schemas.microsoft.com/office/drawing/2014/main" id="{AE29AC88-148D-4B0F-B97B-3A7EEE50D10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38" name="3D Model 1437" descr="Sphere">
                              <a:extLst>
                                <a:ext uri="{FF2B5EF4-FFF2-40B4-BE49-F238E27FC236}">
                                  <a16:creationId xmlns:a16="http://schemas.microsoft.com/office/drawing/2014/main" id="{A3724DFD-2E2F-4955-BA73-BF58CB8BA36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315885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439" name="Flowchart: Connector 1438">
                          <a:extLst>
                            <a:ext uri="{FF2B5EF4-FFF2-40B4-BE49-F238E27FC236}">
                              <a16:creationId xmlns:a16="http://schemas.microsoft.com/office/drawing/2014/main" id="{5AC87A2D-F01F-49D0-AA72-11207E92F0E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440" name="3D Model 1439" descr="Sphere">
                              <a:extLst>
                                <a:ext uri="{FF2B5EF4-FFF2-40B4-BE49-F238E27FC236}">
                                  <a16:creationId xmlns:a16="http://schemas.microsoft.com/office/drawing/2014/main" id="{CA05E3D2-64C3-45D0-8DA3-A58B74DB5AD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5029234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1411" name="Flowchart: Connector 1410">
                        <a:extLst>
                          <a:ext uri="{FF2B5EF4-FFF2-40B4-BE49-F238E27FC236}">
                            <a16:creationId xmlns:a16="http://schemas.microsoft.com/office/drawing/2014/main" id="{AB2BD945-1AB6-4A23-ABB2-8DBF83C0400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2" name="Flowchart: Connector 1411">
                        <a:extLst>
                          <a:ext uri="{FF2B5EF4-FFF2-40B4-BE49-F238E27FC236}">
                            <a16:creationId xmlns:a16="http://schemas.microsoft.com/office/drawing/2014/main" id="{0BD6265E-4F41-4D74-BD0D-27985CC6E9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3" name="Flowchart: Connector 1412">
                        <a:extLst>
                          <a:ext uri="{FF2B5EF4-FFF2-40B4-BE49-F238E27FC236}">
                            <a16:creationId xmlns:a16="http://schemas.microsoft.com/office/drawing/2014/main" id="{AD411BB2-4FF6-4392-980E-9AB23AD64F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4" name="Flowchart: Connector 1413">
                        <a:extLst>
                          <a:ext uri="{FF2B5EF4-FFF2-40B4-BE49-F238E27FC236}">
                            <a16:creationId xmlns:a16="http://schemas.microsoft.com/office/drawing/2014/main" id="{9B1E9294-28D2-40D4-B19A-1B44AFA15F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5" name="Flowchart: Connector 1414">
                        <a:extLst>
                          <a:ext uri="{FF2B5EF4-FFF2-40B4-BE49-F238E27FC236}">
                            <a16:creationId xmlns:a16="http://schemas.microsoft.com/office/drawing/2014/main" id="{64387234-4E7A-475D-BC5B-915A856EC4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6" name="Flowchart: Connector 1415">
                        <a:extLst>
                          <a:ext uri="{FF2B5EF4-FFF2-40B4-BE49-F238E27FC236}">
                            <a16:creationId xmlns:a16="http://schemas.microsoft.com/office/drawing/2014/main" id="{A25EBE70-EC24-48CB-92BB-CE19E3ACC5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7" name="Flowchart: Connector 1416">
                        <a:extLst>
                          <a:ext uri="{FF2B5EF4-FFF2-40B4-BE49-F238E27FC236}">
                            <a16:creationId xmlns:a16="http://schemas.microsoft.com/office/drawing/2014/main" id="{4995317F-BB7F-42D4-AC49-BB5B7EA0B6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8" name="Flowchart: Connector 1417">
                        <a:extLst>
                          <a:ext uri="{FF2B5EF4-FFF2-40B4-BE49-F238E27FC236}">
                            <a16:creationId xmlns:a16="http://schemas.microsoft.com/office/drawing/2014/main" id="{A3FF229E-F66A-4265-953C-1672112742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19" name="3D Model 1418" descr="Sphere">
                            <a:extLst>
                              <a:ext uri="{FF2B5EF4-FFF2-40B4-BE49-F238E27FC236}">
                                <a16:creationId xmlns:a16="http://schemas.microsoft.com/office/drawing/2014/main" id="{7229CE40-5DC5-4D9D-A7D9-859629ED0F1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581355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419" name="3D Model 1418" descr="Sphere">
                            <a:extLst>
                              <a:ext uri="{FF2B5EF4-FFF2-40B4-BE49-F238E27FC236}">
                                <a16:creationId xmlns:a16="http://schemas.microsoft.com/office/drawing/2014/main" id="{7229CE40-5DC5-4D9D-A7D9-859629ED0F1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203767" y="222005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0" name="Flowchart: Connector 1419">
                        <a:extLst>
                          <a:ext uri="{FF2B5EF4-FFF2-40B4-BE49-F238E27FC236}">
                            <a16:creationId xmlns:a16="http://schemas.microsoft.com/office/drawing/2014/main" id="{9931E33C-E80C-43D1-8277-5AA139FFCF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1" name="3D Model 1420" descr="Sphere">
                            <a:extLst>
                              <a:ext uri="{FF2B5EF4-FFF2-40B4-BE49-F238E27FC236}">
                                <a16:creationId xmlns:a16="http://schemas.microsoft.com/office/drawing/2014/main" id="{97350ED2-333A-46EE-AD93-D7BDDBE739F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9426655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421" name="3D Model 1420" descr="Sphere">
                            <a:extLst>
                              <a:ext uri="{FF2B5EF4-FFF2-40B4-BE49-F238E27FC236}">
                                <a16:creationId xmlns:a16="http://schemas.microsoft.com/office/drawing/2014/main" id="{97350ED2-333A-46EE-AD93-D7BDDBE739F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244895" y="223073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2" name="Flowchart: Connector 1421">
                        <a:extLst>
                          <a:ext uri="{FF2B5EF4-FFF2-40B4-BE49-F238E27FC236}">
                            <a16:creationId xmlns:a16="http://schemas.microsoft.com/office/drawing/2014/main" id="{0F0B3069-4A22-4AD2-AD6C-B5B2E3BAC3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3" name="3D Model 1422" descr="Sphere">
                            <a:extLst>
                              <a:ext uri="{FF2B5EF4-FFF2-40B4-BE49-F238E27FC236}">
                                <a16:creationId xmlns:a16="http://schemas.microsoft.com/office/drawing/2014/main" id="{4127809F-7720-42F3-8F40-EDE8E5BBA65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94168134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423" name="3D Model 1422" descr="Sphere">
                            <a:extLst>
                              <a:ext uri="{FF2B5EF4-FFF2-40B4-BE49-F238E27FC236}">
                                <a16:creationId xmlns:a16="http://schemas.microsoft.com/office/drawing/2014/main" id="{4127809F-7720-42F3-8F40-EDE8E5BBA65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286214" y="224237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4" name="Flowchart: Connector 1423">
                        <a:extLst>
                          <a:ext uri="{FF2B5EF4-FFF2-40B4-BE49-F238E27FC236}">
                            <a16:creationId xmlns:a16="http://schemas.microsoft.com/office/drawing/2014/main" id="{D1F2B610-E82D-4F11-92D5-9950F37873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5" name="3D Model 1424" descr="Sphere">
                            <a:extLst>
                              <a:ext uri="{FF2B5EF4-FFF2-40B4-BE49-F238E27FC236}">
                                <a16:creationId xmlns:a16="http://schemas.microsoft.com/office/drawing/2014/main" id="{7A7252BE-764A-422C-BF13-66AACF3A455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64853228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425" name="3D Model 1424" descr="Sphere">
                            <a:extLst>
                              <a:ext uri="{FF2B5EF4-FFF2-40B4-BE49-F238E27FC236}">
                                <a16:creationId xmlns:a16="http://schemas.microsoft.com/office/drawing/2014/main" id="{7A7252BE-764A-422C-BF13-66AACF3A455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332840" y="2258769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1186" name="Group 1185">
                    <a:extLst>
                      <a:ext uri="{FF2B5EF4-FFF2-40B4-BE49-F238E27FC236}">
                        <a16:creationId xmlns:a16="http://schemas.microsoft.com/office/drawing/2014/main" id="{CB8E991F-52A4-4698-A599-E11D32531B26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1403" name="Flowchart: Connector 1402">
                      <a:extLst>
                        <a:ext uri="{FF2B5EF4-FFF2-40B4-BE49-F238E27FC236}">
                          <a16:creationId xmlns:a16="http://schemas.microsoft.com/office/drawing/2014/main" id="{42C616A0-EF08-486F-87DB-CB1A377640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4" name="Flowchart: Connector 1403">
                      <a:extLst>
                        <a:ext uri="{FF2B5EF4-FFF2-40B4-BE49-F238E27FC236}">
                          <a16:creationId xmlns:a16="http://schemas.microsoft.com/office/drawing/2014/main" id="{DACF43CD-05D5-4CF8-B9E6-B595650BC1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5" name="Flowchart: Connector 1404">
                      <a:extLst>
                        <a:ext uri="{FF2B5EF4-FFF2-40B4-BE49-F238E27FC236}">
                          <a16:creationId xmlns:a16="http://schemas.microsoft.com/office/drawing/2014/main" id="{7667B410-5152-407F-A078-B3926DB953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1187" name="Flowchart: Connector 1186">
                    <a:extLst>
                      <a:ext uri="{FF2B5EF4-FFF2-40B4-BE49-F238E27FC236}">
                        <a16:creationId xmlns:a16="http://schemas.microsoft.com/office/drawing/2014/main" id="{F431977C-FC27-447B-8305-137E04666CA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188" name="Flowchart: Connector 1187">
                    <a:extLst>
                      <a:ext uri="{FF2B5EF4-FFF2-40B4-BE49-F238E27FC236}">
                        <a16:creationId xmlns:a16="http://schemas.microsoft.com/office/drawing/2014/main" id="{E555F8E1-7ED0-4AF4-8D28-3F0713E3FE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1189" name="Group 1188">
                    <a:extLst>
                      <a:ext uri="{FF2B5EF4-FFF2-40B4-BE49-F238E27FC236}">
                        <a16:creationId xmlns:a16="http://schemas.microsoft.com/office/drawing/2014/main" id="{BBE32DB9-3F3D-4E0A-BE1C-AED43FDE4A76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1400" name="Flowchart: Connector 1399">
                      <a:extLst>
                        <a:ext uri="{FF2B5EF4-FFF2-40B4-BE49-F238E27FC236}">
                          <a16:creationId xmlns:a16="http://schemas.microsoft.com/office/drawing/2014/main" id="{8EB08D62-5D39-443A-9102-906EF95EED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1" name="Flowchart: Connector 1400">
                      <a:extLst>
                        <a:ext uri="{FF2B5EF4-FFF2-40B4-BE49-F238E27FC236}">
                          <a16:creationId xmlns:a16="http://schemas.microsoft.com/office/drawing/2014/main" id="{22AAEB72-606F-48D8-8847-27C9973B65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2" name="Flowchart: Connector 1401">
                      <a:extLst>
                        <a:ext uri="{FF2B5EF4-FFF2-40B4-BE49-F238E27FC236}">
                          <a16:creationId xmlns:a16="http://schemas.microsoft.com/office/drawing/2014/main" id="{90CF366D-354D-4608-B312-FB7CB4292F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190" name="Group 1189">
                    <a:extLst>
                      <a:ext uri="{FF2B5EF4-FFF2-40B4-BE49-F238E27FC236}">
                        <a16:creationId xmlns:a16="http://schemas.microsoft.com/office/drawing/2014/main" id="{CF786A68-F659-4CEE-87A4-1B41F95771EF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1335" name="Group 1334">
                      <a:extLst>
                        <a:ext uri="{FF2B5EF4-FFF2-40B4-BE49-F238E27FC236}">
                          <a16:creationId xmlns:a16="http://schemas.microsoft.com/office/drawing/2014/main" id="{A3A8AB60-8B0F-4D22-8107-078E098D87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1396" name="Flowchart: Connector 1395">
                        <a:extLst>
                          <a:ext uri="{FF2B5EF4-FFF2-40B4-BE49-F238E27FC236}">
                            <a16:creationId xmlns:a16="http://schemas.microsoft.com/office/drawing/2014/main" id="{560D7B7C-43B1-4023-A8C8-BC04CF98D2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7" name="Flowchart: Connector 1396">
                        <a:extLst>
                          <a:ext uri="{FF2B5EF4-FFF2-40B4-BE49-F238E27FC236}">
                            <a16:creationId xmlns:a16="http://schemas.microsoft.com/office/drawing/2014/main" id="{9532C650-9AC3-43D7-A61F-A235B159F9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8" name="Flowchart: Connector 1397">
                        <a:extLst>
                          <a:ext uri="{FF2B5EF4-FFF2-40B4-BE49-F238E27FC236}">
                            <a16:creationId xmlns:a16="http://schemas.microsoft.com/office/drawing/2014/main" id="{3C966CE5-233E-4BB3-90C0-82534EF6E0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9" name="Flowchart: Connector 1398">
                        <a:extLst>
                          <a:ext uri="{FF2B5EF4-FFF2-40B4-BE49-F238E27FC236}">
                            <a16:creationId xmlns:a16="http://schemas.microsoft.com/office/drawing/2014/main" id="{06579923-A519-41A5-89EC-448E81CF21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336" name="Group 1335">
                      <a:extLst>
                        <a:ext uri="{FF2B5EF4-FFF2-40B4-BE49-F238E27FC236}">
                          <a16:creationId xmlns:a16="http://schemas.microsoft.com/office/drawing/2014/main" id="{67AF2957-4385-4D2B-95CB-640EA51051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1337" name="Group 1336">
                        <a:extLst>
                          <a:ext uri="{FF2B5EF4-FFF2-40B4-BE49-F238E27FC236}">
                            <a16:creationId xmlns:a16="http://schemas.microsoft.com/office/drawing/2014/main" id="{A8107ABA-0A74-4C1D-8514-7368818018F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1388" name="Flowchart: Connector 1387">
                          <a:extLst>
                            <a:ext uri="{FF2B5EF4-FFF2-40B4-BE49-F238E27FC236}">
                              <a16:creationId xmlns:a16="http://schemas.microsoft.com/office/drawing/2014/main" id="{7E28DD96-70ED-47FE-9DBE-7752B3E3352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89" name="3D Model 1388" descr="Sphere">
                              <a:extLst>
                                <a:ext uri="{FF2B5EF4-FFF2-40B4-BE49-F238E27FC236}">
                                  <a16:creationId xmlns:a16="http://schemas.microsoft.com/office/drawing/2014/main" id="{B56E9B5A-1384-48DA-BC45-FF6958FA5B4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65362258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90" name="Flowchart: Connector 1389">
                          <a:extLst>
                            <a:ext uri="{FF2B5EF4-FFF2-40B4-BE49-F238E27FC236}">
                              <a16:creationId xmlns:a16="http://schemas.microsoft.com/office/drawing/2014/main" id="{ED7E59B6-2C2E-4FA7-8835-47DC005F174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91" name="3D Model 1390" descr="Sphere">
                              <a:extLst>
                                <a:ext uri="{FF2B5EF4-FFF2-40B4-BE49-F238E27FC236}">
                                  <a16:creationId xmlns:a16="http://schemas.microsoft.com/office/drawing/2014/main" id="{8BBBA643-9DDE-471B-BA10-E538BCB1E93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15512897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92" name="Flowchart: Connector 1391">
                          <a:extLst>
                            <a:ext uri="{FF2B5EF4-FFF2-40B4-BE49-F238E27FC236}">
                              <a16:creationId xmlns:a16="http://schemas.microsoft.com/office/drawing/2014/main" id="{21E46856-E39A-4A1D-BB59-1C65BF0E6FC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93" name="3D Model 1392" descr="Sphere">
                              <a:extLst>
                                <a:ext uri="{FF2B5EF4-FFF2-40B4-BE49-F238E27FC236}">
                                  <a16:creationId xmlns:a16="http://schemas.microsoft.com/office/drawing/2014/main" id="{8D33D87B-E9AD-47B3-A92A-F44D84E9C78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937596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94" name="Flowchart: Connector 1393">
                          <a:extLst>
                            <a:ext uri="{FF2B5EF4-FFF2-40B4-BE49-F238E27FC236}">
                              <a16:creationId xmlns:a16="http://schemas.microsoft.com/office/drawing/2014/main" id="{0652282B-150D-4D28-9971-A0B2595FACA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95" name="3D Model 1394" descr="Sphere">
                              <a:extLst>
                                <a:ext uri="{FF2B5EF4-FFF2-40B4-BE49-F238E27FC236}">
                                  <a16:creationId xmlns:a16="http://schemas.microsoft.com/office/drawing/2014/main" id="{56ED6840-7548-45DF-A4ED-7A3A515EAED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931922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338" name="Group 1337">
                        <a:extLst>
                          <a:ext uri="{FF2B5EF4-FFF2-40B4-BE49-F238E27FC236}">
                            <a16:creationId xmlns:a16="http://schemas.microsoft.com/office/drawing/2014/main" id="{77BF8BA3-79F5-4A7D-BE3A-84BAAF6DF9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372" name="Flowchart: Connector 1371">
                          <a:extLst>
                            <a:ext uri="{FF2B5EF4-FFF2-40B4-BE49-F238E27FC236}">
                              <a16:creationId xmlns:a16="http://schemas.microsoft.com/office/drawing/2014/main" id="{16FCC479-5EF6-4A52-A9CD-C27C863AD0D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73" name="Flowchart: Connector 1372">
                          <a:extLst>
                            <a:ext uri="{FF2B5EF4-FFF2-40B4-BE49-F238E27FC236}">
                              <a16:creationId xmlns:a16="http://schemas.microsoft.com/office/drawing/2014/main" id="{E1C74993-FAC3-47B5-A8B9-EE8936489C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74" name="Flowchart: Connector 1373">
                          <a:extLst>
                            <a:ext uri="{FF2B5EF4-FFF2-40B4-BE49-F238E27FC236}">
                              <a16:creationId xmlns:a16="http://schemas.microsoft.com/office/drawing/2014/main" id="{659617DC-6CF9-456C-A3D9-DE122B936EC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75" name="Flowchart: Connector 1374">
                          <a:extLst>
                            <a:ext uri="{FF2B5EF4-FFF2-40B4-BE49-F238E27FC236}">
                              <a16:creationId xmlns:a16="http://schemas.microsoft.com/office/drawing/2014/main" id="{0831FD36-A0BE-488F-B696-827ABC9C60B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76" name="Flowchart: Connector 1375">
                          <a:extLst>
                            <a:ext uri="{FF2B5EF4-FFF2-40B4-BE49-F238E27FC236}">
                              <a16:creationId xmlns:a16="http://schemas.microsoft.com/office/drawing/2014/main" id="{767A0F4F-99E7-494A-8F40-DAC8C0CC5F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77" name="Flowchart: Connector 1376">
                          <a:extLst>
                            <a:ext uri="{FF2B5EF4-FFF2-40B4-BE49-F238E27FC236}">
                              <a16:creationId xmlns:a16="http://schemas.microsoft.com/office/drawing/2014/main" id="{368A1CDF-779D-4251-993E-0C0FC8E6C0E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78" name="Flowchart: Connector 1377">
                          <a:extLst>
                            <a:ext uri="{FF2B5EF4-FFF2-40B4-BE49-F238E27FC236}">
                              <a16:creationId xmlns:a16="http://schemas.microsoft.com/office/drawing/2014/main" id="{BA2A1BC4-CE1B-4055-A5BF-C8D6E85FC5A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79" name="Flowchart: Connector 1378">
                          <a:extLst>
                            <a:ext uri="{FF2B5EF4-FFF2-40B4-BE49-F238E27FC236}">
                              <a16:creationId xmlns:a16="http://schemas.microsoft.com/office/drawing/2014/main" id="{F892DBD6-EAE9-489B-9897-9F6C7632B1D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80" name="Flowchart: Connector 1379">
                          <a:extLst>
                            <a:ext uri="{FF2B5EF4-FFF2-40B4-BE49-F238E27FC236}">
                              <a16:creationId xmlns:a16="http://schemas.microsoft.com/office/drawing/2014/main" id="{7BB32A24-8792-444F-A193-595FFE6E508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81" name="3D Model 1380" descr="Sphere">
                              <a:extLst>
                                <a:ext uri="{FF2B5EF4-FFF2-40B4-BE49-F238E27FC236}">
                                  <a16:creationId xmlns:a16="http://schemas.microsoft.com/office/drawing/2014/main" id="{F8165A46-5ED8-4A0E-BEB6-65898BD5275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9276759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82" name="Flowchart: Connector 1381">
                          <a:extLst>
                            <a:ext uri="{FF2B5EF4-FFF2-40B4-BE49-F238E27FC236}">
                              <a16:creationId xmlns:a16="http://schemas.microsoft.com/office/drawing/2014/main" id="{B5400853-A282-4844-91E2-E548EE87AA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83" name="3D Model 1382" descr="Sphere">
                              <a:extLst>
                                <a:ext uri="{FF2B5EF4-FFF2-40B4-BE49-F238E27FC236}">
                                  <a16:creationId xmlns:a16="http://schemas.microsoft.com/office/drawing/2014/main" id="{DC1B9A28-ECE1-48DD-B247-015B971C4E8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7069401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84" name="Flowchart: Connector 1383">
                          <a:extLst>
                            <a:ext uri="{FF2B5EF4-FFF2-40B4-BE49-F238E27FC236}">
                              <a16:creationId xmlns:a16="http://schemas.microsoft.com/office/drawing/2014/main" id="{7B71D3EE-0003-4476-B066-0681CA949C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85" name="3D Model 1384" descr="Sphere">
                              <a:extLst>
                                <a:ext uri="{FF2B5EF4-FFF2-40B4-BE49-F238E27FC236}">
                                  <a16:creationId xmlns:a16="http://schemas.microsoft.com/office/drawing/2014/main" id="{CE57BE0B-110F-4E90-93F2-E9DC47BCAD8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0897001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86" name="Flowchart: Connector 1385">
                          <a:extLst>
                            <a:ext uri="{FF2B5EF4-FFF2-40B4-BE49-F238E27FC236}">
                              <a16:creationId xmlns:a16="http://schemas.microsoft.com/office/drawing/2014/main" id="{1278335E-6BEB-4970-AD53-D1E503B622E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87" name="3D Model 1386" descr="Sphere">
                              <a:extLst>
                                <a:ext uri="{FF2B5EF4-FFF2-40B4-BE49-F238E27FC236}">
                                  <a16:creationId xmlns:a16="http://schemas.microsoft.com/office/drawing/2014/main" id="{ACCDBC0C-4ED5-4077-8504-C862C0F292E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5746218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339" name="Group 1338">
                        <a:extLst>
                          <a:ext uri="{FF2B5EF4-FFF2-40B4-BE49-F238E27FC236}">
                            <a16:creationId xmlns:a16="http://schemas.microsoft.com/office/drawing/2014/main" id="{69812638-905B-43CF-BDA6-063DAF3521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356" name="Flowchart: Connector 1355">
                          <a:extLst>
                            <a:ext uri="{FF2B5EF4-FFF2-40B4-BE49-F238E27FC236}">
                              <a16:creationId xmlns:a16="http://schemas.microsoft.com/office/drawing/2014/main" id="{3498D628-ABD2-40ED-BD27-C9E16CFB567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57" name="Flowchart: Connector 1356">
                          <a:extLst>
                            <a:ext uri="{FF2B5EF4-FFF2-40B4-BE49-F238E27FC236}">
                              <a16:creationId xmlns:a16="http://schemas.microsoft.com/office/drawing/2014/main" id="{4CFE69D9-668A-4B7E-9880-A96294E2AB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58" name="Flowchart: Connector 1357">
                          <a:extLst>
                            <a:ext uri="{FF2B5EF4-FFF2-40B4-BE49-F238E27FC236}">
                              <a16:creationId xmlns:a16="http://schemas.microsoft.com/office/drawing/2014/main" id="{558D297D-6C7B-4615-987C-B0449BB7BC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59" name="Flowchart: Connector 1358">
                          <a:extLst>
                            <a:ext uri="{FF2B5EF4-FFF2-40B4-BE49-F238E27FC236}">
                              <a16:creationId xmlns:a16="http://schemas.microsoft.com/office/drawing/2014/main" id="{87514D44-1816-47A5-B0A4-ED3F90B6389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60" name="Flowchart: Connector 1359">
                          <a:extLst>
                            <a:ext uri="{FF2B5EF4-FFF2-40B4-BE49-F238E27FC236}">
                              <a16:creationId xmlns:a16="http://schemas.microsoft.com/office/drawing/2014/main" id="{7441DB44-9D33-4B4F-95C2-E0FA472B761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61" name="Flowchart: Connector 1360">
                          <a:extLst>
                            <a:ext uri="{FF2B5EF4-FFF2-40B4-BE49-F238E27FC236}">
                              <a16:creationId xmlns:a16="http://schemas.microsoft.com/office/drawing/2014/main" id="{403934E2-E43D-4142-AA0C-D47F20A73F7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62" name="Flowchart: Connector 1361">
                          <a:extLst>
                            <a:ext uri="{FF2B5EF4-FFF2-40B4-BE49-F238E27FC236}">
                              <a16:creationId xmlns:a16="http://schemas.microsoft.com/office/drawing/2014/main" id="{06CF1F4B-489F-4CB5-AD84-BADDE407B35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63" name="Flowchart: Connector 1362">
                          <a:extLst>
                            <a:ext uri="{FF2B5EF4-FFF2-40B4-BE49-F238E27FC236}">
                              <a16:creationId xmlns:a16="http://schemas.microsoft.com/office/drawing/2014/main" id="{E7DAAD5D-A9AF-4400-BFF4-F642D599A7F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64" name="Flowchart: Connector 1363">
                          <a:extLst>
                            <a:ext uri="{FF2B5EF4-FFF2-40B4-BE49-F238E27FC236}">
                              <a16:creationId xmlns:a16="http://schemas.microsoft.com/office/drawing/2014/main" id="{91B15542-11B3-4F72-AAB2-62D47FB369C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65" name="3D Model 1364" descr="Sphere">
                              <a:extLst>
                                <a:ext uri="{FF2B5EF4-FFF2-40B4-BE49-F238E27FC236}">
                                  <a16:creationId xmlns:a16="http://schemas.microsoft.com/office/drawing/2014/main" id="{69223AD1-668B-4D09-B9F0-B6808C09185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5236657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66" name="Flowchart: Connector 1365">
                          <a:extLst>
                            <a:ext uri="{FF2B5EF4-FFF2-40B4-BE49-F238E27FC236}">
                              <a16:creationId xmlns:a16="http://schemas.microsoft.com/office/drawing/2014/main" id="{DB4AA54A-EC83-4E59-9F88-9A1FEE8E709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67" name="3D Model 1366" descr="Sphere">
                              <a:extLst>
                                <a:ext uri="{FF2B5EF4-FFF2-40B4-BE49-F238E27FC236}">
                                  <a16:creationId xmlns:a16="http://schemas.microsoft.com/office/drawing/2014/main" id="{6FF1767E-E96D-4C47-BDAD-055FAF02D0F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832236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68" name="Flowchart: Connector 1367">
                          <a:extLst>
                            <a:ext uri="{FF2B5EF4-FFF2-40B4-BE49-F238E27FC236}">
                              <a16:creationId xmlns:a16="http://schemas.microsoft.com/office/drawing/2014/main" id="{6DF89D62-554F-4491-A3C8-9FB7615A03F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69" name="3D Model 1368" descr="Sphere">
                              <a:extLst>
                                <a:ext uri="{FF2B5EF4-FFF2-40B4-BE49-F238E27FC236}">
                                  <a16:creationId xmlns:a16="http://schemas.microsoft.com/office/drawing/2014/main" id="{048FB2E6-3011-44D2-A3BE-D9DCB7D8D4B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5486076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70" name="Flowchart: Connector 1369">
                          <a:extLst>
                            <a:ext uri="{FF2B5EF4-FFF2-40B4-BE49-F238E27FC236}">
                              <a16:creationId xmlns:a16="http://schemas.microsoft.com/office/drawing/2014/main" id="{60952C7E-CF71-42A8-8C6C-7810F2C1B16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71" name="3D Model 1370" descr="Sphere">
                              <a:extLst>
                                <a:ext uri="{FF2B5EF4-FFF2-40B4-BE49-F238E27FC236}">
                                  <a16:creationId xmlns:a16="http://schemas.microsoft.com/office/drawing/2014/main" id="{239BAB02-1B74-42E9-A6FE-20F640998B9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0271628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1340" name="Flowchart: Connector 1339">
                        <a:extLst>
                          <a:ext uri="{FF2B5EF4-FFF2-40B4-BE49-F238E27FC236}">
                            <a16:creationId xmlns:a16="http://schemas.microsoft.com/office/drawing/2014/main" id="{5813BA2B-CA03-48C2-ABFF-98DF77E023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1" name="Flowchart: Connector 1340">
                        <a:extLst>
                          <a:ext uri="{FF2B5EF4-FFF2-40B4-BE49-F238E27FC236}">
                            <a16:creationId xmlns:a16="http://schemas.microsoft.com/office/drawing/2014/main" id="{1B7B6FC0-318F-45B9-B573-216594BD7B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2" name="Flowchart: Connector 1341">
                        <a:extLst>
                          <a:ext uri="{FF2B5EF4-FFF2-40B4-BE49-F238E27FC236}">
                            <a16:creationId xmlns:a16="http://schemas.microsoft.com/office/drawing/2014/main" id="{3536D188-6E5F-46D8-9784-3B408D2091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3" name="Flowchart: Connector 1342">
                        <a:extLst>
                          <a:ext uri="{FF2B5EF4-FFF2-40B4-BE49-F238E27FC236}">
                            <a16:creationId xmlns:a16="http://schemas.microsoft.com/office/drawing/2014/main" id="{739D4D2F-F248-4AB0-92AD-4B8F04A734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4" name="Flowchart: Connector 1343">
                        <a:extLst>
                          <a:ext uri="{FF2B5EF4-FFF2-40B4-BE49-F238E27FC236}">
                            <a16:creationId xmlns:a16="http://schemas.microsoft.com/office/drawing/2014/main" id="{0F4A834C-F8C6-4DD6-81F2-EB51ED4A6D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5" name="Flowchart: Connector 1344">
                        <a:extLst>
                          <a:ext uri="{FF2B5EF4-FFF2-40B4-BE49-F238E27FC236}">
                            <a16:creationId xmlns:a16="http://schemas.microsoft.com/office/drawing/2014/main" id="{ED9F7A43-51B6-4A50-9BDC-B6E8CDB4725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6" name="Flowchart: Connector 1345">
                        <a:extLst>
                          <a:ext uri="{FF2B5EF4-FFF2-40B4-BE49-F238E27FC236}">
                            <a16:creationId xmlns:a16="http://schemas.microsoft.com/office/drawing/2014/main" id="{8AC7CD33-F21B-4D9F-8939-77759D6CDF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7" name="Flowchart: Connector 1346">
                        <a:extLst>
                          <a:ext uri="{FF2B5EF4-FFF2-40B4-BE49-F238E27FC236}">
                            <a16:creationId xmlns:a16="http://schemas.microsoft.com/office/drawing/2014/main" id="{D05013C8-DA74-49B8-8DBE-5511F676276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8" name="Flowchart: Connector 1347">
                        <a:extLst>
                          <a:ext uri="{FF2B5EF4-FFF2-40B4-BE49-F238E27FC236}">
                            <a16:creationId xmlns:a16="http://schemas.microsoft.com/office/drawing/2014/main" id="{221BC206-6B86-4936-8390-20DE5DD9E36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49" name="3D Model 1348" descr="Sphere">
                            <a:extLst>
                              <a:ext uri="{FF2B5EF4-FFF2-40B4-BE49-F238E27FC236}">
                                <a16:creationId xmlns:a16="http://schemas.microsoft.com/office/drawing/2014/main" id="{4395919B-9E14-47A0-ADC7-DA1EAA2D3C0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60116003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349" name="3D Model 1348" descr="Sphere">
                            <a:extLst>
                              <a:ext uri="{FF2B5EF4-FFF2-40B4-BE49-F238E27FC236}">
                                <a16:creationId xmlns:a16="http://schemas.microsoft.com/office/drawing/2014/main" id="{4395919B-9E14-47A0-ADC7-DA1EAA2D3C0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63734" y="223993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0" name="Flowchart: Connector 1349">
                        <a:extLst>
                          <a:ext uri="{FF2B5EF4-FFF2-40B4-BE49-F238E27FC236}">
                            <a16:creationId xmlns:a16="http://schemas.microsoft.com/office/drawing/2014/main" id="{5F65B861-8075-4142-9F96-75173E8B08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1" name="3D Model 1350" descr="Sphere">
                            <a:extLst>
                              <a:ext uri="{FF2B5EF4-FFF2-40B4-BE49-F238E27FC236}">
                                <a16:creationId xmlns:a16="http://schemas.microsoft.com/office/drawing/2014/main" id="{47A1AE26-2079-4736-9E83-4305685E21D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80789266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351" name="3D Model 1350" descr="Sphere">
                            <a:extLst>
                              <a:ext uri="{FF2B5EF4-FFF2-40B4-BE49-F238E27FC236}">
                                <a16:creationId xmlns:a16="http://schemas.microsoft.com/office/drawing/2014/main" id="{47A1AE26-2079-4736-9E83-4305685E21D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205558" y="225462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2" name="Flowchart: Connector 1351">
                        <a:extLst>
                          <a:ext uri="{FF2B5EF4-FFF2-40B4-BE49-F238E27FC236}">
                            <a16:creationId xmlns:a16="http://schemas.microsoft.com/office/drawing/2014/main" id="{CE571D6A-0748-45E3-8710-00B96B6798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3" name="3D Model 1352" descr="Sphere">
                            <a:extLst>
                              <a:ext uri="{FF2B5EF4-FFF2-40B4-BE49-F238E27FC236}">
                                <a16:creationId xmlns:a16="http://schemas.microsoft.com/office/drawing/2014/main" id="{E2505DDD-37A8-4CA9-B315-7854E04DEBE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1342061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353" name="3D Model 1352" descr="Sphere">
                            <a:extLst>
                              <a:ext uri="{FF2B5EF4-FFF2-40B4-BE49-F238E27FC236}">
                                <a16:creationId xmlns:a16="http://schemas.microsoft.com/office/drawing/2014/main" id="{E2505DDD-37A8-4CA9-B315-7854E04DEBE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250330" y="226563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4" name="Flowchart: Connector 1353">
                        <a:extLst>
                          <a:ext uri="{FF2B5EF4-FFF2-40B4-BE49-F238E27FC236}">
                            <a16:creationId xmlns:a16="http://schemas.microsoft.com/office/drawing/2014/main" id="{C4257AD2-5D64-445C-BD49-011F5689A1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5" name="3D Model 1354" descr="Sphere">
                            <a:extLst>
                              <a:ext uri="{FF2B5EF4-FFF2-40B4-BE49-F238E27FC236}">
                                <a16:creationId xmlns:a16="http://schemas.microsoft.com/office/drawing/2014/main" id="{E21BD0D0-B373-436E-BAAD-FEE3FBB8CE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2426036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355" name="3D Model 1354" descr="Sphere">
                            <a:extLst>
                              <a:ext uri="{FF2B5EF4-FFF2-40B4-BE49-F238E27FC236}">
                                <a16:creationId xmlns:a16="http://schemas.microsoft.com/office/drawing/2014/main" id="{E21BD0D0-B373-436E-BAAD-FEE3FBB8CE9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294654" y="2282654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1191" name="Group 1190">
                    <a:extLst>
                      <a:ext uri="{FF2B5EF4-FFF2-40B4-BE49-F238E27FC236}">
                        <a16:creationId xmlns:a16="http://schemas.microsoft.com/office/drawing/2014/main" id="{62C4E74C-B7E7-4F23-B1ED-767B39422E96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1332" name="Flowchart: Connector 1331">
                      <a:extLst>
                        <a:ext uri="{FF2B5EF4-FFF2-40B4-BE49-F238E27FC236}">
                          <a16:creationId xmlns:a16="http://schemas.microsoft.com/office/drawing/2014/main" id="{11BD2B9F-8A27-4593-9E01-E2BE76D5AE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33" name="Flowchart: Connector 1332">
                      <a:extLst>
                        <a:ext uri="{FF2B5EF4-FFF2-40B4-BE49-F238E27FC236}">
                          <a16:creationId xmlns:a16="http://schemas.microsoft.com/office/drawing/2014/main" id="{C7C48369-210A-44E0-9861-FDAA53B9EE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34" name="Flowchart: Connector 1333">
                      <a:extLst>
                        <a:ext uri="{FF2B5EF4-FFF2-40B4-BE49-F238E27FC236}">
                          <a16:creationId xmlns:a16="http://schemas.microsoft.com/office/drawing/2014/main" id="{24E4CB4C-BDA4-41D9-91A4-E95C310083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1192" name="Flowchart: Connector 1191">
                    <a:extLst>
                      <a:ext uri="{FF2B5EF4-FFF2-40B4-BE49-F238E27FC236}">
                        <a16:creationId xmlns:a16="http://schemas.microsoft.com/office/drawing/2014/main" id="{C9DCA526-7EB7-48E8-8740-579269A02B2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193" name="Flowchart: Connector 1192">
                    <a:extLst>
                      <a:ext uri="{FF2B5EF4-FFF2-40B4-BE49-F238E27FC236}">
                        <a16:creationId xmlns:a16="http://schemas.microsoft.com/office/drawing/2014/main" id="{406E2EE0-3E73-4294-B962-95DD88E16D9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1194" name="Group 1193">
                    <a:extLst>
                      <a:ext uri="{FF2B5EF4-FFF2-40B4-BE49-F238E27FC236}">
                        <a16:creationId xmlns:a16="http://schemas.microsoft.com/office/drawing/2014/main" id="{6FCFC0CF-192E-4781-A288-5E5D646C3068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1329" name="Flowchart: Connector 1328">
                      <a:extLst>
                        <a:ext uri="{FF2B5EF4-FFF2-40B4-BE49-F238E27FC236}">
                          <a16:creationId xmlns:a16="http://schemas.microsoft.com/office/drawing/2014/main" id="{18B34DBD-4643-4642-8A65-DD7A34CCD2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30" name="Flowchart: Connector 1329">
                      <a:extLst>
                        <a:ext uri="{FF2B5EF4-FFF2-40B4-BE49-F238E27FC236}">
                          <a16:creationId xmlns:a16="http://schemas.microsoft.com/office/drawing/2014/main" id="{55889280-F06A-4AA8-9C39-AE35B9D0EC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31" name="Flowchart: Connector 1330">
                      <a:extLst>
                        <a:ext uri="{FF2B5EF4-FFF2-40B4-BE49-F238E27FC236}">
                          <a16:creationId xmlns:a16="http://schemas.microsoft.com/office/drawing/2014/main" id="{19A6A5C6-88A6-4123-A3C1-BB99B43137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195" name="Group 1194">
                    <a:extLst>
                      <a:ext uri="{FF2B5EF4-FFF2-40B4-BE49-F238E27FC236}">
                        <a16:creationId xmlns:a16="http://schemas.microsoft.com/office/drawing/2014/main" id="{57D063C9-91D0-43EE-AE9F-E24F19F9C6DE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1264" name="Group 1263">
                      <a:extLst>
                        <a:ext uri="{FF2B5EF4-FFF2-40B4-BE49-F238E27FC236}">
                          <a16:creationId xmlns:a16="http://schemas.microsoft.com/office/drawing/2014/main" id="{769C863C-9D36-4B06-8335-B347A528F2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1325" name="Flowchart: Connector 1324">
                        <a:extLst>
                          <a:ext uri="{FF2B5EF4-FFF2-40B4-BE49-F238E27FC236}">
                            <a16:creationId xmlns:a16="http://schemas.microsoft.com/office/drawing/2014/main" id="{4B70AF76-B38C-4B6B-BBC4-6BC119AD04F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6" name="Flowchart: Connector 1325">
                        <a:extLst>
                          <a:ext uri="{FF2B5EF4-FFF2-40B4-BE49-F238E27FC236}">
                            <a16:creationId xmlns:a16="http://schemas.microsoft.com/office/drawing/2014/main" id="{7DFDE881-D959-46FA-82F0-088340EC03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7" name="Flowchart: Connector 1326">
                        <a:extLst>
                          <a:ext uri="{FF2B5EF4-FFF2-40B4-BE49-F238E27FC236}">
                            <a16:creationId xmlns:a16="http://schemas.microsoft.com/office/drawing/2014/main" id="{C8D6C4A9-BBE9-460A-87A7-201AC61198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8" name="Flowchart: Connector 1327">
                        <a:extLst>
                          <a:ext uri="{FF2B5EF4-FFF2-40B4-BE49-F238E27FC236}">
                            <a16:creationId xmlns:a16="http://schemas.microsoft.com/office/drawing/2014/main" id="{29A63873-2AB9-4B8A-BA5D-63907855A2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265" name="Group 1264">
                      <a:extLst>
                        <a:ext uri="{FF2B5EF4-FFF2-40B4-BE49-F238E27FC236}">
                          <a16:creationId xmlns:a16="http://schemas.microsoft.com/office/drawing/2014/main" id="{BB4A2206-A64B-4D83-BD46-7E267D3F5B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1266" name="Group 1265">
                        <a:extLst>
                          <a:ext uri="{FF2B5EF4-FFF2-40B4-BE49-F238E27FC236}">
                            <a16:creationId xmlns:a16="http://schemas.microsoft.com/office/drawing/2014/main" id="{51E28A47-E8C0-41F2-AB7D-48375D0BFE5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1317" name="Flowchart: Connector 1316">
                          <a:extLst>
                            <a:ext uri="{FF2B5EF4-FFF2-40B4-BE49-F238E27FC236}">
                              <a16:creationId xmlns:a16="http://schemas.microsoft.com/office/drawing/2014/main" id="{82B2B73E-CDD3-47E0-88D8-D2DB10258DB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18" name="3D Model 1317" descr="Sphere">
                              <a:extLst>
                                <a:ext uri="{FF2B5EF4-FFF2-40B4-BE49-F238E27FC236}">
                                  <a16:creationId xmlns:a16="http://schemas.microsoft.com/office/drawing/2014/main" id="{9B9C07CE-5BD5-433C-963C-EC632C5BF8E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9932392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19" name="Flowchart: Connector 1318">
                          <a:extLst>
                            <a:ext uri="{FF2B5EF4-FFF2-40B4-BE49-F238E27FC236}">
                              <a16:creationId xmlns:a16="http://schemas.microsoft.com/office/drawing/2014/main" id="{A93DB60E-3B07-432D-BCC8-2E31A3E21B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20" name="3D Model 1319" descr="Sphere">
                              <a:extLst>
                                <a:ext uri="{FF2B5EF4-FFF2-40B4-BE49-F238E27FC236}">
                                  <a16:creationId xmlns:a16="http://schemas.microsoft.com/office/drawing/2014/main" id="{C3A98BE9-D4BD-44B2-92B9-2DF226FFCF9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820572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21" name="Flowchart: Connector 1320">
                          <a:extLst>
                            <a:ext uri="{FF2B5EF4-FFF2-40B4-BE49-F238E27FC236}">
                              <a16:creationId xmlns:a16="http://schemas.microsoft.com/office/drawing/2014/main" id="{2B0F0CD4-9742-4270-800B-57B2EE6089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22" name="3D Model 1321" descr="Sphere">
                              <a:extLst>
                                <a:ext uri="{FF2B5EF4-FFF2-40B4-BE49-F238E27FC236}">
                                  <a16:creationId xmlns:a16="http://schemas.microsoft.com/office/drawing/2014/main" id="{3DB8E65F-8369-4727-8B2B-5833F8BD63C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743224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23" name="Flowchart: Connector 1322">
                          <a:extLst>
                            <a:ext uri="{FF2B5EF4-FFF2-40B4-BE49-F238E27FC236}">
                              <a16:creationId xmlns:a16="http://schemas.microsoft.com/office/drawing/2014/main" id="{8B591E16-2020-4124-9E1E-D188926BBA0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24" name="3D Model 1323" descr="Sphere">
                              <a:extLst>
                                <a:ext uri="{FF2B5EF4-FFF2-40B4-BE49-F238E27FC236}">
                                  <a16:creationId xmlns:a16="http://schemas.microsoft.com/office/drawing/2014/main" id="{A0DA202B-9009-4FEA-8015-537629ECCF5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2374547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267" name="Group 1266">
                        <a:extLst>
                          <a:ext uri="{FF2B5EF4-FFF2-40B4-BE49-F238E27FC236}">
                            <a16:creationId xmlns:a16="http://schemas.microsoft.com/office/drawing/2014/main" id="{8710AB8B-CB28-43CF-8F13-9BF22C7C2D6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301" name="Flowchart: Connector 1300">
                          <a:extLst>
                            <a:ext uri="{FF2B5EF4-FFF2-40B4-BE49-F238E27FC236}">
                              <a16:creationId xmlns:a16="http://schemas.microsoft.com/office/drawing/2014/main" id="{10C14D0F-5C0E-4E65-9CD4-140718C6329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2" name="Flowchart: Connector 1301">
                          <a:extLst>
                            <a:ext uri="{FF2B5EF4-FFF2-40B4-BE49-F238E27FC236}">
                              <a16:creationId xmlns:a16="http://schemas.microsoft.com/office/drawing/2014/main" id="{D030726F-E614-4695-A2E0-25E7F90B346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3" name="Flowchart: Connector 1302">
                          <a:extLst>
                            <a:ext uri="{FF2B5EF4-FFF2-40B4-BE49-F238E27FC236}">
                              <a16:creationId xmlns:a16="http://schemas.microsoft.com/office/drawing/2014/main" id="{851C47D7-A4DC-402E-AE97-6011569D3D9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4" name="Flowchart: Connector 1303">
                          <a:extLst>
                            <a:ext uri="{FF2B5EF4-FFF2-40B4-BE49-F238E27FC236}">
                              <a16:creationId xmlns:a16="http://schemas.microsoft.com/office/drawing/2014/main" id="{380C8FDF-320E-42A5-A382-D01B0DA40E4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5" name="Flowchart: Connector 1304">
                          <a:extLst>
                            <a:ext uri="{FF2B5EF4-FFF2-40B4-BE49-F238E27FC236}">
                              <a16:creationId xmlns:a16="http://schemas.microsoft.com/office/drawing/2014/main" id="{F57B5B3B-0B99-4423-B9DF-4E940234B7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6" name="Flowchart: Connector 1305">
                          <a:extLst>
                            <a:ext uri="{FF2B5EF4-FFF2-40B4-BE49-F238E27FC236}">
                              <a16:creationId xmlns:a16="http://schemas.microsoft.com/office/drawing/2014/main" id="{54801B00-E712-4310-B269-5A14ECD4B16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7" name="Flowchart: Connector 1306">
                          <a:extLst>
                            <a:ext uri="{FF2B5EF4-FFF2-40B4-BE49-F238E27FC236}">
                              <a16:creationId xmlns:a16="http://schemas.microsoft.com/office/drawing/2014/main" id="{D6C655C0-C4C0-4162-A2A0-36E2AFF2F1F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8" name="Flowchart: Connector 1307">
                          <a:extLst>
                            <a:ext uri="{FF2B5EF4-FFF2-40B4-BE49-F238E27FC236}">
                              <a16:creationId xmlns:a16="http://schemas.microsoft.com/office/drawing/2014/main" id="{FB3A94B9-DD36-4A1C-9A82-E56CA97B5AF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309" name="Flowchart: Connector 1308">
                          <a:extLst>
                            <a:ext uri="{FF2B5EF4-FFF2-40B4-BE49-F238E27FC236}">
                              <a16:creationId xmlns:a16="http://schemas.microsoft.com/office/drawing/2014/main" id="{48E4ED83-8E1A-47D9-A2D8-B24AAD3EC52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10" name="3D Model 1309" descr="Sphere">
                              <a:extLst>
                                <a:ext uri="{FF2B5EF4-FFF2-40B4-BE49-F238E27FC236}">
                                  <a16:creationId xmlns:a16="http://schemas.microsoft.com/office/drawing/2014/main" id="{35BB1F31-BFD7-4C81-AEE3-948C5D1D8BB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2264663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11" name="Flowchart: Connector 1310">
                          <a:extLst>
                            <a:ext uri="{FF2B5EF4-FFF2-40B4-BE49-F238E27FC236}">
                              <a16:creationId xmlns:a16="http://schemas.microsoft.com/office/drawing/2014/main" id="{BB8E2221-8BD0-420B-A298-86A5B6902A5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12" name="3D Model 1311" descr="Sphere">
                              <a:extLst>
                                <a:ext uri="{FF2B5EF4-FFF2-40B4-BE49-F238E27FC236}">
                                  <a16:creationId xmlns:a16="http://schemas.microsoft.com/office/drawing/2014/main" id="{60CA49D4-6876-48EE-92A4-166711B4BA3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3693757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13" name="Flowchart: Connector 1312">
                          <a:extLst>
                            <a:ext uri="{FF2B5EF4-FFF2-40B4-BE49-F238E27FC236}">
                              <a16:creationId xmlns:a16="http://schemas.microsoft.com/office/drawing/2014/main" id="{2F2B3162-6C8E-48FA-8B24-A7DD46A42C7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14" name="3D Model 1313" descr="Sphere">
                              <a:extLst>
                                <a:ext uri="{FF2B5EF4-FFF2-40B4-BE49-F238E27FC236}">
                                  <a16:creationId xmlns:a16="http://schemas.microsoft.com/office/drawing/2014/main" id="{1DC999AC-0C3A-4CCB-97BB-895D680C531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0947632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315" name="Flowchart: Connector 1314">
                          <a:extLst>
                            <a:ext uri="{FF2B5EF4-FFF2-40B4-BE49-F238E27FC236}">
                              <a16:creationId xmlns:a16="http://schemas.microsoft.com/office/drawing/2014/main" id="{CBB33AF1-B15E-405F-A48A-D20F6866FBA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16" name="3D Model 1315" descr="Sphere">
                              <a:extLst>
                                <a:ext uri="{FF2B5EF4-FFF2-40B4-BE49-F238E27FC236}">
                                  <a16:creationId xmlns:a16="http://schemas.microsoft.com/office/drawing/2014/main" id="{E76266CF-6928-4260-A4AD-7DE7FC684BC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4305012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268" name="Group 1267">
                        <a:extLst>
                          <a:ext uri="{FF2B5EF4-FFF2-40B4-BE49-F238E27FC236}">
                            <a16:creationId xmlns:a16="http://schemas.microsoft.com/office/drawing/2014/main" id="{B5B6EA42-CAAE-4BFC-92F4-711BF1E000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285" name="Flowchart: Connector 1284">
                          <a:extLst>
                            <a:ext uri="{FF2B5EF4-FFF2-40B4-BE49-F238E27FC236}">
                              <a16:creationId xmlns:a16="http://schemas.microsoft.com/office/drawing/2014/main" id="{14D723BD-9D17-4B29-990C-172BC89047B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86" name="Flowchart: Connector 1285">
                          <a:extLst>
                            <a:ext uri="{FF2B5EF4-FFF2-40B4-BE49-F238E27FC236}">
                              <a16:creationId xmlns:a16="http://schemas.microsoft.com/office/drawing/2014/main" id="{0791714F-3C96-4E1C-839F-BE95725D68D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87" name="Flowchart: Connector 1286">
                          <a:extLst>
                            <a:ext uri="{FF2B5EF4-FFF2-40B4-BE49-F238E27FC236}">
                              <a16:creationId xmlns:a16="http://schemas.microsoft.com/office/drawing/2014/main" id="{4CE0769D-6364-4537-8579-F2CEDC1700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88" name="Flowchart: Connector 1287">
                          <a:extLst>
                            <a:ext uri="{FF2B5EF4-FFF2-40B4-BE49-F238E27FC236}">
                              <a16:creationId xmlns:a16="http://schemas.microsoft.com/office/drawing/2014/main" id="{77E22D42-F8AD-47D8-9618-162E290AB2C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89" name="Flowchart: Connector 1288">
                          <a:extLst>
                            <a:ext uri="{FF2B5EF4-FFF2-40B4-BE49-F238E27FC236}">
                              <a16:creationId xmlns:a16="http://schemas.microsoft.com/office/drawing/2014/main" id="{43EE0FFD-80DF-4091-9F19-D9ABFA2E03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90" name="Flowchart: Connector 1289">
                          <a:extLst>
                            <a:ext uri="{FF2B5EF4-FFF2-40B4-BE49-F238E27FC236}">
                              <a16:creationId xmlns:a16="http://schemas.microsoft.com/office/drawing/2014/main" id="{D1032729-C2C5-4784-9F6F-E587128A5CF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91" name="Flowchart: Connector 1290">
                          <a:extLst>
                            <a:ext uri="{FF2B5EF4-FFF2-40B4-BE49-F238E27FC236}">
                              <a16:creationId xmlns:a16="http://schemas.microsoft.com/office/drawing/2014/main" id="{F52790DC-5421-4504-8255-003CFACC066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92" name="Flowchart: Connector 1291">
                          <a:extLst>
                            <a:ext uri="{FF2B5EF4-FFF2-40B4-BE49-F238E27FC236}">
                              <a16:creationId xmlns:a16="http://schemas.microsoft.com/office/drawing/2014/main" id="{F123BE3E-B91C-4807-A68A-EC012E04E13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293" name="Flowchart: Connector 1292">
                          <a:extLst>
                            <a:ext uri="{FF2B5EF4-FFF2-40B4-BE49-F238E27FC236}">
                              <a16:creationId xmlns:a16="http://schemas.microsoft.com/office/drawing/2014/main" id="{170B6498-1A44-47E7-AF43-1D186C21585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294" name="3D Model 1293" descr="Sphere">
                              <a:extLst>
                                <a:ext uri="{FF2B5EF4-FFF2-40B4-BE49-F238E27FC236}">
                                  <a16:creationId xmlns:a16="http://schemas.microsoft.com/office/drawing/2014/main" id="{FBBACBB0-6D1C-4862-8DF4-6A382CB65DA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8525285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295" name="Flowchart: Connector 1294">
                          <a:extLst>
                            <a:ext uri="{FF2B5EF4-FFF2-40B4-BE49-F238E27FC236}">
                              <a16:creationId xmlns:a16="http://schemas.microsoft.com/office/drawing/2014/main" id="{4D90E689-82D7-4089-86B7-3FF964A11F5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296" name="3D Model 1295" descr="Sphere">
                              <a:extLst>
                                <a:ext uri="{FF2B5EF4-FFF2-40B4-BE49-F238E27FC236}">
                                  <a16:creationId xmlns:a16="http://schemas.microsoft.com/office/drawing/2014/main" id="{B2F536A6-F7F0-46C6-9839-C1AC6813897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1179902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297" name="Flowchart: Connector 1296">
                          <a:extLst>
                            <a:ext uri="{FF2B5EF4-FFF2-40B4-BE49-F238E27FC236}">
                              <a16:creationId xmlns:a16="http://schemas.microsoft.com/office/drawing/2014/main" id="{B7B92C77-67EE-41BD-A137-3CA009053FD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298" name="3D Model 1297" descr="Sphere">
                              <a:extLst>
                                <a:ext uri="{FF2B5EF4-FFF2-40B4-BE49-F238E27FC236}">
                                  <a16:creationId xmlns:a16="http://schemas.microsoft.com/office/drawing/2014/main" id="{C9F1D5A8-57B4-44BA-B8D4-F9EF68D957E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380735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299" name="Flowchart: Connector 1298">
                          <a:extLst>
                            <a:ext uri="{FF2B5EF4-FFF2-40B4-BE49-F238E27FC236}">
                              <a16:creationId xmlns:a16="http://schemas.microsoft.com/office/drawing/2014/main" id="{F0A7ACF0-C4D3-42EB-839D-95587917F36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300" name="3D Model 1299" descr="Sphere">
                              <a:extLst>
                                <a:ext uri="{FF2B5EF4-FFF2-40B4-BE49-F238E27FC236}">
                                  <a16:creationId xmlns:a16="http://schemas.microsoft.com/office/drawing/2014/main" id="{49E39970-58EA-45B3-BF1D-3D4B2FB6C8F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6010720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1269" name="Flowchart: Connector 1268">
                        <a:extLst>
                          <a:ext uri="{FF2B5EF4-FFF2-40B4-BE49-F238E27FC236}">
                            <a16:creationId xmlns:a16="http://schemas.microsoft.com/office/drawing/2014/main" id="{ACC4A031-C159-4016-88A8-FAD307CF16A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0" name="Flowchart: Connector 1269">
                        <a:extLst>
                          <a:ext uri="{FF2B5EF4-FFF2-40B4-BE49-F238E27FC236}">
                            <a16:creationId xmlns:a16="http://schemas.microsoft.com/office/drawing/2014/main" id="{3D42DE69-DF04-436D-8F8B-9416899C51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1" name="Flowchart: Connector 1270">
                        <a:extLst>
                          <a:ext uri="{FF2B5EF4-FFF2-40B4-BE49-F238E27FC236}">
                            <a16:creationId xmlns:a16="http://schemas.microsoft.com/office/drawing/2014/main" id="{FA901141-DCE2-48EB-B7C6-6EA3C64C27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2" name="Flowchart: Connector 1271">
                        <a:extLst>
                          <a:ext uri="{FF2B5EF4-FFF2-40B4-BE49-F238E27FC236}">
                            <a16:creationId xmlns:a16="http://schemas.microsoft.com/office/drawing/2014/main" id="{9586D5A1-E92F-4F31-8F9F-C0D0899255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3" name="Flowchart: Connector 1272">
                        <a:extLst>
                          <a:ext uri="{FF2B5EF4-FFF2-40B4-BE49-F238E27FC236}">
                            <a16:creationId xmlns:a16="http://schemas.microsoft.com/office/drawing/2014/main" id="{A9115345-376C-47AA-999D-869FB31616A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4" name="Flowchart: Connector 1273">
                        <a:extLst>
                          <a:ext uri="{FF2B5EF4-FFF2-40B4-BE49-F238E27FC236}">
                            <a16:creationId xmlns:a16="http://schemas.microsoft.com/office/drawing/2014/main" id="{09D7708C-D1A2-4AF1-AF26-C56613DCC1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5" name="Flowchart: Connector 1274">
                        <a:extLst>
                          <a:ext uri="{FF2B5EF4-FFF2-40B4-BE49-F238E27FC236}">
                            <a16:creationId xmlns:a16="http://schemas.microsoft.com/office/drawing/2014/main" id="{7A5DFD54-2CB6-4E03-85DD-F683148150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6" name="Flowchart: Connector 1275">
                        <a:extLst>
                          <a:ext uri="{FF2B5EF4-FFF2-40B4-BE49-F238E27FC236}">
                            <a16:creationId xmlns:a16="http://schemas.microsoft.com/office/drawing/2014/main" id="{4A3E89D7-AE23-462B-B98F-1C9E4F38955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7" name="Flowchart: Connector 1276">
                        <a:extLst>
                          <a:ext uri="{FF2B5EF4-FFF2-40B4-BE49-F238E27FC236}">
                            <a16:creationId xmlns:a16="http://schemas.microsoft.com/office/drawing/2014/main" id="{5567787B-BB11-4C54-8DBC-465A182D91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78" name="3D Model 1277" descr="Sphere">
                            <a:extLst>
                              <a:ext uri="{FF2B5EF4-FFF2-40B4-BE49-F238E27FC236}">
                                <a16:creationId xmlns:a16="http://schemas.microsoft.com/office/drawing/2014/main" id="{72F01E67-6938-498B-8F3A-4826869DB5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7355496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78" name="3D Model 1277" descr="Sphere">
                            <a:extLst>
                              <a:ext uri="{FF2B5EF4-FFF2-40B4-BE49-F238E27FC236}">
                                <a16:creationId xmlns:a16="http://schemas.microsoft.com/office/drawing/2014/main" id="{72F01E67-6938-498B-8F3A-4826869DB5D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125378" y="2259698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79" name="Flowchart: Connector 1278">
                        <a:extLst>
                          <a:ext uri="{FF2B5EF4-FFF2-40B4-BE49-F238E27FC236}">
                            <a16:creationId xmlns:a16="http://schemas.microsoft.com/office/drawing/2014/main" id="{72CF4826-3183-48FA-ADDB-8CCEE16EE4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80" name="3D Model 1279" descr="Sphere">
                            <a:extLst>
                              <a:ext uri="{FF2B5EF4-FFF2-40B4-BE49-F238E27FC236}">
                                <a16:creationId xmlns:a16="http://schemas.microsoft.com/office/drawing/2014/main" id="{4C124C0B-3F81-4B37-AB15-0E5E4374124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5752784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80" name="3D Model 1279" descr="Sphere">
                            <a:extLst>
                              <a:ext uri="{FF2B5EF4-FFF2-40B4-BE49-F238E27FC236}">
                                <a16:creationId xmlns:a16="http://schemas.microsoft.com/office/drawing/2014/main" id="{4C124C0B-3F81-4B37-AB15-0E5E4374124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66618" y="227176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81" name="Flowchart: Connector 1280">
                        <a:extLst>
                          <a:ext uri="{FF2B5EF4-FFF2-40B4-BE49-F238E27FC236}">
                            <a16:creationId xmlns:a16="http://schemas.microsoft.com/office/drawing/2014/main" id="{78E4A79D-6BF4-4A1E-8C1D-D1693500A5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82" name="3D Model 1281" descr="Sphere">
                            <a:extLst>
                              <a:ext uri="{FF2B5EF4-FFF2-40B4-BE49-F238E27FC236}">
                                <a16:creationId xmlns:a16="http://schemas.microsoft.com/office/drawing/2014/main" id="{4FAEA037-38E5-4411-8709-FD4C9E435B0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4365325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82" name="3D Model 1281" descr="Sphere">
                            <a:extLst>
                              <a:ext uri="{FF2B5EF4-FFF2-40B4-BE49-F238E27FC236}">
                                <a16:creationId xmlns:a16="http://schemas.microsoft.com/office/drawing/2014/main" id="{4FAEA037-38E5-4411-8709-FD4C9E435B0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209088" y="228471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83" name="Flowchart: Connector 1282">
                        <a:extLst>
                          <a:ext uri="{FF2B5EF4-FFF2-40B4-BE49-F238E27FC236}">
                            <a16:creationId xmlns:a16="http://schemas.microsoft.com/office/drawing/2014/main" id="{C44D7039-B844-4311-A2D1-FD8E61436F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84" name="3D Model 1283" descr="Sphere">
                            <a:extLst>
                              <a:ext uri="{FF2B5EF4-FFF2-40B4-BE49-F238E27FC236}">
                                <a16:creationId xmlns:a16="http://schemas.microsoft.com/office/drawing/2014/main" id="{B24FD411-785C-4B35-A110-7DE7E3C7EC2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30095289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84" name="3D Model 1283" descr="Sphere">
                            <a:extLst>
                              <a:ext uri="{FF2B5EF4-FFF2-40B4-BE49-F238E27FC236}">
                                <a16:creationId xmlns:a16="http://schemas.microsoft.com/office/drawing/2014/main" id="{B24FD411-785C-4B35-A110-7DE7E3C7EC2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255714" y="2299796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1196" name="Flowchart: Connector 1195">
                    <a:extLst>
                      <a:ext uri="{FF2B5EF4-FFF2-40B4-BE49-F238E27FC236}">
                        <a16:creationId xmlns:a16="http://schemas.microsoft.com/office/drawing/2014/main" id="{DAD8A369-9429-4A53-8526-CF84B64F21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97" name="Flowchart: Connector 1196">
                    <a:extLst>
                      <a:ext uri="{FF2B5EF4-FFF2-40B4-BE49-F238E27FC236}">
                        <a16:creationId xmlns:a16="http://schemas.microsoft.com/office/drawing/2014/main" id="{8045AA41-2545-4B0C-919B-506E5B324B6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98" name="Flowchart: Connector 1197">
                    <a:extLst>
                      <a:ext uri="{FF2B5EF4-FFF2-40B4-BE49-F238E27FC236}">
                        <a16:creationId xmlns:a16="http://schemas.microsoft.com/office/drawing/2014/main" id="{AFC38E5D-3BEB-49C1-BA92-C0FFE9E5F8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99" name="Flowchart: Connector 1198">
                    <a:extLst>
                      <a:ext uri="{FF2B5EF4-FFF2-40B4-BE49-F238E27FC236}">
                        <a16:creationId xmlns:a16="http://schemas.microsoft.com/office/drawing/2014/main" id="{F19668E2-DE76-4824-926A-13AE178594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00" name="Flowchart: Connector 1199">
                    <a:extLst>
                      <a:ext uri="{FF2B5EF4-FFF2-40B4-BE49-F238E27FC236}">
                        <a16:creationId xmlns:a16="http://schemas.microsoft.com/office/drawing/2014/main" id="{D0BAF7F7-3652-447D-857F-B07FDF721BE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01" name="Flowchart: Connector 1200">
                    <a:extLst>
                      <a:ext uri="{FF2B5EF4-FFF2-40B4-BE49-F238E27FC236}">
                        <a16:creationId xmlns:a16="http://schemas.microsoft.com/office/drawing/2014/main" id="{E5A08D26-D4CB-41E7-B7E1-1609043B0D3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202" name="Flowchart: Connector 1201">
                    <a:extLst>
                      <a:ext uri="{FF2B5EF4-FFF2-40B4-BE49-F238E27FC236}">
                        <a16:creationId xmlns:a16="http://schemas.microsoft.com/office/drawing/2014/main" id="{2DDC8754-C9CC-447A-8AA1-7175023E9D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03" name="Flowchart: Connector 1202">
                    <a:extLst>
                      <a:ext uri="{FF2B5EF4-FFF2-40B4-BE49-F238E27FC236}">
                        <a16:creationId xmlns:a16="http://schemas.microsoft.com/office/drawing/2014/main" id="{61B3CC4B-BF61-452E-BB16-6B23691002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1204" name="Group 1203">
                    <a:extLst>
                      <a:ext uri="{FF2B5EF4-FFF2-40B4-BE49-F238E27FC236}">
                        <a16:creationId xmlns:a16="http://schemas.microsoft.com/office/drawing/2014/main" id="{383AED4F-2B8B-4805-A677-FFC8FA5A2C72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1205" name="Group 1204">
                      <a:extLst>
                        <a:ext uri="{FF2B5EF4-FFF2-40B4-BE49-F238E27FC236}">
                          <a16:creationId xmlns:a16="http://schemas.microsoft.com/office/drawing/2014/main" id="{4C0D851B-8098-4416-81A5-407166E9B7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1256" name="Flowchart: Connector 1255">
                        <a:extLst>
                          <a:ext uri="{FF2B5EF4-FFF2-40B4-BE49-F238E27FC236}">
                            <a16:creationId xmlns:a16="http://schemas.microsoft.com/office/drawing/2014/main" id="{75B56236-9103-4631-9350-0D1D57EFFF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57" name="3D Model 1256" descr="Sphere">
                            <a:extLst>
                              <a:ext uri="{FF2B5EF4-FFF2-40B4-BE49-F238E27FC236}">
                                <a16:creationId xmlns:a16="http://schemas.microsoft.com/office/drawing/2014/main" id="{EDCB272C-0163-435C-B639-6C211B09FA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01646206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57" name="3D Model 1256" descr="Sphere">
                            <a:extLst>
                              <a:ext uri="{FF2B5EF4-FFF2-40B4-BE49-F238E27FC236}">
                                <a16:creationId xmlns:a16="http://schemas.microsoft.com/office/drawing/2014/main" id="{EDCB272C-0163-435C-B639-6C211B09FA3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085548" y="2467500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58" name="Flowchart: Connector 1257">
                        <a:extLst>
                          <a:ext uri="{FF2B5EF4-FFF2-40B4-BE49-F238E27FC236}">
                            <a16:creationId xmlns:a16="http://schemas.microsoft.com/office/drawing/2014/main" id="{C50B825B-975F-4C68-AB02-E823CC5E12C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59" name="3D Model 1258" descr="Sphere">
                            <a:extLst>
                              <a:ext uri="{FF2B5EF4-FFF2-40B4-BE49-F238E27FC236}">
                                <a16:creationId xmlns:a16="http://schemas.microsoft.com/office/drawing/2014/main" id="{D57526F9-2BC0-46B2-9410-660F2C178CA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138706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60" name="Flowchart: Connector 1259">
                        <a:extLst>
                          <a:ext uri="{FF2B5EF4-FFF2-40B4-BE49-F238E27FC236}">
                            <a16:creationId xmlns:a16="http://schemas.microsoft.com/office/drawing/2014/main" id="{8CA65E91-ADC0-41D8-A69C-EF144AA5F5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61" name="3D Model 1260" descr="Sphere">
                            <a:extLst>
                              <a:ext uri="{FF2B5EF4-FFF2-40B4-BE49-F238E27FC236}">
                                <a16:creationId xmlns:a16="http://schemas.microsoft.com/office/drawing/2014/main" id="{CC3E6743-CB33-444C-BB73-D8735D33EF9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302731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62" name="Flowchart: Connector 1261">
                        <a:extLst>
                          <a:ext uri="{FF2B5EF4-FFF2-40B4-BE49-F238E27FC236}">
                            <a16:creationId xmlns:a16="http://schemas.microsoft.com/office/drawing/2014/main" id="{01CCF628-3458-4CBA-B470-72ACCB342E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63" name="3D Model 1262" descr="Sphere">
                            <a:extLst>
                              <a:ext uri="{FF2B5EF4-FFF2-40B4-BE49-F238E27FC236}">
                                <a16:creationId xmlns:a16="http://schemas.microsoft.com/office/drawing/2014/main" id="{FEB9EFC0-F518-42C6-B71D-68996C49374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414754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206" name="Group 1205">
                      <a:extLst>
                        <a:ext uri="{FF2B5EF4-FFF2-40B4-BE49-F238E27FC236}">
                          <a16:creationId xmlns:a16="http://schemas.microsoft.com/office/drawing/2014/main" id="{439B2D5B-DA3E-4C02-9CC9-D7B637D234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1240" name="Flowchart: Connector 1239">
                        <a:extLst>
                          <a:ext uri="{FF2B5EF4-FFF2-40B4-BE49-F238E27FC236}">
                            <a16:creationId xmlns:a16="http://schemas.microsoft.com/office/drawing/2014/main" id="{891DD973-A7C0-45D9-B0CE-29DF827326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1" name="Flowchart: Connector 1240">
                        <a:extLst>
                          <a:ext uri="{FF2B5EF4-FFF2-40B4-BE49-F238E27FC236}">
                            <a16:creationId xmlns:a16="http://schemas.microsoft.com/office/drawing/2014/main" id="{98FF72D1-B821-4BAE-AF2D-3C7C8FAABC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2" name="Flowchart: Connector 1241">
                        <a:extLst>
                          <a:ext uri="{FF2B5EF4-FFF2-40B4-BE49-F238E27FC236}">
                            <a16:creationId xmlns:a16="http://schemas.microsoft.com/office/drawing/2014/main" id="{5ED8531C-9C18-420F-9355-25BB25CD0A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3" name="Flowchart: Connector 1242">
                        <a:extLst>
                          <a:ext uri="{FF2B5EF4-FFF2-40B4-BE49-F238E27FC236}">
                            <a16:creationId xmlns:a16="http://schemas.microsoft.com/office/drawing/2014/main" id="{681250E9-100D-41C5-A552-4C14ECB471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4" name="Flowchart: Connector 1243">
                        <a:extLst>
                          <a:ext uri="{FF2B5EF4-FFF2-40B4-BE49-F238E27FC236}">
                            <a16:creationId xmlns:a16="http://schemas.microsoft.com/office/drawing/2014/main" id="{B984AA1C-F724-47FE-8B07-B6B28A7573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5" name="Flowchart: Connector 1244">
                        <a:extLst>
                          <a:ext uri="{FF2B5EF4-FFF2-40B4-BE49-F238E27FC236}">
                            <a16:creationId xmlns:a16="http://schemas.microsoft.com/office/drawing/2014/main" id="{A1377C6D-FFE4-4C73-8F66-F9B38DEF48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6" name="Flowchart: Connector 1245">
                        <a:extLst>
                          <a:ext uri="{FF2B5EF4-FFF2-40B4-BE49-F238E27FC236}">
                            <a16:creationId xmlns:a16="http://schemas.microsoft.com/office/drawing/2014/main" id="{962E8076-3E27-4FAE-91A7-696AAD1737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7" name="Flowchart: Connector 1246">
                        <a:extLst>
                          <a:ext uri="{FF2B5EF4-FFF2-40B4-BE49-F238E27FC236}">
                            <a16:creationId xmlns:a16="http://schemas.microsoft.com/office/drawing/2014/main" id="{B4F4DAE0-4803-4B31-8265-82EB2694999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8" name="Flowchart: Connector 1247">
                        <a:extLst>
                          <a:ext uri="{FF2B5EF4-FFF2-40B4-BE49-F238E27FC236}">
                            <a16:creationId xmlns:a16="http://schemas.microsoft.com/office/drawing/2014/main" id="{4743944D-AD0C-4A62-B739-CE07EC1424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49" name="3D Model 1248" descr="Sphere">
                            <a:extLst>
                              <a:ext uri="{FF2B5EF4-FFF2-40B4-BE49-F238E27FC236}">
                                <a16:creationId xmlns:a16="http://schemas.microsoft.com/office/drawing/2014/main" id="{197D1DF2-ACD5-4650-B13F-20E00FAF0CE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7590235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49" name="3D Model 1248" descr="Sphere">
                            <a:extLst>
                              <a:ext uri="{FF2B5EF4-FFF2-40B4-BE49-F238E27FC236}">
                                <a16:creationId xmlns:a16="http://schemas.microsoft.com/office/drawing/2014/main" id="{197D1DF2-ACD5-4650-B13F-20E00FAF0CE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4964" y="240466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50" name="Flowchart: Connector 1249">
                        <a:extLst>
                          <a:ext uri="{FF2B5EF4-FFF2-40B4-BE49-F238E27FC236}">
                            <a16:creationId xmlns:a16="http://schemas.microsoft.com/office/drawing/2014/main" id="{A498E861-1444-4AA9-BD56-5414386F22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51" name="3D Model 1250" descr="Sphere">
                            <a:extLst>
                              <a:ext uri="{FF2B5EF4-FFF2-40B4-BE49-F238E27FC236}">
                                <a16:creationId xmlns:a16="http://schemas.microsoft.com/office/drawing/2014/main" id="{FA22CFF8-9508-46DD-BB00-DE3DB50DE0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2030157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52" name="Flowchart: Connector 1251">
                        <a:extLst>
                          <a:ext uri="{FF2B5EF4-FFF2-40B4-BE49-F238E27FC236}">
                            <a16:creationId xmlns:a16="http://schemas.microsoft.com/office/drawing/2014/main" id="{92353523-797B-48E6-8759-93060DA524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53" name="3D Model 1252" descr="Sphere">
                            <a:extLst>
                              <a:ext uri="{FF2B5EF4-FFF2-40B4-BE49-F238E27FC236}">
                                <a16:creationId xmlns:a16="http://schemas.microsoft.com/office/drawing/2014/main" id="{AA91CE04-6538-4027-A9B8-29D7914C645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406742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54" name="Flowchart: Connector 1253">
                        <a:extLst>
                          <a:ext uri="{FF2B5EF4-FFF2-40B4-BE49-F238E27FC236}">
                            <a16:creationId xmlns:a16="http://schemas.microsoft.com/office/drawing/2014/main" id="{8B7A28C9-1BEB-433D-BB48-99F41B2779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55" name="3D Model 1254" descr="Sphere">
                            <a:extLst>
                              <a:ext uri="{FF2B5EF4-FFF2-40B4-BE49-F238E27FC236}">
                                <a16:creationId xmlns:a16="http://schemas.microsoft.com/office/drawing/2014/main" id="{3E162FE7-C097-4989-AA37-5230D9A08C8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8192677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207" name="Group 1206">
                      <a:extLst>
                        <a:ext uri="{FF2B5EF4-FFF2-40B4-BE49-F238E27FC236}">
                          <a16:creationId xmlns:a16="http://schemas.microsoft.com/office/drawing/2014/main" id="{AB053086-FA9C-48FC-9030-EB82F76594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1224" name="Flowchart: Connector 1223">
                        <a:extLst>
                          <a:ext uri="{FF2B5EF4-FFF2-40B4-BE49-F238E27FC236}">
                            <a16:creationId xmlns:a16="http://schemas.microsoft.com/office/drawing/2014/main" id="{F4025F1D-E1DC-4FCC-9DB3-D1AA425C294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25" name="Flowchart: Connector 1224">
                        <a:extLst>
                          <a:ext uri="{FF2B5EF4-FFF2-40B4-BE49-F238E27FC236}">
                            <a16:creationId xmlns:a16="http://schemas.microsoft.com/office/drawing/2014/main" id="{5E6972EA-F775-471D-9BD7-E12DB9E41D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26" name="Flowchart: Connector 1225">
                        <a:extLst>
                          <a:ext uri="{FF2B5EF4-FFF2-40B4-BE49-F238E27FC236}">
                            <a16:creationId xmlns:a16="http://schemas.microsoft.com/office/drawing/2014/main" id="{C420FD69-DF66-44B5-A57D-DAA29F1944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27" name="Flowchart: Connector 1226">
                        <a:extLst>
                          <a:ext uri="{FF2B5EF4-FFF2-40B4-BE49-F238E27FC236}">
                            <a16:creationId xmlns:a16="http://schemas.microsoft.com/office/drawing/2014/main" id="{33C146DF-EFFF-4805-BBF8-8D0D523683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28" name="Flowchart: Connector 1227">
                        <a:extLst>
                          <a:ext uri="{FF2B5EF4-FFF2-40B4-BE49-F238E27FC236}">
                            <a16:creationId xmlns:a16="http://schemas.microsoft.com/office/drawing/2014/main" id="{3A502EA2-0B1C-4FC7-91C0-45952D7D76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29" name="Flowchart: Connector 1228">
                        <a:extLst>
                          <a:ext uri="{FF2B5EF4-FFF2-40B4-BE49-F238E27FC236}">
                            <a16:creationId xmlns:a16="http://schemas.microsoft.com/office/drawing/2014/main" id="{678B1A20-EC46-4021-A6DA-3AC3E46EDB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30" name="Flowchart: Connector 1229">
                        <a:extLst>
                          <a:ext uri="{FF2B5EF4-FFF2-40B4-BE49-F238E27FC236}">
                            <a16:creationId xmlns:a16="http://schemas.microsoft.com/office/drawing/2014/main" id="{CCACA42A-4F7B-4984-8E56-78388677D3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31" name="Flowchart: Connector 1230">
                        <a:extLst>
                          <a:ext uri="{FF2B5EF4-FFF2-40B4-BE49-F238E27FC236}">
                            <a16:creationId xmlns:a16="http://schemas.microsoft.com/office/drawing/2014/main" id="{AA721442-F746-453E-8F06-5FFDA0A821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32" name="Flowchart: Connector 1231">
                        <a:extLst>
                          <a:ext uri="{FF2B5EF4-FFF2-40B4-BE49-F238E27FC236}">
                            <a16:creationId xmlns:a16="http://schemas.microsoft.com/office/drawing/2014/main" id="{66EBFE32-83F2-4CD8-B5D2-79E77DF93E7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33" name="3D Model 1232" descr="Sphere">
                            <a:extLst>
                              <a:ext uri="{FF2B5EF4-FFF2-40B4-BE49-F238E27FC236}">
                                <a16:creationId xmlns:a16="http://schemas.microsoft.com/office/drawing/2014/main" id="{A8E59417-29E1-4DD1-AC6E-A49D1AB44B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85836699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33" name="3D Model 1232" descr="Sphere">
                            <a:extLst>
                              <a:ext uri="{FF2B5EF4-FFF2-40B4-BE49-F238E27FC236}">
                                <a16:creationId xmlns:a16="http://schemas.microsoft.com/office/drawing/2014/main" id="{A8E59417-29E1-4DD1-AC6E-A49D1AB44B0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3283" y="234379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34" name="Flowchart: Connector 1233">
                        <a:extLst>
                          <a:ext uri="{FF2B5EF4-FFF2-40B4-BE49-F238E27FC236}">
                            <a16:creationId xmlns:a16="http://schemas.microsoft.com/office/drawing/2014/main" id="{EF70DEA5-28AD-4D48-A547-D30B8A584EE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35" name="3D Model 1234" descr="Sphere">
                            <a:extLst>
                              <a:ext uri="{FF2B5EF4-FFF2-40B4-BE49-F238E27FC236}">
                                <a16:creationId xmlns:a16="http://schemas.microsoft.com/office/drawing/2014/main" id="{B02DFBF3-1E21-4D61-864E-0A94457DB31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192218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235" name="3D Model 1234" descr="Sphere">
                            <a:extLst>
                              <a:ext uri="{FF2B5EF4-FFF2-40B4-BE49-F238E27FC236}">
                                <a16:creationId xmlns:a16="http://schemas.microsoft.com/office/drawing/2014/main" id="{B02DFBF3-1E21-4D61-864E-0A94457DB31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24984" y="235966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36" name="Flowchart: Connector 1235">
                        <a:extLst>
                          <a:ext uri="{FF2B5EF4-FFF2-40B4-BE49-F238E27FC236}">
                            <a16:creationId xmlns:a16="http://schemas.microsoft.com/office/drawing/2014/main" id="{C9CCFB23-4436-4E7F-BBA2-E494281188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37" name="3D Model 1236" descr="Sphere">
                            <a:extLst>
                              <a:ext uri="{FF2B5EF4-FFF2-40B4-BE49-F238E27FC236}">
                                <a16:creationId xmlns:a16="http://schemas.microsoft.com/office/drawing/2014/main" id="{59B6A993-BB3D-4544-9957-CFB2DD751E5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71914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38" name="Flowchart: Connector 1237">
                        <a:extLst>
                          <a:ext uri="{FF2B5EF4-FFF2-40B4-BE49-F238E27FC236}">
                            <a16:creationId xmlns:a16="http://schemas.microsoft.com/office/drawing/2014/main" id="{4CBF76D5-30ED-42B3-B6F5-413FF5E5C2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39" name="3D Model 1238" descr="Sphere">
                            <a:extLst>
                              <a:ext uri="{FF2B5EF4-FFF2-40B4-BE49-F238E27FC236}">
                                <a16:creationId xmlns:a16="http://schemas.microsoft.com/office/drawing/2014/main" id="{541F3A8E-A062-4BF5-898B-918D7B4BF69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969586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208" name="Flowchart: Connector 1207">
                      <a:extLst>
                        <a:ext uri="{FF2B5EF4-FFF2-40B4-BE49-F238E27FC236}">
                          <a16:creationId xmlns:a16="http://schemas.microsoft.com/office/drawing/2014/main" id="{441FACF4-3F39-484A-B8CF-5F2F8776DE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09" name="Flowchart: Connector 1208">
                      <a:extLst>
                        <a:ext uri="{FF2B5EF4-FFF2-40B4-BE49-F238E27FC236}">
                          <a16:creationId xmlns:a16="http://schemas.microsoft.com/office/drawing/2014/main" id="{8735D345-4151-4179-9C0E-5E9FAF3A70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10" name="Flowchart: Connector 1209">
                      <a:extLst>
                        <a:ext uri="{FF2B5EF4-FFF2-40B4-BE49-F238E27FC236}">
                          <a16:creationId xmlns:a16="http://schemas.microsoft.com/office/drawing/2014/main" id="{CE71EF86-99CC-425F-8F78-346803A7C1D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11" name="Flowchart: Connector 1210">
                      <a:extLst>
                        <a:ext uri="{FF2B5EF4-FFF2-40B4-BE49-F238E27FC236}">
                          <a16:creationId xmlns:a16="http://schemas.microsoft.com/office/drawing/2014/main" id="{A19F681D-A5D9-430F-AC21-B19D73F6A9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12" name="Flowchart: Connector 1211">
                      <a:extLst>
                        <a:ext uri="{FF2B5EF4-FFF2-40B4-BE49-F238E27FC236}">
                          <a16:creationId xmlns:a16="http://schemas.microsoft.com/office/drawing/2014/main" id="{F935CC20-06FF-4A8F-A1A4-B69D205232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13" name="Flowchart: Connector 1212">
                      <a:extLst>
                        <a:ext uri="{FF2B5EF4-FFF2-40B4-BE49-F238E27FC236}">
                          <a16:creationId xmlns:a16="http://schemas.microsoft.com/office/drawing/2014/main" id="{0FA319EA-E6CD-43C2-8C26-A2645086DE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14" name="Flowchart: Connector 1213">
                      <a:extLst>
                        <a:ext uri="{FF2B5EF4-FFF2-40B4-BE49-F238E27FC236}">
                          <a16:creationId xmlns:a16="http://schemas.microsoft.com/office/drawing/2014/main" id="{15CA5576-0C1C-4F77-8A08-F380654C33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15" name="Flowchart: Connector 1214">
                      <a:extLst>
                        <a:ext uri="{FF2B5EF4-FFF2-40B4-BE49-F238E27FC236}">
                          <a16:creationId xmlns:a16="http://schemas.microsoft.com/office/drawing/2014/main" id="{2E722F88-2094-4175-A3D8-BF4C8D8565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16" name="Flowchart: Connector 1215">
                      <a:extLst>
                        <a:ext uri="{FF2B5EF4-FFF2-40B4-BE49-F238E27FC236}">
                          <a16:creationId xmlns:a16="http://schemas.microsoft.com/office/drawing/2014/main" id="{3A15B587-5DEF-41E4-ADAD-80203D8DF3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17" name="3D Model 1216" descr="Sphere">
                          <a:extLst>
                            <a:ext uri="{FF2B5EF4-FFF2-40B4-BE49-F238E27FC236}">
                              <a16:creationId xmlns:a16="http://schemas.microsoft.com/office/drawing/2014/main" id="{A6D9624E-C48A-4E30-BD09-824167EDBFD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42019029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17" name="3D Model 1216" descr="Sphere">
                          <a:extLst>
                            <a:ext uri="{FF2B5EF4-FFF2-40B4-BE49-F238E27FC236}">
                              <a16:creationId xmlns:a16="http://schemas.microsoft.com/office/drawing/2014/main" id="{A6D9624E-C48A-4E30-BD09-824167EDBFD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084525" y="2284675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18" name="Flowchart: Connector 1217">
                      <a:extLst>
                        <a:ext uri="{FF2B5EF4-FFF2-40B4-BE49-F238E27FC236}">
                          <a16:creationId xmlns:a16="http://schemas.microsoft.com/office/drawing/2014/main" id="{66B3078F-D9E9-4DEF-A464-A8F6422DD56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19" name="3D Model 1218" descr="Sphere">
                          <a:extLst>
                            <a:ext uri="{FF2B5EF4-FFF2-40B4-BE49-F238E27FC236}">
                              <a16:creationId xmlns:a16="http://schemas.microsoft.com/office/drawing/2014/main" id="{2DAF861D-7B81-46B2-A855-CCFD59252CF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5664166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19" name="3D Model 1218" descr="Sphere">
                          <a:extLst>
                            <a:ext uri="{FF2B5EF4-FFF2-40B4-BE49-F238E27FC236}">
                              <a16:creationId xmlns:a16="http://schemas.microsoft.com/office/drawing/2014/main" id="{2DAF861D-7B81-46B2-A855-CCFD59252CF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127249" y="2301687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20" name="Flowchart: Connector 1219">
                      <a:extLst>
                        <a:ext uri="{FF2B5EF4-FFF2-40B4-BE49-F238E27FC236}">
                          <a16:creationId xmlns:a16="http://schemas.microsoft.com/office/drawing/2014/main" id="{5D6FAA87-ED1C-4460-93F1-0968941C66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21" name="3D Model 1220" descr="Sphere">
                          <a:extLst>
                            <a:ext uri="{FF2B5EF4-FFF2-40B4-BE49-F238E27FC236}">
                              <a16:creationId xmlns:a16="http://schemas.microsoft.com/office/drawing/2014/main" id="{58E82894-324A-4F57-BF30-11B8CD0D10C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19273033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21" name="3D Model 1220" descr="Sphere">
                          <a:extLst>
                            <a:ext uri="{FF2B5EF4-FFF2-40B4-BE49-F238E27FC236}">
                              <a16:creationId xmlns:a16="http://schemas.microsoft.com/office/drawing/2014/main" id="{58E82894-324A-4F57-BF30-11B8CD0D10C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69136" y="231070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22" name="Flowchart: Connector 1221">
                      <a:extLst>
                        <a:ext uri="{FF2B5EF4-FFF2-40B4-BE49-F238E27FC236}">
                          <a16:creationId xmlns:a16="http://schemas.microsoft.com/office/drawing/2014/main" id="{FD15EFD6-A204-4BF7-BEBF-00E68134EB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23" name="3D Model 1222" descr="Sphere">
                          <a:extLst>
                            <a:ext uri="{FF2B5EF4-FFF2-40B4-BE49-F238E27FC236}">
                              <a16:creationId xmlns:a16="http://schemas.microsoft.com/office/drawing/2014/main" id="{F1E59886-226A-42D2-AAB9-75EE9C1A651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5191406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23" name="3D Model 1222" descr="Sphere">
                          <a:extLst>
                            <a:ext uri="{FF2B5EF4-FFF2-40B4-BE49-F238E27FC236}">
                              <a16:creationId xmlns:a16="http://schemas.microsoft.com/office/drawing/2014/main" id="{F1E59886-226A-42D2-AAB9-75EE9C1A651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215762" y="2327097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113" name="Group 1112">
                  <a:extLst>
                    <a:ext uri="{FF2B5EF4-FFF2-40B4-BE49-F238E27FC236}">
                      <a16:creationId xmlns:a16="http://schemas.microsoft.com/office/drawing/2014/main" id="{B638A688-9E51-4AE1-8269-16A70C4922AF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83" name="Freeform: Shape 1182">
                    <a:extLst>
                      <a:ext uri="{FF2B5EF4-FFF2-40B4-BE49-F238E27FC236}">
                        <a16:creationId xmlns:a16="http://schemas.microsoft.com/office/drawing/2014/main" id="{9F534DDF-F0B0-428B-8232-6B898B6FBC3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84" name="Rectangle: Rounded Corners 1183">
                    <a:extLst>
                      <a:ext uri="{FF2B5EF4-FFF2-40B4-BE49-F238E27FC236}">
                        <a16:creationId xmlns:a16="http://schemas.microsoft.com/office/drawing/2014/main" id="{A3034CA7-EA9D-4B3B-A5D1-5E4C6A02948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4" name="Group 1113">
                  <a:extLst>
                    <a:ext uri="{FF2B5EF4-FFF2-40B4-BE49-F238E27FC236}">
                      <a16:creationId xmlns:a16="http://schemas.microsoft.com/office/drawing/2014/main" id="{34CD99D5-1E38-4555-B7DF-8F7DE4267796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81" name="Freeform: Shape 1180">
                    <a:extLst>
                      <a:ext uri="{FF2B5EF4-FFF2-40B4-BE49-F238E27FC236}">
                        <a16:creationId xmlns:a16="http://schemas.microsoft.com/office/drawing/2014/main" id="{09C5C134-6163-4523-9952-3AB9C6B9E9A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82" name="Rectangle: Rounded Corners 1181">
                    <a:extLst>
                      <a:ext uri="{FF2B5EF4-FFF2-40B4-BE49-F238E27FC236}">
                        <a16:creationId xmlns:a16="http://schemas.microsoft.com/office/drawing/2014/main" id="{F89B9E17-92C3-4E8F-920C-6610D836611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5" name="Group 1114">
                  <a:extLst>
                    <a:ext uri="{FF2B5EF4-FFF2-40B4-BE49-F238E27FC236}">
                      <a16:creationId xmlns:a16="http://schemas.microsoft.com/office/drawing/2014/main" id="{3A8F346E-1C5F-4FE1-9473-9F99E77C28BA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1179" name="Freeform: Shape 1178">
                    <a:extLst>
                      <a:ext uri="{FF2B5EF4-FFF2-40B4-BE49-F238E27FC236}">
                        <a16:creationId xmlns:a16="http://schemas.microsoft.com/office/drawing/2014/main" id="{3A3E472B-04E1-421D-8C4E-369B23F8FCA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80" name="Rectangle: Rounded Corners 1179">
                    <a:extLst>
                      <a:ext uri="{FF2B5EF4-FFF2-40B4-BE49-F238E27FC236}">
                        <a16:creationId xmlns:a16="http://schemas.microsoft.com/office/drawing/2014/main" id="{57E28B7E-DE9D-4E9B-887C-5A823D23C02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6" name="Group 1115">
                  <a:extLst>
                    <a:ext uri="{FF2B5EF4-FFF2-40B4-BE49-F238E27FC236}">
                      <a16:creationId xmlns:a16="http://schemas.microsoft.com/office/drawing/2014/main" id="{622F942B-2038-43B0-BCE9-77CACDB606DB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77" name="Freeform: Shape 1176">
                    <a:extLst>
                      <a:ext uri="{FF2B5EF4-FFF2-40B4-BE49-F238E27FC236}">
                        <a16:creationId xmlns:a16="http://schemas.microsoft.com/office/drawing/2014/main" id="{74537333-F2A1-405C-8B77-A61C61C908E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78" name="Rectangle: Rounded Corners 1177">
                    <a:extLst>
                      <a:ext uri="{FF2B5EF4-FFF2-40B4-BE49-F238E27FC236}">
                        <a16:creationId xmlns:a16="http://schemas.microsoft.com/office/drawing/2014/main" id="{825E1B29-F30C-4BAF-8806-0DC807C1AC1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7" name="Group 1116">
                  <a:extLst>
                    <a:ext uri="{FF2B5EF4-FFF2-40B4-BE49-F238E27FC236}">
                      <a16:creationId xmlns:a16="http://schemas.microsoft.com/office/drawing/2014/main" id="{66C5FE5F-6C7E-4D29-BE36-F33D0D16616C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75" name="Freeform: Shape 1174">
                    <a:extLst>
                      <a:ext uri="{FF2B5EF4-FFF2-40B4-BE49-F238E27FC236}">
                        <a16:creationId xmlns:a16="http://schemas.microsoft.com/office/drawing/2014/main" id="{B7916168-0284-4FD9-B2C2-6C85BB5BD5D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76" name="Rectangle: Rounded Corners 1175">
                    <a:extLst>
                      <a:ext uri="{FF2B5EF4-FFF2-40B4-BE49-F238E27FC236}">
                        <a16:creationId xmlns:a16="http://schemas.microsoft.com/office/drawing/2014/main" id="{C92E702C-B4AD-4AAE-BD6B-F351B92C511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8" name="Group 1117">
                  <a:extLst>
                    <a:ext uri="{FF2B5EF4-FFF2-40B4-BE49-F238E27FC236}">
                      <a16:creationId xmlns:a16="http://schemas.microsoft.com/office/drawing/2014/main" id="{90511E54-C495-4F2B-9FD5-AE8496A7B1FF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173" name="Freeform: Shape 1172">
                    <a:extLst>
                      <a:ext uri="{FF2B5EF4-FFF2-40B4-BE49-F238E27FC236}">
                        <a16:creationId xmlns:a16="http://schemas.microsoft.com/office/drawing/2014/main" id="{09C8EC08-7660-47C8-8A78-617BD6A0C7C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74" name="Rectangle: Rounded Corners 1173">
                    <a:extLst>
                      <a:ext uri="{FF2B5EF4-FFF2-40B4-BE49-F238E27FC236}">
                        <a16:creationId xmlns:a16="http://schemas.microsoft.com/office/drawing/2014/main" id="{995C651E-362F-47A9-B2E4-EABD406C396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19" name="Group 1118">
                  <a:extLst>
                    <a:ext uri="{FF2B5EF4-FFF2-40B4-BE49-F238E27FC236}">
                      <a16:creationId xmlns:a16="http://schemas.microsoft.com/office/drawing/2014/main" id="{1E579659-E860-4E8E-9C8E-A4F761CFE19E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71" name="Freeform: Shape 1170">
                    <a:extLst>
                      <a:ext uri="{FF2B5EF4-FFF2-40B4-BE49-F238E27FC236}">
                        <a16:creationId xmlns:a16="http://schemas.microsoft.com/office/drawing/2014/main" id="{84343F9D-7414-44D0-A05D-5122167B0DD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72" name="Rectangle: Rounded Corners 1171">
                    <a:extLst>
                      <a:ext uri="{FF2B5EF4-FFF2-40B4-BE49-F238E27FC236}">
                        <a16:creationId xmlns:a16="http://schemas.microsoft.com/office/drawing/2014/main" id="{2FB99528-D089-4108-A7C9-F81451BA1EA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0" name="Group 1119">
                  <a:extLst>
                    <a:ext uri="{FF2B5EF4-FFF2-40B4-BE49-F238E27FC236}">
                      <a16:creationId xmlns:a16="http://schemas.microsoft.com/office/drawing/2014/main" id="{5F01A11B-09F6-4302-AC84-172E5DAE6094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69" name="Freeform: Shape 1168">
                    <a:extLst>
                      <a:ext uri="{FF2B5EF4-FFF2-40B4-BE49-F238E27FC236}">
                        <a16:creationId xmlns:a16="http://schemas.microsoft.com/office/drawing/2014/main" id="{1275E73F-DE96-45DA-96AA-A810275D062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70" name="Rectangle: Rounded Corners 1169">
                    <a:extLst>
                      <a:ext uri="{FF2B5EF4-FFF2-40B4-BE49-F238E27FC236}">
                        <a16:creationId xmlns:a16="http://schemas.microsoft.com/office/drawing/2014/main" id="{B4AD7DFF-920F-4B03-9CF0-8C8550E9ECC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1" name="Group 1120">
                  <a:extLst>
                    <a:ext uri="{FF2B5EF4-FFF2-40B4-BE49-F238E27FC236}">
                      <a16:creationId xmlns:a16="http://schemas.microsoft.com/office/drawing/2014/main" id="{766C4E6C-2139-4018-A54B-D352185413D1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67" name="Freeform: Shape 1166">
                    <a:extLst>
                      <a:ext uri="{FF2B5EF4-FFF2-40B4-BE49-F238E27FC236}">
                        <a16:creationId xmlns:a16="http://schemas.microsoft.com/office/drawing/2014/main" id="{1858BF02-CE24-43A6-9D3A-A3BA4929FE1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68" name="Rectangle: Rounded Corners 1167">
                    <a:extLst>
                      <a:ext uri="{FF2B5EF4-FFF2-40B4-BE49-F238E27FC236}">
                        <a16:creationId xmlns:a16="http://schemas.microsoft.com/office/drawing/2014/main" id="{98FFFCC6-D4AC-40D0-856E-25E709DD0C6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EF65E95E-AC65-44A4-B0D4-DD4CBE344F8D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1165" name="Freeform: Shape 1164">
                    <a:extLst>
                      <a:ext uri="{FF2B5EF4-FFF2-40B4-BE49-F238E27FC236}">
                        <a16:creationId xmlns:a16="http://schemas.microsoft.com/office/drawing/2014/main" id="{6090959A-C974-49C7-9EB8-87CDC9ABE54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66" name="Rectangle: Rounded Corners 1165">
                    <a:extLst>
                      <a:ext uri="{FF2B5EF4-FFF2-40B4-BE49-F238E27FC236}">
                        <a16:creationId xmlns:a16="http://schemas.microsoft.com/office/drawing/2014/main" id="{9E063D46-9ABB-440A-B666-4C789B09812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3" name="Group 1122">
                  <a:extLst>
                    <a:ext uri="{FF2B5EF4-FFF2-40B4-BE49-F238E27FC236}">
                      <a16:creationId xmlns:a16="http://schemas.microsoft.com/office/drawing/2014/main" id="{DFC1A830-A275-4F5B-A87C-27A5D715CBA9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63" name="Freeform: Shape 1162">
                    <a:extLst>
                      <a:ext uri="{FF2B5EF4-FFF2-40B4-BE49-F238E27FC236}">
                        <a16:creationId xmlns:a16="http://schemas.microsoft.com/office/drawing/2014/main" id="{EEC36843-591A-4E26-85A8-A5AA82EBF46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64" name="Rectangle: Rounded Corners 1163">
                    <a:extLst>
                      <a:ext uri="{FF2B5EF4-FFF2-40B4-BE49-F238E27FC236}">
                        <a16:creationId xmlns:a16="http://schemas.microsoft.com/office/drawing/2014/main" id="{D8F140FF-F2B8-4A90-A937-834C58D47DC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4" name="Group 1123">
                  <a:extLst>
                    <a:ext uri="{FF2B5EF4-FFF2-40B4-BE49-F238E27FC236}">
                      <a16:creationId xmlns:a16="http://schemas.microsoft.com/office/drawing/2014/main" id="{51729293-B02B-4993-AE66-1F615BFA8FC4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61" name="Freeform: Shape 1160">
                    <a:extLst>
                      <a:ext uri="{FF2B5EF4-FFF2-40B4-BE49-F238E27FC236}">
                        <a16:creationId xmlns:a16="http://schemas.microsoft.com/office/drawing/2014/main" id="{8304C52F-D53F-46F9-AA7C-683DF78EF22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62" name="Rectangle: Rounded Corners 1161">
                    <a:extLst>
                      <a:ext uri="{FF2B5EF4-FFF2-40B4-BE49-F238E27FC236}">
                        <a16:creationId xmlns:a16="http://schemas.microsoft.com/office/drawing/2014/main" id="{412A0805-011C-4D07-A210-1E89922B377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5" name="Group 1124">
                  <a:extLst>
                    <a:ext uri="{FF2B5EF4-FFF2-40B4-BE49-F238E27FC236}">
                      <a16:creationId xmlns:a16="http://schemas.microsoft.com/office/drawing/2014/main" id="{C91830CA-8EEA-420E-BCB0-26BD35B1CEC7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59" name="Freeform: Shape 1158">
                    <a:extLst>
                      <a:ext uri="{FF2B5EF4-FFF2-40B4-BE49-F238E27FC236}">
                        <a16:creationId xmlns:a16="http://schemas.microsoft.com/office/drawing/2014/main" id="{1EFF77CE-EF41-4875-B778-F7311CB286C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60" name="Rectangle: Rounded Corners 1159">
                    <a:extLst>
                      <a:ext uri="{FF2B5EF4-FFF2-40B4-BE49-F238E27FC236}">
                        <a16:creationId xmlns:a16="http://schemas.microsoft.com/office/drawing/2014/main" id="{76C63C15-95D8-4A76-AB4A-2E758ADD489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6" name="Group 1125">
                  <a:extLst>
                    <a:ext uri="{FF2B5EF4-FFF2-40B4-BE49-F238E27FC236}">
                      <a16:creationId xmlns:a16="http://schemas.microsoft.com/office/drawing/2014/main" id="{07BEAFCC-CB76-4101-B3AA-2CFABE758CA3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57" name="Freeform: Shape 1156">
                    <a:extLst>
                      <a:ext uri="{FF2B5EF4-FFF2-40B4-BE49-F238E27FC236}">
                        <a16:creationId xmlns:a16="http://schemas.microsoft.com/office/drawing/2014/main" id="{072EE36D-92EC-47A4-AC96-02A201975A6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58" name="Rectangle: Rounded Corners 1157">
                    <a:extLst>
                      <a:ext uri="{FF2B5EF4-FFF2-40B4-BE49-F238E27FC236}">
                        <a16:creationId xmlns:a16="http://schemas.microsoft.com/office/drawing/2014/main" id="{74DF6304-286B-4953-AFF4-C3AB44DA1F8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7" name="Group 1126">
                  <a:extLst>
                    <a:ext uri="{FF2B5EF4-FFF2-40B4-BE49-F238E27FC236}">
                      <a16:creationId xmlns:a16="http://schemas.microsoft.com/office/drawing/2014/main" id="{1C313649-F884-4FCE-8C97-A5BE36D5A037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55" name="Freeform: Shape 1154">
                    <a:extLst>
                      <a:ext uri="{FF2B5EF4-FFF2-40B4-BE49-F238E27FC236}">
                        <a16:creationId xmlns:a16="http://schemas.microsoft.com/office/drawing/2014/main" id="{E6681DD4-F479-470F-A32D-716F5A0CABE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56" name="Rectangle: Rounded Corners 1155">
                    <a:extLst>
                      <a:ext uri="{FF2B5EF4-FFF2-40B4-BE49-F238E27FC236}">
                        <a16:creationId xmlns:a16="http://schemas.microsoft.com/office/drawing/2014/main" id="{D6E8C03E-FAD2-4D19-9401-432DCC931D2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8" name="Group 1127">
                  <a:extLst>
                    <a:ext uri="{FF2B5EF4-FFF2-40B4-BE49-F238E27FC236}">
                      <a16:creationId xmlns:a16="http://schemas.microsoft.com/office/drawing/2014/main" id="{D199F866-0F2C-4D1A-9348-01C44E705194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153" name="Freeform: Shape 1152">
                    <a:extLst>
                      <a:ext uri="{FF2B5EF4-FFF2-40B4-BE49-F238E27FC236}">
                        <a16:creationId xmlns:a16="http://schemas.microsoft.com/office/drawing/2014/main" id="{7BB1EE32-02AB-432B-BE7F-204C55E1408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54" name="Rectangle: Rounded Corners 1153">
                    <a:extLst>
                      <a:ext uri="{FF2B5EF4-FFF2-40B4-BE49-F238E27FC236}">
                        <a16:creationId xmlns:a16="http://schemas.microsoft.com/office/drawing/2014/main" id="{6AD56268-C48C-4919-B2C5-A32704188B0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29" name="Group 1128">
                  <a:extLst>
                    <a:ext uri="{FF2B5EF4-FFF2-40B4-BE49-F238E27FC236}">
                      <a16:creationId xmlns:a16="http://schemas.microsoft.com/office/drawing/2014/main" id="{DACF3842-C642-4753-B947-149F8049416D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151" name="Freeform: Shape 1150">
                    <a:extLst>
                      <a:ext uri="{FF2B5EF4-FFF2-40B4-BE49-F238E27FC236}">
                        <a16:creationId xmlns:a16="http://schemas.microsoft.com/office/drawing/2014/main" id="{123A5021-3748-467A-8B63-479877B1133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52" name="Rectangle: Rounded Corners 1151">
                    <a:extLst>
                      <a:ext uri="{FF2B5EF4-FFF2-40B4-BE49-F238E27FC236}">
                        <a16:creationId xmlns:a16="http://schemas.microsoft.com/office/drawing/2014/main" id="{64C9ECB2-3E5C-4D21-897E-63E7A6C79D4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30" name="Group 1129">
                  <a:extLst>
                    <a:ext uri="{FF2B5EF4-FFF2-40B4-BE49-F238E27FC236}">
                      <a16:creationId xmlns:a16="http://schemas.microsoft.com/office/drawing/2014/main" id="{2EEEC306-634C-453F-9D71-28767B11C54B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149" name="Freeform: Shape 1148">
                    <a:extLst>
                      <a:ext uri="{FF2B5EF4-FFF2-40B4-BE49-F238E27FC236}">
                        <a16:creationId xmlns:a16="http://schemas.microsoft.com/office/drawing/2014/main" id="{354FD9F6-D37A-455E-BCB5-FCCDA59DD41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50" name="Rectangle: Rounded Corners 1149">
                    <a:extLst>
                      <a:ext uri="{FF2B5EF4-FFF2-40B4-BE49-F238E27FC236}">
                        <a16:creationId xmlns:a16="http://schemas.microsoft.com/office/drawing/2014/main" id="{BBA79E7B-EB8A-4C37-B78A-101F49B0FDF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31" name="Group 1130">
                  <a:extLst>
                    <a:ext uri="{FF2B5EF4-FFF2-40B4-BE49-F238E27FC236}">
                      <a16:creationId xmlns:a16="http://schemas.microsoft.com/office/drawing/2014/main" id="{2EBA4600-F8D6-4C33-B487-F899BA98355C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147" name="Freeform: Shape 1146">
                    <a:extLst>
                      <a:ext uri="{FF2B5EF4-FFF2-40B4-BE49-F238E27FC236}">
                        <a16:creationId xmlns:a16="http://schemas.microsoft.com/office/drawing/2014/main" id="{56A77C7E-DA93-444A-8B9D-9799466F256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48" name="Rectangle: Rounded Corners 1147">
                    <a:extLst>
                      <a:ext uri="{FF2B5EF4-FFF2-40B4-BE49-F238E27FC236}">
                        <a16:creationId xmlns:a16="http://schemas.microsoft.com/office/drawing/2014/main" id="{745B96ED-B0DF-417E-9D09-E43451646A8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32" name="Group 1131">
                  <a:extLst>
                    <a:ext uri="{FF2B5EF4-FFF2-40B4-BE49-F238E27FC236}">
                      <a16:creationId xmlns:a16="http://schemas.microsoft.com/office/drawing/2014/main" id="{01AFE558-ADE4-4235-B437-672E09B14CF9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45" name="Freeform: Shape 1144">
                    <a:extLst>
                      <a:ext uri="{FF2B5EF4-FFF2-40B4-BE49-F238E27FC236}">
                        <a16:creationId xmlns:a16="http://schemas.microsoft.com/office/drawing/2014/main" id="{56C4E3E0-3EBE-49EF-BF6D-A145C562BC2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46" name="Rectangle: Rounded Corners 1145">
                    <a:extLst>
                      <a:ext uri="{FF2B5EF4-FFF2-40B4-BE49-F238E27FC236}">
                        <a16:creationId xmlns:a16="http://schemas.microsoft.com/office/drawing/2014/main" id="{34909C80-AC9B-428F-A3AB-961849A06E1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33" name="Group 1132">
                  <a:extLst>
                    <a:ext uri="{FF2B5EF4-FFF2-40B4-BE49-F238E27FC236}">
                      <a16:creationId xmlns:a16="http://schemas.microsoft.com/office/drawing/2014/main" id="{88AF769D-58FE-4124-90E8-6E32D4827F95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43" name="Freeform: Shape 1142">
                    <a:extLst>
                      <a:ext uri="{FF2B5EF4-FFF2-40B4-BE49-F238E27FC236}">
                        <a16:creationId xmlns:a16="http://schemas.microsoft.com/office/drawing/2014/main" id="{26C42F71-CA8B-4310-93A5-37A8FE48325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44" name="Rectangle: Rounded Corners 1143">
                    <a:extLst>
                      <a:ext uri="{FF2B5EF4-FFF2-40B4-BE49-F238E27FC236}">
                        <a16:creationId xmlns:a16="http://schemas.microsoft.com/office/drawing/2014/main" id="{376EFBCF-31E6-4442-B650-72CBAF647AC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34" name="Group 1133">
                  <a:extLst>
                    <a:ext uri="{FF2B5EF4-FFF2-40B4-BE49-F238E27FC236}">
                      <a16:creationId xmlns:a16="http://schemas.microsoft.com/office/drawing/2014/main" id="{45A81480-9238-4345-B010-F9AC0502B446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41" name="Freeform: Shape 1140">
                    <a:extLst>
                      <a:ext uri="{FF2B5EF4-FFF2-40B4-BE49-F238E27FC236}">
                        <a16:creationId xmlns:a16="http://schemas.microsoft.com/office/drawing/2014/main" id="{52EDAD00-6880-4ED6-8321-A42B0FECA95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42" name="Rectangle: Rounded Corners 1141">
                    <a:extLst>
                      <a:ext uri="{FF2B5EF4-FFF2-40B4-BE49-F238E27FC236}">
                        <a16:creationId xmlns:a16="http://schemas.microsoft.com/office/drawing/2014/main" id="{946B5A11-993B-413C-9CCE-A8EC0156C43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35" name="Group 1134">
                  <a:extLst>
                    <a:ext uri="{FF2B5EF4-FFF2-40B4-BE49-F238E27FC236}">
                      <a16:creationId xmlns:a16="http://schemas.microsoft.com/office/drawing/2014/main" id="{37D1EEDC-6F93-447F-AF87-9689624F6213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139" name="Freeform: Shape 1138">
                    <a:extLst>
                      <a:ext uri="{FF2B5EF4-FFF2-40B4-BE49-F238E27FC236}">
                        <a16:creationId xmlns:a16="http://schemas.microsoft.com/office/drawing/2014/main" id="{AF72FD34-C99E-445B-9849-112ED0D1D2B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40" name="Rectangle: Rounded Corners 1139">
                    <a:extLst>
                      <a:ext uri="{FF2B5EF4-FFF2-40B4-BE49-F238E27FC236}">
                        <a16:creationId xmlns:a16="http://schemas.microsoft.com/office/drawing/2014/main" id="{629244C8-A5FB-412B-A3DA-384ECAB3CED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136" name="Group 1135">
                  <a:extLst>
                    <a:ext uri="{FF2B5EF4-FFF2-40B4-BE49-F238E27FC236}">
                      <a16:creationId xmlns:a16="http://schemas.microsoft.com/office/drawing/2014/main" id="{3EB18EDF-1D44-4223-8511-36B579A4D4BB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137" name="Freeform: Shape 1136">
                    <a:extLst>
                      <a:ext uri="{FF2B5EF4-FFF2-40B4-BE49-F238E27FC236}">
                        <a16:creationId xmlns:a16="http://schemas.microsoft.com/office/drawing/2014/main" id="{CEF001A7-23DE-4933-AF33-9524B4D402E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138" name="Rectangle: Rounded Corners 1137">
                    <a:extLst>
                      <a:ext uri="{FF2B5EF4-FFF2-40B4-BE49-F238E27FC236}">
                        <a16:creationId xmlns:a16="http://schemas.microsoft.com/office/drawing/2014/main" id="{334995FD-930F-4B3D-86D0-791DF3BC3BB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A267835B-A411-4879-B748-995A899AE6B7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C00B84C-827A-49BB-978A-CF5507477F7C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22127CBD-9E57-46F8-9324-8F139E084E70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71" name="Group 1470">
              <a:extLst>
                <a:ext uri="{FF2B5EF4-FFF2-40B4-BE49-F238E27FC236}">
                  <a16:creationId xmlns:a16="http://schemas.microsoft.com/office/drawing/2014/main" id="{ECAD0F66-2E5B-40EE-8574-1D94F171EE54}"/>
                </a:ext>
              </a:extLst>
            </p:cNvPr>
            <p:cNvGrpSpPr/>
            <p:nvPr/>
          </p:nvGrpSpPr>
          <p:grpSpPr>
            <a:xfrm>
              <a:off x="4334528" y="2095665"/>
              <a:ext cx="531923" cy="573923"/>
              <a:chOff x="163719" y="1822501"/>
              <a:chExt cx="3062199" cy="3047160"/>
            </a:xfrm>
          </p:grpSpPr>
          <p:grpSp>
            <p:nvGrpSpPr>
              <p:cNvPr id="1472" name="Group 1471">
                <a:extLst>
                  <a:ext uri="{FF2B5EF4-FFF2-40B4-BE49-F238E27FC236}">
                    <a16:creationId xmlns:a16="http://schemas.microsoft.com/office/drawing/2014/main" id="{759AF4A9-C367-4ACA-9409-FD23A62FED26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1476" name="Group 1475">
                  <a:extLst>
                    <a:ext uri="{FF2B5EF4-FFF2-40B4-BE49-F238E27FC236}">
                      <a16:creationId xmlns:a16="http://schemas.microsoft.com/office/drawing/2014/main" id="{346B5F31-AB9E-4D8A-98E9-5FF4692F67A6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835" name="Freeform: Shape 1834">
                    <a:extLst>
                      <a:ext uri="{FF2B5EF4-FFF2-40B4-BE49-F238E27FC236}">
                        <a16:creationId xmlns:a16="http://schemas.microsoft.com/office/drawing/2014/main" id="{B8165B2B-64CD-43D5-B839-A1C8521636F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36" name="Rectangle: Rounded Corners 1835">
                    <a:extLst>
                      <a:ext uri="{FF2B5EF4-FFF2-40B4-BE49-F238E27FC236}">
                        <a16:creationId xmlns:a16="http://schemas.microsoft.com/office/drawing/2014/main" id="{CEF7E1EC-433F-44A6-B0EC-FB2CB2B222E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77" name="Group 1476">
                  <a:extLst>
                    <a:ext uri="{FF2B5EF4-FFF2-40B4-BE49-F238E27FC236}">
                      <a16:creationId xmlns:a16="http://schemas.microsoft.com/office/drawing/2014/main" id="{D817407E-DCBD-4AED-93E5-5ECF810088BE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833" name="Freeform: Shape 1832">
                    <a:extLst>
                      <a:ext uri="{FF2B5EF4-FFF2-40B4-BE49-F238E27FC236}">
                        <a16:creationId xmlns:a16="http://schemas.microsoft.com/office/drawing/2014/main" id="{E3EA01F4-5451-4726-97C1-F09B6F7ECA3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34" name="Rectangle: Rounded Corners 1833">
                    <a:extLst>
                      <a:ext uri="{FF2B5EF4-FFF2-40B4-BE49-F238E27FC236}">
                        <a16:creationId xmlns:a16="http://schemas.microsoft.com/office/drawing/2014/main" id="{5BB6A6D8-895A-459B-8245-AFA6F553847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78" name="Group 1477">
                  <a:extLst>
                    <a:ext uri="{FF2B5EF4-FFF2-40B4-BE49-F238E27FC236}">
                      <a16:creationId xmlns:a16="http://schemas.microsoft.com/office/drawing/2014/main" id="{44250C25-0D6E-47EC-8FAC-FFB8114E29F0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1551" name="Group 1550">
                    <a:extLst>
                      <a:ext uri="{FF2B5EF4-FFF2-40B4-BE49-F238E27FC236}">
                        <a16:creationId xmlns:a16="http://schemas.microsoft.com/office/drawing/2014/main" id="{C33DAE5B-EA1F-401C-9850-B3370BCE54B1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1772" name="Group 1771">
                      <a:extLst>
                        <a:ext uri="{FF2B5EF4-FFF2-40B4-BE49-F238E27FC236}">
                          <a16:creationId xmlns:a16="http://schemas.microsoft.com/office/drawing/2014/main" id="{465BFD53-7FD0-40B6-AB5F-80EC2EB109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1829" name="Flowchart: Connector 1828">
                        <a:extLst>
                          <a:ext uri="{FF2B5EF4-FFF2-40B4-BE49-F238E27FC236}">
                            <a16:creationId xmlns:a16="http://schemas.microsoft.com/office/drawing/2014/main" id="{4DD3F59C-8660-4C6D-8236-F519A40E39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30" name="Flowchart: Connector 1829">
                        <a:extLst>
                          <a:ext uri="{FF2B5EF4-FFF2-40B4-BE49-F238E27FC236}">
                            <a16:creationId xmlns:a16="http://schemas.microsoft.com/office/drawing/2014/main" id="{57456FAE-69F4-4692-8013-20AB48EB2F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31" name="Flowchart: Connector 1830">
                        <a:extLst>
                          <a:ext uri="{FF2B5EF4-FFF2-40B4-BE49-F238E27FC236}">
                            <a16:creationId xmlns:a16="http://schemas.microsoft.com/office/drawing/2014/main" id="{A3D47488-1977-4E5E-AAA9-DB22BDE546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32" name="Flowchart: Connector 1831">
                        <a:extLst>
                          <a:ext uri="{FF2B5EF4-FFF2-40B4-BE49-F238E27FC236}">
                            <a16:creationId xmlns:a16="http://schemas.microsoft.com/office/drawing/2014/main" id="{5CF7511E-A528-4A03-B719-5F723BC10A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773" name="Group 1772">
                      <a:extLst>
                        <a:ext uri="{FF2B5EF4-FFF2-40B4-BE49-F238E27FC236}">
                          <a16:creationId xmlns:a16="http://schemas.microsoft.com/office/drawing/2014/main" id="{37E6748A-4758-4F92-8CC0-20002D4496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1774" name="Group 1773">
                        <a:extLst>
                          <a:ext uri="{FF2B5EF4-FFF2-40B4-BE49-F238E27FC236}">
                            <a16:creationId xmlns:a16="http://schemas.microsoft.com/office/drawing/2014/main" id="{84F430AF-F8F2-4BF7-936C-D92FE413AE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22" name="3D Model 1821" descr="Sphere">
                              <a:extLst>
                                <a:ext uri="{FF2B5EF4-FFF2-40B4-BE49-F238E27FC236}">
                                  <a16:creationId xmlns:a16="http://schemas.microsoft.com/office/drawing/2014/main" id="{A1F69E4F-6A01-45F8-B419-8CABAC4DA2D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3123945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23" name="Flowchart: Connector 1822">
                          <a:extLst>
                            <a:ext uri="{FF2B5EF4-FFF2-40B4-BE49-F238E27FC236}">
                              <a16:creationId xmlns:a16="http://schemas.microsoft.com/office/drawing/2014/main" id="{31E52D4B-436B-42E7-89A6-F48ACC2C8C2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24" name="3D Model 1823" descr="Sphere">
                              <a:extLst>
                                <a:ext uri="{FF2B5EF4-FFF2-40B4-BE49-F238E27FC236}">
                                  <a16:creationId xmlns:a16="http://schemas.microsoft.com/office/drawing/2014/main" id="{1BC4E24A-7127-4FB1-B685-1CF3F4EB231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3229492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25" name="Flowchart: Connector 1824">
                          <a:extLst>
                            <a:ext uri="{FF2B5EF4-FFF2-40B4-BE49-F238E27FC236}">
                              <a16:creationId xmlns:a16="http://schemas.microsoft.com/office/drawing/2014/main" id="{ADE23796-D0D1-4A63-A8DB-0CE81437189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26" name="3D Model 1825" descr="Sphere">
                              <a:extLst>
                                <a:ext uri="{FF2B5EF4-FFF2-40B4-BE49-F238E27FC236}">
                                  <a16:creationId xmlns:a16="http://schemas.microsoft.com/office/drawing/2014/main" id="{FB506EFB-D03A-47A7-B684-1BEDB198AE0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9744147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27" name="Flowchart: Connector 1826">
                          <a:extLst>
                            <a:ext uri="{FF2B5EF4-FFF2-40B4-BE49-F238E27FC236}">
                              <a16:creationId xmlns:a16="http://schemas.microsoft.com/office/drawing/2014/main" id="{26D05026-F7DE-4599-98A6-69EDD04B6EB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28" name="3D Model 1827" descr="Sphere">
                              <a:extLst>
                                <a:ext uri="{FF2B5EF4-FFF2-40B4-BE49-F238E27FC236}">
                                  <a16:creationId xmlns:a16="http://schemas.microsoft.com/office/drawing/2014/main" id="{8F9DBCD9-18E6-475D-8EBA-3D78F1D1717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1533764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775" name="Group 1774">
                        <a:extLst>
                          <a:ext uri="{FF2B5EF4-FFF2-40B4-BE49-F238E27FC236}">
                            <a16:creationId xmlns:a16="http://schemas.microsoft.com/office/drawing/2014/main" id="{12802090-F021-4EE6-90B8-B9E02326EC4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1807" name="Flowchart: Connector 1806">
                          <a:extLst>
                            <a:ext uri="{FF2B5EF4-FFF2-40B4-BE49-F238E27FC236}">
                              <a16:creationId xmlns:a16="http://schemas.microsoft.com/office/drawing/2014/main" id="{7D91C934-C399-4642-9F1B-94C0EB66407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808" name="Flowchart: Connector 1807">
                          <a:extLst>
                            <a:ext uri="{FF2B5EF4-FFF2-40B4-BE49-F238E27FC236}">
                              <a16:creationId xmlns:a16="http://schemas.microsoft.com/office/drawing/2014/main" id="{41B8216E-35E0-40CA-BDD9-30F53338D5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809" name="Flowchart: Connector 1808">
                          <a:extLst>
                            <a:ext uri="{FF2B5EF4-FFF2-40B4-BE49-F238E27FC236}">
                              <a16:creationId xmlns:a16="http://schemas.microsoft.com/office/drawing/2014/main" id="{65C9D21A-D2A3-409A-B806-CCB8AF85761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810" name="Flowchart: Connector 1809">
                          <a:extLst>
                            <a:ext uri="{FF2B5EF4-FFF2-40B4-BE49-F238E27FC236}">
                              <a16:creationId xmlns:a16="http://schemas.microsoft.com/office/drawing/2014/main" id="{ADE75413-8DA9-43DA-AF58-616C7527345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811" name="Flowchart: Connector 1810">
                          <a:extLst>
                            <a:ext uri="{FF2B5EF4-FFF2-40B4-BE49-F238E27FC236}">
                              <a16:creationId xmlns:a16="http://schemas.microsoft.com/office/drawing/2014/main" id="{2899A769-3877-445E-AAE1-D454515AAE1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812" name="Flowchart: Connector 1811">
                          <a:extLst>
                            <a:ext uri="{FF2B5EF4-FFF2-40B4-BE49-F238E27FC236}">
                              <a16:creationId xmlns:a16="http://schemas.microsoft.com/office/drawing/2014/main" id="{59CB30A4-04C2-4196-83C0-E39049A7555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813" name="Flowchart: Connector 1812">
                          <a:extLst>
                            <a:ext uri="{FF2B5EF4-FFF2-40B4-BE49-F238E27FC236}">
                              <a16:creationId xmlns:a16="http://schemas.microsoft.com/office/drawing/2014/main" id="{1737C0F4-D1B6-4E81-8ABF-4EACEEBB90F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814" name="Flowchart: Connector 1813">
                          <a:extLst>
                            <a:ext uri="{FF2B5EF4-FFF2-40B4-BE49-F238E27FC236}">
                              <a16:creationId xmlns:a16="http://schemas.microsoft.com/office/drawing/2014/main" id="{D7ECF8F3-49D4-4DB7-AD7C-2EF3AE55D11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15" name="3D Model 1814" descr="Sphere">
                              <a:extLst>
                                <a:ext uri="{FF2B5EF4-FFF2-40B4-BE49-F238E27FC236}">
                                  <a16:creationId xmlns:a16="http://schemas.microsoft.com/office/drawing/2014/main" id="{D447AA13-3E45-43FF-8837-8DCA267947B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5215630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16" name="Flowchart: Connector 1815">
                          <a:extLst>
                            <a:ext uri="{FF2B5EF4-FFF2-40B4-BE49-F238E27FC236}">
                              <a16:creationId xmlns:a16="http://schemas.microsoft.com/office/drawing/2014/main" id="{99AB69BB-F116-4699-9891-20F4BD806AB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17" name="3D Model 1816" descr="Sphere">
                              <a:extLst>
                                <a:ext uri="{FF2B5EF4-FFF2-40B4-BE49-F238E27FC236}">
                                  <a16:creationId xmlns:a16="http://schemas.microsoft.com/office/drawing/2014/main" id="{4A1A8F8D-1AC4-44AF-91FE-B74042B2BFC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7959549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18" name="Flowchart: Connector 1817">
                          <a:extLst>
                            <a:ext uri="{FF2B5EF4-FFF2-40B4-BE49-F238E27FC236}">
                              <a16:creationId xmlns:a16="http://schemas.microsoft.com/office/drawing/2014/main" id="{1E9F0993-44A7-4D09-A159-D9F79467AB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19" name="3D Model 1818" descr="Sphere">
                              <a:extLst>
                                <a:ext uri="{FF2B5EF4-FFF2-40B4-BE49-F238E27FC236}">
                                  <a16:creationId xmlns:a16="http://schemas.microsoft.com/office/drawing/2014/main" id="{E812C840-76BE-4744-BC7E-D4C94C5E8E6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428076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20" name="Flowchart: Connector 1819">
                          <a:extLst>
                            <a:ext uri="{FF2B5EF4-FFF2-40B4-BE49-F238E27FC236}">
                              <a16:creationId xmlns:a16="http://schemas.microsoft.com/office/drawing/2014/main" id="{0189750B-A590-45F4-817A-1D0E7972BD1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21" name="3D Model 1820" descr="Sphere">
                              <a:extLst>
                                <a:ext uri="{FF2B5EF4-FFF2-40B4-BE49-F238E27FC236}">
                                  <a16:creationId xmlns:a16="http://schemas.microsoft.com/office/drawing/2014/main" id="{D08AAB68-B831-4087-A5D9-71B8F4E7AC1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9800715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776" name="Group 1775">
                        <a:extLst>
                          <a:ext uri="{FF2B5EF4-FFF2-40B4-BE49-F238E27FC236}">
                            <a16:creationId xmlns:a16="http://schemas.microsoft.com/office/drawing/2014/main" id="{3FF20E12-856A-4032-ACFD-6058D906450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1792" name="Flowchart: Connector 1791">
                          <a:extLst>
                            <a:ext uri="{FF2B5EF4-FFF2-40B4-BE49-F238E27FC236}">
                              <a16:creationId xmlns:a16="http://schemas.microsoft.com/office/drawing/2014/main" id="{DD2AFCB3-CF70-4B0D-B882-3EADE1B6A2A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93" name="Flowchart: Connector 1792">
                          <a:extLst>
                            <a:ext uri="{FF2B5EF4-FFF2-40B4-BE49-F238E27FC236}">
                              <a16:creationId xmlns:a16="http://schemas.microsoft.com/office/drawing/2014/main" id="{01B19CB0-8722-45C3-B92C-23FBF10D563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94" name="Flowchart: Connector 1793">
                          <a:extLst>
                            <a:ext uri="{FF2B5EF4-FFF2-40B4-BE49-F238E27FC236}">
                              <a16:creationId xmlns:a16="http://schemas.microsoft.com/office/drawing/2014/main" id="{9766B5C8-455E-41FC-A5C9-1EDE54FA1A3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95" name="Flowchart: Connector 1794">
                          <a:extLst>
                            <a:ext uri="{FF2B5EF4-FFF2-40B4-BE49-F238E27FC236}">
                              <a16:creationId xmlns:a16="http://schemas.microsoft.com/office/drawing/2014/main" id="{A8CEF8FA-EE76-4CBA-8468-37BC3C15504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96" name="Flowchart: Connector 1795">
                          <a:extLst>
                            <a:ext uri="{FF2B5EF4-FFF2-40B4-BE49-F238E27FC236}">
                              <a16:creationId xmlns:a16="http://schemas.microsoft.com/office/drawing/2014/main" id="{E59F598E-1C3C-4CBD-81B7-1A37FA15C1A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97" name="Flowchart: Connector 1796">
                          <a:extLst>
                            <a:ext uri="{FF2B5EF4-FFF2-40B4-BE49-F238E27FC236}">
                              <a16:creationId xmlns:a16="http://schemas.microsoft.com/office/drawing/2014/main" id="{0A955B49-302D-4FBF-A48C-E6725538B83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98" name="Flowchart: Connector 1797">
                          <a:extLst>
                            <a:ext uri="{FF2B5EF4-FFF2-40B4-BE49-F238E27FC236}">
                              <a16:creationId xmlns:a16="http://schemas.microsoft.com/office/drawing/2014/main" id="{7D1E0393-1C5D-4A0E-B0F8-1D817BB90B5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99" name="Flowchart: Connector 1798">
                          <a:extLst>
                            <a:ext uri="{FF2B5EF4-FFF2-40B4-BE49-F238E27FC236}">
                              <a16:creationId xmlns:a16="http://schemas.microsoft.com/office/drawing/2014/main" id="{A35C0B27-A959-4B93-A070-25BF0A5CE27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00" name="3D Model 1799" descr="Sphere">
                              <a:extLst>
                                <a:ext uri="{FF2B5EF4-FFF2-40B4-BE49-F238E27FC236}">
                                  <a16:creationId xmlns:a16="http://schemas.microsoft.com/office/drawing/2014/main" id="{7672238C-83A7-4042-82A3-11A0639B69E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2874740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01" name="Flowchart: Connector 1800">
                          <a:extLst>
                            <a:ext uri="{FF2B5EF4-FFF2-40B4-BE49-F238E27FC236}">
                              <a16:creationId xmlns:a16="http://schemas.microsoft.com/office/drawing/2014/main" id="{ED18F78F-D5CF-4408-B0EF-053196E4611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02" name="3D Model 1801" descr="Sphere">
                              <a:extLst>
                                <a:ext uri="{FF2B5EF4-FFF2-40B4-BE49-F238E27FC236}">
                                  <a16:creationId xmlns:a16="http://schemas.microsoft.com/office/drawing/2014/main" id="{C50D0157-75BA-48EC-A463-B50C9C5871A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3705125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03" name="Flowchart: Connector 1802">
                          <a:extLst>
                            <a:ext uri="{FF2B5EF4-FFF2-40B4-BE49-F238E27FC236}">
                              <a16:creationId xmlns:a16="http://schemas.microsoft.com/office/drawing/2014/main" id="{9925B969-BD3C-444E-88F3-4FB5E695BC6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04" name="3D Model 1803" descr="Sphere">
                              <a:extLst>
                                <a:ext uri="{FF2B5EF4-FFF2-40B4-BE49-F238E27FC236}">
                                  <a16:creationId xmlns:a16="http://schemas.microsoft.com/office/drawing/2014/main" id="{3F8C7FDE-A429-48A7-8E87-8213D7BAF3D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315885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805" name="Flowchart: Connector 1804">
                          <a:extLst>
                            <a:ext uri="{FF2B5EF4-FFF2-40B4-BE49-F238E27FC236}">
                              <a16:creationId xmlns:a16="http://schemas.microsoft.com/office/drawing/2014/main" id="{0B80CE62-F8B4-4938-9F6C-F2392ED3F69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806" name="3D Model 1805" descr="Sphere">
                              <a:extLst>
                                <a:ext uri="{FF2B5EF4-FFF2-40B4-BE49-F238E27FC236}">
                                  <a16:creationId xmlns:a16="http://schemas.microsoft.com/office/drawing/2014/main" id="{0D949D91-3C00-47B5-83D2-780122688BF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5029234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1777" name="Flowchart: Connector 1776">
                        <a:extLst>
                          <a:ext uri="{FF2B5EF4-FFF2-40B4-BE49-F238E27FC236}">
                            <a16:creationId xmlns:a16="http://schemas.microsoft.com/office/drawing/2014/main" id="{F28E2D2D-CA1A-44A9-823B-C20A94D7AF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78" name="Flowchart: Connector 1777">
                        <a:extLst>
                          <a:ext uri="{FF2B5EF4-FFF2-40B4-BE49-F238E27FC236}">
                            <a16:creationId xmlns:a16="http://schemas.microsoft.com/office/drawing/2014/main" id="{B1B1DECF-4DBB-46ED-8B5E-A0FCB38382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79" name="Flowchart: Connector 1778">
                        <a:extLst>
                          <a:ext uri="{FF2B5EF4-FFF2-40B4-BE49-F238E27FC236}">
                            <a16:creationId xmlns:a16="http://schemas.microsoft.com/office/drawing/2014/main" id="{AF6D360C-4464-4C4D-9CE6-5539EADE89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80" name="Flowchart: Connector 1779">
                        <a:extLst>
                          <a:ext uri="{FF2B5EF4-FFF2-40B4-BE49-F238E27FC236}">
                            <a16:creationId xmlns:a16="http://schemas.microsoft.com/office/drawing/2014/main" id="{4A62545D-88AE-483D-932E-25FDFB7995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81" name="Flowchart: Connector 1780">
                        <a:extLst>
                          <a:ext uri="{FF2B5EF4-FFF2-40B4-BE49-F238E27FC236}">
                            <a16:creationId xmlns:a16="http://schemas.microsoft.com/office/drawing/2014/main" id="{E94BCD88-47E2-4E00-AB80-26E1351698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82" name="Flowchart: Connector 1781">
                        <a:extLst>
                          <a:ext uri="{FF2B5EF4-FFF2-40B4-BE49-F238E27FC236}">
                            <a16:creationId xmlns:a16="http://schemas.microsoft.com/office/drawing/2014/main" id="{D6FA9D05-8666-47D6-BADA-EB3702D0F2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83" name="Flowchart: Connector 1782">
                        <a:extLst>
                          <a:ext uri="{FF2B5EF4-FFF2-40B4-BE49-F238E27FC236}">
                            <a16:creationId xmlns:a16="http://schemas.microsoft.com/office/drawing/2014/main" id="{AD1859DE-9DF6-490F-9FE5-629A6F741AC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84" name="Flowchart: Connector 1783">
                        <a:extLst>
                          <a:ext uri="{FF2B5EF4-FFF2-40B4-BE49-F238E27FC236}">
                            <a16:creationId xmlns:a16="http://schemas.microsoft.com/office/drawing/2014/main" id="{DDE64AE4-EF73-4838-930A-55D6A567BCE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85" name="3D Model 1784" descr="Sphere">
                            <a:extLst>
                              <a:ext uri="{FF2B5EF4-FFF2-40B4-BE49-F238E27FC236}">
                                <a16:creationId xmlns:a16="http://schemas.microsoft.com/office/drawing/2014/main" id="{6D8D156A-9212-40F8-AB71-FD05DB2D441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581355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85" name="3D Model 1784" descr="Sphere">
                            <a:extLst>
                              <a:ext uri="{FF2B5EF4-FFF2-40B4-BE49-F238E27FC236}">
                                <a16:creationId xmlns:a16="http://schemas.microsoft.com/office/drawing/2014/main" id="{6D8D156A-9212-40F8-AB71-FD05DB2D441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76006" y="221213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86" name="Flowchart: Connector 1785">
                        <a:extLst>
                          <a:ext uri="{FF2B5EF4-FFF2-40B4-BE49-F238E27FC236}">
                            <a16:creationId xmlns:a16="http://schemas.microsoft.com/office/drawing/2014/main" id="{122F2CE6-366A-4876-8EA3-497D9D3527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87" name="3D Model 1786" descr="Sphere">
                            <a:extLst>
                              <a:ext uri="{FF2B5EF4-FFF2-40B4-BE49-F238E27FC236}">
                                <a16:creationId xmlns:a16="http://schemas.microsoft.com/office/drawing/2014/main" id="{5B9C11A0-A5EB-48E5-9C99-D6CC523E7C0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9426655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87" name="3D Model 1786" descr="Sphere">
                            <a:extLst>
                              <a:ext uri="{FF2B5EF4-FFF2-40B4-BE49-F238E27FC236}">
                                <a16:creationId xmlns:a16="http://schemas.microsoft.com/office/drawing/2014/main" id="{5B9C11A0-A5EB-48E5-9C99-D6CC523E7C0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617134" y="222282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88" name="Flowchart: Connector 1787">
                        <a:extLst>
                          <a:ext uri="{FF2B5EF4-FFF2-40B4-BE49-F238E27FC236}">
                            <a16:creationId xmlns:a16="http://schemas.microsoft.com/office/drawing/2014/main" id="{0AC4CCB0-5B67-4A36-A4FD-D46B91DF1A1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89" name="3D Model 1788" descr="Sphere">
                            <a:extLst>
                              <a:ext uri="{FF2B5EF4-FFF2-40B4-BE49-F238E27FC236}">
                                <a16:creationId xmlns:a16="http://schemas.microsoft.com/office/drawing/2014/main" id="{1680DC85-ABFE-4B62-A3FF-460277F0C2B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94168134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89" name="3D Model 1788" descr="Sphere">
                            <a:extLst>
                              <a:ext uri="{FF2B5EF4-FFF2-40B4-BE49-F238E27FC236}">
                                <a16:creationId xmlns:a16="http://schemas.microsoft.com/office/drawing/2014/main" id="{1680DC85-ABFE-4B62-A3FF-460277F0C2B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658453" y="223446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90" name="Flowchart: Connector 1789">
                        <a:extLst>
                          <a:ext uri="{FF2B5EF4-FFF2-40B4-BE49-F238E27FC236}">
                            <a16:creationId xmlns:a16="http://schemas.microsoft.com/office/drawing/2014/main" id="{F9591BA1-ADE9-4C6D-8B22-8E73E302DA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91" name="3D Model 1790" descr="Sphere">
                            <a:extLst>
                              <a:ext uri="{FF2B5EF4-FFF2-40B4-BE49-F238E27FC236}">
                                <a16:creationId xmlns:a16="http://schemas.microsoft.com/office/drawing/2014/main" id="{B554EB58-415D-4816-A746-1959796105F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64853228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91" name="3D Model 1790" descr="Sphere">
                            <a:extLst>
                              <a:ext uri="{FF2B5EF4-FFF2-40B4-BE49-F238E27FC236}">
                                <a16:creationId xmlns:a16="http://schemas.microsoft.com/office/drawing/2014/main" id="{B554EB58-415D-4816-A746-1959796105F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705079" y="2250855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1552" name="Group 1551">
                    <a:extLst>
                      <a:ext uri="{FF2B5EF4-FFF2-40B4-BE49-F238E27FC236}">
                        <a16:creationId xmlns:a16="http://schemas.microsoft.com/office/drawing/2014/main" id="{CB160BED-D9D2-46DF-A5D4-9D8963D76D2C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1769" name="Flowchart: Connector 1768">
                      <a:extLst>
                        <a:ext uri="{FF2B5EF4-FFF2-40B4-BE49-F238E27FC236}">
                          <a16:creationId xmlns:a16="http://schemas.microsoft.com/office/drawing/2014/main" id="{5D0EF307-C456-4052-861F-393B8F653F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70" name="Flowchart: Connector 1769">
                      <a:extLst>
                        <a:ext uri="{FF2B5EF4-FFF2-40B4-BE49-F238E27FC236}">
                          <a16:creationId xmlns:a16="http://schemas.microsoft.com/office/drawing/2014/main" id="{8E9DF8BC-1D66-447A-9758-8E6ABA6F18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71" name="Flowchart: Connector 1770">
                      <a:extLst>
                        <a:ext uri="{FF2B5EF4-FFF2-40B4-BE49-F238E27FC236}">
                          <a16:creationId xmlns:a16="http://schemas.microsoft.com/office/drawing/2014/main" id="{1F4115F9-12CA-4D4F-ABD3-E1C7958A71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1553" name="Flowchart: Connector 1552">
                    <a:extLst>
                      <a:ext uri="{FF2B5EF4-FFF2-40B4-BE49-F238E27FC236}">
                        <a16:creationId xmlns:a16="http://schemas.microsoft.com/office/drawing/2014/main" id="{51516789-1732-4ABE-B5D7-86F42B20582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554" name="Flowchart: Connector 1553">
                    <a:extLst>
                      <a:ext uri="{FF2B5EF4-FFF2-40B4-BE49-F238E27FC236}">
                        <a16:creationId xmlns:a16="http://schemas.microsoft.com/office/drawing/2014/main" id="{6E1449D0-F4E6-4F28-BD84-6AC903D0BF6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1555" name="Group 1554">
                    <a:extLst>
                      <a:ext uri="{FF2B5EF4-FFF2-40B4-BE49-F238E27FC236}">
                        <a16:creationId xmlns:a16="http://schemas.microsoft.com/office/drawing/2014/main" id="{9B0CDB13-098E-4FC8-9708-2B43DF373BD4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1766" name="Flowchart: Connector 1765">
                      <a:extLst>
                        <a:ext uri="{FF2B5EF4-FFF2-40B4-BE49-F238E27FC236}">
                          <a16:creationId xmlns:a16="http://schemas.microsoft.com/office/drawing/2014/main" id="{62342A09-A2C1-4E9A-A423-654FF78D96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67" name="Flowchart: Connector 1766">
                      <a:extLst>
                        <a:ext uri="{FF2B5EF4-FFF2-40B4-BE49-F238E27FC236}">
                          <a16:creationId xmlns:a16="http://schemas.microsoft.com/office/drawing/2014/main" id="{A884F214-C012-43B9-84B0-E1E9703B1B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68" name="Flowchart: Connector 1767">
                      <a:extLst>
                        <a:ext uri="{FF2B5EF4-FFF2-40B4-BE49-F238E27FC236}">
                          <a16:creationId xmlns:a16="http://schemas.microsoft.com/office/drawing/2014/main" id="{816C4459-1D8C-4F16-A277-2CA75C4192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556" name="Group 1555">
                    <a:extLst>
                      <a:ext uri="{FF2B5EF4-FFF2-40B4-BE49-F238E27FC236}">
                        <a16:creationId xmlns:a16="http://schemas.microsoft.com/office/drawing/2014/main" id="{631FFF02-FFD8-4741-9B53-7777DCB0E112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1701" name="Group 1700">
                      <a:extLst>
                        <a:ext uri="{FF2B5EF4-FFF2-40B4-BE49-F238E27FC236}">
                          <a16:creationId xmlns:a16="http://schemas.microsoft.com/office/drawing/2014/main" id="{65606221-0915-4434-BA89-06741747AB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1762" name="Flowchart: Connector 1761">
                        <a:extLst>
                          <a:ext uri="{FF2B5EF4-FFF2-40B4-BE49-F238E27FC236}">
                            <a16:creationId xmlns:a16="http://schemas.microsoft.com/office/drawing/2014/main" id="{1703AFFA-3956-4D3C-AB32-D6E5155E6FD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63" name="Flowchart: Connector 1762">
                        <a:extLst>
                          <a:ext uri="{FF2B5EF4-FFF2-40B4-BE49-F238E27FC236}">
                            <a16:creationId xmlns:a16="http://schemas.microsoft.com/office/drawing/2014/main" id="{53796071-EE79-41FF-A9E2-3534914F28E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64" name="Flowchart: Connector 1763">
                        <a:extLst>
                          <a:ext uri="{FF2B5EF4-FFF2-40B4-BE49-F238E27FC236}">
                            <a16:creationId xmlns:a16="http://schemas.microsoft.com/office/drawing/2014/main" id="{B29FD7DC-4944-4C75-9ECE-450D2D9A6F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65" name="Flowchart: Connector 1764">
                        <a:extLst>
                          <a:ext uri="{FF2B5EF4-FFF2-40B4-BE49-F238E27FC236}">
                            <a16:creationId xmlns:a16="http://schemas.microsoft.com/office/drawing/2014/main" id="{299588D0-1F8E-4426-9A92-B1B0458048E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702" name="Group 1701">
                      <a:extLst>
                        <a:ext uri="{FF2B5EF4-FFF2-40B4-BE49-F238E27FC236}">
                          <a16:creationId xmlns:a16="http://schemas.microsoft.com/office/drawing/2014/main" id="{75213692-A3E3-411C-9AD7-1618FBC120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1703" name="Group 1702">
                        <a:extLst>
                          <a:ext uri="{FF2B5EF4-FFF2-40B4-BE49-F238E27FC236}">
                            <a16:creationId xmlns:a16="http://schemas.microsoft.com/office/drawing/2014/main" id="{C9CDC3C1-A79E-4545-B7CD-E228F3ED729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1754" name="Flowchart: Connector 1753">
                          <a:extLst>
                            <a:ext uri="{FF2B5EF4-FFF2-40B4-BE49-F238E27FC236}">
                              <a16:creationId xmlns:a16="http://schemas.microsoft.com/office/drawing/2014/main" id="{639994CD-EC65-4A93-A36B-12902598487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55" name="3D Model 1754" descr="Sphere">
                              <a:extLst>
                                <a:ext uri="{FF2B5EF4-FFF2-40B4-BE49-F238E27FC236}">
                                  <a16:creationId xmlns:a16="http://schemas.microsoft.com/office/drawing/2014/main" id="{74266682-31BD-466B-A25C-CBBD1BA46EB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65362258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56" name="Flowchart: Connector 1755">
                          <a:extLst>
                            <a:ext uri="{FF2B5EF4-FFF2-40B4-BE49-F238E27FC236}">
                              <a16:creationId xmlns:a16="http://schemas.microsoft.com/office/drawing/2014/main" id="{B635B690-14F6-42FE-BBB0-4B604AC026F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57" name="3D Model 1756" descr="Sphere">
                              <a:extLst>
                                <a:ext uri="{FF2B5EF4-FFF2-40B4-BE49-F238E27FC236}">
                                  <a16:creationId xmlns:a16="http://schemas.microsoft.com/office/drawing/2014/main" id="{DF671982-8618-4BBD-8671-1970D81D1A9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15512897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58" name="Flowchart: Connector 1757">
                          <a:extLst>
                            <a:ext uri="{FF2B5EF4-FFF2-40B4-BE49-F238E27FC236}">
                              <a16:creationId xmlns:a16="http://schemas.microsoft.com/office/drawing/2014/main" id="{83D9AF56-EAD1-47F9-9064-A7434F83BCE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59" name="3D Model 1758" descr="Sphere">
                              <a:extLst>
                                <a:ext uri="{FF2B5EF4-FFF2-40B4-BE49-F238E27FC236}">
                                  <a16:creationId xmlns:a16="http://schemas.microsoft.com/office/drawing/2014/main" id="{36DD6399-2A6C-4A6A-AFB6-962661CC45C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937596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60" name="Flowchart: Connector 1759">
                          <a:extLst>
                            <a:ext uri="{FF2B5EF4-FFF2-40B4-BE49-F238E27FC236}">
                              <a16:creationId xmlns:a16="http://schemas.microsoft.com/office/drawing/2014/main" id="{8F3C18ED-E4BD-4DBA-BA22-047925C5749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61" name="3D Model 1760" descr="Sphere">
                              <a:extLst>
                                <a:ext uri="{FF2B5EF4-FFF2-40B4-BE49-F238E27FC236}">
                                  <a16:creationId xmlns:a16="http://schemas.microsoft.com/office/drawing/2014/main" id="{F3064587-5789-45B6-B888-9C2D34A5A2F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931922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704" name="Group 1703">
                        <a:extLst>
                          <a:ext uri="{FF2B5EF4-FFF2-40B4-BE49-F238E27FC236}">
                            <a16:creationId xmlns:a16="http://schemas.microsoft.com/office/drawing/2014/main" id="{6399B822-9FE8-4E0D-BE00-80347F46D6C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738" name="Flowchart: Connector 1737">
                          <a:extLst>
                            <a:ext uri="{FF2B5EF4-FFF2-40B4-BE49-F238E27FC236}">
                              <a16:creationId xmlns:a16="http://schemas.microsoft.com/office/drawing/2014/main" id="{97F7FBF7-81C1-40AD-BC34-6812F25F466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39" name="Flowchart: Connector 1738">
                          <a:extLst>
                            <a:ext uri="{FF2B5EF4-FFF2-40B4-BE49-F238E27FC236}">
                              <a16:creationId xmlns:a16="http://schemas.microsoft.com/office/drawing/2014/main" id="{455812DF-AE96-4DAA-A7E8-75FFCFE8297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40" name="Flowchart: Connector 1739">
                          <a:extLst>
                            <a:ext uri="{FF2B5EF4-FFF2-40B4-BE49-F238E27FC236}">
                              <a16:creationId xmlns:a16="http://schemas.microsoft.com/office/drawing/2014/main" id="{F5665CFF-526A-44E0-9D10-3B7097374BB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41" name="Flowchart: Connector 1740">
                          <a:extLst>
                            <a:ext uri="{FF2B5EF4-FFF2-40B4-BE49-F238E27FC236}">
                              <a16:creationId xmlns:a16="http://schemas.microsoft.com/office/drawing/2014/main" id="{04CD2D94-046C-4948-BE82-84E78DCAC30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42" name="Flowchart: Connector 1741">
                          <a:extLst>
                            <a:ext uri="{FF2B5EF4-FFF2-40B4-BE49-F238E27FC236}">
                              <a16:creationId xmlns:a16="http://schemas.microsoft.com/office/drawing/2014/main" id="{9D67F35F-A31C-46D8-ADA9-90FE13FC35F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43" name="Flowchart: Connector 1742">
                          <a:extLst>
                            <a:ext uri="{FF2B5EF4-FFF2-40B4-BE49-F238E27FC236}">
                              <a16:creationId xmlns:a16="http://schemas.microsoft.com/office/drawing/2014/main" id="{7D9A885A-F243-4B98-B75D-8E427E495B2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44" name="Flowchart: Connector 1743">
                          <a:extLst>
                            <a:ext uri="{FF2B5EF4-FFF2-40B4-BE49-F238E27FC236}">
                              <a16:creationId xmlns:a16="http://schemas.microsoft.com/office/drawing/2014/main" id="{2C6683C1-C082-4D38-B2F9-625B2C5C564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45" name="Flowchart: Connector 1744">
                          <a:extLst>
                            <a:ext uri="{FF2B5EF4-FFF2-40B4-BE49-F238E27FC236}">
                              <a16:creationId xmlns:a16="http://schemas.microsoft.com/office/drawing/2014/main" id="{902C3A63-5868-4A5A-A573-430BA55B739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46" name="Flowchart: Connector 1745">
                          <a:extLst>
                            <a:ext uri="{FF2B5EF4-FFF2-40B4-BE49-F238E27FC236}">
                              <a16:creationId xmlns:a16="http://schemas.microsoft.com/office/drawing/2014/main" id="{D32F4C9C-0209-4277-98E2-7CD27BE7E25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47" name="3D Model 1746" descr="Sphere">
                              <a:extLst>
                                <a:ext uri="{FF2B5EF4-FFF2-40B4-BE49-F238E27FC236}">
                                  <a16:creationId xmlns:a16="http://schemas.microsoft.com/office/drawing/2014/main" id="{40FF8C6F-EAA9-46AC-98A1-62765AB1F5D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9276759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48" name="Flowchart: Connector 1747">
                          <a:extLst>
                            <a:ext uri="{FF2B5EF4-FFF2-40B4-BE49-F238E27FC236}">
                              <a16:creationId xmlns:a16="http://schemas.microsoft.com/office/drawing/2014/main" id="{C65848AE-A6D0-428A-AADC-E450A468247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49" name="3D Model 1748" descr="Sphere">
                              <a:extLst>
                                <a:ext uri="{FF2B5EF4-FFF2-40B4-BE49-F238E27FC236}">
                                  <a16:creationId xmlns:a16="http://schemas.microsoft.com/office/drawing/2014/main" id="{9FEDE498-C7E5-4297-9015-A08DD7B18D5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7069401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50" name="Flowchart: Connector 1749">
                          <a:extLst>
                            <a:ext uri="{FF2B5EF4-FFF2-40B4-BE49-F238E27FC236}">
                              <a16:creationId xmlns:a16="http://schemas.microsoft.com/office/drawing/2014/main" id="{0AF115EC-F73E-4E46-981F-6688841605D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51" name="3D Model 1750" descr="Sphere">
                              <a:extLst>
                                <a:ext uri="{FF2B5EF4-FFF2-40B4-BE49-F238E27FC236}">
                                  <a16:creationId xmlns:a16="http://schemas.microsoft.com/office/drawing/2014/main" id="{ABE1927B-5306-4044-98B8-F63AB371D65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0897001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52" name="Flowchart: Connector 1751">
                          <a:extLst>
                            <a:ext uri="{FF2B5EF4-FFF2-40B4-BE49-F238E27FC236}">
                              <a16:creationId xmlns:a16="http://schemas.microsoft.com/office/drawing/2014/main" id="{B8CFEB3E-B7FF-4209-8BEB-820517E4BD6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53" name="3D Model 1752" descr="Sphere">
                              <a:extLst>
                                <a:ext uri="{FF2B5EF4-FFF2-40B4-BE49-F238E27FC236}">
                                  <a16:creationId xmlns:a16="http://schemas.microsoft.com/office/drawing/2014/main" id="{2C469BF4-822D-474E-9872-85B62464ACB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5746218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705" name="Group 1704">
                        <a:extLst>
                          <a:ext uri="{FF2B5EF4-FFF2-40B4-BE49-F238E27FC236}">
                            <a16:creationId xmlns:a16="http://schemas.microsoft.com/office/drawing/2014/main" id="{CE93A570-61D5-4361-BBD5-FC2E9EE654E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722" name="Flowchart: Connector 1721">
                          <a:extLst>
                            <a:ext uri="{FF2B5EF4-FFF2-40B4-BE49-F238E27FC236}">
                              <a16:creationId xmlns:a16="http://schemas.microsoft.com/office/drawing/2014/main" id="{76A188C7-6240-40FD-91C0-4C5B92B61AF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23" name="Flowchart: Connector 1722">
                          <a:extLst>
                            <a:ext uri="{FF2B5EF4-FFF2-40B4-BE49-F238E27FC236}">
                              <a16:creationId xmlns:a16="http://schemas.microsoft.com/office/drawing/2014/main" id="{9499EF6F-7C38-45F2-99C3-52E5CE2E3EE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24" name="Flowchart: Connector 1723">
                          <a:extLst>
                            <a:ext uri="{FF2B5EF4-FFF2-40B4-BE49-F238E27FC236}">
                              <a16:creationId xmlns:a16="http://schemas.microsoft.com/office/drawing/2014/main" id="{720C658A-2011-4DDE-84AF-6C9531B23EF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25" name="Flowchart: Connector 1724">
                          <a:extLst>
                            <a:ext uri="{FF2B5EF4-FFF2-40B4-BE49-F238E27FC236}">
                              <a16:creationId xmlns:a16="http://schemas.microsoft.com/office/drawing/2014/main" id="{5AB8FFAA-8098-4A6A-B306-CBE6388093A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26" name="Flowchart: Connector 1725">
                          <a:extLst>
                            <a:ext uri="{FF2B5EF4-FFF2-40B4-BE49-F238E27FC236}">
                              <a16:creationId xmlns:a16="http://schemas.microsoft.com/office/drawing/2014/main" id="{63709EBA-B03A-476B-80B9-D3F1B13EC93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27" name="Flowchart: Connector 1726">
                          <a:extLst>
                            <a:ext uri="{FF2B5EF4-FFF2-40B4-BE49-F238E27FC236}">
                              <a16:creationId xmlns:a16="http://schemas.microsoft.com/office/drawing/2014/main" id="{A9FFB5D2-6ECA-46F2-8DA0-B5810797C49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28" name="Flowchart: Connector 1727">
                          <a:extLst>
                            <a:ext uri="{FF2B5EF4-FFF2-40B4-BE49-F238E27FC236}">
                              <a16:creationId xmlns:a16="http://schemas.microsoft.com/office/drawing/2014/main" id="{C1826349-6BF4-4D8F-85CC-4FA54D6290C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29" name="Flowchart: Connector 1728">
                          <a:extLst>
                            <a:ext uri="{FF2B5EF4-FFF2-40B4-BE49-F238E27FC236}">
                              <a16:creationId xmlns:a16="http://schemas.microsoft.com/office/drawing/2014/main" id="{1DEBE766-AEFC-471B-A12B-EC574E3C56E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730" name="Flowchart: Connector 1729">
                          <a:extLst>
                            <a:ext uri="{FF2B5EF4-FFF2-40B4-BE49-F238E27FC236}">
                              <a16:creationId xmlns:a16="http://schemas.microsoft.com/office/drawing/2014/main" id="{4A9F5451-7B4F-4670-82D8-8B49C63224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31" name="3D Model 1730" descr="Sphere">
                              <a:extLst>
                                <a:ext uri="{FF2B5EF4-FFF2-40B4-BE49-F238E27FC236}">
                                  <a16:creationId xmlns:a16="http://schemas.microsoft.com/office/drawing/2014/main" id="{76D3D03C-0010-4BBF-A4EE-E7A6DC33B67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5236657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32" name="Flowchart: Connector 1731">
                          <a:extLst>
                            <a:ext uri="{FF2B5EF4-FFF2-40B4-BE49-F238E27FC236}">
                              <a16:creationId xmlns:a16="http://schemas.microsoft.com/office/drawing/2014/main" id="{C01EA006-2147-43B3-8903-7B4CA163534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33" name="3D Model 1732" descr="Sphere">
                              <a:extLst>
                                <a:ext uri="{FF2B5EF4-FFF2-40B4-BE49-F238E27FC236}">
                                  <a16:creationId xmlns:a16="http://schemas.microsoft.com/office/drawing/2014/main" id="{672C88CD-71F0-499A-9D7B-6AC1BD18A09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832236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34" name="Flowchart: Connector 1733">
                          <a:extLst>
                            <a:ext uri="{FF2B5EF4-FFF2-40B4-BE49-F238E27FC236}">
                              <a16:creationId xmlns:a16="http://schemas.microsoft.com/office/drawing/2014/main" id="{3E0A0124-34F2-4B56-895A-BAD367C75D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35" name="3D Model 1734" descr="Sphere">
                              <a:extLst>
                                <a:ext uri="{FF2B5EF4-FFF2-40B4-BE49-F238E27FC236}">
                                  <a16:creationId xmlns:a16="http://schemas.microsoft.com/office/drawing/2014/main" id="{AF3C37D8-5763-4F16-8477-C53CEC683AD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5486076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736" name="Flowchart: Connector 1735">
                          <a:extLst>
                            <a:ext uri="{FF2B5EF4-FFF2-40B4-BE49-F238E27FC236}">
                              <a16:creationId xmlns:a16="http://schemas.microsoft.com/office/drawing/2014/main" id="{739E1A6D-7BF9-473D-99BF-9EC87D0EAD7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737" name="3D Model 1736" descr="Sphere">
                              <a:extLst>
                                <a:ext uri="{FF2B5EF4-FFF2-40B4-BE49-F238E27FC236}">
                                  <a16:creationId xmlns:a16="http://schemas.microsoft.com/office/drawing/2014/main" id="{D7A614B2-FB17-49D1-976A-3C8F30559BE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0271628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1706" name="Flowchart: Connector 1705">
                        <a:extLst>
                          <a:ext uri="{FF2B5EF4-FFF2-40B4-BE49-F238E27FC236}">
                            <a16:creationId xmlns:a16="http://schemas.microsoft.com/office/drawing/2014/main" id="{DF6D488C-3976-4E67-9BED-98843569EA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07" name="Flowchart: Connector 1706">
                        <a:extLst>
                          <a:ext uri="{FF2B5EF4-FFF2-40B4-BE49-F238E27FC236}">
                            <a16:creationId xmlns:a16="http://schemas.microsoft.com/office/drawing/2014/main" id="{64A73720-5A89-42BA-9468-09D3C4694D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08" name="Flowchart: Connector 1707">
                        <a:extLst>
                          <a:ext uri="{FF2B5EF4-FFF2-40B4-BE49-F238E27FC236}">
                            <a16:creationId xmlns:a16="http://schemas.microsoft.com/office/drawing/2014/main" id="{C5661171-BAB3-450D-AE7C-99FFEDE1151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09" name="Flowchart: Connector 1708">
                        <a:extLst>
                          <a:ext uri="{FF2B5EF4-FFF2-40B4-BE49-F238E27FC236}">
                            <a16:creationId xmlns:a16="http://schemas.microsoft.com/office/drawing/2014/main" id="{63DBDB73-DC69-4AA4-8DEB-E89FCDA306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10" name="Flowchart: Connector 1709">
                        <a:extLst>
                          <a:ext uri="{FF2B5EF4-FFF2-40B4-BE49-F238E27FC236}">
                            <a16:creationId xmlns:a16="http://schemas.microsoft.com/office/drawing/2014/main" id="{61F1A35B-92CC-4CF9-95D3-1D277EE2D9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11" name="Flowchart: Connector 1710">
                        <a:extLst>
                          <a:ext uri="{FF2B5EF4-FFF2-40B4-BE49-F238E27FC236}">
                            <a16:creationId xmlns:a16="http://schemas.microsoft.com/office/drawing/2014/main" id="{58391850-9E34-42F8-8461-930EA72038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12" name="Flowchart: Connector 1711">
                        <a:extLst>
                          <a:ext uri="{FF2B5EF4-FFF2-40B4-BE49-F238E27FC236}">
                            <a16:creationId xmlns:a16="http://schemas.microsoft.com/office/drawing/2014/main" id="{3A35CE7D-149B-46CB-9DA9-6BB66006AA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13" name="Flowchart: Connector 1712">
                        <a:extLst>
                          <a:ext uri="{FF2B5EF4-FFF2-40B4-BE49-F238E27FC236}">
                            <a16:creationId xmlns:a16="http://schemas.microsoft.com/office/drawing/2014/main" id="{C35012BF-C2E9-425A-8FD6-067FCF97B5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14" name="Flowchart: Connector 1713">
                        <a:extLst>
                          <a:ext uri="{FF2B5EF4-FFF2-40B4-BE49-F238E27FC236}">
                            <a16:creationId xmlns:a16="http://schemas.microsoft.com/office/drawing/2014/main" id="{79CBA8FA-812F-48F3-BA7E-3D0CAA11B8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15" name="3D Model 1714" descr="Sphere">
                            <a:extLst>
                              <a:ext uri="{FF2B5EF4-FFF2-40B4-BE49-F238E27FC236}">
                                <a16:creationId xmlns:a16="http://schemas.microsoft.com/office/drawing/2014/main" id="{56C87A35-5B49-4097-84FB-F186523AEA9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60116003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15" name="3D Model 1714" descr="Sphere">
                            <a:extLst>
                              <a:ext uri="{FF2B5EF4-FFF2-40B4-BE49-F238E27FC236}">
                                <a16:creationId xmlns:a16="http://schemas.microsoft.com/office/drawing/2014/main" id="{56C87A35-5B49-4097-84FB-F186523AEA9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35973" y="223201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16" name="Flowchart: Connector 1715">
                        <a:extLst>
                          <a:ext uri="{FF2B5EF4-FFF2-40B4-BE49-F238E27FC236}">
                            <a16:creationId xmlns:a16="http://schemas.microsoft.com/office/drawing/2014/main" id="{D8F86ADE-3D10-4C45-A8E7-367609758DE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17" name="3D Model 1716" descr="Sphere">
                            <a:extLst>
                              <a:ext uri="{FF2B5EF4-FFF2-40B4-BE49-F238E27FC236}">
                                <a16:creationId xmlns:a16="http://schemas.microsoft.com/office/drawing/2014/main" id="{228A2B2A-4558-4B76-8BB0-230EBFC70E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80789266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17" name="3D Model 1716" descr="Sphere">
                            <a:extLst>
                              <a:ext uri="{FF2B5EF4-FFF2-40B4-BE49-F238E27FC236}">
                                <a16:creationId xmlns:a16="http://schemas.microsoft.com/office/drawing/2014/main" id="{228A2B2A-4558-4B76-8BB0-230EBFC70EC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77797" y="224670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18" name="Flowchart: Connector 1717">
                        <a:extLst>
                          <a:ext uri="{FF2B5EF4-FFF2-40B4-BE49-F238E27FC236}">
                            <a16:creationId xmlns:a16="http://schemas.microsoft.com/office/drawing/2014/main" id="{CE35E851-6B67-4560-AABF-2DA680AE92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19" name="3D Model 1718" descr="Sphere">
                            <a:extLst>
                              <a:ext uri="{FF2B5EF4-FFF2-40B4-BE49-F238E27FC236}">
                                <a16:creationId xmlns:a16="http://schemas.microsoft.com/office/drawing/2014/main" id="{B745126E-C299-43E0-9008-F78BF3B1276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1342061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19" name="3D Model 1718" descr="Sphere">
                            <a:extLst>
                              <a:ext uri="{FF2B5EF4-FFF2-40B4-BE49-F238E27FC236}">
                                <a16:creationId xmlns:a16="http://schemas.microsoft.com/office/drawing/2014/main" id="{B745126E-C299-43E0-9008-F78BF3B1276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622569" y="225772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20" name="Flowchart: Connector 1719">
                        <a:extLst>
                          <a:ext uri="{FF2B5EF4-FFF2-40B4-BE49-F238E27FC236}">
                            <a16:creationId xmlns:a16="http://schemas.microsoft.com/office/drawing/2014/main" id="{DFF7D598-5A14-4037-83B0-4C69FE2207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21" name="3D Model 1720" descr="Sphere">
                            <a:extLst>
                              <a:ext uri="{FF2B5EF4-FFF2-40B4-BE49-F238E27FC236}">
                                <a16:creationId xmlns:a16="http://schemas.microsoft.com/office/drawing/2014/main" id="{0BA40E55-E9F1-4BE6-A7AF-07F141FBEED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2426036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721" name="3D Model 1720" descr="Sphere">
                            <a:extLst>
                              <a:ext uri="{FF2B5EF4-FFF2-40B4-BE49-F238E27FC236}">
                                <a16:creationId xmlns:a16="http://schemas.microsoft.com/office/drawing/2014/main" id="{0BA40E55-E9F1-4BE6-A7AF-07F141FBEED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666893" y="2274740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1557" name="Group 1556">
                    <a:extLst>
                      <a:ext uri="{FF2B5EF4-FFF2-40B4-BE49-F238E27FC236}">
                        <a16:creationId xmlns:a16="http://schemas.microsoft.com/office/drawing/2014/main" id="{46E15D5D-E6D8-4D9E-B074-3335CAEDA8E9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1698" name="Flowchart: Connector 1697">
                      <a:extLst>
                        <a:ext uri="{FF2B5EF4-FFF2-40B4-BE49-F238E27FC236}">
                          <a16:creationId xmlns:a16="http://schemas.microsoft.com/office/drawing/2014/main" id="{3C20E73B-B77F-421C-9CAC-16D3BEB036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9" name="Flowchart: Connector 1698">
                      <a:extLst>
                        <a:ext uri="{FF2B5EF4-FFF2-40B4-BE49-F238E27FC236}">
                          <a16:creationId xmlns:a16="http://schemas.microsoft.com/office/drawing/2014/main" id="{317AEAE5-5C66-43EE-83B0-2823835EB6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0" name="Flowchart: Connector 1699">
                      <a:extLst>
                        <a:ext uri="{FF2B5EF4-FFF2-40B4-BE49-F238E27FC236}">
                          <a16:creationId xmlns:a16="http://schemas.microsoft.com/office/drawing/2014/main" id="{09374EC5-8311-48B5-A88D-4F3D412BDB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1558" name="Flowchart: Connector 1557">
                    <a:extLst>
                      <a:ext uri="{FF2B5EF4-FFF2-40B4-BE49-F238E27FC236}">
                        <a16:creationId xmlns:a16="http://schemas.microsoft.com/office/drawing/2014/main" id="{DB2929B6-DBCA-4FBA-80DE-64375FDEDF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559" name="Flowchart: Connector 1558">
                    <a:extLst>
                      <a:ext uri="{FF2B5EF4-FFF2-40B4-BE49-F238E27FC236}">
                        <a16:creationId xmlns:a16="http://schemas.microsoft.com/office/drawing/2014/main" id="{DBA660DF-CBB2-47D2-8728-2051F30E9D7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1560" name="Group 1559">
                    <a:extLst>
                      <a:ext uri="{FF2B5EF4-FFF2-40B4-BE49-F238E27FC236}">
                        <a16:creationId xmlns:a16="http://schemas.microsoft.com/office/drawing/2014/main" id="{194F4C6C-F36B-4B15-9D6F-B7807BE7D0C6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1695" name="Flowchart: Connector 1694">
                      <a:extLst>
                        <a:ext uri="{FF2B5EF4-FFF2-40B4-BE49-F238E27FC236}">
                          <a16:creationId xmlns:a16="http://schemas.microsoft.com/office/drawing/2014/main" id="{4F776BB9-7128-498B-A1AF-AD655C7F33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6" name="Flowchart: Connector 1695">
                      <a:extLst>
                        <a:ext uri="{FF2B5EF4-FFF2-40B4-BE49-F238E27FC236}">
                          <a16:creationId xmlns:a16="http://schemas.microsoft.com/office/drawing/2014/main" id="{95EF1890-FD16-48AC-A7DD-8EF838E3EB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7" name="Flowchart: Connector 1696">
                      <a:extLst>
                        <a:ext uri="{FF2B5EF4-FFF2-40B4-BE49-F238E27FC236}">
                          <a16:creationId xmlns:a16="http://schemas.microsoft.com/office/drawing/2014/main" id="{B4769376-7ABB-49CE-ACAC-1560FF89A5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561" name="Group 1560">
                    <a:extLst>
                      <a:ext uri="{FF2B5EF4-FFF2-40B4-BE49-F238E27FC236}">
                        <a16:creationId xmlns:a16="http://schemas.microsoft.com/office/drawing/2014/main" id="{20382919-4C33-403E-B735-AF257B037723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1630" name="Group 1629">
                      <a:extLst>
                        <a:ext uri="{FF2B5EF4-FFF2-40B4-BE49-F238E27FC236}">
                          <a16:creationId xmlns:a16="http://schemas.microsoft.com/office/drawing/2014/main" id="{FAE543DF-2A30-4AAA-88A8-65EB79E182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1691" name="Flowchart: Connector 1690">
                        <a:extLst>
                          <a:ext uri="{FF2B5EF4-FFF2-40B4-BE49-F238E27FC236}">
                            <a16:creationId xmlns:a16="http://schemas.microsoft.com/office/drawing/2014/main" id="{AC49E8BF-28F5-4473-A764-296DC0AF0E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92" name="Flowchart: Connector 1691">
                        <a:extLst>
                          <a:ext uri="{FF2B5EF4-FFF2-40B4-BE49-F238E27FC236}">
                            <a16:creationId xmlns:a16="http://schemas.microsoft.com/office/drawing/2014/main" id="{64AC58FF-9318-4F0B-83AA-FB54535C83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93" name="Flowchart: Connector 1692">
                        <a:extLst>
                          <a:ext uri="{FF2B5EF4-FFF2-40B4-BE49-F238E27FC236}">
                            <a16:creationId xmlns:a16="http://schemas.microsoft.com/office/drawing/2014/main" id="{A92961AB-6912-42CA-B06B-2CE555FBDA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94" name="Flowchart: Connector 1693">
                        <a:extLst>
                          <a:ext uri="{FF2B5EF4-FFF2-40B4-BE49-F238E27FC236}">
                            <a16:creationId xmlns:a16="http://schemas.microsoft.com/office/drawing/2014/main" id="{2F54A69E-1D80-4B88-B00F-D23A066B3E2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631" name="Group 1630">
                      <a:extLst>
                        <a:ext uri="{FF2B5EF4-FFF2-40B4-BE49-F238E27FC236}">
                          <a16:creationId xmlns:a16="http://schemas.microsoft.com/office/drawing/2014/main" id="{9FC1D788-6484-44F4-A34D-6618E739CB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1632" name="Group 1631">
                        <a:extLst>
                          <a:ext uri="{FF2B5EF4-FFF2-40B4-BE49-F238E27FC236}">
                            <a16:creationId xmlns:a16="http://schemas.microsoft.com/office/drawing/2014/main" id="{3A94374B-911A-4BCD-BD77-14CFA1A5C9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1683" name="Flowchart: Connector 1682">
                          <a:extLst>
                            <a:ext uri="{FF2B5EF4-FFF2-40B4-BE49-F238E27FC236}">
                              <a16:creationId xmlns:a16="http://schemas.microsoft.com/office/drawing/2014/main" id="{74399683-A5AE-4FE4-ABE1-9346001FB70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84" name="3D Model 1683" descr="Sphere">
                              <a:extLst>
                                <a:ext uri="{FF2B5EF4-FFF2-40B4-BE49-F238E27FC236}">
                                  <a16:creationId xmlns:a16="http://schemas.microsoft.com/office/drawing/2014/main" id="{785FBBE7-CE37-4053-BF5A-3DB178F1958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9932392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85" name="Flowchart: Connector 1684">
                          <a:extLst>
                            <a:ext uri="{FF2B5EF4-FFF2-40B4-BE49-F238E27FC236}">
                              <a16:creationId xmlns:a16="http://schemas.microsoft.com/office/drawing/2014/main" id="{ADC953F8-4850-48AB-9AA9-ED178881956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86" name="3D Model 1685" descr="Sphere">
                              <a:extLst>
                                <a:ext uri="{FF2B5EF4-FFF2-40B4-BE49-F238E27FC236}">
                                  <a16:creationId xmlns:a16="http://schemas.microsoft.com/office/drawing/2014/main" id="{72F7EB63-B67F-4AF1-B139-B9C5C59CAED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820572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87" name="Flowchart: Connector 1686">
                          <a:extLst>
                            <a:ext uri="{FF2B5EF4-FFF2-40B4-BE49-F238E27FC236}">
                              <a16:creationId xmlns:a16="http://schemas.microsoft.com/office/drawing/2014/main" id="{17CAC2EC-B14B-4921-92A3-56A4CE0B20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88" name="3D Model 1687" descr="Sphere">
                              <a:extLst>
                                <a:ext uri="{FF2B5EF4-FFF2-40B4-BE49-F238E27FC236}">
                                  <a16:creationId xmlns:a16="http://schemas.microsoft.com/office/drawing/2014/main" id="{A0CD8BD9-C5C2-4EF3-AE9D-33548E498BC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743224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89" name="Flowchart: Connector 1688">
                          <a:extLst>
                            <a:ext uri="{FF2B5EF4-FFF2-40B4-BE49-F238E27FC236}">
                              <a16:creationId xmlns:a16="http://schemas.microsoft.com/office/drawing/2014/main" id="{095521D9-065A-4C2D-9CCE-A557199CD9E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90" name="3D Model 1689" descr="Sphere">
                              <a:extLst>
                                <a:ext uri="{FF2B5EF4-FFF2-40B4-BE49-F238E27FC236}">
                                  <a16:creationId xmlns:a16="http://schemas.microsoft.com/office/drawing/2014/main" id="{8F0E3895-24D2-47E5-81F3-6E4D93605A2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2374547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633" name="Group 1632">
                        <a:extLst>
                          <a:ext uri="{FF2B5EF4-FFF2-40B4-BE49-F238E27FC236}">
                            <a16:creationId xmlns:a16="http://schemas.microsoft.com/office/drawing/2014/main" id="{8D496F50-4B5B-4791-B33B-A16CFB0609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667" name="Flowchart: Connector 1666">
                          <a:extLst>
                            <a:ext uri="{FF2B5EF4-FFF2-40B4-BE49-F238E27FC236}">
                              <a16:creationId xmlns:a16="http://schemas.microsoft.com/office/drawing/2014/main" id="{FDC7CB19-5C82-4158-8674-20215EF2E41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68" name="Flowchart: Connector 1667">
                          <a:extLst>
                            <a:ext uri="{FF2B5EF4-FFF2-40B4-BE49-F238E27FC236}">
                              <a16:creationId xmlns:a16="http://schemas.microsoft.com/office/drawing/2014/main" id="{97895BD9-7F3D-4042-B882-E2CBEE3283E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69" name="Flowchart: Connector 1668">
                          <a:extLst>
                            <a:ext uri="{FF2B5EF4-FFF2-40B4-BE49-F238E27FC236}">
                              <a16:creationId xmlns:a16="http://schemas.microsoft.com/office/drawing/2014/main" id="{25FB9E8A-1487-4632-B956-1E3A227D803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70" name="Flowchart: Connector 1669">
                          <a:extLst>
                            <a:ext uri="{FF2B5EF4-FFF2-40B4-BE49-F238E27FC236}">
                              <a16:creationId xmlns:a16="http://schemas.microsoft.com/office/drawing/2014/main" id="{7029115A-DF02-44B2-A49F-E5F94EE2769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71" name="Flowchart: Connector 1670">
                          <a:extLst>
                            <a:ext uri="{FF2B5EF4-FFF2-40B4-BE49-F238E27FC236}">
                              <a16:creationId xmlns:a16="http://schemas.microsoft.com/office/drawing/2014/main" id="{91C06111-2062-4E6A-BC56-1676E5A78F9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72" name="Flowchart: Connector 1671">
                          <a:extLst>
                            <a:ext uri="{FF2B5EF4-FFF2-40B4-BE49-F238E27FC236}">
                              <a16:creationId xmlns:a16="http://schemas.microsoft.com/office/drawing/2014/main" id="{47282D75-C469-4641-BE09-A9494D715F8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73" name="Flowchart: Connector 1672">
                          <a:extLst>
                            <a:ext uri="{FF2B5EF4-FFF2-40B4-BE49-F238E27FC236}">
                              <a16:creationId xmlns:a16="http://schemas.microsoft.com/office/drawing/2014/main" id="{D2FAB147-731F-4109-B8BF-074D99791C8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74" name="Flowchart: Connector 1673">
                          <a:extLst>
                            <a:ext uri="{FF2B5EF4-FFF2-40B4-BE49-F238E27FC236}">
                              <a16:creationId xmlns:a16="http://schemas.microsoft.com/office/drawing/2014/main" id="{658ADE9A-A7A9-4A95-845A-D394FE75DAC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75" name="Flowchart: Connector 1674">
                          <a:extLst>
                            <a:ext uri="{FF2B5EF4-FFF2-40B4-BE49-F238E27FC236}">
                              <a16:creationId xmlns:a16="http://schemas.microsoft.com/office/drawing/2014/main" id="{16B4B73E-182C-406B-B912-BA7BD1BB351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76" name="3D Model 1675" descr="Sphere">
                              <a:extLst>
                                <a:ext uri="{FF2B5EF4-FFF2-40B4-BE49-F238E27FC236}">
                                  <a16:creationId xmlns:a16="http://schemas.microsoft.com/office/drawing/2014/main" id="{D463BF04-4E4D-40F9-B0B9-CAA8B02DC06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2264663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77" name="Flowchart: Connector 1676">
                          <a:extLst>
                            <a:ext uri="{FF2B5EF4-FFF2-40B4-BE49-F238E27FC236}">
                              <a16:creationId xmlns:a16="http://schemas.microsoft.com/office/drawing/2014/main" id="{B38CEDE6-B8FB-49BE-BEBE-0B9F40A4EFA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78" name="3D Model 1677" descr="Sphere">
                              <a:extLst>
                                <a:ext uri="{FF2B5EF4-FFF2-40B4-BE49-F238E27FC236}">
                                  <a16:creationId xmlns:a16="http://schemas.microsoft.com/office/drawing/2014/main" id="{DC36EE36-35BA-462F-AC6C-E025631908A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3693757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79" name="Flowchart: Connector 1678">
                          <a:extLst>
                            <a:ext uri="{FF2B5EF4-FFF2-40B4-BE49-F238E27FC236}">
                              <a16:creationId xmlns:a16="http://schemas.microsoft.com/office/drawing/2014/main" id="{2F50430A-13CF-4217-B4F7-AC5465904F3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80" name="3D Model 1679" descr="Sphere">
                              <a:extLst>
                                <a:ext uri="{FF2B5EF4-FFF2-40B4-BE49-F238E27FC236}">
                                  <a16:creationId xmlns:a16="http://schemas.microsoft.com/office/drawing/2014/main" id="{0074C0E5-3077-4A53-8211-4D7B899EDA8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0947632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81" name="Flowchart: Connector 1680">
                          <a:extLst>
                            <a:ext uri="{FF2B5EF4-FFF2-40B4-BE49-F238E27FC236}">
                              <a16:creationId xmlns:a16="http://schemas.microsoft.com/office/drawing/2014/main" id="{96329A26-AB7B-43B6-8452-8822CBB13AC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82" name="3D Model 1681" descr="Sphere">
                              <a:extLst>
                                <a:ext uri="{FF2B5EF4-FFF2-40B4-BE49-F238E27FC236}">
                                  <a16:creationId xmlns:a16="http://schemas.microsoft.com/office/drawing/2014/main" id="{0CAEABCD-00FD-4078-BFC8-D98DDA6836B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4305012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634" name="Group 1633">
                        <a:extLst>
                          <a:ext uri="{FF2B5EF4-FFF2-40B4-BE49-F238E27FC236}">
                            <a16:creationId xmlns:a16="http://schemas.microsoft.com/office/drawing/2014/main" id="{4BC5B176-029F-4986-82D8-16AB9A57041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1651" name="Flowchart: Connector 1650">
                          <a:extLst>
                            <a:ext uri="{FF2B5EF4-FFF2-40B4-BE49-F238E27FC236}">
                              <a16:creationId xmlns:a16="http://schemas.microsoft.com/office/drawing/2014/main" id="{E18CBE9C-E6A4-4305-BFC2-B4CF9B0AFA6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2" name="Flowchart: Connector 1651">
                          <a:extLst>
                            <a:ext uri="{FF2B5EF4-FFF2-40B4-BE49-F238E27FC236}">
                              <a16:creationId xmlns:a16="http://schemas.microsoft.com/office/drawing/2014/main" id="{8566A328-119E-4AFC-A9EB-7C871F7D67D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3" name="Flowchart: Connector 1652">
                          <a:extLst>
                            <a:ext uri="{FF2B5EF4-FFF2-40B4-BE49-F238E27FC236}">
                              <a16:creationId xmlns:a16="http://schemas.microsoft.com/office/drawing/2014/main" id="{3962FC70-6DD6-400A-9B01-C7985603A15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4" name="Flowchart: Connector 1653">
                          <a:extLst>
                            <a:ext uri="{FF2B5EF4-FFF2-40B4-BE49-F238E27FC236}">
                              <a16:creationId xmlns:a16="http://schemas.microsoft.com/office/drawing/2014/main" id="{10A6C81B-EAE2-48B1-ABFF-822C3592C92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5" name="Flowchart: Connector 1654">
                          <a:extLst>
                            <a:ext uri="{FF2B5EF4-FFF2-40B4-BE49-F238E27FC236}">
                              <a16:creationId xmlns:a16="http://schemas.microsoft.com/office/drawing/2014/main" id="{0B73198D-E54D-484E-8149-3E1E5F28D77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6" name="Flowchart: Connector 1655">
                          <a:extLst>
                            <a:ext uri="{FF2B5EF4-FFF2-40B4-BE49-F238E27FC236}">
                              <a16:creationId xmlns:a16="http://schemas.microsoft.com/office/drawing/2014/main" id="{2B0B2AB3-7778-4D20-BE53-6E3D44B7487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7" name="Flowchart: Connector 1656">
                          <a:extLst>
                            <a:ext uri="{FF2B5EF4-FFF2-40B4-BE49-F238E27FC236}">
                              <a16:creationId xmlns:a16="http://schemas.microsoft.com/office/drawing/2014/main" id="{64A8CEA8-DA32-4A64-B830-7A125309E57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8" name="Flowchart: Connector 1657">
                          <a:extLst>
                            <a:ext uri="{FF2B5EF4-FFF2-40B4-BE49-F238E27FC236}">
                              <a16:creationId xmlns:a16="http://schemas.microsoft.com/office/drawing/2014/main" id="{8C1E7A7B-85F4-41E7-80E9-140C582E902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1659" name="Flowchart: Connector 1658">
                          <a:extLst>
                            <a:ext uri="{FF2B5EF4-FFF2-40B4-BE49-F238E27FC236}">
                              <a16:creationId xmlns:a16="http://schemas.microsoft.com/office/drawing/2014/main" id="{6926BBBD-7A9C-4E2F-AD3B-E2FB587A03F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60" name="3D Model 1659" descr="Sphere">
                              <a:extLst>
                                <a:ext uri="{FF2B5EF4-FFF2-40B4-BE49-F238E27FC236}">
                                  <a16:creationId xmlns:a16="http://schemas.microsoft.com/office/drawing/2014/main" id="{50FC3F52-93CE-4386-843D-6FADADB5B44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8525285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61" name="Flowchart: Connector 1660">
                          <a:extLst>
                            <a:ext uri="{FF2B5EF4-FFF2-40B4-BE49-F238E27FC236}">
                              <a16:creationId xmlns:a16="http://schemas.microsoft.com/office/drawing/2014/main" id="{9A567942-635A-43C0-A418-5DFBF0451C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62" name="3D Model 1661" descr="Sphere">
                              <a:extLst>
                                <a:ext uri="{FF2B5EF4-FFF2-40B4-BE49-F238E27FC236}">
                                  <a16:creationId xmlns:a16="http://schemas.microsoft.com/office/drawing/2014/main" id="{55C43A40-0CB6-4738-9105-4FD482B4C2E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1179902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63" name="Flowchart: Connector 1662">
                          <a:extLst>
                            <a:ext uri="{FF2B5EF4-FFF2-40B4-BE49-F238E27FC236}">
                              <a16:creationId xmlns:a16="http://schemas.microsoft.com/office/drawing/2014/main" id="{3468BE20-FA27-4107-8DD5-3A84BB6B893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64" name="3D Model 1663" descr="Sphere">
                              <a:extLst>
                                <a:ext uri="{FF2B5EF4-FFF2-40B4-BE49-F238E27FC236}">
                                  <a16:creationId xmlns:a16="http://schemas.microsoft.com/office/drawing/2014/main" id="{CEDD6029-94F1-4047-99F8-3BABF3C8AEC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380735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1665" name="Flowchart: Connector 1664">
                          <a:extLst>
                            <a:ext uri="{FF2B5EF4-FFF2-40B4-BE49-F238E27FC236}">
                              <a16:creationId xmlns:a16="http://schemas.microsoft.com/office/drawing/2014/main" id="{68A99AFF-17BB-4216-ADA5-FB5B15DF279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1666" name="3D Model 1665" descr="Sphere">
                              <a:extLst>
                                <a:ext uri="{FF2B5EF4-FFF2-40B4-BE49-F238E27FC236}">
                                  <a16:creationId xmlns:a16="http://schemas.microsoft.com/office/drawing/2014/main" id="{2AE38965-B4B9-4F9A-8D1D-C779F153DC7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6010720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1635" name="Flowchart: Connector 1634">
                        <a:extLst>
                          <a:ext uri="{FF2B5EF4-FFF2-40B4-BE49-F238E27FC236}">
                            <a16:creationId xmlns:a16="http://schemas.microsoft.com/office/drawing/2014/main" id="{DDD2C243-44F8-4A03-928A-B33C77A9E1A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36" name="Flowchart: Connector 1635">
                        <a:extLst>
                          <a:ext uri="{FF2B5EF4-FFF2-40B4-BE49-F238E27FC236}">
                            <a16:creationId xmlns:a16="http://schemas.microsoft.com/office/drawing/2014/main" id="{A767FE99-7CC9-4981-8541-3DFD6C1FF1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37" name="Flowchart: Connector 1636">
                        <a:extLst>
                          <a:ext uri="{FF2B5EF4-FFF2-40B4-BE49-F238E27FC236}">
                            <a16:creationId xmlns:a16="http://schemas.microsoft.com/office/drawing/2014/main" id="{34FAC10C-5DD2-48C1-B4C2-A0E7BBE357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38" name="Flowchart: Connector 1637">
                        <a:extLst>
                          <a:ext uri="{FF2B5EF4-FFF2-40B4-BE49-F238E27FC236}">
                            <a16:creationId xmlns:a16="http://schemas.microsoft.com/office/drawing/2014/main" id="{3E0E3C15-8134-4BE8-80FA-57A125BEB9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39" name="Flowchart: Connector 1638">
                        <a:extLst>
                          <a:ext uri="{FF2B5EF4-FFF2-40B4-BE49-F238E27FC236}">
                            <a16:creationId xmlns:a16="http://schemas.microsoft.com/office/drawing/2014/main" id="{9CC87D66-6FDB-4C62-AB3D-EB35D2CE7C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40" name="Flowchart: Connector 1639">
                        <a:extLst>
                          <a:ext uri="{FF2B5EF4-FFF2-40B4-BE49-F238E27FC236}">
                            <a16:creationId xmlns:a16="http://schemas.microsoft.com/office/drawing/2014/main" id="{E2230D04-9209-40A8-BC95-F52EB0C4F89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41" name="Flowchart: Connector 1640">
                        <a:extLst>
                          <a:ext uri="{FF2B5EF4-FFF2-40B4-BE49-F238E27FC236}">
                            <a16:creationId xmlns:a16="http://schemas.microsoft.com/office/drawing/2014/main" id="{AFC2346E-E533-440A-BBAF-8F09F26C29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42" name="Flowchart: Connector 1641">
                        <a:extLst>
                          <a:ext uri="{FF2B5EF4-FFF2-40B4-BE49-F238E27FC236}">
                            <a16:creationId xmlns:a16="http://schemas.microsoft.com/office/drawing/2014/main" id="{01043B9C-2A41-4250-A9B4-EE8362E053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43" name="Flowchart: Connector 1642">
                        <a:extLst>
                          <a:ext uri="{FF2B5EF4-FFF2-40B4-BE49-F238E27FC236}">
                            <a16:creationId xmlns:a16="http://schemas.microsoft.com/office/drawing/2014/main" id="{D5F38B0C-E324-4179-A285-10C4DB2437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44" name="3D Model 1643" descr="Sphere">
                            <a:extLst>
                              <a:ext uri="{FF2B5EF4-FFF2-40B4-BE49-F238E27FC236}">
                                <a16:creationId xmlns:a16="http://schemas.microsoft.com/office/drawing/2014/main" id="{7E4F6838-405E-44C9-B6CF-1CF02C4F237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7355496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644" name="3D Model 1643" descr="Sphere">
                            <a:extLst>
                              <a:ext uri="{FF2B5EF4-FFF2-40B4-BE49-F238E27FC236}">
                                <a16:creationId xmlns:a16="http://schemas.microsoft.com/office/drawing/2014/main" id="{7E4F6838-405E-44C9-B6CF-1CF02C4F237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497617" y="2251784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45" name="Flowchart: Connector 1644">
                        <a:extLst>
                          <a:ext uri="{FF2B5EF4-FFF2-40B4-BE49-F238E27FC236}">
                            <a16:creationId xmlns:a16="http://schemas.microsoft.com/office/drawing/2014/main" id="{CB01CFF5-6D25-4FBA-AD58-4D526CE2F8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46" name="3D Model 1645" descr="Sphere">
                            <a:extLst>
                              <a:ext uri="{FF2B5EF4-FFF2-40B4-BE49-F238E27FC236}">
                                <a16:creationId xmlns:a16="http://schemas.microsoft.com/office/drawing/2014/main" id="{774F02B2-09D7-423F-B2E9-3AAC72078A4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5752784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646" name="3D Model 1645" descr="Sphere">
                            <a:extLst>
                              <a:ext uri="{FF2B5EF4-FFF2-40B4-BE49-F238E27FC236}">
                                <a16:creationId xmlns:a16="http://schemas.microsoft.com/office/drawing/2014/main" id="{774F02B2-09D7-423F-B2E9-3AAC72078A4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38857" y="226384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47" name="Flowchart: Connector 1646">
                        <a:extLst>
                          <a:ext uri="{FF2B5EF4-FFF2-40B4-BE49-F238E27FC236}">
                            <a16:creationId xmlns:a16="http://schemas.microsoft.com/office/drawing/2014/main" id="{C9C8F450-1E76-4ED2-8953-FACF546E55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48" name="3D Model 1647" descr="Sphere">
                            <a:extLst>
                              <a:ext uri="{FF2B5EF4-FFF2-40B4-BE49-F238E27FC236}">
                                <a16:creationId xmlns:a16="http://schemas.microsoft.com/office/drawing/2014/main" id="{C094AC19-6F03-4640-AB43-88A4981A06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4365325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648" name="3D Model 1647" descr="Sphere">
                            <a:extLst>
                              <a:ext uri="{FF2B5EF4-FFF2-40B4-BE49-F238E27FC236}">
                                <a16:creationId xmlns:a16="http://schemas.microsoft.com/office/drawing/2014/main" id="{C094AC19-6F03-4640-AB43-88A4981A063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81327" y="227680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49" name="Flowchart: Connector 1648">
                        <a:extLst>
                          <a:ext uri="{FF2B5EF4-FFF2-40B4-BE49-F238E27FC236}">
                            <a16:creationId xmlns:a16="http://schemas.microsoft.com/office/drawing/2014/main" id="{BEFFC604-CF55-466F-9B01-532EC92A2F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50" name="3D Model 1649" descr="Sphere">
                            <a:extLst>
                              <a:ext uri="{FF2B5EF4-FFF2-40B4-BE49-F238E27FC236}">
                                <a16:creationId xmlns:a16="http://schemas.microsoft.com/office/drawing/2014/main" id="{F8F2993A-B007-4F17-9117-08B2E75F88E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30095289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650" name="3D Model 1649" descr="Sphere">
                            <a:extLst>
                              <a:ext uri="{FF2B5EF4-FFF2-40B4-BE49-F238E27FC236}">
                                <a16:creationId xmlns:a16="http://schemas.microsoft.com/office/drawing/2014/main" id="{F8F2993A-B007-4F17-9117-08B2E75F88E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627953" y="2291882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1562" name="Flowchart: Connector 1561">
                    <a:extLst>
                      <a:ext uri="{FF2B5EF4-FFF2-40B4-BE49-F238E27FC236}">
                        <a16:creationId xmlns:a16="http://schemas.microsoft.com/office/drawing/2014/main" id="{031CF48C-FE65-4D7E-989D-C6B0557793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63" name="Flowchart: Connector 1562">
                    <a:extLst>
                      <a:ext uri="{FF2B5EF4-FFF2-40B4-BE49-F238E27FC236}">
                        <a16:creationId xmlns:a16="http://schemas.microsoft.com/office/drawing/2014/main" id="{2141C2E1-1224-4B66-9532-48575DD8C56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64" name="Flowchart: Connector 1563">
                    <a:extLst>
                      <a:ext uri="{FF2B5EF4-FFF2-40B4-BE49-F238E27FC236}">
                        <a16:creationId xmlns:a16="http://schemas.microsoft.com/office/drawing/2014/main" id="{348FC99F-F422-4F9C-8714-47CB915944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65" name="Flowchart: Connector 1564">
                    <a:extLst>
                      <a:ext uri="{FF2B5EF4-FFF2-40B4-BE49-F238E27FC236}">
                        <a16:creationId xmlns:a16="http://schemas.microsoft.com/office/drawing/2014/main" id="{395F413F-2AC2-4175-A914-61E001F2093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66" name="Flowchart: Connector 1565">
                    <a:extLst>
                      <a:ext uri="{FF2B5EF4-FFF2-40B4-BE49-F238E27FC236}">
                        <a16:creationId xmlns:a16="http://schemas.microsoft.com/office/drawing/2014/main" id="{D4035295-6FB2-4AA0-B7CE-1231642CD9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67" name="Flowchart: Connector 1566">
                    <a:extLst>
                      <a:ext uri="{FF2B5EF4-FFF2-40B4-BE49-F238E27FC236}">
                        <a16:creationId xmlns:a16="http://schemas.microsoft.com/office/drawing/2014/main" id="{F72B06D1-41D0-4882-AC1D-45947B99FFB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568" name="Flowchart: Connector 1567">
                    <a:extLst>
                      <a:ext uri="{FF2B5EF4-FFF2-40B4-BE49-F238E27FC236}">
                        <a16:creationId xmlns:a16="http://schemas.microsoft.com/office/drawing/2014/main" id="{315585C5-043E-4898-BFC1-43A6E14D72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69" name="Flowchart: Connector 1568">
                    <a:extLst>
                      <a:ext uri="{FF2B5EF4-FFF2-40B4-BE49-F238E27FC236}">
                        <a16:creationId xmlns:a16="http://schemas.microsoft.com/office/drawing/2014/main" id="{F160D8F5-328A-4452-9A1A-7E98105415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1570" name="Group 1569">
                    <a:extLst>
                      <a:ext uri="{FF2B5EF4-FFF2-40B4-BE49-F238E27FC236}">
                        <a16:creationId xmlns:a16="http://schemas.microsoft.com/office/drawing/2014/main" id="{283B444E-16CB-4701-802D-CC5903802FAD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1571" name="Group 1570">
                      <a:extLst>
                        <a:ext uri="{FF2B5EF4-FFF2-40B4-BE49-F238E27FC236}">
                          <a16:creationId xmlns:a16="http://schemas.microsoft.com/office/drawing/2014/main" id="{D43A17DB-D77E-4A97-8BAE-2F6CF91E70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1622" name="Flowchart: Connector 1621">
                        <a:extLst>
                          <a:ext uri="{FF2B5EF4-FFF2-40B4-BE49-F238E27FC236}">
                            <a16:creationId xmlns:a16="http://schemas.microsoft.com/office/drawing/2014/main" id="{AD49E50A-4384-4082-9FDC-C5B0868B9E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23" name="3D Model 1622" descr="Sphere">
                            <a:extLst>
                              <a:ext uri="{FF2B5EF4-FFF2-40B4-BE49-F238E27FC236}">
                                <a16:creationId xmlns:a16="http://schemas.microsoft.com/office/drawing/2014/main" id="{60D60A07-EFFE-4CB2-81F4-253A8685786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01646206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623" name="3D Model 1622" descr="Sphere">
                            <a:extLst>
                              <a:ext uri="{FF2B5EF4-FFF2-40B4-BE49-F238E27FC236}">
                                <a16:creationId xmlns:a16="http://schemas.microsoft.com/office/drawing/2014/main" id="{60D60A07-EFFE-4CB2-81F4-253A8685786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457787" y="2459586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24" name="Flowchart: Connector 1623">
                        <a:extLst>
                          <a:ext uri="{FF2B5EF4-FFF2-40B4-BE49-F238E27FC236}">
                            <a16:creationId xmlns:a16="http://schemas.microsoft.com/office/drawing/2014/main" id="{E4DD9D68-B458-4DA6-A6F8-5197EA1FD8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25" name="3D Model 1624" descr="Sphere">
                            <a:extLst>
                              <a:ext uri="{FF2B5EF4-FFF2-40B4-BE49-F238E27FC236}">
                                <a16:creationId xmlns:a16="http://schemas.microsoft.com/office/drawing/2014/main" id="{AE0B3C11-CA25-4CBE-97A8-3D55406AE56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138706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26" name="Flowchart: Connector 1625">
                        <a:extLst>
                          <a:ext uri="{FF2B5EF4-FFF2-40B4-BE49-F238E27FC236}">
                            <a16:creationId xmlns:a16="http://schemas.microsoft.com/office/drawing/2014/main" id="{D41696D5-730C-4F7F-B861-B72F09DBEAD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27" name="3D Model 1626" descr="Sphere">
                            <a:extLst>
                              <a:ext uri="{FF2B5EF4-FFF2-40B4-BE49-F238E27FC236}">
                                <a16:creationId xmlns:a16="http://schemas.microsoft.com/office/drawing/2014/main" id="{36272A21-799D-422D-8EF9-DA79BE937BB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302731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28" name="Flowchart: Connector 1627">
                        <a:extLst>
                          <a:ext uri="{FF2B5EF4-FFF2-40B4-BE49-F238E27FC236}">
                            <a16:creationId xmlns:a16="http://schemas.microsoft.com/office/drawing/2014/main" id="{A113CFA1-9CDD-40C8-8545-8A4AECEF91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29" name="3D Model 1628" descr="Sphere">
                            <a:extLst>
                              <a:ext uri="{FF2B5EF4-FFF2-40B4-BE49-F238E27FC236}">
                                <a16:creationId xmlns:a16="http://schemas.microsoft.com/office/drawing/2014/main" id="{F02283B2-778E-4ADA-A363-DB41F922865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414754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572" name="Group 1571">
                      <a:extLst>
                        <a:ext uri="{FF2B5EF4-FFF2-40B4-BE49-F238E27FC236}">
                          <a16:creationId xmlns:a16="http://schemas.microsoft.com/office/drawing/2014/main" id="{958806AD-FBB8-4BA1-8DD7-4840EF40DB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1606" name="Flowchart: Connector 1605">
                        <a:extLst>
                          <a:ext uri="{FF2B5EF4-FFF2-40B4-BE49-F238E27FC236}">
                            <a16:creationId xmlns:a16="http://schemas.microsoft.com/office/drawing/2014/main" id="{32F53179-E93E-458C-AF01-82038B0481C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07" name="Flowchart: Connector 1606">
                        <a:extLst>
                          <a:ext uri="{FF2B5EF4-FFF2-40B4-BE49-F238E27FC236}">
                            <a16:creationId xmlns:a16="http://schemas.microsoft.com/office/drawing/2014/main" id="{DBD1E02A-A390-4AE8-BAA3-39AA1E93A07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08" name="Flowchart: Connector 1607">
                        <a:extLst>
                          <a:ext uri="{FF2B5EF4-FFF2-40B4-BE49-F238E27FC236}">
                            <a16:creationId xmlns:a16="http://schemas.microsoft.com/office/drawing/2014/main" id="{293E16AC-05C0-46E5-8027-CD2F1A1408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09" name="Flowchart: Connector 1608">
                        <a:extLst>
                          <a:ext uri="{FF2B5EF4-FFF2-40B4-BE49-F238E27FC236}">
                            <a16:creationId xmlns:a16="http://schemas.microsoft.com/office/drawing/2014/main" id="{52BDB288-D61D-41F6-AD5C-EE030028390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10" name="Flowchart: Connector 1609">
                        <a:extLst>
                          <a:ext uri="{FF2B5EF4-FFF2-40B4-BE49-F238E27FC236}">
                            <a16:creationId xmlns:a16="http://schemas.microsoft.com/office/drawing/2014/main" id="{BA0766A8-7D2E-49D3-8455-3BCA0C9317A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11" name="Flowchart: Connector 1610">
                        <a:extLst>
                          <a:ext uri="{FF2B5EF4-FFF2-40B4-BE49-F238E27FC236}">
                            <a16:creationId xmlns:a16="http://schemas.microsoft.com/office/drawing/2014/main" id="{82089B6E-8E28-45D6-8A5B-E85664F1E6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12" name="Flowchart: Connector 1611">
                        <a:extLst>
                          <a:ext uri="{FF2B5EF4-FFF2-40B4-BE49-F238E27FC236}">
                            <a16:creationId xmlns:a16="http://schemas.microsoft.com/office/drawing/2014/main" id="{97EBF921-30CD-4F99-83D1-6841CED7FD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13" name="Flowchart: Connector 1612">
                        <a:extLst>
                          <a:ext uri="{FF2B5EF4-FFF2-40B4-BE49-F238E27FC236}">
                            <a16:creationId xmlns:a16="http://schemas.microsoft.com/office/drawing/2014/main" id="{CB44FC4E-2540-4F0C-9C91-DFFB0B61D5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14" name="Flowchart: Connector 1613">
                        <a:extLst>
                          <a:ext uri="{FF2B5EF4-FFF2-40B4-BE49-F238E27FC236}">
                            <a16:creationId xmlns:a16="http://schemas.microsoft.com/office/drawing/2014/main" id="{54639583-F018-4740-AD19-0698939A90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15" name="3D Model 1614" descr="Sphere">
                            <a:extLst>
                              <a:ext uri="{FF2B5EF4-FFF2-40B4-BE49-F238E27FC236}">
                                <a16:creationId xmlns:a16="http://schemas.microsoft.com/office/drawing/2014/main" id="{A25BF9BF-9D18-439B-8289-387D4D30D31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7590235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615" name="3D Model 1614" descr="Sphere">
                            <a:extLst>
                              <a:ext uri="{FF2B5EF4-FFF2-40B4-BE49-F238E27FC236}">
                                <a16:creationId xmlns:a16="http://schemas.microsoft.com/office/drawing/2014/main" id="{A25BF9BF-9D18-439B-8289-387D4D30D31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57203" y="239675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16" name="Flowchart: Connector 1615">
                        <a:extLst>
                          <a:ext uri="{FF2B5EF4-FFF2-40B4-BE49-F238E27FC236}">
                            <a16:creationId xmlns:a16="http://schemas.microsoft.com/office/drawing/2014/main" id="{8558D481-DF7B-431E-B38F-4A9FBF73BC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17" name="3D Model 1616" descr="Sphere">
                            <a:extLst>
                              <a:ext uri="{FF2B5EF4-FFF2-40B4-BE49-F238E27FC236}">
                                <a16:creationId xmlns:a16="http://schemas.microsoft.com/office/drawing/2014/main" id="{EA6C7F08-77E8-40D9-A276-AFC9ECA6B7A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2030157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18" name="Flowchart: Connector 1617">
                        <a:extLst>
                          <a:ext uri="{FF2B5EF4-FFF2-40B4-BE49-F238E27FC236}">
                            <a16:creationId xmlns:a16="http://schemas.microsoft.com/office/drawing/2014/main" id="{B4B2A19E-14B1-4DA8-B879-40453ECF9D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19" name="3D Model 1618" descr="Sphere">
                            <a:extLst>
                              <a:ext uri="{FF2B5EF4-FFF2-40B4-BE49-F238E27FC236}">
                                <a16:creationId xmlns:a16="http://schemas.microsoft.com/office/drawing/2014/main" id="{AE55D438-7EBD-49AE-93CC-76D3643A2CD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406742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20" name="Flowchart: Connector 1619">
                        <a:extLst>
                          <a:ext uri="{FF2B5EF4-FFF2-40B4-BE49-F238E27FC236}">
                            <a16:creationId xmlns:a16="http://schemas.microsoft.com/office/drawing/2014/main" id="{13B277F0-AA81-4EE0-8EC1-DA837EC122A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21" name="3D Model 1620" descr="Sphere">
                            <a:extLst>
                              <a:ext uri="{FF2B5EF4-FFF2-40B4-BE49-F238E27FC236}">
                                <a16:creationId xmlns:a16="http://schemas.microsoft.com/office/drawing/2014/main" id="{AE12579E-1238-4D3D-A8B2-01C28151B48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8192677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573" name="Group 1572">
                      <a:extLst>
                        <a:ext uri="{FF2B5EF4-FFF2-40B4-BE49-F238E27FC236}">
                          <a16:creationId xmlns:a16="http://schemas.microsoft.com/office/drawing/2014/main" id="{8695D281-5BE5-41BD-93EF-BB407108BC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1590" name="Flowchart: Connector 1589">
                        <a:extLst>
                          <a:ext uri="{FF2B5EF4-FFF2-40B4-BE49-F238E27FC236}">
                            <a16:creationId xmlns:a16="http://schemas.microsoft.com/office/drawing/2014/main" id="{2339C96E-2E90-480A-B149-63CA3BCA170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1" name="Flowchart: Connector 1590">
                        <a:extLst>
                          <a:ext uri="{FF2B5EF4-FFF2-40B4-BE49-F238E27FC236}">
                            <a16:creationId xmlns:a16="http://schemas.microsoft.com/office/drawing/2014/main" id="{ED229D27-07F7-4903-BCE4-7CACA330F7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2" name="Flowchart: Connector 1591">
                        <a:extLst>
                          <a:ext uri="{FF2B5EF4-FFF2-40B4-BE49-F238E27FC236}">
                            <a16:creationId xmlns:a16="http://schemas.microsoft.com/office/drawing/2014/main" id="{E755E40A-42FC-4955-B9B1-9A5DB53598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3" name="Flowchart: Connector 1592">
                        <a:extLst>
                          <a:ext uri="{FF2B5EF4-FFF2-40B4-BE49-F238E27FC236}">
                            <a16:creationId xmlns:a16="http://schemas.microsoft.com/office/drawing/2014/main" id="{12F4D4FC-50CC-4D33-8766-35A11202AEB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4" name="Flowchart: Connector 1593">
                        <a:extLst>
                          <a:ext uri="{FF2B5EF4-FFF2-40B4-BE49-F238E27FC236}">
                            <a16:creationId xmlns:a16="http://schemas.microsoft.com/office/drawing/2014/main" id="{A13A4378-4DB8-48AD-AEF0-71AF7D2A489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5" name="Flowchart: Connector 1594">
                        <a:extLst>
                          <a:ext uri="{FF2B5EF4-FFF2-40B4-BE49-F238E27FC236}">
                            <a16:creationId xmlns:a16="http://schemas.microsoft.com/office/drawing/2014/main" id="{5DEB7DD2-3378-4613-B016-0FFB0A85A12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6" name="Flowchart: Connector 1595">
                        <a:extLst>
                          <a:ext uri="{FF2B5EF4-FFF2-40B4-BE49-F238E27FC236}">
                            <a16:creationId xmlns:a16="http://schemas.microsoft.com/office/drawing/2014/main" id="{C77F4B10-5AE7-42D6-B295-5ED9D702131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7" name="Flowchart: Connector 1596">
                        <a:extLst>
                          <a:ext uri="{FF2B5EF4-FFF2-40B4-BE49-F238E27FC236}">
                            <a16:creationId xmlns:a16="http://schemas.microsoft.com/office/drawing/2014/main" id="{89117DF3-DA3C-4273-B7B0-3C88F2E000D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598" name="Flowchart: Connector 1597">
                        <a:extLst>
                          <a:ext uri="{FF2B5EF4-FFF2-40B4-BE49-F238E27FC236}">
                            <a16:creationId xmlns:a16="http://schemas.microsoft.com/office/drawing/2014/main" id="{7F6F1FE2-D08A-4C00-BCA9-54AFE856D5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599" name="3D Model 1598" descr="Sphere">
                            <a:extLst>
                              <a:ext uri="{FF2B5EF4-FFF2-40B4-BE49-F238E27FC236}">
                                <a16:creationId xmlns:a16="http://schemas.microsoft.com/office/drawing/2014/main" id="{65F4613F-BA2E-4D19-92B6-DD90C6B413C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85836699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599" name="3D Model 1598" descr="Sphere">
                            <a:extLst>
                              <a:ext uri="{FF2B5EF4-FFF2-40B4-BE49-F238E27FC236}">
                                <a16:creationId xmlns:a16="http://schemas.microsoft.com/office/drawing/2014/main" id="{65F4613F-BA2E-4D19-92B6-DD90C6B413C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55522" y="233588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00" name="Flowchart: Connector 1599">
                        <a:extLst>
                          <a:ext uri="{FF2B5EF4-FFF2-40B4-BE49-F238E27FC236}">
                            <a16:creationId xmlns:a16="http://schemas.microsoft.com/office/drawing/2014/main" id="{4D079BB2-C824-4C10-8879-E47B99184F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01" name="3D Model 1600" descr="Sphere">
                            <a:extLst>
                              <a:ext uri="{FF2B5EF4-FFF2-40B4-BE49-F238E27FC236}">
                                <a16:creationId xmlns:a16="http://schemas.microsoft.com/office/drawing/2014/main" id="{D6E5EE4C-3068-4057-8CA8-50136651EC6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192218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601" name="3D Model 1600" descr="Sphere">
                            <a:extLst>
                              <a:ext uri="{FF2B5EF4-FFF2-40B4-BE49-F238E27FC236}">
                                <a16:creationId xmlns:a16="http://schemas.microsoft.com/office/drawing/2014/main" id="{D6E5EE4C-3068-4057-8CA8-50136651EC6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97223" y="235175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02" name="Flowchart: Connector 1601">
                        <a:extLst>
                          <a:ext uri="{FF2B5EF4-FFF2-40B4-BE49-F238E27FC236}">
                            <a16:creationId xmlns:a16="http://schemas.microsoft.com/office/drawing/2014/main" id="{2ADC0DA5-40BB-42AA-8AEF-43002CF378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03" name="3D Model 1602" descr="Sphere">
                            <a:extLst>
                              <a:ext uri="{FF2B5EF4-FFF2-40B4-BE49-F238E27FC236}">
                                <a16:creationId xmlns:a16="http://schemas.microsoft.com/office/drawing/2014/main" id="{89B57540-B341-414C-9124-A2B776A92C3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71914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04" name="Flowchart: Connector 1603">
                        <a:extLst>
                          <a:ext uri="{FF2B5EF4-FFF2-40B4-BE49-F238E27FC236}">
                            <a16:creationId xmlns:a16="http://schemas.microsoft.com/office/drawing/2014/main" id="{DDF52274-634A-4E00-BBC5-E3E0B306C4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05" name="3D Model 1604" descr="Sphere">
                            <a:extLst>
                              <a:ext uri="{FF2B5EF4-FFF2-40B4-BE49-F238E27FC236}">
                                <a16:creationId xmlns:a16="http://schemas.microsoft.com/office/drawing/2014/main" id="{8EDCE9BC-6531-42A2-A4C5-4F6D8C6B814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969586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574" name="Flowchart: Connector 1573">
                      <a:extLst>
                        <a:ext uri="{FF2B5EF4-FFF2-40B4-BE49-F238E27FC236}">
                          <a16:creationId xmlns:a16="http://schemas.microsoft.com/office/drawing/2014/main" id="{97FC889F-6226-45B9-AE55-02CC1046F1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75" name="Flowchart: Connector 1574">
                      <a:extLst>
                        <a:ext uri="{FF2B5EF4-FFF2-40B4-BE49-F238E27FC236}">
                          <a16:creationId xmlns:a16="http://schemas.microsoft.com/office/drawing/2014/main" id="{4D27D875-7A57-4145-BBC1-6289AD247B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76" name="Flowchart: Connector 1575">
                      <a:extLst>
                        <a:ext uri="{FF2B5EF4-FFF2-40B4-BE49-F238E27FC236}">
                          <a16:creationId xmlns:a16="http://schemas.microsoft.com/office/drawing/2014/main" id="{3A6B295C-649D-4045-9D7E-8FEEFE1EAA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77" name="Flowchart: Connector 1576">
                      <a:extLst>
                        <a:ext uri="{FF2B5EF4-FFF2-40B4-BE49-F238E27FC236}">
                          <a16:creationId xmlns:a16="http://schemas.microsoft.com/office/drawing/2014/main" id="{DD2CA4EC-2856-4E56-88D8-D16C9F49A6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78" name="Flowchart: Connector 1577">
                      <a:extLst>
                        <a:ext uri="{FF2B5EF4-FFF2-40B4-BE49-F238E27FC236}">
                          <a16:creationId xmlns:a16="http://schemas.microsoft.com/office/drawing/2014/main" id="{01F8F7B2-3D2B-48BB-8D94-2502E09B85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79" name="Flowchart: Connector 1578">
                      <a:extLst>
                        <a:ext uri="{FF2B5EF4-FFF2-40B4-BE49-F238E27FC236}">
                          <a16:creationId xmlns:a16="http://schemas.microsoft.com/office/drawing/2014/main" id="{3DD0CA93-4F5E-4D8C-989F-C90EE70A7B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80" name="Flowchart: Connector 1579">
                      <a:extLst>
                        <a:ext uri="{FF2B5EF4-FFF2-40B4-BE49-F238E27FC236}">
                          <a16:creationId xmlns:a16="http://schemas.microsoft.com/office/drawing/2014/main" id="{0EB34DB6-F050-4393-83E0-67C3262F65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81" name="Flowchart: Connector 1580">
                      <a:extLst>
                        <a:ext uri="{FF2B5EF4-FFF2-40B4-BE49-F238E27FC236}">
                          <a16:creationId xmlns:a16="http://schemas.microsoft.com/office/drawing/2014/main" id="{3CD63266-7B52-4217-AF48-22C238BBF7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82" name="Flowchart: Connector 1581">
                      <a:extLst>
                        <a:ext uri="{FF2B5EF4-FFF2-40B4-BE49-F238E27FC236}">
                          <a16:creationId xmlns:a16="http://schemas.microsoft.com/office/drawing/2014/main" id="{6E31C1B3-210E-4895-B3A3-9A9A38110F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83" name="3D Model 1582" descr="Sphere">
                          <a:extLst>
                            <a:ext uri="{FF2B5EF4-FFF2-40B4-BE49-F238E27FC236}">
                              <a16:creationId xmlns:a16="http://schemas.microsoft.com/office/drawing/2014/main" id="{FAEF2B25-A843-4C17-96E6-2326F508628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42019029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83" name="3D Model 1582" descr="Sphere">
                          <a:extLst>
                            <a:ext uri="{FF2B5EF4-FFF2-40B4-BE49-F238E27FC236}">
                              <a16:creationId xmlns:a16="http://schemas.microsoft.com/office/drawing/2014/main" id="{FAEF2B25-A843-4C17-96E6-2326F508628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456764" y="2276761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84" name="Flowchart: Connector 1583">
                      <a:extLst>
                        <a:ext uri="{FF2B5EF4-FFF2-40B4-BE49-F238E27FC236}">
                          <a16:creationId xmlns:a16="http://schemas.microsoft.com/office/drawing/2014/main" id="{7EF6C29B-DAA9-4697-892B-B1A0D886DA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85" name="3D Model 1584" descr="Sphere">
                          <a:extLst>
                            <a:ext uri="{FF2B5EF4-FFF2-40B4-BE49-F238E27FC236}">
                              <a16:creationId xmlns:a16="http://schemas.microsoft.com/office/drawing/2014/main" id="{1A48DAB0-96E9-49A7-8F43-87B8AB828CE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5664166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85" name="3D Model 1584" descr="Sphere">
                          <a:extLst>
                            <a:ext uri="{FF2B5EF4-FFF2-40B4-BE49-F238E27FC236}">
                              <a16:creationId xmlns:a16="http://schemas.microsoft.com/office/drawing/2014/main" id="{1A48DAB0-96E9-49A7-8F43-87B8AB828CE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499488" y="2293773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86" name="Flowchart: Connector 1585">
                      <a:extLst>
                        <a:ext uri="{FF2B5EF4-FFF2-40B4-BE49-F238E27FC236}">
                          <a16:creationId xmlns:a16="http://schemas.microsoft.com/office/drawing/2014/main" id="{27B702E5-C79F-4C05-A859-55EED82F2D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87" name="3D Model 1586" descr="Sphere">
                          <a:extLst>
                            <a:ext uri="{FF2B5EF4-FFF2-40B4-BE49-F238E27FC236}">
                              <a16:creationId xmlns:a16="http://schemas.microsoft.com/office/drawing/2014/main" id="{4A9E232F-1EA8-4405-8501-404ABAFC62E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19273033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87" name="3D Model 1586" descr="Sphere">
                          <a:extLst>
                            <a:ext uri="{FF2B5EF4-FFF2-40B4-BE49-F238E27FC236}">
                              <a16:creationId xmlns:a16="http://schemas.microsoft.com/office/drawing/2014/main" id="{4A9E232F-1EA8-4405-8501-404ABAFC62E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41375" y="2302789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88" name="Flowchart: Connector 1587">
                      <a:extLst>
                        <a:ext uri="{FF2B5EF4-FFF2-40B4-BE49-F238E27FC236}">
                          <a16:creationId xmlns:a16="http://schemas.microsoft.com/office/drawing/2014/main" id="{4B9A1402-DAC8-4865-8F8C-22C327C03E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89" name="3D Model 1588" descr="Sphere">
                          <a:extLst>
                            <a:ext uri="{FF2B5EF4-FFF2-40B4-BE49-F238E27FC236}">
                              <a16:creationId xmlns:a16="http://schemas.microsoft.com/office/drawing/2014/main" id="{4614BFF0-34DE-485F-8555-3EBF46C0817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5191406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89" name="3D Model 1588" descr="Sphere">
                          <a:extLst>
                            <a:ext uri="{FF2B5EF4-FFF2-40B4-BE49-F238E27FC236}">
                              <a16:creationId xmlns:a16="http://schemas.microsoft.com/office/drawing/2014/main" id="{4614BFF0-34DE-485F-8555-3EBF46C0817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588001" y="2319183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479" name="Group 1478">
                  <a:extLst>
                    <a:ext uri="{FF2B5EF4-FFF2-40B4-BE49-F238E27FC236}">
                      <a16:creationId xmlns:a16="http://schemas.microsoft.com/office/drawing/2014/main" id="{7F3F66DF-7A34-43A4-BE77-7D4C2D21A847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49" name="Freeform: Shape 1548">
                    <a:extLst>
                      <a:ext uri="{FF2B5EF4-FFF2-40B4-BE49-F238E27FC236}">
                        <a16:creationId xmlns:a16="http://schemas.microsoft.com/office/drawing/2014/main" id="{8FC8AADA-BCCD-4104-9754-722FD00DE69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50" name="Rectangle: Rounded Corners 1549">
                    <a:extLst>
                      <a:ext uri="{FF2B5EF4-FFF2-40B4-BE49-F238E27FC236}">
                        <a16:creationId xmlns:a16="http://schemas.microsoft.com/office/drawing/2014/main" id="{C0F1F3EF-DC08-41FA-9812-379DD7129BE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0" name="Group 1479">
                  <a:extLst>
                    <a:ext uri="{FF2B5EF4-FFF2-40B4-BE49-F238E27FC236}">
                      <a16:creationId xmlns:a16="http://schemas.microsoft.com/office/drawing/2014/main" id="{0AAA2B4E-DE4B-4D71-9B85-9693E82386F9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47" name="Freeform: Shape 1546">
                    <a:extLst>
                      <a:ext uri="{FF2B5EF4-FFF2-40B4-BE49-F238E27FC236}">
                        <a16:creationId xmlns:a16="http://schemas.microsoft.com/office/drawing/2014/main" id="{905DE080-8AF5-4759-8860-D892BD64DB8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48" name="Rectangle: Rounded Corners 1547">
                    <a:extLst>
                      <a:ext uri="{FF2B5EF4-FFF2-40B4-BE49-F238E27FC236}">
                        <a16:creationId xmlns:a16="http://schemas.microsoft.com/office/drawing/2014/main" id="{375EC7C7-9231-4037-AED3-13B009DF1AF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1" name="Group 1480">
                  <a:extLst>
                    <a:ext uri="{FF2B5EF4-FFF2-40B4-BE49-F238E27FC236}">
                      <a16:creationId xmlns:a16="http://schemas.microsoft.com/office/drawing/2014/main" id="{DB34ABAE-7B1F-4417-AB79-419B2860AAC8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1545" name="Freeform: Shape 1544">
                    <a:extLst>
                      <a:ext uri="{FF2B5EF4-FFF2-40B4-BE49-F238E27FC236}">
                        <a16:creationId xmlns:a16="http://schemas.microsoft.com/office/drawing/2014/main" id="{F2B3B7E0-EC12-4EA5-B485-42B96326EF0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46" name="Rectangle: Rounded Corners 1545">
                    <a:extLst>
                      <a:ext uri="{FF2B5EF4-FFF2-40B4-BE49-F238E27FC236}">
                        <a16:creationId xmlns:a16="http://schemas.microsoft.com/office/drawing/2014/main" id="{4F0BBFC4-B524-49B9-A815-AD54B344436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2" name="Group 1481">
                  <a:extLst>
                    <a:ext uri="{FF2B5EF4-FFF2-40B4-BE49-F238E27FC236}">
                      <a16:creationId xmlns:a16="http://schemas.microsoft.com/office/drawing/2014/main" id="{147BE2E6-92B3-4435-B089-28EA7626954B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43" name="Freeform: Shape 1542">
                    <a:extLst>
                      <a:ext uri="{FF2B5EF4-FFF2-40B4-BE49-F238E27FC236}">
                        <a16:creationId xmlns:a16="http://schemas.microsoft.com/office/drawing/2014/main" id="{0A849B5A-9B66-4EC9-ACFB-E4CEF71D379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44" name="Rectangle: Rounded Corners 1543">
                    <a:extLst>
                      <a:ext uri="{FF2B5EF4-FFF2-40B4-BE49-F238E27FC236}">
                        <a16:creationId xmlns:a16="http://schemas.microsoft.com/office/drawing/2014/main" id="{2F2BBAD3-5A22-48D4-9048-1DEA2194BEB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3" name="Group 1482">
                  <a:extLst>
                    <a:ext uri="{FF2B5EF4-FFF2-40B4-BE49-F238E27FC236}">
                      <a16:creationId xmlns:a16="http://schemas.microsoft.com/office/drawing/2014/main" id="{714A9015-DF9B-4F8C-B446-D39229857606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41" name="Freeform: Shape 1540">
                    <a:extLst>
                      <a:ext uri="{FF2B5EF4-FFF2-40B4-BE49-F238E27FC236}">
                        <a16:creationId xmlns:a16="http://schemas.microsoft.com/office/drawing/2014/main" id="{653B1268-AF8D-466A-B464-8140D2FDCF7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42" name="Rectangle: Rounded Corners 1541">
                    <a:extLst>
                      <a:ext uri="{FF2B5EF4-FFF2-40B4-BE49-F238E27FC236}">
                        <a16:creationId xmlns:a16="http://schemas.microsoft.com/office/drawing/2014/main" id="{8FA2C205-817F-4C9C-B052-521DD12E758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4" name="Group 1483">
                  <a:extLst>
                    <a:ext uri="{FF2B5EF4-FFF2-40B4-BE49-F238E27FC236}">
                      <a16:creationId xmlns:a16="http://schemas.microsoft.com/office/drawing/2014/main" id="{7F81B04C-4E01-453D-8EA1-6275069EA9CA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539" name="Freeform: Shape 1538">
                    <a:extLst>
                      <a:ext uri="{FF2B5EF4-FFF2-40B4-BE49-F238E27FC236}">
                        <a16:creationId xmlns:a16="http://schemas.microsoft.com/office/drawing/2014/main" id="{A91AAC1B-F574-429A-8F44-C22E9FD4AC6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40" name="Rectangle: Rounded Corners 1539">
                    <a:extLst>
                      <a:ext uri="{FF2B5EF4-FFF2-40B4-BE49-F238E27FC236}">
                        <a16:creationId xmlns:a16="http://schemas.microsoft.com/office/drawing/2014/main" id="{B6DA6D43-142D-4CAD-9772-7C75AF260AE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5" name="Group 1484">
                  <a:extLst>
                    <a:ext uri="{FF2B5EF4-FFF2-40B4-BE49-F238E27FC236}">
                      <a16:creationId xmlns:a16="http://schemas.microsoft.com/office/drawing/2014/main" id="{7181196E-4EFA-4E68-83C0-CC66321BF639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37" name="Freeform: Shape 1536">
                    <a:extLst>
                      <a:ext uri="{FF2B5EF4-FFF2-40B4-BE49-F238E27FC236}">
                        <a16:creationId xmlns:a16="http://schemas.microsoft.com/office/drawing/2014/main" id="{F3CE6A43-269D-4269-8499-03CB567117E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38" name="Rectangle: Rounded Corners 1537">
                    <a:extLst>
                      <a:ext uri="{FF2B5EF4-FFF2-40B4-BE49-F238E27FC236}">
                        <a16:creationId xmlns:a16="http://schemas.microsoft.com/office/drawing/2014/main" id="{CB42C13A-2589-4CE9-AADD-D44E98E7834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6" name="Group 1485">
                  <a:extLst>
                    <a:ext uri="{FF2B5EF4-FFF2-40B4-BE49-F238E27FC236}">
                      <a16:creationId xmlns:a16="http://schemas.microsoft.com/office/drawing/2014/main" id="{23BF47FE-73FE-435A-BBE7-0E7617DA361B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35" name="Freeform: Shape 1534">
                    <a:extLst>
                      <a:ext uri="{FF2B5EF4-FFF2-40B4-BE49-F238E27FC236}">
                        <a16:creationId xmlns:a16="http://schemas.microsoft.com/office/drawing/2014/main" id="{BD72BCF9-353B-4C44-BFA6-74ED27E15AB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36" name="Rectangle: Rounded Corners 1535">
                    <a:extLst>
                      <a:ext uri="{FF2B5EF4-FFF2-40B4-BE49-F238E27FC236}">
                        <a16:creationId xmlns:a16="http://schemas.microsoft.com/office/drawing/2014/main" id="{C99F396D-2003-4D53-BACA-1FA2CAD7220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7" name="Group 1486">
                  <a:extLst>
                    <a:ext uri="{FF2B5EF4-FFF2-40B4-BE49-F238E27FC236}">
                      <a16:creationId xmlns:a16="http://schemas.microsoft.com/office/drawing/2014/main" id="{FCD7C68B-FFD3-4DC6-94FD-8DB0C6D67245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33" name="Freeform: Shape 1532">
                    <a:extLst>
                      <a:ext uri="{FF2B5EF4-FFF2-40B4-BE49-F238E27FC236}">
                        <a16:creationId xmlns:a16="http://schemas.microsoft.com/office/drawing/2014/main" id="{F8E8B443-515E-4FCB-9ED7-A409FC8727A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34" name="Rectangle: Rounded Corners 1533">
                    <a:extLst>
                      <a:ext uri="{FF2B5EF4-FFF2-40B4-BE49-F238E27FC236}">
                        <a16:creationId xmlns:a16="http://schemas.microsoft.com/office/drawing/2014/main" id="{A9AF50C3-9A2B-4A83-A0E1-95E3313FBF8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8" name="Group 1487">
                  <a:extLst>
                    <a:ext uri="{FF2B5EF4-FFF2-40B4-BE49-F238E27FC236}">
                      <a16:creationId xmlns:a16="http://schemas.microsoft.com/office/drawing/2014/main" id="{49E46602-7CE1-4384-8A09-77464F96AD52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1531" name="Freeform: Shape 1530">
                    <a:extLst>
                      <a:ext uri="{FF2B5EF4-FFF2-40B4-BE49-F238E27FC236}">
                        <a16:creationId xmlns:a16="http://schemas.microsoft.com/office/drawing/2014/main" id="{F6F0D307-6111-440C-8A44-E093F7CD379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32" name="Rectangle: Rounded Corners 1531">
                    <a:extLst>
                      <a:ext uri="{FF2B5EF4-FFF2-40B4-BE49-F238E27FC236}">
                        <a16:creationId xmlns:a16="http://schemas.microsoft.com/office/drawing/2014/main" id="{71FABD81-E2FC-483A-95BA-6AD38BE2AE5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89" name="Group 1488">
                  <a:extLst>
                    <a:ext uri="{FF2B5EF4-FFF2-40B4-BE49-F238E27FC236}">
                      <a16:creationId xmlns:a16="http://schemas.microsoft.com/office/drawing/2014/main" id="{449F22D2-0355-4A1E-BF42-22C6E5E1290C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29" name="Freeform: Shape 1528">
                    <a:extLst>
                      <a:ext uri="{FF2B5EF4-FFF2-40B4-BE49-F238E27FC236}">
                        <a16:creationId xmlns:a16="http://schemas.microsoft.com/office/drawing/2014/main" id="{5FCD0C06-61E1-41FC-B585-A3F32E4C750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30" name="Rectangle: Rounded Corners 1529">
                    <a:extLst>
                      <a:ext uri="{FF2B5EF4-FFF2-40B4-BE49-F238E27FC236}">
                        <a16:creationId xmlns:a16="http://schemas.microsoft.com/office/drawing/2014/main" id="{4D52902B-B164-4B08-A937-7004A531548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0" name="Group 1489">
                  <a:extLst>
                    <a:ext uri="{FF2B5EF4-FFF2-40B4-BE49-F238E27FC236}">
                      <a16:creationId xmlns:a16="http://schemas.microsoft.com/office/drawing/2014/main" id="{341E697F-589E-4B1E-8D27-2A68295B7E29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27" name="Freeform: Shape 1526">
                    <a:extLst>
                      <a:ext uri="{FF2B5EF4-FFF2-40B4-BE49-F238E27FC236}">
                        <a16:creationId xmlns:a16="http://schemas.microsoft.com/office/drawing/2014/main" id="{140D2CE6-BB69-42FC-BCA2-2A45B1C5B3F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28" name="Rectangle: Rounded Corners 1527">
                    <a:extLst>
                      <a:ext uri="{FF2B5EF4-FFF2-40B4-BE49-F238E27FC236}">
                        <a16:creationId xmlns:a16="http://schemas.microsoft.com/office/drawing/2014/main" id="{A32E569B-5F7B-4512-852F-453A05E9FD2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1" name="Group 1490">
                  <a:extLst>
                    <a:ext uri="{FF2B5EF4-FFF2-40B4-BE49-F238E27FC236}">
                      <a16:creationId xmlns:a16="http://schemas.microsoft.com/office/drawing/2014/main" id="{D271030D-FAD0-4653-84EF-FF072FD665BD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25" name="Freeform: Shape 1524">
                    <a:extLst>
                      <a:ext uri="{FF2B5EF4-FFF2-40B4-BE49-F238E27FC236}">
                        <a16:creationId xmlns:a16="http://schemas.microsoft.com/office/drawing/2014/main" id="{1667869D-EAA3-45BD-8357-CBEC60B5DAA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26" name="Rectangle: Rounded Corners 1525">
                    <a:extLst>
                      <a:ext uri="{FF2B5EF4-FFF2-40B4-BE49-F238E27FC236}">
                        <a16:creationId xmlns:a16="http://schemas.microsoft.com/office/drawing/2014/main" id="{6DC054F0-BF69-4A37-B66A-D7A4CCE5BEE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2" name="Group 1491">
                  <a:extLst>
                    <a:ext uri="{FF2B5EF4-FFF2-40B4-BE49-F238E27FC236}">
                      <a16:creationId xmlns:a16="http://schemas.microsoft.com/office/drawing/2014/main" id="{C998D828-C145-4BAA-B7C6-E4AF3AED3FFD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23" name="Freeform: Shape 1522">
                    <a:extLst>
                      <a:ext uri="{FF2B5EF4-FFF2-40B4-BE49-F238E27FC236}">
                        <a16:creationId xmlns:a16="http://schemas.microsoft.com/office/drawing/2014/main" id="{F571F7BD-0357-4C40-89A9-A98167A1365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24" name="Rectangle: Rounded Corners 1523">
                    <a:extLst>
                      <a:ext uri="{FF2B5EF4-FFF2-40B4-BE49-F238E27FC236}">
                        <a16:creationId xmlns:a16="http://schemas.microsoft.com/office/drawing/2014/main" id="{E3DC2640-7251-4541-AF19-7E37B74C9F7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3" name="Group 1492">
                  <a:extLst>
                    <a:ext uri="{FF2B5EF4-FFF2-40B4-BE49-F238E27FC236}">
                      <a16:creationId xmlns:a16="http://schemas.microsoft.com/office/drawing/2014/main" id="{8FB57D68-7A1B-4ED9-BFA6-F146362021E9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21" name="Freeform: Shape 1520">
                    <a:extLst>
                      <a:ext uri="{FF2B5EF4-FFF2-40B4-BE49-F238E27FC236}">
                        <a16:creationId xmlns:a16="http://schemas.microsoft.com/office/drawing/2014/main" id="{4B74BEEA-6732-459D-9727-7BA81A0E59C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22" name="Rectangle: Rounded Corners 1521">
                    <a:extLst>
                      <a:ext uri="{FF2B5EF4-FFF2-40B4-BE49-F238E27FC236}">
                        <a16:creationId xmlns:a16="http://schemas.microsoft.com/office/drawing/2014/main" id="{B0162D05-FAF4-4A9C-8478-FC02CE7949F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4" name="Group 1493">
                  <a:extLst>
                    <a:ext uri="{FF2B5EF4-FFF2-40B4-BE49-F238E27FC236}">
                      <a16:creationId xmlns:a16="http://schemas.microsoft.com/office/drawing/2014/main" id="{3901B829-C70F-4978-AD5A-DB9DDB68881F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519" name="Freeform: Shape 1518">
                    <a:extLst>
                      <a:ext uri="{FF2B5EF4-FFF2-40B4-BE49-F238E27FC236}">
                        <a16:creationId xmlns:a16="http://schemas.microsoft.com/office/drawing/2014/main" id="{79C568DE-3986-40A0-BA5C-8E2A50612DE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20" name="Rectangle: Rounded Corners 1519">
                    <a:extLst>
                      <a:ext uri="{FF2B5EF4-FFF2-40B4-BE49-F238E27FC236}">
                        <a16:creationId xmlns:a16="http://schemas.microsoft.com/office/drawing/2014/main" id="{6B429E01-0BB6-4DE6-912D-8CDA9077C93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5" name="Group 1494">
                  <a:extLst>
                    <a:ext uri="{FF2B5EF4-FFF2-40B4-BE49-F238E27FC236}">
                      <a16:creationId xmlns:a16="http://schemas.microsoft.com/office/drawing/2014/main" id="{01C2BBAF-F4F5-411F-A470-A94B00A2E3B3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517" name="Freeform: Shape 1516">
                    <a:extLst>
                      <a:ext uri="{FF2B5EF4-FFF2-40B4-BE49-F238E27FC236}">
                        <a16:creationId xmlns:a16="http://schemas.microsoft.com/office/drawing/2014/main" id="{F68263F0-C3A0-4866-9B8B-767038E33F9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18" name="Rectangle: Rounded Corners 1517">
                    <a:extLst>
                      <a:ext uri="{FF2B5EF4-FFF2-40B4-BE49-F238E27FC236}">
                        <a16:creationId xmlns:a16="http://schemas.microsoft.com/office/drawing/2014/main" id="{6EFDB6BC-01BD-44E4-9377-3865E199112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6" name="Group 1495">
                  <a:extLst>
                    <a:ext uri="{FF2B5EF4-FFF2-40B4-BE49-F238E27FC236}">
                      <a16:creationId xmlns:a16="http://schemas.microsoft.com/office/drawing/2014/main" id="{3566F987-979E-4E83-A8F7-0AE62F7AA25C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515" name="Freeform: Shape 1514">
                    <a:extLst>
                      <a:ext uri="{FF2B5EF4-FFF2-40B4-BE49-F238E27FC236}">
                        <a16:creationId xmlns:a16="http://schemas.microsoft.com/office/drawing/2014/main" id="{5D56D75B-DFEA-49B4-859E-2402855F613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16" name="Rectangle: Rounded Corners 1515">
                    <a:extLst>
                      <a:ext uri="{FF2B5EF4-FFF2-40B4-BE49-F238E27FC236}">
                        <a16:creationId xmlns:a16="http://schemas.microsoft.com/office/drawing/2014/main" id="{51F27D12-46A9-459A-B270-E95D1E40A22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7" name="Group 1496">
                  <a:extLst>
                    <a:ext uri="{FF2B5EF4-FFF2-40B4-BE49-F238E27FC236}">
                      <a16:creationId xmlns:a16="http://schemas.microsoft.com/office/drawing/2014/main" id="{5D38D45F-E1BA-4F27-B313-F420818043A6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513" name="Freeform: Shape 1512">
                    <a:extLst>
                      <a:ext uri="{FF2B5EF4-FFF2-40B4-BE49-F238E27FC236}">
                        <a16:creationId xmlns:a16="http://schemas.microsoft.com/office/drawing/2014/main" id="{A1BFB609-6E33-45F2-913B-731F149E231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14" name="Rectangle: Rounded Corners 1513">
                    <a:extLst>
                      <a:ext uri="{FF2B5EF4-FFF2-40B4-BE49-F238E27FC236}">
                        <a16:creationId xmlns:a16="http://schemas.microsoft.com/office/drawing/2014/main" id="{80C85FD6-53C1-44C2-9006-11EC987D29E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8" name="Group 1497">
                  <a:extLst>
                    <a:ext uri="{FF2B5EF4-FFF2-40B4-BE49-F238E27FC236}">
                      <a16:creationId xmlns:a16="http://schemas.microsoft.com/office/drawing/2014/main" id="{5F4D2DA2-BC67-4546-A9A2-81E75AB0EB0E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11" name="Freeform: Shape 1510">
                    <a:extLst>
                      <a:ext uri="{FF2B5EF4-FFF2-40B4-BE49-F238E27FC236}">
                        <a16:creationId xmlns:a16="http://schemas.microsoft.com/office/drawing/2014/main" id="{AACDEAD7-02F7-4A8B-9BE6-5751B38831A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12" name="Rectangle: Rounded Corners 1511">
                    <a:extLst>
                      <a:ext uri="{FF2B5EF4-FFF2-40B4-BE49-F238E27FC236}">
                        <a16:creationId xmlns:a16="http://schemas.microsoft.com/office/drawing/2014/main" id="{89AB0FB8-CB1B-479A-A570-9F459BD94E0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499" name="Group 1498">
                  <a:extLst>
                    <a:ext uri="{FF2B5EF4-FFF2-40B4-BE49-F238E27FC236}">
                      <a16:creationId xmlns:a16="http://schemas.microsoft.com/office/drawing/2014/main" id="{E639DC0F-F32F-4D00-8876-8FB5D51D203C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09" name="Freeform: Shape 1508">
                    <a:extLst>
                      <a:ext uri="{FF2B5EF4-FFF2-40B4-BE49-F238E27FC236}">
                        <a16:creationId xmlns:a16="http://schemas.microsoft.com/office/drawing/2014/main" id="{8C4DE2C0-F620-4FE3-B587-A5FB5E6BB0D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10" name="Rectangle: Rounded Corners 1509">
                    <a:extLst>
                      <a:ext uri="{FF2B5EF4-FFF2-40B4-BE49-F238E27FC236}">
                        <a16:creationId xmlns:a16="http://schemas.microsoft.com/office/drawing/2014/main" id="{747C2095-52E4-420C-9B0D-175C0E09BBC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500" name="Group 1499">
                  <a:extLst>
                    <a:ext uri="{FF2B5EF4-FFF2-40B4-BE49-F238E27FC236}">
                      <a16:creationId xmlns:a16="http://schemas.microsoft.com/office/drawing/2014/main" id="{3C003A5A-5A07-4F23-9862-E66A0D664BB9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07" name="Freeform: Shape 1506">
                    <a:extLst>
                      <a:ext uri="{FF2B5EF4-FFF2-40B4-BE49-F238E27FC236}">
                        <a16:creationId xmlns:a16="http://schemas.microsoft.com/office/drawing/2014/main" id="{7DFAD2F5-0FCE-45EC-A85E-EF7495CE174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08" name="Rectangle: Rounded Corners 1507">
                    <a:extLst>
                      <a:ext uri="{FF2B5EF4-FFF2-40B4-BE49-F238E27FC236}">
                        <a16:creationId xmlns:a16="http://schemas.microsoft.com/office/drawing/2014/main" id="{13B4C3B5-DA29-4451-8BA8-4355A481B69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501" name="Group 1500">
                  <a:extLst>
                    <a:ext uri="{FF2B5EF4-FFF2-40B4-BE49-F238E27FC236}">
                      <a16:creationId xmlns:a16="http://schemas.microsoft.com/office/drawing/2014/main" id="{CAF345EA-212B-4157-A679-58CF579377CE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505" name="Freeform: Shape 1504">
                    <a:extLst>
                      <a:ext uri="{FF2B5EF4-FFF2-40B4-BE49-F238E27FC236}">
                        <a16:creationId xmlns:a16="http://schemas.microsoft.com/office/drawing/2014/main" id="{46F08D92-745C-4BC6-8F33-EB7D37571CD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06" name="Rectangle: Rounded Corners 1505">
                    <a:extLst>
                      <a:ext uri="{FF2B5EF4-FFF2-40B4-BE49-F238E27FC236}">
                        <a16:creationId xmlns:a16="http://schemas.microsoft.com/office/drawing/2014/main" id="{D7794F52-721D-4701-A315-5C8BFDD57B3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502" name="Group 1501">
                  <a:extLst>
                    <a:ext uri="{FF2B5EF4-FFF2-40B4-BE49-F238E27FC236}">
                      <a16:creationId xmlns:a16="http://schemas.microsoft.com/office/drawing/2014/main" id="{86FF9C9E-A6B4-42F9-B096-8822C6923D3E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503" name="Freeform: Shape 1502">
                    <a:extLst>
                      <a:ext uri="{FF2B5EF4-FFF2-40B4-BE49-F238E27FC236}">
                        <a16:creationId xmlns:a16="http://schemas.microsoft.com/office/drawing/2014/main" id="{283D1A2D-9484-4BD8-AB32-CBE63E2E41D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504" name="Rectangle: Rounded Corners 1503">
                    <a:extLst>
                      <a:ext uri="{FF2B5EF4-FFF2-40B4-BE49-F238E27FC236}">
                        <a16:creationId xmlns:a16="http://schemas.microsoft.com/office/drawing/2014/main" id="{00E04229-DCF2-4280-A389-3A0BBE1E728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7EC4DB0E-C0A9-47DF-A8F0-2D3C2B336C05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BA3A0087-9C9A-46DD-AF25-D4F206193E8E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BF259661-3426-48D5-ADBB-32A01295766E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837" name="Group 1836">
              <a:extLst>
                <a:ext uri="{FF2B5EF4-FFF2-40B4-BE49-F238E27FC236}">
                  <a16:creationId xmlns:a16="http://schemas.microsoft.com/office/drawing/2014/main" id="{8BA92B4A-1CBD-4801-8411-7CB798FAF7CC}"/>
                </a:ext>
              </a:extLst>
            </p:cNvPr>
            <p:cNvGrpSpPr/>
            <p:nvPr/>
          </p:nvGrpSpPr>
          <p:grpSpPr>
            <a:xfrm>
              <a:off x="4765972" y="2095226"/>
              <a:ext cx="531923" cy="573923"/>
              <a:chOff x="163719" y="1822501"/>
              <a:chExt cx="3062199" cy="3047160"/>
            </a:xfrm>
          </p:grpSpPr>
          <p:grpSp>
            <p:nvGrpSpPr>
              <p:cNvPr id="1838" name="Group 1837">
                <a:extLst>
                  <a:ext uri="{FF2B5EF4-FFF2-40B4-BE49-F238E27FC236}">
                    <a16:creationId xmlns:a16="http://schemas.microsoft.com/office/drawing/2014/main" id="{64C93444-33A2-4C22-BBB5-FEEFFBF72265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1842" name="Group 1841">
                  <a:extLst>
                    <a:ext uri="{FF2B5EF4-FFF2-40B4-BE49-F238E27FC236}">
                      <a16:creationId xmlns:a16="http://schemas.microsoft.com/office/drawing/2014/main" id="{735088A2-61DD-4C28-AAB2-EC4A35B4A21E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201" name="Freeform: Shape 2200">
                    <a:extLst>
                      <a:ext uri="{FF2B5EF4-FFF2-40B4-BE49-F238E27FC236}">
                        <a16:creationId xmlns:a16="http://schemas.microsoft.com/office/drawing/2014/main" id="{58AA7645-758F-4BCE-BD96-7BE44AEFE0F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02" name="Rectangle: Rounded Corners 2201">
                    <a:extLst>
                      <a:ext uri="{FF2B5EF4-FFF2-40B4-BE49-F238E27FC236}">
                        <a16:creationId xmlns:a16="http://schemas.microsoft.com/office/drawing/2014/main" id="{681F6426-251E-497D-8CE2-77BD93BCCED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43" name="Group 1842">
                  <a:extLst>
                    <a:ext uri="{FF2B5EF4-FFF2-40B4-BE49-F238E27FC236}">
                      <a16:creationId xmlns:a16="http://schemas.microsoft.com/office/drawing/2014/main" id="{92779B94-4847-4541-91CB-6806902714B2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199" name="Freeform: Shape 2198">
                    <a:extLst>
                      <a:ext uri="{FF2B5EF4-FFF2-40B4-BE49-F238E27FC236}">
                        <a16:creationId xmlns:a16="http://schemas.microsoft.com/office/drawing/2014/main" id="{58360BB1-0DD6-4EDA-83CF-5DBBB649EA8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00" name="Rectangle: Rounded Corners 2199">
                    <a:extLst>
                      <a:ext uri="{FF2B5EF4-FFF2-40B4-BE49-F238E27FC236}">
                        <a16:creationId xmlns:a16="http://schemas.microsoft.com/office/drawing/2014/main" id="{6385F014-65C5-4784-B728-6788C4CCDDA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44" name="Group 1843">
                  <a:extLst>
                    <a:ext uri="{FF2B5EF4-FFF2-40B4-BE49-F238E27FC236}">
                      <a16:creationId xmlns:a16="http://schemas.microsoft.com/office/drawing/2014/main" id="{F3B15828-EC9F-4113-9E8A-C9F63ECCF7BB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1917" name="Group 1916">
                    <a:extLst>
                      <a:ext uri="{FF2B5EF4-FFF2-40B4-BE49-F238E27FC236}">
                        <a16:creationId xmlns:a16="http://schemas.microsoft.com/office/drawing/2014/main" id="{1194D86F-FF13-41C5-869B-48587D6CFA77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2138" name="Group 2137">
                      <a:extLst>
                        <a:ext uri="{FF2B5EF4-FFF2-40B4-BE49-F238E27FC236}">
                          <a16:creationId xmlns:a16="http://schemas.microsoft.com/office/drawing/2014/main" id="{02EACFAB-1CFC-4FD5-ADEA-AD7626D52D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2195" name="Flowchart: Connector 2194">
                        <a:extLst>
                          <a:ext uri="{FF2B5EF4-FFF2-40B4-BE49-F238E27FC236}">
                            <a16:creationId xmlns:a16="http://schemas.microsoft.com/office/drawing/2014/main" id="{2F92928F-D5CF-4094-B8D9-E760CAB397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96" name="Flowchart: Connector 2195">
                        <a:extLst>
                          <a:ext uri="{FF2B5EF4-FFF2-40B4-BE49-F238E27FC236}">
                            <a16:creationId xmlns:a16="http://schemas.microsoft.com/office/drawing/2014/main" id="{FCBFA206-C098-46FF-8D7A-8CA6F6DA52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97" name="Flowchart: Connector 2196">
                        <a:extLst>
                          <a:ext uri="{FF2B5EF4-FFF2-40B4-BE49-F238E27FC236}">
                            <a16:creationId xmlns:a16="http://schemas.microsoft.com/office/drawing/2014/main" id="{41FAB8B1-08D3-49E4-957D-0B7EB1F76C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98" name="Flowchart: Connector 2197">
                        <a:extLst>
                          <a:ext uri="{FF2B5EF4-FFF2-40B4-BE49-F238E27FC236}">
                            <a16:creationId xmlns:a16="http://schemas.microsoft.com/office/drawing/2014/main" id="{A88BDA02-6606-45D3-9A50-5880B63367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139" name="Group 2138">
                      <a:extLst>
                        <a:ext uri="{FF2B5EF4-FFF2-40B4-BE49-F238E27FC236}">
                          <a16:creationId xmlns:a16="http://schemas.microsoft.com/office/drawing/2014/main" id="{365C9526-8C79-46B1-B00D-D189B0918D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2140" name="Group 2139">
                        <a:extLst>
                          <a:ext uri="{FF2B5EF4-FFF2-40B4-BE49-F238E27FC236}">
                            <a16:creationId xmlns:a16="http://schemas.microsoft.com/office/drawing/2014/main" id="{EDF7E646-80FB-426F-A261-5115ADBD17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88" name="3D Model 2187" descr="Sphere">
                              <a:extLst>
                                <a:ext uri="{FF2B5EF4-FFF2-40B4-BE49-F238E27FC236}">
                                  <a16:creationId xmlns:a16="http://schemas.microsoft.com/office/drawing/2014/main" id="{877B438E-D0F8-4C03-8C9E-E47B422C372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3123945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89" name="Flowchart: Connector 2188">
                          <a:extLst>
                            <a:ext uri="{FF2B5EF4-FFF2-40B4-BE49-F238E27FC236}">
                              <a16:creationId xmlns:a16="http://schemas.microsoft.com/office/drawing/2014/main" id="{3C06C838-E403-4FCD-8225-853EC8E696E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90" name="3D Model 2189" descr="Sphere">
                              <a:extLst>
                                <a:ext uri="{FF2B5EF4-FFF2-40B4-BE49-F238E27FC236}">
                                  <a16:creationId xmlns:a16="http://schemas.microsoft.com/office/drawing/2014/main" id="{A70086B1-948A-455B-B42C-D3B5B4FC7DC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3229492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91" name="Flowchart: Connector 2190">
                          <a:extLst>
                            <a:ext uri="{FF2B5EF4-FFF2-40B4-BE49-F238E27FC236}">
                              <a16:creationId xmlns:a16="http://schemas.microsoft.com/office/drawing/2014/main" id="{4133A38C-962B-4CED-B26B-FC7E985056E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92" name="3D Model 2191" descr="Sphere">
                              <a:extLst>
                                <a:ext uri="{FF2B5EF4-FFF2-40B4-BE49-F238E27FC236}">
                                  <a16:creationId xmlns:a16="http://schemas.microsoft.com/office/drawing/2014/main" id="{0ED89FD6-0330-43EF-BF95-7F7769614FB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9744147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93" name="Flowchart: Connector 2192">
                          <a:extLst>
                            <a:ext uri="{FF2B5EF4-FFF2-40B4-BE49-F238E27FC236}">
                              <a16:creationId xmlns:a16="http://schemas.microsoft.com/office/drawing/2014/main" id="{A26501AD-60B3-48B7-8FA2-D4BE2A9CE50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94" name="3D Model 2193" descr="Sphere">
                              <a:extLst>
                                <a:ext uri="{FF2B5EF4-FFF2-40B4-BE49-F238E27FC236}">
                                  <a16:creationId xmlns:a16="http://schemas.microsoft.com/office/drawing/2014/main" id="{39516490-7EA3-4612-9787-A8E2660006C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1533764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141" name="Group 2140">
                        <a:extLst>
                          <a:ext uri="{FF2B5EF4-FFF2-40B4-BE49-F238E27FC236}">
                            <a16:creationId xmlns:a16="http://schemas.microsoft.com/office/drawing/2014/main" id="{94C65646-98AF-45A8-86E4-2D2FD0777F4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173" name="Flowchart: Connector 2172">
                          <a:extLst>
                            <a:ext uri="{FF2B5EF4-FFF2-40B4-BE49-F238E27FC236}">
                              <a16:creationId xmlns:a16="http://schemas.microsoft.com/office/drawing/2014/main" id="{E7A07212-555E-410E-93E0-BF228490CDF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74" name="Flowchart: Connector 2173">
                          <a:extLst>
                            <a:ext uri="{FF2B5EF4-FFF2-40B4-BE49-F238E27FC236}">
                              <a16:creationId xmlns:a16="http://schemas.microsoft.com/office/drawing/2014/main" id="{45162CD9-DCEE-472C-A40B-27E77DACC10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75" name="Flowchart: Connector 2174">
                          <a:extLst>
                            <a:ext uri="{FF2B5EF4-FFF2-40B4-BE49-F238E27FC236}">
                              <a16:creationId xmlns:a16="http://schemas.microsoft.com/office/drawing/2014/main" id="{DF212A7E-8208-412E-BD78-EB7ED780FC3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76" name="Flowchart: Connector 2175">
                          <a:extLst>
                            <a:ext uri="{FF2B5EF4-FFF2-40B4-BE49-F238E27FC236}">
                              <a16:creationId xmlns:a16="http://schemas.microsoft.com/office/drawing/2014/main" id="{070632F1-85F2-4EA5-9DBA-6A7A9A6ED80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77" name="Flowchart: Connector 2176">
                          <a:extLst>
                            <a:ext uri="{FF2B5EF4-FFF2-40B4-BE49-F238E27FC236}">
                              <a16:creationId xmlns:a16="http://schemas.microsoft.com/office/drawing/2014/main" id="{C822D54D-4233-4139-8145-442E4023017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78" name="Flowchart: Connector 2177">
                          <a:extLst>
                            <a:ext uri="{FF2B5EF4-FFF2-40B4-BE49-F238E27FC236}">
                              <a16:creationId xmlns:a16="http://schemas.microsoft.com/office/drawing/2014/main" id="{AE02630D-4221-4629-B890-76A83021B35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79" name="Flowchart: Connector 2178">
                          <a:extLst>
                            <a:ext uri="{FF2B5EF4-FFF2-40B4-BE49-F238E27FC236}">
                              <a16:creationId xmlns:a16="http://schemas.microsoft.com/office/drawing/2014/main" id="{F8C8D2BB-DBE8-4DFD-8C09-039221E7BE7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80" name="Flowchart: Connector 2179">
                          <a:extLst>
                            <a:ext uri="{FF2B5EF4-FFF2-40B4-BE49-F238E27FC236}">
                              <a16:creationId xmlns:a16="http://schemas.microsoft.com/office/drawing/2014/main" id="{701178F2-48D8-4F3D-A425-5264C61B22A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81" name="3D Model 2180" descr="Sphere">
                              <a:extLst>
                                <a:ext uri="{FF2B5EF4-FFF2-40B4-BE49-F238E27FC236}">
                                  <a16:creationId xmlns:a16="http://schemas.microsoft.com/office/drawing/2014/main" id="{2DD20ABF-65CD-45AF-A63B-AB408B50E27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5215630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82" name="Flowchart: Connector 2181">
                          <a:extLst>
                            <a:ext uri="{FF2B5EF4-FFF2-40B4-BE49-F238E27FC236}">
                              <a16:creationId xmlns:a16="http://schemas.microsoft.com/office/drawing/2014/main" id="{6E12D2B1-3342-4826-A5C4-42C59B36820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83" name="3D Model 2182" descr="Sphere">
                              <a:extLst>
                                <a:ext uri="{FF2B5EF4-FFF2-40B4-BE49-F238E27FC236}">
                                  <a16:creationId xmlns:a16="http://schemas.microsoft.com/office/drawing/2014/main" id="{A5F925EF-A99A-4616-9166-66C999C978A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7959549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84" name="Flowchart: Connector 2183">
                          <a:extLst>
                            <a:ext uri="{FF2B5EF4-FFF2-40B4-BE49-F238E27FC236}">
                              <a16:creationId xmlns:a16="http://schemas.microsoft.com/office/drawing/2014/main" id="{A02AF4AC-5538-4EC0-B28C-C1298758BC0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85" name="3D Model 2184" descr="Sphere">
                              <a:extLst>
                                <a:ext uri="{FF2B5EF4-FFF2-40B4-BE49-F238E27FC236}">
                                  <a16:creationId xmlns:a16="http://schemas.microsoft.com/office/drawing/2014/main" id="{21A4B90F-6A37-4FC8-BBB8-332245A01D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428076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86" name="Flowchart: Connector 2185">
                          <a:extLst>
                            <a:ext uri="{FF2B5EF4-FFF2-40B4-BE49-F238E27FC236}">
                              <a16:creationId xmlns:a16="http://schemas.microsoft.com/office/drawing/2014/main" id="{4F85C723-2EDD-409F-9092-73FC8C5D14D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87" name="3D Model 2186" descr="Sphere">
                              <a:extLst>
                                <a:ext uri="{FF2B5EF4-FFF2-40B4-BE49-F238E27FC236}">
                                  <a16:creationId xmlns:a16="http://schemas.microsoft.com/office/drawing/2014/main" id="{B6CE2B7A-58DC-4E68-8775-9D2E6E64A67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9800715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142" name="Group 2141">
                        <a:extLst>
                          <a:ext uri="{FF2B5EF4-FFF2-40B4-BE49-F238E27FC236}">
                            <a16:creationId xmlns:a16="http://schemas.microsoft.com/office/drawing/2014/main" id="{D7FAED34-FA39-4435-804C-2C81C6214C6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158" name="Flowchart: Connector 2157">
                          <a:extLst>
                            <a:ext uri="{FF2B5EF4-FFF2-40B4-BE49-F238E27FC236}">
                              <a16:creationId xmlns:a16="http://schemas.microsoft.com/office/drawing/2014/main" id="{A22814D3-A28D-4D95-B6F0-BD26664CCD6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59" name="Flowchart: Connector 2158">
                          <a:extLst>
                            <a:ext uri="{FF2B5EF4-FFF2-40B4-BE49-F238E27FC236}">
                              <a16:creationId xmlns:a16="http://schemas.microsoft.com/office/drawing/2014/main" id="{BDE9BBF7-0103-476F-A9BC-59667F3E08F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60" name="Flowchart: Connector 2159">
                          <a:extLst>
                            <a:ext uri="{FF2B5EF4-FFF2-40B4-BE49-F238E27FC236}">
                              <a16:creationId xmlns:a16="http://schemas.microsoft.com/office/drawing/2014/main" id="{AD764BB5-35F9-4814-B43F-1478934F643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61" name="Flowchart: Connector 2160">
                          <a:extLst>
                            <a:ext uri="{FF2B5EF4-FFF2-40B4-BE49-F238E27FC236}">
                              <a16:creationId xmlns:a16="http://schemas.microsoft.com/office/drawing/2014/main" id="{DED634EB-ED96-4F99-A6EA-13FADA49B4B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62" name="Flowchart: Connector 2161">
                          <a:extLst>
                            <a:ext uri="{FF2B5EF4-FFF2-40B4-BE49-F238E27FC236}">
                              <a16:creationId xmlns:a16="http://schemas.microsoft.com/office/drawing/2014/main" id="{8DA018FF-2FC2-4390-9D24-E1A769C4232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63" name="Flowchart: Connector 2162">
                          <a:extLst>
                            <a:ext uri="{FF2B5EF4-FFF2-40B4-BE49-F238E27FC236}">
                              <a16:creationId xmlns:a16="http://schemas.microsoft.com/office/drawing/2014/main" id="{F6C547C5-10DE-4986-BA05-ABDDC5301DA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64" name="Flowchart: Connector 2163">
                          <a:extLst>
                            <a:ext uri="{FF2B5EF4-FFF2-40B4-BE49-F238E27FC236}">
                              <a16:creationId xmlns:a16="http://schemas.microsoft.com/office/drawing/2014/main" id="{151271C1-50AD-41C9-8ED9-2CF8119B0D1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65" name="Flowchart: Connector 2164">
                          <a:extLst>
                            <a:ext uri="{FF2B5EF4-FFF2-40B4-BE49-F238E27FC236}">
                              <a16:creationId xmlns:a16="http://schemas.microsoft.com/office/drawing/2014/main" id="{5D6E2AE6-40B0-47D3-8DB6-CD94C6E8E76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66" name="3D Model 2165" descr="Sphere">
                              <a:extLst>
                                <a:ext uri="{FF2B5EF4-FFF2-40B4-BE49-F238E27FC236}">
                                  <a16:creationId xmlns:a16="http://schemas.microsoft.com/office/drawing/2014/main" id="{EB8E654E-24C0-4564-BB4D-432E395F097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2874740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67" name="Flowchart: Connector 2166">
                          <a:extLst>
                            <a:ext uri="{FF2B5EF4-FFF2-40B4-BE49-F238E27FC236}">
                              <a16:creationId xmlns:a16="http://schemas.microsoft.com/office/drawing/2014/main" id="{B297893F-6E5C-4720-BC02-EC667B02415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68" name="3D Model 2167" descr="Sphere">
                              <a:extLst>
                                <a:ext uri="{FF2B5EF4-FFF2-40B4-BE49-F238E27FC236}">
                                  <a16:creationId xmlns:a16="http://schemas.microsoft.com/office/drawing/2014/main" id="{5D7D761B-81E4-402D-85D2-278B3273256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3705125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69" name="Flowchart: Connector 2168">
                          <a:extLst>
                            <a:ext uri="{FF2B5EF4-FFF2-40B4-BE49-F238E27FC236}">
                              <a16:creationId xmlns:a16="http://schemas.microsoft.com/office/drawing/2014/main" id="{9296C08D-B423-44B7-A657-10B9EB3F0CF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70" name="3D Model 2169" descr="Sphere">
                              <a:extLst>
                                <a:ext uri="{FF2B5EF4-FFF2-40B4-BE49-F238E27FC236}">
                                  <a16:creationId xmlns:a16="http://schemas.microsoft.com/office/drawing/2014/main" id="{37E11D99-6BD4-4661-A194-F800F1B0E03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315885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71" name="Flowchart: Connector 2170">
                          <a:extLst>
                            <a:ext uri="{FF2B5EF4-FFF2-40B4-BE49-F238E27FC236}">
                              <a16:creationId xmlns:a16="http://schemas.microsoft.com/office/drawing/2014/main" id="{DE4D7CF9-ABD2-4EC9-A1E9-A27A0433C7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72" name="3D Model 2171" descr="Sphere">
                              <a:extLst>
                                <a:ext uri="{FF2B5EF4-FFF2-40B4-BE49-F238E27FC236}">
                                  <a16:creationId xmlns:a16="http://schemas.microsoft.com/office/drawing/2014/main" id="{17DFD43B-8C49-4BC9-A0D0-3338435785C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5029234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143" name="Flowchart: Connector 2142">
                        <a:extLst>
                          <a:ext uri="{FF2B5EF4-FFF2-40B4-BE49-F238E27FC236}">
                            <a16:creationId xmlns:a16="http://schemas.microsoft.com/office/drawing/2014/main" id="{E6048B04-1272-42A8-BFEB-259AE1CAFA2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44" name="Flowchart: Connector 2143">
                        <a:extLst>
                          <a:ext uri="{FF2B5EF4-FFF2-40B4-BE49-F238E27FC236}">
                            <a16:creationId xmlns:a16="http://schemas.microsoft.com/office/drawing/2014/main" id="{1E56D2BF-14BB-4BF3-9F82-5A0D174E39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45" name="Flowchart: Connector 2144">
                        <a:extLst>
                          <a:ext uri="{FF2B5EF4-FFF2-40B4-BE49-F238E27FC236}">
                            <a16:creationId xmlns:a16="http://schemas.microsoft.com/office/drawing/2014/main" id="{EB9D1926-D877-4F41-A134-37E8A4986B2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46" name="Flowchart: Connector 2145">
                        <a:extLst>
                          <a:ext uri="{FF2B5EF4-FFF2-40B4-BE49-F238E27FC236}">
                            <a16:creationId xmlns:a16="http://schemas.microsoft.com/office/drawing/2014/main" id="{869F71F5-CAD3-4B1F-86FB-76B449AA94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47" name="Flowchart: Connector 2146">
                        <a:extLst>
                          <a:ext uri="{FF2B5EF4-FFF2-40B4-BE49-F238E27FC236}">
                            <a16:creationId xmlns:a16="http://schemas.microsoft.com/office/drawing/2014/main" id="{FA16C1E6-F811-4018-9DC9-B3C75063C6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48" name="Flowchart: Connector 2147">
                        <a:extLst>
                          <a:ext uri="{FF2B5EF4-FFF2-40B4-BE49-F238E27FC236}">
                            <a16:creationId xmlns:a16="http://schemas.microsoft.com/office/drawing/2014/main" id="{3EE03C6D-9200-476C-B66E-1FA45D0429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49" name="Flowchart: Connector 2148">
                        <a:extLst>
                          <a:ext uri="{FF2B5EF4-FFF2-40B4-BE49-F238E27FC236}">
                            <a16:creationId xmlns:a16="http://schemas.microsoft.com/office/drawing/2014/main" id="{820E0A26-7CB8-4ABF-8818-B8ED32C059C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50" name="Flowchart: Connector 2149">
                        <a:extLst>
                          <a:ext uri="{FF2B5EF4-FFF2-40B4-BE49-F238E27FC236}">
                            <a16:creationId xmlns:a16="http://schemas.microsoft.com/office/drawing/2014/main" id="{8515BD92-D929-40FA-9E18-DAAFBF0645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51" name="3D Model 2150" descr="Sphere">
                            <a:extLst>
                              <a:ext uri="{FF2B5EF4-FFF2-40B4-BE49-F238E27FC236}">
                                <a16:creationId xmlns:a16="http://schemas.microsoft.com/office/drawing/2014/main" id="{CD7E91E2-01A9-4E2C-AF8C-F2CB07347B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581355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151" name="3D Model 2150" descr="Sphere">
                            <a:extLst>
                              <a:ext uri="{FF2B5EF4-FFF2-40B4-BE49-F238E27FC236}">
                                <a16:creationId xmlns:a16="http://schemas.microsoft.com/office/drawing/2014/main" id="{CD7E91E2-01A9-4E2C-AF8C-F2CB07347B3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007450" y="221170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52" name="Flowchart: Connector 2151">
                        <a:extLst>
                          <a:ext uri="{FF2B5EF4-FFF2-40B4-BE49-F238E27FC236}">
                            <a16:creationId xmlns:a16="http://schemas.microsoft.com/office/drawing/2014/main" id="{CCE86A44-F8EB-4B79-9303-DB2A6F2810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53" name="3D Model 2152" descr="Sphere">
                            <a:extLst>
                              <a:ext uri="{FF2B5EF4-FFF2-40B4-BE49-F238E27FC236}">
                                <a16:creationId xmlns:a16="http://schemas.microsoft.com/office/drawing/2014/main" id="{9D317D21-F788-4C2D-899D-DAFF242CDD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9426655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153" name="3D Model 2152" descr="Sphere">
                            <a:extLst>
                              <a:ext uri="{FF2B5EF4-FFF2-40B4-BE49-F238E27FC236}">
                                <a16:creationId xmlns:a16="http://schemas.microsoft.com/office/drawing/2014/main" id="{9D317D21-F788-4C2D-899D-DAFF242CDD1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048578" y="222238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54" name="Flowchart: Connector 2153">
                        <a:extLst>
                          <a:ext uri="{FF2B5EF4-FFF2-40B4-BE49-F238E27FC236}">
                            <a16:creationId xmlns:a16="http://schemas.microsoft.com/office/drawing/2014/main" id="{15506A10-8F5B-4C4B-A689-7F0F374072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55" name="3D Model 2154" descr="Sphere">
                            <a:extLst>
                              <a:ext uri="{FF2B5EF4-FFF2-40B4-BE49-F238E27FC236}">
                                <a16:creationId xmlns:a16="http://schemas.microsoft.com/office/drawing/2014/main" id="{5529AA52-A46B-47B4-AAC2-246AF1B78AC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94168134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155" name="3D Model 2154" descr="Sphere">
                            <a:extLst>
                              <a:ext uri="{FF2B5EF4-FFF2-40B4-BE49-F238E27FC236}">
                                <a16:creationId xmlns:a16="http://schemas.microsoft.com/office/drawing/2014/main" id="{5529AA52-A46B-47B4-AAC2-246AF1B78AC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089897" y="223402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56" name="Flowchart: Connector 2155">
                        <a:extLst>
                          <a:ext uri="{FF2B5EF4-FFF2-40B4-BE49-F238E27FC236}">
                            <a16:creationId xmlns:a16="http://schemas.microsoft.com/office/drawing/2014/main" id="{08404FD4-F58F-4083-B87C-E48AF2B90DD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57" name="3D Model 2156" descr="Sphere">
                            <a:extLst>
                              <a:ext uri="{FF2B5EF4-FFF2-40B4-BE49-F238E27FC236}">
                                <a16:creationId xmlns:a16="http://schemas.microsoft.com/office/drawing/2014/main" id="{11EA1A91-8B75-48A3-B089-8191363D0BF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64853228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157" name="3D Model 2156" descr="Sphere">
                            <a:extLst>
                              <a:ext uri="{FF2B5EF4-FFF2-40B4-BE49-F238E27FC236}">
                                <a16:creationId xmlns:a16="http://schemas.microsoft.com/office/drawing/2014/main" id="{11EA1A91-8B75-48A3-B089-8191363D0BF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136523" y="2250416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1918" name="Group 1917">
                    <a:extLst>
                      <a:ext uri="{FF2B5EF4-FFF2-40B4-BE49-F238E27FC236}">
                        <a16:creationId xmlns:a16="http://schemas.microsoft.com/office/drawing/2014/main" id="{A87E29AF-7A95-41C5-9F28-0B7D19593B8B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135" name="Flowchart: Connector 2134">
                      <a:extLst>
                        <a:ext uri="{FF2B5EF4-FFF2-40B4-BE49-F238E27FC236}">
                          <a16:creationId xmlns:a16="http://schemas.microsoft.com/office/drawing/2014/main" id="{C174F74C-A70E-48BA-B2AD-02BB93EDA5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36" name="Flowchart: Connector 2135">
                      <a:extLst>
                        <a:ext uri="{FF2B5EF4-FFF2-40B4-BE49-F238E27FC236}">
                          <a16:creationId xmlns:a16="http://schemas.microsoft.com/office/drawing/2014/main" id="{4C7A30A9-1094-467B-9227-8014681223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37" name="Flowchart: Connector 2136">
                      <a:extLst>
                        <a:ext uri="{FF2B5EF4-FFF2-40B4-BE49-F238E27FC236}">
                          <a16:creationId xmlns:a16="http://schemas.microsoft.com/office/drawing/2014/main" id="{A3816B1C-C4C6-43D3-8F68-02B204BBEB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1919" name="Flowchart: Connector 1918">
                    <a:extLst>
                      <a:ext uri="{FF2B5EF4-FFF2-40B4-BE49-F238E27FC236}">
                        <a16:creationId xmlns:a16="http://schemas.microsoft.com/office/drawing/2014/main" id="{BA88D510-09C8-489C-B99B-CEC5EE8E04E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920" name="Flowchart: Connector 1919">
                    <a:extLst>
                      <a:ext uri="{FF2B5EF4-FFF2-40B4-BE49-F238E27FC236}">
                        <a16:creationId xmlns:a16="http://schemas.microsoft.com/office/drawing/2014/main" id="{5655CB7A-0FA9-4D63-BEC6-915F1602BC8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1921" name="Group 1920">
                    <a:extLst>
                      <a:ext uri="{FF2B5EF4-FFF2-40B4-BE49-F238E27FC236}">
                        <a16:creationId xmlns:a16="http://schemas.microsoft.com/office/drawing/2014/main" id="{FDDC90AA-5DE2-4070-94B8-5E3685286B04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2132" name="Flowchart: Connector 2131">
                      <a:extLst>
                        <a:ext uri="{FF2B5EF4-FFF2-40B4-BE49-F238E27FC236}">
                          <a16:creationId xmlns:a16="http://schemas.microsoft.com/office/drawing/2014/main" id="{04BEBBA8-16B9-47FC-8464-46747184AC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33" name="Flowchart: Connector 2132">
                      <a:extLst>
                        <a:ext uri="{FF2B5EF4-FFF2-40B4-BE49-F238E27FC236}">
                          <a16:creationId xmlns:a16="http://schemas.microsoft.com/office/drawing/2014/main" id="{DB9E6274-7FF3-4D7F-A1DD-CABD085823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34" name="Flowchart: Connector 2133">
                      <a:extLst>
                        <a:ext uri="{FF2B5EF4-FFF2-40B4-BE49-F238E27FC236}">
                          <a16:creationId xmlns:a16="http://schemas.microsoft.com/office/drawing/2014/main" id="{BEC48704-DD93-4C4B-B7BC-8000E35E34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922" name="Group 1921">
                    <a:extLst>
                      <a:ext uri="{FF2B5EF4-FFF2-40B4-BE49-F238E27FC236}">
                        <a16:creationId xmlns:a16="http://schemas.microsoft.com/office/drawing/2014/main" id="{22C6ACEF-9E19-4D00-9818-38C42CF9A3A5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2067" name="Group 2066">
                      <a:extLst>
                        <a:ext uri="{FF2B5EF4-FFF2-40B4-BE49-F238E27FC236}">
                          <a16:creationId xmlns:a16="http://schemas.microsoft.com/office/drawing/2014/main" id="{662A19FE-982A-4A76-845C-147A988719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2128" name="Flowchart: Connector 2127">
                        <a:extLst>
                          <a:ext uri="{FF2B5EF4-FFF2-40B4-BE49-F238E27FC236}">
                            <a16:creationId xmlns:a16="http://schemas.microsoft.com/office/drawing/2014/main" id="{FB898ADA-7191-459C-926C-53BEE57B34F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29" name="Flowchart: Connector 2128">
                        <a:extLst>
                          <a:ext uri="{FF2B5EF4-FFF2-40B4-BE49-F238E27FC236}">
                            <a16:creationId xmlns:a16="http://schemas.microsoft.com/office/drawing/2014/main" id="{EFA9B5D2-DD1F-41D4-985C-B67E8237DE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30" name="Flowchart: Connector 2129">
                        <a:extLst>
                          <a:ext uri="{FF2B5EF4-FFF2-40B4-BE49-F238E27FC236}">
                            <a16:creationId xmlns:a16="http://schemas.microsoft.com/office/drawing/2014/main" id="{9ED94E98-D539-44F5-A660-4832342479A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31" name="Flowchart: Connector 2130">
                        <a:extLst>
                          <a:ext uri="{FF2B5EF4-FFF2-40B4-BE49-F238E27FC236}">
                            <a16:creationId xmlns:a16="http://schemas.microsoft.com/office/drawing/2014/main" id="{86BCE592-341B-49A7-ADCE-82595FDFF7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068" name="Group 2067">
                      <a:extLst>
                        <a:ext uri="{FF2B5EF4-FFF2-40B4-BE49-F238E27FC236}">
                          <a16:creationId xmlns:a16="http://schemas.microsoft.com/office/drawing/2014/main" id="{A0A11345-34E1-4876-89A8-EEE4A8D770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2069" name="Group 2068">
                        <a:extLst>
                          <a:ext uri="{FF2B5EF4-FFF2-40B4-BE49-F238E27FC236}">
                            <a16:creationId xmlns:a16="http://schemas.microsoft.com/office/drawing/2014/main" id="{2DC86CF6-18F5-440D-9CFF-E29FD7DC80B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120" name="Flowchart: Connector 2119">
                          <a:extLst>
                            <a:ext uri="{FF2B5EF4-FFF2-40B4-BE49-F238E27FC236}">
                              <a16:creationId xmlns:a16="http://schemas.microsoft.com/office/drawing/2014/main" id="{39B8851B-7534-469C-88CE-8996436EF2E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21" name="3D Model 2120" descr="Sphere">
                              <a:extLst>
                                <a:ext uri="{FF2B5EF4-FFF2-40B4-BE49-F238E27FC236}">
                                  <a16:creationId xmlns:a16="http://schemas.microsoft.com/office/drawing/2014/main" id="{1A95A89D-1484-48BB-BC6A-997FD84F062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65362258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22" name="Flowchart: Connector 2121">
                          <a:extLst>
                            <a:ext uri="{FF2B5EF4-FFF2-40B4-BE49-F238E27FC236}">
                              <a16:creationId xmlns:a16="http://schemas.microsoft.com/office/drawing/2014/main" id="{DFF7A763-DA7C-464E-8E93-04CA9F54ED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23" name="3D Model 2122" descr="Sphere">
                              <a:extLst>
                                <a:ext uri="{FF2B5EF4-FFF2-40B4-BE49-F238E27FC236}">
                                  <a16:creationId xmlns:a16="http://schemas.microsoft.com/office/drawing/2014/main" id="{38DFE2EB-3D04-4FA1-8901-16F6C560749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15512897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24" name="Flowchart: Connector 2123">
                          <a:extLst>
                            <a:ext uri="{FF2B5EF4-FFF2-40B4-BE49-F238E27FC236}">
                              <a16:creationId xmlns:a16="http://schemas.microsoft.com/office/drawing/2014/main" id="{0C05214D-A406-499D-B7A8-CFB4751BCAE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25" name="3D Model 2124" descr="Sphere">
                              <a:extLst>
                                <a:ext uri="{FF2B5EF4-FFF2-40B4-BE49-F238E27FC236}">
                                  <a16:creationId xmlns:a16="http://schemas.microsoft.com/office/drawing/2014/main" id="{97B2807E-1000-465B-9493-DC250F6104E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937596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26" name="Flowchart: Connector 2125">
                          <a:extLst>
                            <a:ext uri="{FF2B5EF4-FFF2-40B4-BE49-F238E27FC236}">
                              <a16:creationId xmlns:a16="http://schemas.microsoft.com/office/drawing/2014/main" id="{7E6D66D1-2F42-4997-82FA-A803CCB3319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27" name="3D Model 2126" descr="Sphere">
                              <a:extLst>
                                <a:ext uri="{FF2B5EF4-FFF2-40B4-BE49-F238E27FC236}">
                                  <a16:creationId xmlns:a16="http://schemas.microsoft.com/office/drawing/2014/main" id="{36C22675-69A6-41C6-8ADF-5538384B82F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931922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070" name="Group 2069">
                        <a:extLst>
                          <a:ext uri="{FF2B5EF4-FFF2-40B4-BE49-F238E27FC236}">
                            <a16:creationId xmlns:a16="http://schemas.microsoft.com/office/drawing/2014/main" id="{F14A2386-3FA3-416D-A74F-4A3CFBB18EE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104" name="Flowchart: Connector 2103">
                          <a:extLst>
                            <a:ext uri="{FF2B5EF4-FFF2-40B4-BE49-F238E27FC236}">
                              <a16:creationId xmlns:a16="http://schemas.microsoft.com/office/drawing/2014/main" id="{D4E5863C-E71B-4FCC-A92D-C45AEA9107B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05" name="Flowchart: Connector 2104">
                          <a:extLst>
                            <a:ext uri="{FF2B5EF4-FFF2-40B4-BE49-F238E27FC236}">
                              <a16:creationId xmlns:a16="http://schemas.microsoft.com/office/drawing/2014/main" id="{B0B958E9-EF74-44E5-A4F4-4D6C7E2CD00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06" name="Flowchart: Connector 2105">
                          <a:extLst>
                            <a:ext uri="{FF2B5EF4-FFF2-40B4-BE49-F238E27FC236}">
                              <a16:creationId xmlns:a16="http://schemas.microsoft.com/office/drawing/2014/main" id="{797AD301-92B5-4F01-BC25-6A8BFE42BD3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07" name="Flowchart: Connector 2106">
                          <a:extLst>
                            <a:ext uri="{FF2B5EF4-FFF2-40B4-BE49-F238E27FC236}">
                              <a16:creationId xmlns:a16="http://schemas.microsoft.com/office/drawing/2014/main" id="{2D62F043-8EDB-4724-9BA6-AA90DFB7D4A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08" name="Flowchart: Connector 2107">
                          <a:extLst>
                            <a:ext uri="{FF2B5EF4-FFF2-40B4-BE49-F238E27FC236}">
                              <a16:creationId xmlns:a16="http://schemas.microsoft.com/office/drawing/2014/main" id="{E946AA82-F018-4900-98F5-B3790288812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09" name="Flowchart: Connector 2108">
                          <a:extLst>
                            <a:ext uri="{FF2B5EF4-FFF2-40B4-BE49-F238E27FC236}">
                              <a16:creationId xmlns:a16="http://schemas.microsoft.com/office/drawing/2014/main" id="{626CC55B-0AD1-4C97-9821-E9C4EB23F40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10" name="Flowchart: Connector 2109">
                          <a:extLst>
                            <a:ext uri="{FF2B5EF4-FFF2-40B4-BE49-F238E27FC236}">
                              <a16:creationId xmlns:a16="http://schemas.microsoft.com/office/drawing/2014/main" id="{5D775EF5-CE7D-4219-8534-577CCF77EAE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11" name="Flowchart: Connector 2110">
                          <a:extLst>
                            <a:ext uri="{FF2B5EF4-FFF2-40B4-BE49-F238E27FC236}">
                              <a16:creationId xmlns:a16="http://schemas.microsoft.com/office/drawing/2014/main" id="{336E051B-F308-4D20-8083-11C3D95F243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112" name="Flowchart: Connector 2111">
                          <a:extLst>
                            <a:ext uri="{FF2B5EF4-FFF2-40B4-BE49-F238E27FC236}">
                              <a16:creationId xmlns:a16="http://schemas.microsoft.com/office/drawing/2014/main" id="{067647DE-4EB9-41AE-99FB-ED9A1072688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13" name="3D Model 2112" descr="Sphere">
                              <a:extLst>
                                <a:ext uri="{FF2B5EF4-FFF2-40B4-BE49-F238E27FC236}">
                                  <a16:creationId xmlns:a16="http://schemas.microsoft.com/office/drawing/2014/main" id="{1AA1CA91-857D-4272-BCED-DB12A9FC103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9276759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14" name="Flowchart: Connector 2113">
                          <a:extLst>
                            <a:ext uri="{FF2B5EF4-FFF2-40B4-BE49-F238E27FC236}">
                              <a16:creationId xmlns:a16="http://schemas.microsoft.com/office/drawing/2014/main" id="{4E7E4731-549D-4872-BBA7-49E486BB220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15" name="3D Model 2114" descr="Sphere">
                              <a:extLst>
                                <a:ext uri="{FF2B5EF4-FFF2-40B4-BE49-F238E27FC236}">
                                  <a16:creationId xmlns:a16="http://schemas.microsoft.com/office/drawing/2014/main" id="{0E51FF75-05E7-433F-AEDE-07D37AF43E3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7069401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16" name="Flowchart: Connector 2115">
                          <a:extLst>
                            <a:ext uri="{FF2B5EF4-FFF2-40B4-BE49-F238E27FC236}">
                              <a16:creationId xmlns:a16="http://schemas.microsoft.com/office/drawing/2014/main" id="{3D34A74F-5250-4A23-BC10-5B23CC37448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17" name="3D Model 2116" descr="Sphere">
                              <a:extLst>
                                <a:ext uri="{FF2B5EF4-FFF2-40B4-BE49-F238E27FC236}">
                                  <a16:creationId xmlns:a16="http://schemas.microsoft.com/office/drawing/2014/main" id="{B084B338-CC4C-40AD-AA5E-69A46864C94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0897001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18" name="Flowchart: Connector 2117">
                          <a:extLst>
                            <a:ext uri="{FF2B5EF4-FFF2-40B4-BE49-F238E27FC236}">
                              <a16:creationId xmlns:a16="http://schemas.microsoft.com/office/drawing/2014/main" id="{91C5CF1C-54AC-4A48-B232-205C5DC493F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19" name="3D Model 2118" descr="Sphere">
                              <a:extLst>
                                <a:ext uri="{FF2B5EF4-FFF2-40B4-BE49-F238E27FC236}">
                                  <a16:creationId xmlns:a16="http://schemas.microsoft.com/office/drawing/2014/main" id="{DA6128C7-9DC8-4830-882C-5D0A28E1F9C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5746218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071" name="Group 2070">
                        <a:extLst>
                          <a:ext uri="{FF2B5EF4-FFF2-40B4-BE49-F238E27FC236}">
                            <a16:creationId xmlns:a16="http://schemas.microsoft.com/office/drawing/2014/main" id="{6738ECD7-609F-4210-A343-77125525E19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088" name="Flowchart: Connector 2087">
                          <a:extLst>
                            <a:ext uri="{FF2B5EF4-FFF2-40B4-BE49-F238E27FC236}">
                              <a16:creationId xmlns:a16="http://schemas.microsoft.com/office/drawing/2014/main" id="{301D12E4-E99C-4D4C-AF62-118C728ADB8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89" name="Flowchart: Connector 2088">
                          <a:extLst>
                            <a:ext uri="{FF2B5EF4-FFF2-40B4-BE49-F238E27FC236}">
                              <a16:creationId xmlns:a16="http://schemas.microsoft.com/office/drawing/2014/main" id="{C300A3E6-3FDA-4846-991D-7038A89CEB7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90" name="Flowchart: Connector 2089">
                          <a:extLst>
                            <a:ext uri="{FF2B5EF4-FFF2-40B4-BE49-F238E27FC236}">
                              <a16:creationId xmlns:a16="http://schemas.microsoft.com/office/drawing/2014/main" id="{31361A72-3DF7-4079-9F69-28DD71FE3EB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91" name="Flowchart: Connector 2090">
                          <a:extLst>
                            <a:ext uri="{FF2B5EF4-FFF2-40B4-BE49-F238E27FC236}">
                              <a16:creationId xmlns:a16="http://schemas.microsoft.com/office/drawing/2014/main" id="{F04AD5F7-D59A-483D-A8C4-92DFD8947B6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92" name="Flowchart: Connector 2091">
                          <a:extLst>
                            <a:ext uri="{FF2B5EF4-FFF2-40B4-BE49-F238E27FC236}">
                              <a16:creationId xmlns:a16="http://schemas.microsoft.com/office/drawing/2014/main" id="{DC1DC09A-4032-4423-8E6E-F57648EE5C1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93" name="Flowchart: Connector 2092">
                          <a:extLst>
                            <a:ext uri="{FF2B5EF4-FFF2-40B4-BE49-F238E27FC236}">
                              <a16:creationId xmlns:a16="http://schemas.microsoft.com/office/drawing/2014/main" id="{60021D81-FC22-4B9E-96E0-B3D2992B847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94" name="Flowchart: Connector 2093">
                          <a:extLst>
                            <a:ext uri="{FF2B5EF4-FFF2-40B4-BE49-F238E27FC236}">
                              <a16:creationId xmlns:a16="http://schemas.microsoft.com/office/drawing/2014/main" id="{645608A5-6BCC-46D6-B15B-B4D30A4099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95" name="Flowchart: Connector 2094">
                          <a:extLst>
                            <a:ext uri="{FF2B5EF4-FFF2-40B4-BE49-F238E27FC236}">
                              <a16:creationId xmlns:a16="http://schemas.microsoft.com/office/drawing/2014/main" id="{129CB16B-EB25-485B-9C24-E474F44022A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96" name="Flowchart: Connector 2095">
                          <a:extLst>
                            <a:ext uri="{FF2B5EF4-FFF2-40B4-BE49-F238E27FC236}">
                              <a16:creationId xmlns:a16="http://schemas.microsoft.com/office/drawing/2014/main" id="{4B7600EB-C05F-42D8-A8A3-D27CBE55201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97" name="3D Model 2096" descr="Sphere">
                              <a:extLst>
                                <a:ext uri="{FF2B5EF4-FFF2-40B4-BE49-F238E27FC236}">
                                  <a16:creationId xmlns:a16="http://schemas.microsoft.com/office/drawing/2014/main" id="{C6D542F8-32C1-412C-AB24-EACD20C474F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5236657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98" name="Flowchart: Connector 2097">
                          <a:extLst>
                            <a:ext uri="{FF2B5EF4-FFF2-40B4-BE49-F238E27FC236}">
                              <a16:creationId xmlns:a16="http://schemas.microsoft.com/office/drawing/2014/main" id="{560102D7-9AF9-432E-B09A-C89E0AF1EA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99" name="3D Model 2098" descr="Sphere">
                              <a:extLst>
                                <a:ext uri="{FF2B5EF4-FFF2-40B4-BE49-F238E27FC236}">
                                  <a16:creationId xmlns:a16="http://schemas.microsoft.com/office/drawing/2014/main" id="{CA25D945-D2FB-40C4-A634-49E3A364ED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832236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00" name="Flowchart: Connector 2099">
                          <a:extLst>
                            <a:ext uri="{FF2B5EF4-FFF2-40B4-BE49-F238E27FC236}">
                              <a16:creationId xmlns:a16="http://schemas.microsoft.com/office/drawing/2014/main" id="{85BB9903-B178-419E-AF17-6511F84251C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01" name="3D Model 2100" descr="Sphere">
                              <a:extLst>
                                <a:ext uri="{FF2B5EF4-FFF2-40B4-BE49-F238E27FC236}">
                                  <a16:creationId xmlns:a16="http://schemas.microsoft.com/office/drawing/2014/main" id="{D5D7172F-9A81-415B-B783-F6CDCBC7CE0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5486076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102" name="Flowchart: Connector 2101">
                          <a:extLst>
                            <a:ext uri="{FF2B5EF4-FFF2-40B4-BE49-F238E27FC236}">
                              <a16:creationId xmlns:a16="http://schemas.microsoft.com/office/drawing/2014/main" id="{A90258F6-FFA5-487D-AD5D-3B04A6791FC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103" name="3D Model 2102" descr="Sphere">
                              <a:extLst>
                                <a:ext uri="{FF2B5EF4-FFF2-40B4-BE49-F238E27FC236}">
                                  <a16:creationId xmlns:a16="http://schemas.microsoft.com/office/drawing/2014/main" id="{C8363566-9B14-4CFA-834B-F91503C3A56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0271628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072" name="Flowchart: Connector 2071">
                        <a:extLst>
                          <a:ext uri="{FF2B5EF4-FFF2-40B4-BE49-F238E27FC236}">
                            <a16:creationId xmlns:a16="http://schemas.microsoft.com/office/drawing/2014/main" id="{71EC6023-018A-4F45-80C0-5EC584BF6C1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3" name="Flowchart: Connector 2072">
                        <a:extLst>
                          <a:ext uri="{FF2B5EF4-FFF2-40B4-BE49-F238E27FC236}">
                            <a16:creationId xmlns:a16="http://schemas.microsoft.com/office/drawing/2014/main" id="{009613D1-3765-4F22-A1B6-22FAA334A9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4" name="Flowchart: Connector 2073">
                        <a:extLst>
                          <a:ext uri="{FF2B5EF4-FFF2-40B4-BE49-F238E27FC236}">
                            <a16:creationId xmlns:a16="http://schemas.microsoft.com/office/drawing/2014/main" id="{54537586-F716-48DC-947C-9A84C58688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5" name="Flowchart: Connector 2074">
                        <a:extLst>
                          <a:ext uri="{FF2B5EF4-FFF2-40B4-BE49-F238E27FC236}">
                            <a16:creationId xmlns:a16="http://schemas.microsoft.com/office/drawing/2014/main" id="{9139E9C1-3F9C-4655-B652-8DC3798EF2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6" name="Flowchart: Connector 2075">
                        <a:extLst>
                          <a:ext uri="{FF2B5EF4-FFF2-40B4-BE49-F238E27FC236}">
                            <a16:creationId xmlns:a16="http://schemas.microsoft.com/office/drawing/2014/main" id="{905628CD-D38D-4183-ADA2-C9F3A8C90C8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7" name="Flowchart: Connector 2076">
                        <a:extLst>
                          <a:ext uri="{FF2B5EF4-FFF2-40B4-BE49-F238E27FC236}">
                            <a16:creationId xmlns:a16="http://schemas.microsoft.com/office/drawing/2014/main" id="{5CB7894C-B27B-4471-AC53-4B54E23E33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8" name="Flowchart: Connector 2077">
                        <a:extLst>
                          <a:ext uri="{FF2B5EF4-FFF2-40B4-BE49-F238E27FC236}">
                            <a16:creationId xmlns:a16="http://schemas.microsoft.com/office/drawing/2014/main" id="{DA5AA7B8-0314-4C6A-B92E-0819851A05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9" name="Flowchart: Connector 2078">
                        <a:extLst>
                          <a:ext uri="{FF2B5EF4-FFF2-40B4-BE49-F238E27FC236}">
                            <a16:creationId xmlns:a16="http://schemas.microsoft.com/office/drawing/2014/main" id="{A844249C-79BD-4B8A-95B2-008084885D5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80" name="Flowchart: Connector 2079">
                        <a:extLst>
                          <a:ext uri="{FF2B5EF4-FFF2-40B4-BE49-F238E27FC236}">
                            <a16:creationId xmlns:a16="http://schemas.microsoft.com/office/drawing/2014/main" id="{F31ACE39-1E3F-409E-B5F4-63F5C550F6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81" name="3D Model 2080" descr="Sphere">
                            <a:extLst>
                              <a:ext uri="{FF2B5EF4-FFF2-40B4-BE49-F238E27FC236}">
                                <a16:creationId xmlns:a16="http://schemas.microsoft.com/office/drawing/2014/main" id="{BBAAC3A5-BED9-484D-8304-B5CF970DFBB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60116003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81" name="3D Model 2080" descr="Sphere">
                            <a:extLst>
                              <a:ext uri="{FF2B5EF4-FFF2-40B4-BE49-F238E27FC236}">
                                <a16:creationId xmlns:a16="http://schemas.microsoft.com/office/drawing/2014/main" id="{BBAAC3A5-BED9-484D-8304-B5CF970DFBB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67417" y="223158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82" name="Flowchart: Connector 2081">
                        <a:extLst>
                          <a:ext uri="{FF2B5EF4-FFF2-40B4-BE49-F238E27FC236}">
                            <a16:creationId xmlns:a16="http://schemas.microsoft.com/office/drawing/2014/main" id="{EB35ADDD-F70F-48C8-9C97-CA4C995B17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83" name="3D Model 2082" descr="Sphere">
                            <a:extLst>
                              <a:ext uri="{FF2B5EF4-FFF2-40B4-BE49-F238E27FC236}">
                                <a16:creationId xmlns:a16="http://schemas.microsoft.com/office/drawing/2014/main" id="{7F26FC5C-FF6C-4333-97E0-272A413FF94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80789266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83" name="3D Model 2082" descr="Sphere">
                            <a:extLst>
                              <a:ext uri="{FF2B5EF4-FFF2-40B4-BE49-F238E27FC236}">
                                <a16:creationId xmlns:a16="http://schemas.microsoft.com/office/drawing/2014/main" id="{7F26FC5C-FF6C-4333-97E0-272A413FF94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009241" y="224626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84" name="Flowchart: Connector 2083">
                        <a:extLst>
                          <a:ext uri="{FF2B5EF4-FFF2-40B4-BE49-F238E27FC236}">
                            <a16:creationId xmlns:a16="http://schemas.microsoft.com/office/drawing/2014/main" id="{14B319CF-0F99-475D-A86A-6543AE7F23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85" name="3D Model 2084" descr="Sphere">
                            <a:extLst>
                              <a:ext uri="{FF2B5EF4-FFF2-40B4-BE49-F238E27FC236}">
                                <a16:creationId xmlns:a16="http://schemas.microsoft.com/office/drawing/2014/main" id="{9E0852C6-70C9-4F0E-8452-5D6F744047C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1342061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85" name="3D Model 2084" descr="Sphere">
                            <a:extLst>
                              <a:ext uri="{FF2B5EF4-FFF2-40B4-BE49-F238E27FC236}">
                                <a16:creationId xmlns:a16="http://schemas.microsoft.com/office/drawing/2014/main" id="{9E0852C6-70C9-4F0E-8452-5D6F744047C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054013" y="225728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86" name="Flowchart: Connector 2085">
                        <a:extLst>
                          <a:ext uri="{FF2B5EF4-FFF2-40B4-BE49-F238E27FC236}">
                            <a16:creationId xmlns:a16="http://schemas.microsoft.com/office/drawing/2014/main" id="{89098547-8D8E-4EA1-8117-0A87FE3EDC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87" name="3D Model 2086" descr="Sphere">
                            <a:extLst>
                              <a:ext uri="{FF2B5EF4-FFF2-40B4-BE49-F238E27FC236}">
                                <a16:creationId xmlns:a16="http://schemas.microsoft.com/office/drawing/2014/main" id="{2AC3B5A0-E1C4-4789-8D7D-123C72E426F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2426036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87" name="3D Model 2086" descr="Sphere">
                            <a:extLst>
                              <a:ext uri="{FF2B5EF4-FFF2-40B4-BE49-F238E27FC236}">
                                <a16:creationId xmlns:a16="http://schemas.microsoft.com/office/drawing/2014/main" id="{2AC3B5A0-E1C4-4789-8D7D-123C72E426F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098337" y="2274301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1923" name="Group 1922">
                    <a:extLst>
                      <a:ext uri="{FF2B5EF4-FFF2-40B4-BE49-F238E27FC236}">
                        <a16:creationId xmlns:a16="http://schemas.microsoft.com/office/drawing/2014/main" id="{6B1DB10A-6790-40ED-9384-3233AC4B0EDA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064" name="Flowchart: Connector 2063">
                      <a:extLst>
                        <a:ext uri="{FF2B5EF4-FFF2-40B4-BE49-F238E27FC236}">
                          <a16:creationId xmlns:a16="http://schemas.microsoft.com/office/drawing/2014/main" id="{FC7A03A0-CBBC-4CF5-A59E-BF55FA6CA4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65" name="Flowchart: Connector 2064">
                      <a:extLst>
                        <a:ext uri="{FF2B5EF4-FFF2-40B4-BE49-F238E27FC236}">
                          <a16:creationId xmlns:a16="http://schemas.microsoft.com/office/drawing/2014/main" id="{55BFF76E-262A-4B75-98A7-EEC3BE830D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66" name="Flowchart: Connector 2065">
                      <a:extLst>
                        <a:ext uri="{FF2B5EF4-FFF2-40B4-BE49-F238E27FC236}">
                          <a16:creationId xmlns:a16="http://schemas.microsoft.com/office/drawing/2014/main" id="{A257DB75-1515-46BD-9FCF-66CC1FA8F7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1924" name="Flowchart: Connector 1923">
                    <a:extLst>
                      <a:ext uri="{FF2B5EF4-FFF2-40B4-BE49-F238E27FC236}">
                        <a16:creationId xmlns:a16="http://schemas.microsoft.com/office/drawing/2014/main" id="{291B1E7D-88CA-41C3-8752-C0DFCC576C9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925" name="Flowchart: Connector 1924">
                    <a:extLst>
                      <a:ext uri="{FF2B5EF4-FFF2-40B4-BE49-F238E27FC236}">
                        <a16:creationId xmlns:a16="http://schemas.microsoft.com/office/drawing/2014/main" id="{A191942C-CC5C-4506-BA52-B9FD366CC50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1926" name="Group 1925">
                    <a:extLst>
                      <a:ext uri="{FF2B5EF4-FFF2-40B4-BE49-F238E27FC236}">
                        <a16:creationId xmlns:a16="http://schemas.microsoft.com/office/drawing/2014/main" id="{0E9167ED-9536-4669-BED8-5BD75AAE8370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2061" name="Flowchart: Connector 2060">
                      <a:extLst>
                        <a:ext uri="{FF2B5EF4-FFF2-40B4-BE49-F238E27FC236}">
                          <a16:creationId xmlns:a16="http://schemas.microsoft.com/office/drawing/2014/main" id="{03D5BAA9-D5EE-480C-87E5-7B85234B41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62" name="Flowchart: Connector 2061">
                      <a:extLst>
                        <a:ext uri="{FF2B5EF4-FFF2-40B4-BE49-F238E27FC236}">
                          <a16:creationId xmlns:a16="http://schemas.microsoft.com/office/drawing/2014/main" id="{BF2995EF-8FA7-4805-8CB5-5A7B007B2E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63" name="Flowchart: Connector 2062">
                      <a:extLst>
                        <a:ext uri="{FF2B5EF4-FFF2-40B4-BE49-F238E27FC236}">
                          <a16:creationId xmlns:a16="http://schemas.microsoft.com/office/drawing/2014/main" id="{9A8A133B-C9BC-4C33-87A3-F2C9371366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927" name="Group 1926">
                    <a:extLst>
                      <a:ext uri="{FF2B5EF4-FFF2-40B4-BE49-F238E27FC236}">
                        <a16:creationId xmlns:a16="http://schemas.microsoft.com/office/drawing/2014/main" id="{B774F905-23FB-430E-8923-2A18D7045A91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1996" name="Group 1995">
                      <a:extLst>
                        <a:ext uri="{FF2B5EF4-FFF2-40B4-BE49-F238E27FC236}">
                          <a16:creationId xmlns:a16="http://schemas.microsoft.com/office/drawing/2014/main" id="{E88AC325-7162-4723-ADA3-5387E9E632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2057" name="Flowchart: Connector 2056">
                        <a:extLst>
                          <a:ext uri="{FF2B5EF4-FFF2-40B4-BE49-F238E27FC236}">
                            <a16:creationId xmlns:a16="http://schemas.microsoft.com/office/drawing/2014/main" id="{AA0CF316-90BF-4AA5-8CDD-9A5AF383F9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58" name="Flowchart: Connector 2057">
                        <a:extLst>
                          <a:ext uri="{FF2B5EF4-FFF2-40B4-BE49-F238E27FC236}">
                            <a16:creationId xmlns:a16="http://schemas.microsoft.com/office/drawing/2014/main" id="{39247859-B984-46BD-B754-441E731C9E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59" name="Flowchart: Connector 2058">
                        <a:extLst>
                          <a:ext uri="{FF2B5EF4-FFF2-40B4-BE49-F238E27FC236}">
                            <a16:creationId xmlns:a16="http://schemas.microsoft.com/office/drawing/2014/main" id="{BBD165CC-4128-4813-9FE6-F20F2A5CFB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60" name="Flowchart: Connector 2059">
                        <a:extLst>
                          <a:ext uri="{FF2B5EF4-FFF2-40B4-BE49-F238E27FC236}">
                            <a16:creationId xmlns:a16="http://schemas.microsoft.com/office/drawing/2014/main" id="{627F1E05-673A-4AD9-921D-43BD8250E7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1997" name="Group 1996">
                      <a:extLst>
                        <a:ext uri="{FF2B5EF4-FFF2-40B4-BE49-F238E27FC236}">
                          <a16:creationId xmlns:a16="http://schemas.microsoft.com/office/drawing/2014/main" id="{40167C3B-441C-4B80-9E71-023ECA318F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1998" name="Group 1997">
                        <a:extLst>
                          <a:ext uri="{FF2B5EF4-FFF2-40B4-BE49-F238E27FC236}">
                            <a16:creationId xmlns:a16="http://schemas.microsoft.com/office/drawing/2014/main" id="{459040B3-B5CE-493B-9A85-61E42CB8F9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049" name="Flowchart: Connector 2048">
                          <a:extLst>
                            <a:ext uri="{FF2B5EF4-FFF2-40B4-BE49-F238E27FC236}">
                              <a16:creationId xmlns:a16="http://schemas.microsoft.com/office/drawing/2014/main" id="{07EF583C-4E1E-425C-8880-E463F86E2F7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50" name="3D Model 2049" descr="Sphere">
                              <a:extLst>
                                <a:ext uri="{FF2B5EF4-FFF2-40B4-BE49-F238E27FC236}">
                                  <a16:creationId xmlns:a16="http://schemas.microsoft.com/office/drawing/2014/main" id="{5AC32178-71A7-4A1B-AF63-33867B015B6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9932392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51" name="Flowchart: Connector 2050">
                          <a:extLst>
                            <a:ext uri="{FF2B5EF4-FFF2-40B4-BE49-F238E27FC236}">
                              <a16:creationId xmlns:a16="http://schemas.microsoft.com/office/drawing/2014/main" id="{2A22155D-0D68-4A08-99D7-F49EE4B76C9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52" name="3D Model 2051" descr="Sphere">
                              <a:extLst>
                                <a:ext uri="{FF2B5EF4-FFF2-40B4-BE49-F238E27FC236}">
                                  <a16:creationId xmlns:a16="http://schemas.microsoft.com/office/drawing/2014/main" id="{E646C5FF-B034-4355-8DD0-D8A28140C70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820572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53" name="Flowchart: Connector 2052">
                          <a:extLst>
                            <a:ext uri="{FF2B5EF4-FFF2-40B4-BE49-F238E27FC236}">
                              <a16:creationId xmlns:a16="http://schemas.microsoft.com/office/drawing/2014/main" id="{1FD17F14-3C2D-4D17-B908-3E52BEE66E9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54" name="3D Model 2053" descr="Sphere">
                              <a:extLst>
                                <a:ext uri="{FF2B5EF4-FFF2-40B4-BE49-F238E27FC236}">
                                  <a16:creationId xmlns:a16="http://schemas.microsoft.com/office/drawing/2014/main" id="{6D4D0961-D8BB-4D23-960C-CA051AFAC47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743224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55" name="Flowchart: Connector 2054">
                          <a:extLst>
                            <a:ext uri="{FF2B5EF4-FFF2-40B4-BE49-F238E27FC236}">
                              <a16:creationId xmlns:a16="http://schemas.microsoft.com/office/drawing/2014/main" id="{EE4E715C-0E92-4A2C-99C5-8148C429D27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56" name="3D Model 2055" descr="Sphere">
                              <a:extLst>
                                <a:ext uri="{FF2B5EF4-FFF2-40B4-BE49-F238E27FC236}">
                                  <a16:creationId xmlns:a16="http://schemas.microsoft.com/office/drawing/2014/main" id="{0A89758D-7609-4D1E-9EEF-7B4B1E1FFE6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2374547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1999" name="Group 1998">
                        <a:extLst>
                          <a:ext uri="{FF2B5EF4-FFF2-40B4-BE49-F238E27FC236}">
                            <a16:creationId xmlns:a16="http://schemas.microsoft.com/office/drawing/2014/main" id="{B28A1E54-2F9C-4CBC-8DE8-6E6A2162F5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033" name="Flowchart: Connector 2032">
                          <a:extLst>
                            <a:ext uri="{FF2B5EF4-FFF2-40B4-BE49-F238E27FC236}">
                              <a16:creationId xmlns:a16="http://schemas.microsoft.com/office/drawing/2014/main" id="{BBB50435-A1B6-4632-9C24-DA1C5D29B83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34" name="Flowchart: Connector 2033">
                          <a:extLst>
                            <a:ext uri="{FF2B5EF4-FFF2-40B4-BE49-F238E27FC236}">
                              <a16:creationId xmlns:a16="http://schemas.microsoft.com/office/drawing/2014/main" id="{F30F4D4C-D999-466E-B80F-51E6FE7B372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35" name="Flowchart: Connector 2034">
                          <a:extLst>
                            <a:ext uri="{FF2B5EF4-FFF2-40B4-BE49-F238E27FC236}">
                              <a16:creationId xmlns:a16="http://schemas.microsoft.com/office/drawing/2014/main" id="{B9EC13C0-CB9E-4C64-9A72-631CBEAB33F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36" name="Flowchart: Connector 2035">
                          <a:extLst>
                            <a:ext uri="{FF2B5EF4-FFF2-40B4-BE49-F238E27FC236}">
                              <a16:creationId xmlns:a16="http://schemas.microsoft.com/office/drawing/2014/main" id="{4710527C-F3BF-4596-AF6B-78F5092E6B8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37" name="Flowchart: Connector 2036">
                          <a:extLst>
                            <a:ext uri="{FF2B5EF4-FFF2-40B4-BE49-F238E27FC236}">
                              <a16:creationId xmlns:a16="http://schemas.microsoft.com/office/drawing/2014/main" id="{B0CFC012-61F2-4EFE-90AB-2BE1C055066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38" name="Flowchart: Connector 2037">
                          <a:extLst>
                            <a:ext uri="{FF2B5EF4-FFF2-40B4-BE49-F238E27FC236}">
                              <a16:creationId xmlns:a16="http://schemas.microsoft.com/office/drawing/2014/main" id="{255D0D01-1161-471C-B895-EDA1B09A77E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39" name="Flowchart: Connector 2038">
                          <a:extLst>
                            <a:ext uri="{FF2B5EF4-FFF2-40B4-BE49-F238E27FC236}">
                              <a16:creationId xmlns:a16="http://schemas.microsoft.com/office/drawing/2014/main" id="{909669C7-3086-4A81-BB17-2AD6951C1F6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40" name="Flowchart: Connector 2039">
                          <a:extLst>
                            <a:ext uri="{FF2B5EF4-FFF2-40B4-BE49-F238E27FC236}">
                              <a16:creationId xmlns:a16="http://schemas.microsoft.com/office/drawing/2014/main" id="{5465DB02-520F-4AF9-9770-9BD4AC54C89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41" name="Flowchart: Connector 2040">
                          <a:extLst>
                            <a:ext uri="{FF2B5EF4-FFF2-40B4-BE49-F238E27FC236}">
                              <a16:creationId xmlns:a16="http://schemas.microsoft.com/office/drawing/2014/main" id="{50883218-BD58-4510-A929-A62F4B1BB19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42" name="3D Model 2041" descr="Sphere">
                              <a:extLst>
                                <a:ext uri="{FF2B5EF4-FFF2-40B4-BE49-F238E27FC236}">
                                  <a16:creationId xmlns:a16="http://schemas.microsoft.com/office/drawing/2014/main" id="{051B89D6-48B2-452C-8F89-A2269EB696F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2264663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43" name="Flowchart: Connector 2042">
                          <a:extLst>
                            <a:ext uri="{FF2B5EF4-FFF2-40B4-BE49-F238E27FC236}">
                              <a16:creationId xmlns:a16="http://schemas.microsoft.com/office/drawing/2014/main" id="{C55D22D1-D615-4D21-B7F3-C3BC92BFA04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44" name="3D Model 2043" descr="Sphere">
                              <a:extLst>
                                <a:ext uri="{FF2B5EF4-FFF2-40B4-BE49-F238E27FC236}">
                                  <a16:creationId xmlns:a16="http://schemas.microsoft.com/office/drawing/2014/main" id="{8ED4E461-D6AD-4A8B-A856-CBD5128800F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3693757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45" name="Flowchart: Connector 2044">
                          <a:extLst>
                            <a:ext uri="{FF2B5EF4-FFF2-40B4-BE49-F238E27FC236}">
                              <a16:creationId xmlns:a16="http://schemas.microsoft.com/office/drawing/2014/main" id="{52E7F046-A271-40B8-8249-970785AC924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46" name="3D Model 2045" descr="Sphere">
                              <a:extLst>
                                <a:ext uri="{FF2B5EF4-FFF2-40B4-BE49-F238E27FC236}">
                                  <a16:creationId xmlns:a16="http://schemas.microsoft.com/office/drawing/2014/main" id="{9ED8BA09-BB1A-4086-A54B-8637D09AC5C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0947632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47" name="Flowchart: Connector 2046">
                          <a:extLst>
                            <a:ext uri="{FF2B5EF4-FFF2-40B4-BE49-F238E27FC236}">
                              <a16:creationId xmlns:a16="http://schemas.microsoft.com/office/drawing/2014/main" id="{9328F96E-F791-45E2-BF79-5001613092B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48" name="3D Model 2047" descr="Sphere">
                              <a:extLst>
                                <a:ext uri="{FF2B5EF4-FFF2-40B4-BE49-F238E27FC236}">
                                  <a16:creationId xmlns:a16="http://schemas.microsoft.com/office/drawing/2014/main" id="{CF2CDA4C-7D7D-4FD5-9195-B6A70AA44AF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4305012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000" name="Group 1999">
                        <a:extLst>
                          <a:ext uri="{FF2B5EF4-FFF2-40B4-BE49-F238E27FC236}">
                            <a16:creationId xmlns:a16="http://schemas.microsoft.com/office/drawing/2014/main" id="{7FB88FC8-7CDA-4471-8B7A-199395633DB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017" name="Flowchart: Connector 2016">
                          <a:extLst>
                            <a:ext uri="{FF2B5EF4-FFF2-40B4-BE49-F238E27FC236}">
                              <a16:creationId xmlns:a16="http://schemas.microsoft.com/office/drawing/2014/main" id="{0369CCC2-35C4-4A3D-B5E9-068C9FD565F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18" name="Flowchart: Connector 2017">
                          <a:extLst>
                            <a:ext uri="{FF2B5EF4-FFF2-40B4-BE49-F238E27FC236}">
                              <a16:creationId xmlns:a16="http://schemas.microsoft.com/office/drawing/2014/main" id="{F5F62510-540D-452B-91F8-231734D7FB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19" name="Flowchart: Connector 2018">
                          <a:extLst>
                            <a:ext uri="{FF2B5EF4-FFF2-40B4-BE49-F238E27FC236}">
                              <a16:creationId xmlns:a16="http://schemas.microsoft.com/office/drawing/2014/main" id="{ED0B8D78-0225-4AA9-9752-1C9D76306F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20" name="Flowchart: Connector 2019">
                          <a:extLst>
                            <a:ext uri="{FF2B5EF4-FFF2-40B4-BE49-F238E27FC236}">
                              <a16:creationId xmlns:a16="http://schemas.microsoft.com/office/drawing/2014/main" id="{0D1A350B-B72F-4A22-B9C4-F3E53ADEBFA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21" name="Flowchart: Connector 2020">
                          <a:extLst>
                            <a:ext uri="{FF2B5EF4-FFF2-40B4-BE49-F238E27FC236}">
                              <a16:creationId xmlns:a16="http://schemas.microsoft.com/office/drawing/2014/main" id="{A34F62C6-562F-4ADE-9C86-3EC84A7F184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22" name="Flowchart: Connector 2021">
                          <a:extLst>
                            <a:ext uri="{FF2B5EF4-FFF2-40B4-BE49-F238E27FC236}">
                              <a16:creationId xmlns:a16="http://schemas.microsoft.com/office/drawing/2014/main" id="{55D1681F-0F08-49CA-9BBB-0ADF5C61B98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23" name="Flowchart: Connector 2022">
                          <a:extLst>
                            <a:ext uri="{FF2B5EF4-FFF2-40B4-BE49-F238E27FC236}">
                              <a16:creationId xmlns:a16="http://schemas.microsoft.com/office/drawing/2014/main" id="{1CF45592-9F30-4C54-99E7-FB0D7986B10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24" name="Flowchart: Connector 2023">
                          <a:extLst>
                            <a:ext uri="{FF2B5EF4-FFF2-40B4-BE49-F238E27FC236}">
                              <a16:creationId xmlns:a16="http://schemas.microsoft.com/office/drawing/2014/main" id="{D7703E5C-DFA6-47FF-ADB2-6A5F55E8CC1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025" name="Flowchart: Connector 2024">
                          <a:extLst>
                            <a:ext uri="{FF2B5EF4-FFF2-40B4-BE49-F238E27FC236}">
                              <a16:creationId xmlns:a16="http://schemas.microsoft.com/office/drawing/2014/main" id="{3B225BA0-A78F-4248-9CD7-AE7BD6F225F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26" name="3D Model 2025" descr="Sphere">
                              <a:extLst>
                                <a:ext uri="{FF2B5EF4-FFF2-40B4-BE49-F238E27FC236}">
                                  <a16:creationId xmlns:a16="http://schemas.microsoft.com/office/drawing/2014/main" id="{F9064DFC-A114-4FE3-A0B3-593433CB1D1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8525285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27" name="Flowchart: Connector 2026">
                          <a:extLst>
                            <a:ext uri="{FF2B5EF4-FFF2-40B4-BE49-F238E27FC236}">
                              <a16:creationId xmlns:a16="http://schemas.microsoft.com/office/drawing/2014/main" id="{D3917CF1-7319-4AAB-A387-CD11E59B69C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28" name="3D Model 2027" descr="Sphere">
                              <a:extLst>
                                <a:ext uri="{FF2B5EF4-FFF2-40B4-BE49-F238E27FC236}">
                                  <a16:creationId xmlns:a16="http://schemas.microsoft.com/office/drawing/2014/main" id="{4C87075E-9531-43CA-BC1E-7855EDAA6D9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1179902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29" name="Flowchart: Connector 2028">
                          <a:extLst>
                            <a:ext uri="{FF2B5EF4-FFF2-40B4-BE49-F238E27FC236}">
                              <a16:creationId xmlns:a16="http://schemas.microsoft.com/office/drawing/2014/main" id="{0652C3FE-3871-4BE5-9A16-2819E3F11B2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30" name="3D Model 2029" descr="Sphere">
                              <a:extLst>
                                <a:ext uri="{FF2B5EF4-FFF2-40B4-BE49-F238E27FC236}">
                                  <a16:creationId xmlns:a16="http://schemas.microsoft.com/office/drawing/2014/main" id="{51DC0D74-F5A4-4390-A2B7-AD9CF5D122C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380735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031" name="Flowchart: Connector 2030">
                          <a:extLst>
                            <a:ext uri="{FF2B5EF4-FFF2-40B4-BE49-F238E27FC236}">
                              <a16:creationId xmlns:a16="http://schemas.microsoft.com/office/drawing/2014/main" id="{A958B8F2-3DBF-4CCE-AE02-F03F9CA61CE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032" name="3D Model 2031" descr="Sphere">
                              <a:extLst>
                                <a:ext uri="{FF2B5EF4-FFF2-40B4-BE49-F238E27FC236}">
                                  <a16:creationId xmlns:a16="http://schemas.microsoft.com/office/drawing/2014/main" id="{11FB1A2C-F044-4B45-A829-F5F296963E6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6010720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001" name="Flowchart: Connector 2000">
                        <a:extLst>
                          <a:ext uri="{FF2B5EF4-FFF2-40B4-BE49-F238E27FC236}">
                            <a16:creationId xmlns:a16="http://schemas.microsoft.com/office/drawing/2014/main" id="{C32C6AB7-DF34-4C8C-9F42-A05CAE8D28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2" name="Flowchart: Connector 2001">
                        <a:extLst>
                          <a:ext uri="{FF2B5EF4-FFF2-40B4-BE49-F238E27FC236}">
                            <a16:creationId xmlns:a16="http://schemas.microsoft.com/office/drawing/2014/main" id="{70B8035F-B34E-414A-B02F-88BF420A49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3" name="Flowchart: Connector 2002">
                        <a:extLst>
                          <a:ext uri="{FF2B5EF4-FFF2-40B4-BE49-F238E27FC236}">
                            <a16:creationId xmlns:a16="http://schemas.microsoft.com/office/drawing/2014/main" id="{9746708D-379B-4618-9151-AE9062DC31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4" name="Flowchart: Connector 2003">
                        <a:extLst>
                          <a:ext uri="{FF2B5EF4-FFF2-40B4-BE49-F238E27FC236}">
                            <a16:creationId xmlns:a16="http://schemas.microsoft.com/office/drawing/2014/main" id="{BA4AA80B-0BA6-414E-B1E6-414EAB16EA1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5" name="Flowchart: Connector 2004">
                        <a:extLst>
                          <a:ext uri="{FF2B5EF4-FFF2-40B4-BE49-F238E27FC236}">
                            <a16:creationId xmlns:a16="http://schemas.microsoft.com/office/drawing/2014/main" id="{91D49B5F-70B6-47B7-8171-C919D66419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6" name="Flowchart: Connector 2005">
                        <a:extLst>
                          <a:ext uri="{FF2B5EF4-FFF2-40B4-BE49-F238E27FC236}">
                            <a16:creationId xmlns:a16="http://schemas.microsoft.com/office/drawing/2014/main" id="{E85E03A2-9151-485C-8554-F8C5B481ECC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7" name="Flowchart: Connector 2006">
                        <a:extLst>
                          <a:ext uri="{FF2B5EF4-FFF2-40B4-BE49-F238E27FC236}">
                            <a16:creationId xmlns:a16="http://schemas.microsoft.com/office/drawing/2014/main" id="{CBA36685-0834-4DD1-B44F-B1DB8D5D63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8" name="Flowchart: Connector 2007">
                        <a:extLst>
                          <a:ext uri="{FF2B5EF4-FFF2-40B4-BE49-F238E27FC236}">
                            <a16:creationId xmlns:a16="http://schemas.microsoft.com/office/drawing/2014/main" id="{65A8433A-CF57-4D95-BE29-4EEFFA9B5E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9" name="Flowchart: Connector 2008">
                        <a:extLst>
                          <a:ext uri="{FF2B5EF4-FFF2-40B4-BE49-F238E27FC236}">
                            <a16:creationId xmlns:a16="http://schemas.microsoft.com/office/drawing/2014/main" id="{52722F2E-348E-4E1B-9E6A-1F4FF47AEC3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10" name="3D Model 2009" descr="Sphere">
                            <a:extLst>
                              <a:ext uri="{FF2B5EF4-FFF2-40B4-BE49-F238E27FC236}">
                                <a16:creationId xmlns:a16="http://schemas.microsoft.com/office/drawing/2014/main" id="{71FCEC8E-86F4-4519-A136-9466810365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7355496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10" name="3D Model 2009" descr="Sphere">
                            <a:extLst>
                              <a:ext uri="{FF2B5EF4-FFF2-40B4-BE49-F238E27FC236}">
                                <a16:creationId xmlns:a16="http://schemas.microsoft.com/office/drawing/2014/main" id="{71FCEC8E-86F4-4519-A136-94668103656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929061" y="2251345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11" name="Flowchart: Connector 2010">
                        <a:extLst>
                          <a:ext uri="{FF2B5EF4-FFF2-40B4-BE49-F238E27FC236}">
                            <a16:creationId xmlns:a16="http://schemas.microsoft.com/office/drawing/2014/main" id="{CA2A6359-BD4E-4AC2-A0D4-66733865315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12" name="3D Model 2011" descr="Sphere">
                            <a:extLst>
                              <a:ext uri="{FF2B5EF4-FFF2-40B4-BE49-F238E27FC236}">
                                <a16:creationId xmlns:a16="http://schemas.microsoft.com/office/drawing/2014/main" id="{788F27E3-2BFB-47D9-938E-4075BE76CAA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5752784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12" name="3D Model 2011" descr="Sphere">
                            <a:extLst>
                              <a:ext uri="{FF2B5EF4-FFF2-40B4-BE49-F238E27FC236}">
                                <a16:creationId xmlns:a16="http://schemas.microsoft.com/office/drawing/2014/main" id="{788F27E3-2BFB-47D9-938E-4075BE76CAA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70301" y="226340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13" name="Flowchart: Connector 2012">
                        <a:extLst>
                          <a:ext uri="{FF2B5EF4-FFF2-40B4-BE49-F238E27FC236}">
                            <a16:creationId xmlns:a16="http://schemas.microsoft.com/office/drawing/2014/main" id="{2377CDCA-9D42-4C40-AF54-DE7388E6EB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14" name="3D Model 2013" descr="Sphere">
                            <a:extLst>
                              <a:ext uri="{FF2B5EF4-FFF2-40B4-BE49-F238E27FC236}">
                                <a16:creationId xmlns:a16="http://schemas.microsoft.com/office/drawing/2014/main" id="{DC34F8CE-4DD0-42E3-B1B7-88AE23A51C5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4365325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14" name="3D Model 2013" descr="Sphere">
                            <a:extLst>
                              <a:ext uri="{FF2B5EF4-FFF2-40B4-BE49-F238E27FC236}">
                                <a16:creationId xmlns:a16="http://schemas.microsoft.com/office/drawing/2014/main" id="{DC34F8CE-4DD0-42E3-B1B7-88AE23A51C5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012771" y="227636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15" name="Flowchart: Connector 2014">
                        <a:extLst>
                          <a:ext uri="{FF2B5EF4-FFF2-40B4-BE49-F238E27FC236}">
                            <a16:creationId xmlns:a16="http://schemas.microsoft.com/office/drawing/2014/main" id="{2E6B1BAB-AECE-49A1-9BD5-C61FB65544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16" name="3D Model 2015" descr="Sphere">
                            <a:extLst>
                              <a:ext uri="{FF2B5EF4-FFF2-40B4-BE49-F238E27FC236}">
                                <a16:creationId xmlns:a16="http://schemas.microsoft.com/office/drawing/2014/main" id="{10744BAC-FCCF-4132-AEE4-D2CDDC78840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30095289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016" name="3D Model 2015" descr="Sphere">
                            <a:extLst>
                              <a:ext uri="{FF2B5EF4-FFF2-40B4-BE49-F238E27FC236}">
                                <a16:creationId xmlns:a16="http://schemas.microsoft.com/office/drawing/2014/main" id="{10744BAC-FCCF-4132-AEE4-D2CDDC78840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059397" y="2291443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1928" name="Flowchart: Connector 1927">
                    <a:extLst>
                      <a:ext uri="{FF2B5EF4-FFF2-40B4-BE49-F238E27FC236}">
                        <a16:creationId xmlns:a16="http://schemas.microsoft.com/office/drawing/2014/main" id="{B7B281D4-AA27-4136-85F2-C206CE22EB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29" name="Flowchart: Connector 1928">
                    <a:extLst>
                      <a:ext uri="{FF2B5EF4-FFF2-40B4-BE49-F238E27FC236}">
                        <a16:creationId xmlns:a16="http://schemas.microsoft.com/office/drawing/2014/main" id="{C67AD9C3-5DBD-40D4-8B32-C0B18F5D56D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30" name="Flowchart: Connector 1929">
                    <a:extLst>
                      <a:ext uri="{FF2B5EF4-FFF2-40B4-BE49-F238E27FC236}">
                        <a16:creationId xmlns:a16="http://schemas.microsoft.com/office/drawing/2014/main" id="{FF747C04-F7DE-42AD-A0B8-C0586CF33E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31" name="Flowchart: Connector 1930">
                    <a:extLst>
                      <a:ext uri="{FF2B5EF4-FFF2-40B4-BE49-F238E27FC236}">
                        <a16:creationId xmlns:a16="http://schemas.microsoft.com/office/drawing/2014/main" id="{AD890FD9-2B0F-4EFD-95E9-BE20D92C3D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32" name="Flowchart: Connector 1931">
                    <a:extLst>
                      <a:ext uri="{FF2B5EF4-FFF2-40B4-BE49-F238E27FC236}">
                        <a16:creationId xmlns:a16="http://schemas.microsoft.com/office/drawing/2014/main" id="{E2B0BA61-67D2-424F-8EF0-F47F9BBF5DB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33" name="Flowchart: Connector 1932">
                    <a:extLst>
                      <a:ext uri="{FF2B5EF4-FFF2-40B4-BE49-F238E27FC236}">
                        <a16:creationId xmlns:a16="http://schemas.microsoft.com/office/drawing/2014/main" id="{A2A20DCF-B593-4CB9-B9D9-3D6CB46E52D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1934" name="Flowchart: Connector 1933">
                    <a:extLst>
                      <a:ext uri="{FF2B5EF4-FFF2-40B4-BE49-F238E27FC236}">
                        <a16:creationId xmlns:a16="http://schemas.microsoft.com/office/drawing/2014/main" id="{04D533FF-6599-4F78-A048-B22F36F907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35" name="Flowchart: Connector 1934">
                    <a:extLst>
                      <a:ext uri="{FF2B5EF4-FFF2-40B4-BE49-F238E27FC236}">
                        <a16:creationId xmlns:a16="http://schemas.microsoft.com/office/drawing/2014/main" id="{F677CB54-A472-405E-969F-FF25E5A9D05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1936" name="Group 1935">
                    <a:extLst>
                      <a:ext uri="{FF2B5EF4-FFF2-40B4-BE49-F238E27FC236}">
                        <a16:creationId xmlns:a16="http://schemas.microsoft.com/office/drawing/2014/main" id="{D480173E-1873-4679-B86F-BEDB9804BCE4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1937" name="Group 1936">
                      <a:extLst>
                        <a:ext uri="{FF2B5EF4-FFF2-40B4-BE49-F238E27FC236}">
                          <a16:creationId xmlns:a16="http://schemas.microsoft.com/office/drawing/2014/main" id="{13A2BA74-4BE0-4A2E-8F2D-3A0E5EF141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1988" name="Flowchart: Connector 1987">
                        <a:extLst>
                          <a:ext uri="{FF2B5EF4-FFF2-40B4-BE49-F238E27FC236}">
                            <a16:creationId xmlns:a16="http://schemas.microsoft.com/office/drawing/2014/main" id="{4E4630E8-8564-4871-921C-31E7BAF640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89" name="3D Model 1988" descr="Sphere">
                            <a:extLst>
                              <a:ext uri="{FF2B5EF4-FFF2-40B4-BE49-F238E27FC236}">
                                <a16:creationId xmlns:a16="http://schemas.microsoft.com/office/drawing/2014/main" id="{3882A904-D027-4C5F-A2FC-FDF2A97747E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01646206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989" name="3D Model 1988" descr="Sphere">
                            <a:extLst>
                              <a:ext uri="{FF2B5EF4-FFF2-40B4-BE49-F238E27FC236}">
                                <a16:creationId xmlns:a16="http://schemas.microsoft.com/office/drawing/2014/main" id="{3882A904-D027-4C5F-A2FC-FDF2A97747E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889231" y="2459147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90" name="Flowchart: Connector 1989">
                        <a:extLst>
                          <a:ext uri="{FF2B5EF4-FFF2-40B4-BE49-F238E27FC236}">
                            <a16:creationId xmlns:a16="http://schemas.microsoft.com/office/drawing/2014/main" id="{B683CD8F-35AD-4462-AB10-6CCEB9D3AA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91" name="3D Model 1990" descr="Sphere">
                            <a:extLst>
                              <a:ext uri="{FF2B5EF4-FFF2-40B4-BE49-F238E27FC236}">
                                <a16:creationId xmlns:a16="http://schemas.microsoft.com/office/drawing/2014/main" id="{A2C13800-D3B7-4444-A70B-2B2B359E015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138706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92" name="Flowchart: Connector 1991">
                        <a:extLst>
                          <a:ext uri="{FF2B5EF4-FFF2-40B4-BE49-F238E27FC236}">
                            <a16:creationId xmlns:a16="http://schemas.microsoft.com/office/drawing/2014/main" id="{5418E3EF-C28C-4647-9D20-E8702830B5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93" name="3D Model 1992" descr="Sphere">
                            <a:extLst>
                              <a:ext uri="{FF2B5EF4-FFF2-40B4-BE49-F238E27FC236}">
                                <a16:creationId xmlns:a16="http://schemas.microsoft.com/office/drawing/2014/main" id="{C64CC8EF-CCE9-4456-B0B1-ADCE9D7AFC9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302731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94" name="Flowchart: Connector 1993">
                        <a:extLst>
                          <a:ext uri="{FF2B5EF4-FFF2-40B4-BE49-F238E27FC236}">
                            <a16:creationId xmlns:a16="http://schemas.microsoft.com/office/drawing/2014/main" id="{CA425BBC-C90E-4719-9C4D-10172C0F7F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95" name="3D Model 1994" descr="Sphere">
                            <a:extLst>
                              <a:ext uri="{FF2B5EF4-FFF2-40B4-BE49-F238E27FC236}">
                                <a16:creationId xmlns:a16="http://schemas.microsoft.com/office/drawing/2014/main" id="{5C52A29C-AF0C-49A3-A8FC-D585FA43D20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414754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938" name="Group 1937">
                      <a:extLst>
                        <a:ext uri="{FF2B5EF4-FFF2-40B4-BE49-F238E27FC236}">
                          <a16:creationId xmlns:a16="http://schemas.microsoft.com/office/drawing/2014/main" id="{81D3DE4E-D65E-4C3E-826C-C632BCD0C8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1972" name="Flowchart: Connector 1971">
                        <a:extLst>
                          <a:ext uri="{FF2B5EF4-FFF2-40B4-BE49-F238E27FC236}">
                            <a16:creationId xmlns:a16="http://schemas.microsoft.com/office/drawing/2014/main" id="{BABA9AA3-2629-4253-945E-7BAE428562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3" name="Flowchart: Connector 1972">
                        <a:extLst>
                          <a:ext uri="{FF2B5EF4-FFF2-40B4-BE49-F238E27FC236}">
                            <a16:creationId xmlns:a16="http://schemas.microsoft.com/office/drawing/2014/main" id="{E5098B14-7F6C-43EC-AE23-C6F718569A6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4" name="Flowchart: Connector 1973">
                        <a:extLst>
                          <a:ext uri="{FF2B5EF4-FFF2-40B4-BE49-F238E27FC236}">
                            <a16:creationId xmlns:a16="http://schemas.microsoft.com/office/drawing/2014/main" id="{1A5393C3-08DF-4046-B64E-80ED41338FE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5" name="Flowchart: Connector 1974">
                        <a:extLst>
                          <a:ext uri="{FF2B5EF4-FFF2-40B4-BE49-F238E27FC236}">
                            <a16:creationId xmlns:a16="http://schemas.microsoft.com/office/drawing/2014/main" id="{BFE847E6-785E-4E86-B5ED-663EC75206A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6" name="Flowchart: Connector 1975">
                        <a:extLst>
                          <a:ext uri="{FF2B5EF4-FFF2-40B4-BE49-F238E27FC236}">
                            <a16:creationId xmlns:a16="http://schemas.microsoft.com/office/drawing/2014/main" id="{A98C980F-7739-48E8-8CAA-C493B94967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7" name="Flowchart: Connector 1976">
                        <a:extLst>
                          <a:ext uri="{FF2B5EF4-FFF2-40B4-BE49-F238E27FC236}">
                            <a16:creationId xmlns:a16="http://schemas.microsoft.com/office/drawing/2014/main" id="{59757FEE-484F-4E41-BD3A-34992EC72A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8" name="Flowchart: Connector 1977">
                        <a:extLst>
                          <a:ext uri="{FF2B5EF4-FFF2-40B4-BE49-F238E27FC236}">
                            <a16:creationId xmlns:a16="http://schemas.microsoft.com/office/drawing/2014/main" id="{D5108EAB-5A3E-43DB-8A1A-367EEADC6A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9" name="Flowchart: Connector 1978">
                        <a:extLst>
                          <a:ext uri="{FF2B5EF4-FFF2-40B4-BE49-F238E27FC236}">
                            <a16:creationId xmlns:a16="http://schemas.microsoft.com/office/drawing/2014/main" id="{22AF8F82-AB91-46F3-A3F9-8DBAB46F088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80" name="Flowchart: Connector 1979">
                        <a:extLst>
                          <a:ext uri="{FF2B5EF4-FFF2-40B4-BE49-F238E27FC236}">
                            <a16:creationId xmlns:a16="http://schemas.microsoft.com/office/drawing/2014/main" id="{F0021458-056F-45EC-9E85-95C2BF602C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81" name="3D Model 1980" descr="Sphere">
                            <a:extLst>
                              <a:ext uri="{FF2B5EF4-FFF2-40B4-BE49-F238E27FC236}">
                                <a16:creationId xmlns:a16="http://schemas.microsoft.com/office/drawing/2014/main" id="{A03C3A75-C275-4B6C-A458-29EA069001C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7590235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981" name="3D Model 1980" descr="Sphere">
                            <a:extLst>
                              <a:ext uri="{FF2B5EF4-FFF2-40B4-BE49-F238E27FC236}">
                                <a16:creationId xmlns:a16="http://schemas.microsoft.com/office/drawing/2014/main" id="{A03C3A75-C275-4B6C-A458-29EA069001C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88647" y="239631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82" name="Flowchart: Connector 1981">
                        <a:extLst>
                          <a:ext uri="{FF2B5EF4-FFF2-40B4-BE49-F238E27FC236}">
                            <a16:creationId xmlns:a16="http://schemas.microsoft.com/office/drawing/2014/main" id="{A226C2D4-73E4-4EF7-A539-528BAB4028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83" name="3D Model 1982" descr="Sphere">
                            <a:extLst>
                              <a:ext uri="{FF2B5EF4-FFF2-40B4-BE49-F238E27FC236}">
                                <a16:creationId xmlns:a16="http://schemas.microsoft.com/office/drawing/2014/main" id="{E2D8D05D-05BD-4C7C-9D4F-69228199450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2030157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84" name="Flowchart: Connector 1983">
                        <a:extLst>
                          <a:ext uri="{FF2B5EF4-FFF2-40B4-BE49-F238E27FC236}">
                            <a16:creationId xmlns:a16="http://schemas.microsoft.com/office/drawing/2014/main" id="{01E15B28-1716-4B98-AAC5-2F52E34BF2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85" name="3D Model 1984" descr="Sphere">
                            <a:extLst>
                              <a:ext uri="{FF2B5EF4-FFF2-40B4-BE49-F238E27FC236}">
                                <a16:creationId xmlns:a16="http://schemas.microsoft.com/office/drawing/2014/main" id="{18EA8AFC-EBA4-4028-BF99-45CCC80941F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406742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86" name="Flowchart: Connector 1985">
                        <a:extLst>
                          <a:ext uri="{FF2B5EF4-FFF2-40B4-BE49-F238E27FC236}">
                            <a16:creationId xmlns:a16="http://schemas.microsoft.com/office/drawing/2014/main" id="{7791F250-AA7C-4546-BD98-5332B508AB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87" name="3D Model 1986" descr="Sphere">
                            <a:extLst>
                              <a:ext uri="{FF2B5EF4-FFF2-40B4-BE49-F238E27FC236}">
                                <a16:creationId xmlns:a16="http://schemas.microsoft.com/office/drawing/2014/main" id="{A660CEDB-930E-4EC1-B25A-6197F055B0B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8192677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939" name="Group 1938">
                      <a:extLst>
                        <a:ext uri="{FF2B5EF4-FFF2-40B4-BE49-F238E27FC236}">
                          <a16:creationId xmlns:a16="http://schemas.microsoft.com/office/drawing/2014/main" id="{A10CB153-E209-4E79-A910-5D7F53440D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1956" name="Flowchart: Connector 1955">
                        <a:extLst>
                          <a:ext uri="{FF2B5EF4-FFF2-40B4-BE49-F238E27FC236}">
                            <a16:creationId xmlns:a16="http://schemas.microsoft.com/office/drawing/2014/main" id="{3EB6B683-463C-430E-BA19-0ADB3270B3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57" name="Flowchart: Connector 1956">
                        <a:extLst>
                          <a:ext uri="{FF2B5EF4-FFF2-40B4-BE49-F238E27FC236}">
                            <a16:creationId xmlns:a16="http://schemas.microsoft.com/office/drawing/2014/main" id="{257138F1-2CFC-48FA-8A43-C409B955B5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58" name="Flowchart: Connector 1957">
                        <a:extLst>
                          <a:ext uri="{FF2B5EF4-FFF2-40B4-BE49-F238E27FC236}">
                            <a16:creationId xmlns:a16="http://schemas.microsoft.com/office/drawing/2014/main" id="{45723152-441E-490B-BFC5-1697AEB888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59" name="Flowchart: Connector 1958">
                        <a:extLst>
                          <a:ext uri="{FF2B5EF4-FFF2-40B4-BE49-F238E27FC236}">
                            <a16:creationId xmlns:a16="http://schemas.microsoft.com/office/drawing/2014/main" id="{E297C92A-D8A0-4413-97A1-9DBCE34977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60" name="Flowchart: Connector 1959">
                        <a:extLst>
                          <a:ext uri="{FF2B5EF4-FFF2-40B4-BE49-F238E27FC236}">
                            <a16:creationId xmlns:a16="http://schemas.microsoft.com/office/drawing/2014/main" id="{E7D390F5-AA0B-43C1-B319-4D3FC00028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61" name="Flowchart: Connector 1960">
                        <a:extLst>
                          <a:ext uri="{FF2B5EF4-FFF2-40B4-BE49-F238E27FC236}">
                            <a16:creationId xmlns:a16="http://schemas.microsoft.com/office/drawing/2014/main" id="{6437E7D9-262F-4803-8FA6-FF1A4055A6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62" name="Flowchart: Connector 1961">
                        <a:extLst>
                          <a:ext uri="{FF2B5EF4-FFF2-40B4-BE49-F238E27FC236}">
                            <a16:creationId xmlns:a16="http://schemas.microsoft.com/office/drawing/2014/main" id="{9278EF67-7DCD-42FB-8997-BE47957FAE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63" name="Flowchart: Connector 1962">
                        <a:extLst>
                          <a:ext uri="{FF2B5EF4-FFF2-40B4-BE49-F238E27FC236}">
                            <a16:creationId xmlns:a16="http://schemas.microsoft.com/office/drawing/2014/main" id="{09F7D21C-7B4B-4B17-A61A-1C96767DA28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64" name="Flowchart: Connector 1963">
                        <a:extLst>
                          <a:ext uri="{FF2B5EF4-FFF2-40B4-BE49-F238E27FC236}">
                            <a16:creationId xmlns:a16="http://schemas.microsoft.com/office/drawing/2014/main" id="{1BDF223A-C1B6-4B02-9F4B-F52FB9B1FC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65" name="3D Model 1964" descr="Sphere">
                            <a:extLst>
                              <a:ext uri="{FF2B5EF4-FFF2-40B4-BE49-F238E27FC236}">
                                <a16:creationId xmlns:a16="http://schemas.microsoft.com/office/drawing/2014/main" id="{7712D0F4-51F9-435D-8714-F237BFAD331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85836699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965" name="3D Model 1964" descr="Sphere">
                            <a:extLst>
                              <a:ext uri="{FF2B5EF4-FFF2-40B4-BE49-F238E27FC236}">
                                <a16:creationId xmlns:a16="http://schemas.microsoft.com/office/drawing/2014/main" id="{7712D0F4-51F9-435D-8714-F237BFAD331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86966" y="233544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66" name="Flowchart: Connector 1965">
                        <a:extLst>
                          <a:ext uri="{FF2B5EF4-FFF2-40B4-BE49-F238E27FC236}">
                            <a16:creationId xmlns:a16="http://schemas.microsoft.com/office/drawing/2014/main" id="{AF8811FF-C653-4BE2-9E30-FC0602841B6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67" name="3D Model 1966" descr="Sphere">
                            <a:extLst>
                              <a:ext uri="{FF2B5EF4-FFF2-40B4-BE49-F238E27FC236}">
                                <a16:creationId xmlns:a16="http://schemas.microsoft.com/office/drawing/2014/main" id="{A4CEC350-ED3F-4BB3-9EDE-DDE31672F0F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192218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1967" name="3D Model 1966" descr="Sphere">
                            <a:extLst>
                              <a:ext uri="{FF2B5EF4-FFF2-40B4-BE49-F238E27FC236}">
                                <a16:creationId xmlns:a16="http://schemas.microsoft.com/office/drawing/2014/main" id="{A4CEC350-ED3F-4BB3-9EDE-DDE31672F0F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28667" y="235131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68" name="Flowchart: Connector 1967">
                        <a:extLst>
                          <a:ext uri="{FF2B5EF4-FFF2-40B4-BE49-F238E27FC236}">
                            <a16:creationId xmlns:a16="http://schemas.microsoft.com/office/drawing/2014/main" id="{FD498335-E0BA-46D7-B03D-45AF599D79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69" name="3D Model 1968" descr="Sphere">
                            <a:extLst>
                              <a:ext uri="{FF2B5EF4-FFF2-40B4-BE49-F238E27FC236}">
                                <a16:creationId xmlns:a16="http://schemas.microsoft.com/office/drawing/2014/main" id="{416D9073-5A2F-44B3-831D-6ED2CC8C6EC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71914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70" name="Flowchart: Connector 1969">
                        <a:extLst>
                          <a:ext uri="{FF2B5EF4-FFF2-40B4-BE49-F238E27FC236}">
                            <a16:creationId xmlns:a16="http://schemas.microsoft.com/office/drawing/2014/main" id="{622F37FD-4BA7-46AB-BB65-6BF1F6EEAC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71" name="3D Model 1970" descr="Sphere">
                            <a:extLst>
                              <a:ext uri="{FF2B5EF4-FFF2-40B4-BE49-F238E27FC236}">
                                <a16:creationId xmlns:a16="http://schemas.microsoft.com/office/drawing/2014/main" id="{8FC4F7B1-FB84-4751-8667-A7BCF2D8E83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969586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940" name="Flowchart: Connector 1939">
                      <a:extLst>
                        <a:ext uri="{FF2B5EF4-FFF2-40B4-BE49-F238E27FC236}">
                          <a16:creationId xmlns:a16="http://schemas.microsoft.com/office/drawing/2014/main" id="{54928060-14E7-4474-9C95-1C1A96FB83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1" name="Flowchart: Connector 1940">
                      <a:extLst>
                        <a:ext uri="{FF2B5EF4-FFF2-40B4-BE49-F238E27FC236}">
                          <a16:creationId xmlns:a16="http://schemas.microsoft.com/office/drawing/2014/main" id="{FA46DED6-0A9B-4BB2-B31E-5FB7D07A46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2" name="Flowchart: Connector 1941">
                      <a:extLst>
                        <a:ext uri="{FF2B5EF4-FFF2-40B4-BE49-F238E27FC236}">
                          <a16:creationId xmlns:a16="http://schemas.microsoft.com/office/drawing/2014/main" id="{F19FE0EE-D117-4FD5-8FBB-B4D837F813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3" name="Flowchart: Connector 1942">
                      <a:extLst>
                        <a:ext uri="{FF2B5EF4-FFF2-40B4-BE49-F238E27FC236}">
                          <a16:creationId xmlns:a16="http://schemas.microsoft.com/office/drawing/2014/main" id="{79F67BD6-C662-42AB-B5A7-1DAB98493D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4" name="Flowchart: Connector 1943">
                      <a:extLst>
                        <a:ext uri="{FF2B5EF4-FFF2-40B4-BE49-F238E27FC236}">
                          <a16:creationId xmlns:a16="http://schemas.microsoft.com/office/drawing/2014/main" id="{D15CE674-E168-485B-8DB7-98E8411B20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5" name="Flowchart: Connector 1944">
                      <a:extLst>
                        <a:ext uri="{FF2B5EF4-FFF2-40B4-BE49-F238E27FC236}">
                          <a16:creationId xmlns:a16="http://schemas.microsoft.com/office/drawing/2014/main" id="{2402AC35-C130-4A03-9548-3B1E95D7C3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6" name="Flowchart: Connector 1945">
                      <a:extLst>
                        <a:ext uri="{FF2B5EF4-FFF2-40B4-BE49-F238E27FC236}">
                          <a16:creationId xmlns:a16="http://schemas.microsoft.com/office/drawing/2014/main" id="{1538BD92-EB34-4C32-8D63-19CF51EC61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7" name="Flowchart: Connector 1946">
                      <a:extLst>
                        <a:ext uri="{FF2B5EF4-FFF2-40B4-BE49-F238E27FC236}">
                          <a16:creationId xmlns:a16="http://schemas.microsoft.com/office/drawing/2014/main" id="{7A763176-5ABF-4EE4-9A8E-24B073995A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48" name="Flowchart: Connector 1947">
                      <a:extLst>
                        <a:ext uri="{FF2B5EF4-FFF2-40B4-BE49-F238E27FC236}">
                          <a16:creationId xmlns:a16="http://schemas.microsoft.com/office/drawing/2014/main" id="{16E2F6A3-EFD0-4E63-857A-2E0D686E22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49" name="3D Model 1948" descr="Sphere">
                          <a:extLst>
                            <a:ext uri="{FF2B5EF4-FFF2-40B4-BE49-F238E27FC236}">
                              <a16:creationId xmlns:a16="http://schemas.microsoft.com/office/drawing/2014/main" id="{A8FFAB26-939D-46FC-86A1-EA4C4631BA7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42019029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49" name="3D Model 1948" descr="Sphere">
                          <a:extLst>
                            <a:ext uri="{FF2B5EF4-FFF2-40B4-BE49-F238E27FC236}">
                              <a16:creationId xmlns:a16="http://schemas.microsoft.com/office/drawing/2014/main" id="{A8FFAB26-939D-46FC-86A1-EA4C4631BA7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888208" y="2276322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50" name="Flowchart: Connector 1949">
                      <a:extLst>
                        <a:ext uri="{FF2B5EF4-FFF2-40B4-BE49-F238E27FC236}">
                          <a16:creationId xmlns:a16="http://schemas.microsoft.com/office/drawing/2014/main" id="{99CCC0B6-F581-489A-A91F-EFB769BCC81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51" name="3D Model 1950" descr="Sphere">
                          <a:extLst>
                            <a:ext uri="{FF2B5EF4-FFF2-40B4-BE49-F238E27FC236}">
                              <a16:creationId xmlns:a16="http://schemas.microsoft.com/office/drawing/2014/main" id="{D47F8E2F-EB5F-407D-91A5-BEA56486F52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5664166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51" name="3D Model 1950" descr="Sphere">
                          <a:extLst>
                            <a:ext uri="{FF2B5EF4-FFF2-40B4-BE49-F238E27FC236}">
                              <a16:creationId xmlns:a16="http://schemas.microsoft.com/office/drawing/2014/main" id="{D47F8E2F-EB5F-407D-91A5-BEA56486F52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930932" y="2293334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52" name="Flowchart: Connector 1951">
                      <a:extLst>
                        <a:ext uri="{FF2B5EF4-FFF2-40B4-BE49-F238E27FC236}">
                          <a16:creationId xmlns:a16="http://schemas.microsoft.com/office/drawing/2014/main" id="{71272663-43E4-45B9-8FAC-21FF2D73D85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53" name="3D Model 1952" descr="Sphere">
                          <a:extLst>
                            <a:ext uri="{FF2B5EF4-FFF2-40B4-BE49-F238E27FC236}">
                              <a16:creationId xmlns:a16="http://schemas.microsoft.com/office/drawing/2014/main" id="{32BB398F-D69C-4A13-ADE8-EDEB0C5C4A8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19273033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53" name="3D Model 1952" descr="Sphere">
                          <a:extLst>
                            <a:ext uri="{FF2B5EF4-FFF2-40B4-BE49-F238E27FC236}">
                              <a16:creationId xmlns:a16="http://schemas.microsoft.com/office/drawing/2014/main" id="{32BB398F-D69C-4A13-ADE8-EDEB0C5C4A8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72819" y="2302350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54" name="Flowchart: Connector 1953">
                      <a:extLst>
                        <a:ext uri="{FF2B5EF4-FFF2-40B4-BE49-F238E27FC236}">
                          <a16:creationId xmlns:a16="http://schemas.microsoft.com/office/drawing/2014/main" id="{72EB25D4-018D-4B88-B4AF-003CF83038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55" name="3D Model 1954" descr="Sphere">
                          <a:extLst>
                            <a:ext uri="{FF2B5EF4-FFF2-40B4-BE49-F238E27FC236}">
                              <a16:creationId xmlns:a16="http://schemas.microsoft.com/office/drawing/2014/main" id="{B747FCA4-549D-426C-8001-D17363962F6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5191406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55" name="3D Model 1954" descr="Sphere">
                          <a:extLst>
                            <a:ext uri="{FF2B5EF4-FFF2-40B4-BE49-F238E27FC236}">
                              <a16:creationId xmlns:a16="http://schemas.microsoft.com/office/drawing/2014/main" id="{B747FCA4-549D-426C-8001-D17363962F6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019445" y="2318744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845" name="Group 1844">
                  <a:extLst>
                    <a:ext uri="{FF2B5EF4-FFF2-40B4-BE49-F238E27FC236}">
                      <a16:creationId xmlns:a16="http://schemas.microsoft.com/office/drawing/2014/main" id="{1943ED1E-5093-4B7D-B06F-7ED7EC103F5B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915" name="Freeform: Shape 1914">
                    <a:extLst>
                      <a:ext uri="{FF2B5EF4-FFF2-40B4-BE49-F238E27FC236}">
                        <a16:creationId xmlns:a16="http://schemas.microsoft.com/office/drawing/2014/main" id="{CFAFF3F0-78C7-4E76-8205-0428E7C6D11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16" name="Rectangle: Rounded Corners 1915">
                    <a:extLst>
                      <a:ext uri="{FF2B5EF4-FFF2-40B4-BE49-F238E27FC236}">
                        <a16:creationId xmlns:a16="http://schemas.microsoft.com/office/drawing/2014/main" id="{E3B47CEA-8D34-41A4-BFB0-3C953601D93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46" name="Group 1845">
                  <a:extLst>
                    <a:ext uri="{FF2B5EF4-FFF2-40B4-BE49-F238E27FC236}">
                      <a16:creationId xmlns:a16="http://schemas.microsoft.com/office/drawing/2014/main" id="{409BCDD8-DDCD-4450-B0B9-A3BE9D83E67C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913" name="Freeform: Shape 1912">
                    <a:extLst>
                      <a:ext uri="{FF2B5EF4-FFF2-40B4-BE49-F238E27FC236}">
                        <a16:creationId xmlns:a16="http://schemas.microsoft.com/office/drawing/2014/main" id="{C512C5E5-4F6D-45B0-896F-7189E8A308B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14" name="Rectangle: Rounded Corners 1913">
                    <a:extLst>
                      <a:ext uri="{FF2B5EF4-FFF2-40B4-BE49-F238E27FC236}">
                        <a16:creationId xmlns:a16="http://schemas.microsoft.com/office/drawing/2014/main" id="{48FD6803-436A-4CF7-8797-819654A4147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47" name="Group 1846">
                  <a:extLst>
                    <a:ext uri="{FF2B5EF4-FFF2-40B4-BE49-F238E27FC236}">
                      <a16:creationId xmlns:a16="http://schemas.microsoft.com/office/drawing/2014/main" id="{BE980F3C-5B7E-4D8D-A1D2-46A5877CCA50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1911" name="Freeform: Shape 1910">
                    <a:extLst>
                      <a:ext uri="{FF2B5EF4-FFF2-40B4-BE49-F238E27FC236}">
                        <a16:creationId xmlns:a16="http://schemas.microsoft.com/office/drawing/2014/main" id="{63B2EB17-9A6C-4D1E-99C1-AF404120152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12" name="Rectangle: Rounded Corners 1911">
                    <a:extLst>
                      <a:ext uri="{FF2B5EF4-FFF2-40B4-BE49-F238E27FC236}">
                        <a16:creationId xmlns:a16="http://schemas.microsoft.com/office/drawing/2014/main" id="{BFFCFDCC-7EFE-4419-8F6B-DF21DFDAFBF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48" name="Group 1847">
                  <a:extLst>
                    <a:ext uri="{FF2B5EF4-FFF2-40B4-BE49-F238E27FC236}">
                      <a16:creationId xmlns:a16="http://schemas.microsoft.com/office/drawing/2014/main" id="{BA5135D0-B679-47F0-8D04-BFB48533DCFA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909" name="Freeform: Shape 1908">
                    <a:extLst>
                      <a:ext uri="{FF2B5EF4-FFF2-40B4-BE49-F238E27FC236}">
                        <a16:creationId xmlns:a16="http://schemas.microsoft.com/office/drawing/2014/main" id="{A2F64C0C-C62D-4DD5-A743-744A507FBBE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10" name="Rectangle: Rounded Corners 1909">
                    <a:extLst>
                      <a:ext uri="{FF2B5EF4-FFF2-40B4-BE49-F238E27FC236}">
                        <a16:creationId xmlns:a16="http://schemas.microsoft.com/office/drawing/2014/main" id="{0DA7D13D-4414-43D7-B0CF-36DCD8AB6E6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49" name="Group 1848">
                  <a:extLst>
                    <a:ext uri="{FF2B5EF4-FFF2-40B4-BE49-F238E27FC236}">
                      <a16:creationId xmlns:a16="http://schemas.microsoft.com/office/drawing/2014/main" id="{87D8E925-1E7F-407B-92C0-4993B1547D36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907" name="Freeform: Shape 1906">
                    <a:extLst>
                      <a:ext uri="{FF2B5EF4-FFF2-40B4-BE49-F238E27FC236}">
                        <a16:creationId xmlns:a16="http://schemas.microsoft.com/office/drawing/2014/main" id="{3287E8DC-5B66-4229-8696-9487D922734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08" name="Rectangle: Rounded Corners 1907">
                    <a:extLst>
                      <a:ext uri="{FF2B5EF4-FFF2-40B4-BE49-F238E27FC236}">
                        <a16:creationId xmlns:a16="http://schemas.microsoft.com/office/drawing/2014/main" id="{71904670-8E67-4193-A50D-91352A8F495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0" name="Group 1849">
                  <a:extLst>
                    <a:ext uri="{FF2B5EF4-FFF2-40B4-BE49-F238E27FC236}">
                      <a16:creationId xmlns:a16="http://schemas.microsoft.com/office/drawing/2014/main" id="{BC5413CF-671E-4C7E-8B2E-7EE23B86A2A8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905" name="Freeform: Shape 1904">
                    <a:extLst>
                      <a:ext uri="{FF2B5EF4-FFF2-40B4-BE49-F238E27FC236}">
                        <a16:creationId xmlns:a16="http://schemas.microsoft.com/office/drawing/2014/main" id="{1BC1BFF6-0DC0-48FB-9202-2CA9C96755A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06" name="Rectangle: Rounded Corners 1905">
                    <a:extLst>
                      <a:ext uri="{FF2B5EF4-FFF2-40B4-BE49-F238E27FC236}">
                        <a16:creationId xmlns:a16="http://schemas.microsoft.com/office/drawing/2014/main" id="{7C3DBE12-9A92-44FC-9392-798FDF5A9B1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1" name="Group 1850">
                  <a:extLst>
                    <a:ext uri="{FF2B5EF4-FFF2-40B4-BE49-F238E27FC236}">
                      <a16:creationId xmlns:a16="http://schemas.microsoft.com/office/drawing/2014/main" id="{4C697C11-2CCF-42E0-BC97-86445E0DBFC5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903" name="Freeform: Shape 1902">
                    <a:extLst>
                      <a:ext uri="{FF2B5EF4-FFF2-40B4-BE49-F238E27FC236}">
                        <a16:creationId xmlns:a16="http://schemas.microsoft.com/office/drawing/2014/main" id="{A31DD805-75E3-48CD-9D23-8C226073E9D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04" name="Rectangle: Rounded Corners 1903">
                    <a:extLst>
                      <a:ext uri="{FF2B5EF4-FFF2-40B4-BE49-F238E27FC236}">
                        <a16:creationId xmlns:a16="http://schemas.microsoft.com/office/drawing/2014/main" id="{3A3B0ABB-198F-4CE7-A4FA-B278D1D11B1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2" name="Group 1851">
                  <a:extLst>
                    <a:ext uri="{FF2B5EF4-FFF2-40B4-BE49-F238E27FC236}">
                      <a16:creationId xmlns:a16="http://schemas.microsoft.com/office/drawing/2014/main" id="{700D28CD-0FB1-4645-B30F-4AD33398A778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901" name="Freeform: Shape 1900">
                    <a:extLst>
                      <a:ext uri="{FF2B5EF4-FFF2-40B4-BE49-F238E27FC236}">
                        <a16:creationId xmlns:a16="http://schemas.microsoft.com/office/drawing/2014/main" id="{8C824E73-7B4A-4911-8204-E1B08E85DA2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02" name="Rectangle: Rounded Corners 1901">
                    <a:extLst>
                      <a:ext uri="{FF2B5EF4-FFF2-40B4-BE49-F238E27FC236}">
                        <a16:creationId xmlns:a16="http://schemas.microsoft.com/office/drawing/2014/main" id="{D503F239-7555-4B56-A9DD-4F5319849F2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3" name="Group 1852">
                  <a:extLst>
                    <a:ext uri="{FF2B5EF4-FFF2-40B4-BE49-F238E27FC236}">
                      <a16:creationId xmlns:a16="http://schemas.microsoft.com/office/drawing/2014/main" id="{D771615A-05A5-4FF9-B9EB-763812934910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899" name="Freeform: Shape 1898">
                    <a:extLst>
                      <a:ext uri="{FF2B5EF4-FFF2-40B4-BE49-F238E27FC236}">
                        <a16:creationId xmlns:a16="http://schemas.microsoft.com/office/drawing/2014/main" id="{AF27F10A-17A5-4D2D-92EF-0B9A7BB251E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00" name="Rectangle: Rounded Corners 1899">
                    <a:extLst>
                      <a:ext uri="{FF2B5EF4-FFF2-40B4-BE49-F238E27FC236}">
                        <a16:creationId xmlns:a16="http://schemas.microsoft.com/office/drawing/2014/main" id="{5443B59E-628B-43B7-BD13-8A1E63D9793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4" name="Group 1853">
                  <a:extLst>
                    <a:ext uri="{FF2B5EF4-FFF2-40B4-BE49-F238E27FC236}">
                      <a16:creationId xmlns:a16="http://schemas.microsoft.com/office/drawing/2014/main" id="{8F85DF2B-36B8-4A11-91D6-9F605C52061D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1897" name="Freeform: Shape 1896">
                    <a:extLst>
                      <a:ext uri="{FF2B5EF4-FFF2-40B4-BE49-F238E27FC236}">
                        <a16:creationId xmlns:a16="http://schemas.microsoft.com/office/drawing/2014/main" id="{4B99C73F-39A4-4633-9D73-E7036D22D64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98" name="Rectangle: Rounded Corners 1897">
                    <a:extLst>
                      <a:ext uri="{FF2B5EF4-FFF2-40B4-BE49-F238E27FC236}">
                        <a16:creationId xmlns:a16="http://schemas.microsoft.com/office/drawing/2014/main" id="{5400874A-6C76-4E3F-B54D-CF4AA4740AD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5" name="Group 1854">
                  <a:extLst>
                    <a:ext uri="{FF2B5EF4-FFF2-40B4-BE49-F238E27FC236}">
                      <a16:creationId xmlns:a16="http://schemas.microsoft.com/office/drawing/2014/main" id="{1A05AEAA-92A0-46ED-8904-05E813E33B9C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95" name="Freeform: Shape 1894">
                    <a:extLst>
                      <a:ext uri="{FF2B5EF4-FFF2-40B4-BE49-F238E27FC236}">
                        <a16:creationId xmlns:a16="http://schemas.microsoft.com/office/drawing/2014/main" id="{60D006FF-6B50-482A-BC4E-8F6900B5828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96" name="Rectangle: Rounded Corners 1895">
                    <a:extLst>
                      <a:ext uri="{FF2B5EF4-FFF2-40B4-BE49-F238E27FC236}">
                        <a16:creationId xmlns:a16="http://schemas.microsoft.com/office/drawing/2014/main" id="{030DA5AB-B95A-4697-B25F-DC24308256E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6" name="Group 1855">
                  <a:extLst>
                    <a:ext uri="{FF2B5EF4-FFF2-40B4-BE49-F238E27FC236}">
                      <a16:creationId xmlns:a16="http://schemas.microsoft.com/office/drawing/2014/main" id="{2F66C749-1031-4725-A9F0-89A453AA16BB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93" name="Freeform: Shape 1892">
                    <a:extLst>
                      <a:ext uri="{FF2B5EF4-FFF2-40B4-BE49-F238E27FC236}">
                        <a16:creationId xmlns:a16="http://schemas.microsoft.com/office/drawing/2014/main" id="{57F3B4EB-D64F-4855-BD49-2598B346BEC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94" name="Rectangle: Rounded Corners 1893">
                    <a:extLst>
                      <a:ext uri="{FF2B5EF4-FFF2-40B4-BE49-F238E27FC236}">
                        <a16:creationId xmlns:a16="http://schemas.microsoft.com/office/drawing/2014/main" id="{A4EE860B-090A-49F3-9D99-5248A32AC59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7" name="Group 1856">
                  <a:extLst>
                    <a:ext uri="{FF2B5EF4-FFF2-40B4-BE49-F238E27FC236}">
                      <a16:creationId xmlns:a16="http://schemas.microsoft.com/office/drawing/2014/main" id="{9CFF2BD1-7E14-4DAB-A98A-89E676354922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91" name="Freeform: Shape 1890">
                    <a:extLst>
                      <a:ext uri="{FF2B5EF4-FFF2-40B4-BE49-F238E27FC236}">
                        <a16:creationId xmlns:a16="http://schemas.microsoft.com/office/drawing/2014/main" id="{1CFBFBE0-8AEB-4873-BA43-D4335A17203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92" name="Rectangle: Rounded Corners 1891">
                    <a:extLst>
                      <a:ext uri="{FF2B5EF4-FFF2-40B4-BE49-F238E27FC236}">
                        <a16:creationId xmlns:a16="http://schemas.microsoft.com/office/drawing/2014/main" id="{014CB8FF-7C87-46B6-B59F-2114F50089F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8" name="Group 1857">
                  <a:extLst>
                    <a:ext uri="{FF2B5EF4-FFF2-40B4-BE49-F238E27FC236}">
                      <a16:creationId xmlns:a16="http://schemas.microsoft.com/office/drawing/2014/main" id="{84ABA6D8-020A-42E9-8506-463E4B5F4F44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89" name="Freeform: Shape 1888">
                    <a:extLst>
                      <a:ext uri="{FF2B5EF4-FFF2-40B4-BE49-F238E27FC236}">
                        <a16:creationId xmlns:a16="http://schemas.microsoft.com/office/drawing/2014/main" id="{8B4BA26F-E7B5-4EEF-A9E8-16F80EED0C3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90" name="Rectangle: Rounded Corners 1889">
                    <a:extLst>
                      <a:ext uri="{FF2B5EF4-FFF2-40B4-BE49-F238E27FC236}">
                        <a16:creationId xmlns:a16="http://schemas.microsoft.com/office/drawing/2014/main" id="{82001C76-E0AC-4702-806E-81E0B3E3622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59" name="Group 1858">
                  <a:extLst>
                    <a:ext uri="{FF2B5EF4-FFF2-40B4-BE49-F238E27FC236}">
                      <a16:creationId xmlns:a16="http://schemas.microsoft.com/office/drawing/2014/main" id="{5CC0DDD9-FEA5-49D2-AF3F-7E6584F6663D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87" name="Freeform: Shape 1886">
                    <a:extLst>
                      <a:ext uri="{FF2B5EF4-FFF2-40B4-BE49-F238E27FC236}">
                        <a16:creationId xmlns:a16="http://schemas.microsoft.com/office/drawing/2014/main" id="{EA7F1DD5-D7EF-459B-BCC0-75451440002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88" name="Rectangle: Rounded Corners 1887">
                    <a:extLst>
                      <a:ext uri="{FF2B5EF4-FFF2-40B4-BE49-F238E27FC236}">
                        <a16:creationId xmlns:a16="http://schemas.microsoft.com/office/drawing/2014/main" id="{9EA14FA4-5EC7-4655-A19A-52FBD25D2BB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0" name="Group 1859">
                  <a:extLst>
                    <a:ext uri="{FF2B5EF4-FFF2-40B4-BE49-F238E27FC236}">
                      <a16:creationId xmlns:a16="http://schemas.microsoft.com/office/drawing/2014/main" id="{BF2E8D94-303C-4991-A40B-1DEB330B9110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885" name="Freeform: Shape 1884">
                    <a:extLst>
                      <a:ext uri="{FF2B5EF4-FFF2-40B4-BE49-F238E27FC236}">
                        <a16:creationId xmlns:a16="http://schemas.microsoft.com/office/drawing/2014/main" id="{4F62CE01-61E2-45E2-95B8-714BB48E62E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86" name="Rectangle: Rounded Corners 1885">
                    <a:extLst>
                      <a:ext uri="{FF2B5EF4-FFF2-40B4-BE49-F238E27FC236}">
                        <a16:creationId xmlns:a16="http://schemas.microsoft.com/office/drawing/2014/main" id="{DDAC73B5-0883-4728-9BED-B3A7E5E8E8D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1" name="Group 1860">
                  <a:extLst>
                    <a:ext uri="{FF2B5EF4-FFF2-40B4-BE49-F238E27FC236}">
                      <a16:creationId xmlns:a16="http://schemas.microsoft.com/office/drawing/2014/main" id="{1EB7B8CC-FB57-497E-A0C9-8175CA43EB7C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883" name="Freeform: Shape 1882">
                    <a:extLst>
                      <a:ext uri="{FF2B5EF4-FFF2-40B4-BE49-F238E27FC236}">
                        <a16:creationId xmlns:a16="http://schemas.microsoft.com/office/drawing/2014/main" id="{120DE7DD-408D-4755-9539-50D8DD76556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84" name="Rectangle: Rounded Corners 1883">
                    <a:extLst>
                      <a:ext uri="{FF2B5EF4-FFF2-40B4-BE49-F238E27FC236}">
                        <a16:creationId xmlns:a16="http://schemas.microsoft.com/office/drawing/2014/main" id="{A2E81C0F-73C4-413E-ACF1-060CD2B10F2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2" name="Group 1861">
                  <a:extLst>
                    <a:ext uri="{FF2B5EF4-FFF2-40B4-BE49-F238E27FC236}">
                      <a16:creationId xmlns:a16="http://schemas.microsoft.com/office/drawing/2014/main" id="{71A8F6B8-E1F8-453E-8AE2-1B2B1EEAF775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881" name="Freeform: Shape 1880">
                    <a:extLst>
                      <a:ext uri="{FF2B5EF4-FFF2-40B4-BE49-F238E27FC236}">
                        <a16:creationId xmlns:a16="http://schemas.microsoft.com/office/drawing/2014/main" id="{2F826C7D-E113-4C6E-8700-73323A2DD23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82" name="Rectangle: Rounded Corners 1881">
                    <a:extLst>
                      <a:ext uri="{FF2B5EF4-FFF2-40B4-BE49-F238E27FC236}">
                        <a16:creationId xmlns:a16="http://schemas.microsoft.com/office/drawing/2014/main" id="{726C25D2-C390-4884-9B5C-55138A146D2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3" name="Group 1862">
                  <a:extLst>
                    <a:ext uri="{FF2B5EF4-FFF2-40B4-BE49-F238E27FC236}">
                      <a16:creationId xmlns:a16="http://schemas.microsoft.com/office/drawing/2014/main" id="{3D819223-7FF7-4F39-A7A6-380EC28488E7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1879" name="Freeform: Shape 1878">
                    <a:extLst>
                      <a:ext uri="{FF2B5EF4-FFF2-40B4-BE49-F238E27FC236}">
                        <a16:creationId xmlns:a16="http://schemas.microsoft.com/office/drawing/2014/main" id="{B607F399-886F-4B95-9857-6E5E9AEBE35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80" name="Rectangle: Rounded Corners 1879">
                    <a:extLst>
                      <a:ext uri="{FF2B5EF4-FFF2-40B4-BE49-F238E27FC236}">
                        <a16:creationId xmlns:a16="http://schemas.microsoft.com/office/drawing/2014/main" id="{77A41294-58BA-4178-A85B-624EC372C83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4" name="Group 1863">
                  <a:extLst>
                    <a:ext uri="{FF2B5EF4-FFF2-40B4-BE49-F238E27FC236}">
                      <a16:creationId xmlns:a16="http://schemas.microsoft.com/office/drawing/2014/main" id="{E85A1D56-8770-49FB-8B1F-ABD2B310B029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77" name="Freeform: Shape 1876">
                    <a:extLst>
                      <a:ext uri="{FF2B5EF4-FFF2-40B4-BE49-F238E27FC236}">
                        <a16:creationId xmlns:a16="http://schemas.microsoft.com/office/drawing/2014/main" id="{4C5F08DC-5276-4BE5-8CC4-DF64A753E3D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78" name="Rectangle: Rounded Corners 1877">
                    <a:extLst>
                      <a:ext uri="{FF2B5EF4-FFF2-40B4-BE49-F238E27FC236}">
                        <a16:creationId xmlns:a16="http://schemas.microsoft.com/office/drawing/2014/main" id="{D80FFB4E-56D1-4F1F-816E-325AFEAC859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5" name="Group 1864">
                  <a:extLst>
                    <a:ext uri="{FF2B5EF4-FFF2-40B4-BE49-F238E27FC236}">
                      <a16:creationId xmlns:a16="http://schemas.microsoft.com/office/drawing/2014/main" id="{36F2F55B-431E-4CBC-A410-189DE1E64E70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875" name="Freeform: Shape 1874">
                    <a:extLst>
                      <a:ext uri="{FF2B5EF4-FFF2-40B4-BE49-F238E27FC236}">
                        <a16:creationId xmlns:a16="http://schemas.microsoft.com/office/drawing/2014/main" id="{6EFC0F6E-6B19-4611-AD02-87F22B1ED75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76" name="Rectangle: Rounded Corners 1875">
                    <a:extLst>
                      <a:ext uri="{FF2B5EF4-FFF2-40B4-BE49-F238E27FC236}">
                        <a16:creationId xmlns:a16="http://schemas.microsoft.com/office/drawing/2014/main" id="{47D8177C-9FBF-44E7-8943-A3D2AB95F45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6" name="Group 1865">
                  <a:extLst>
                    <a:ext uri="{FF2B5EF4-FFF2-40B4-BE49-F238E27FC236}">
                      <a16:creationId xmlns:a16="http://schemas.microsoft.com/office/drawing/2014/main" id="{A7D75397-3FAF-4C2B-91C7-A6101ADF17DB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73" name="Freeform: Shape 1872">
                    <a:extLst>
                      <a:ext uri="{FF2B5EF4-FFF2-40B4-BE49-F238E27FC236}">
                        <a16:creationId xmlns:a16="http://schemas.microsoft.com/office/drawing/2014/main" id="{D377B6B6-95FB-4073-8C68-FDE721810BC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74" name="Rectangle: Rounded Corners 1873">
                    <a:extLst>
                      <a:ext uri="{FF2B5EF4-FFF2-40B4-BE49-F238E27FC236}">
                        <a16:creationId xmlns:a16="http://schemas.microsoft.com/office/drawing/2014/main" id="{F880B1DA-92D3-4EC2-A945-27D9806C214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7" name="Group 1866">
                  <a:extLst>
                    <a:ext uri="{FF2B5EF4-FFF2-40B4-BE49-F238E27FC236}">
                      <a16:creationId xmlns:a16="http://schemas.microsoft.com/office/drawing/2014/main" id="{9B452FAA-C77E-42C4-BACF-3C36CEB1B9D5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1871" name="Freeform: Shape 1870">
                    <a:extLst>
                      <a:ext uri="{FF2B5EF4-FFF2-40B4-BE49-F238E27FC236}">
                        <a16:creationId xmlns:a16="http://schemas.microsoft.com/office/drawing/2014/main" id="{EE3CD634-E990-40B7-AE6F-DE5F7448B1B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72" name="Rectangle: Rounded Corners 1871">
                    <a:extLst>
                      <a:ext uri="{FF2B5EF4-FFF2-40B4-BE49-F238E27FC236}">
                        <a16:creationId xmlns:a16="http://schemas.microsoft.com/office/drawing/2014/main" id="{78B8285B-EBF8-4A99-AA92-0E36764E212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1868" name="Group 1867">
                  <a:extLst>
                    <a:ext uri="{FF2B5EF4-FFF2-40B4-BE49-F238E27FC236}">
                      <a16:creationId xmlns:a16="http://schemas.microsoft.com/office/drawing/2014/main" id="{09461D04-66A4-45CA-B1FF-4222B7C123A7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1869" name="Freeform: Shape 1868">
                    <a:extLst>
                      <a:ext uri="{FF2B5EF4-FFF2-40B4-BE49-F238E27FC236}">
                        <a16:creationId xmlns:a16="http://schemas.microsoft.com/office/drawing/2014/main" id="{5EA2D390-AA53-405F-A7BA-F5C0B3D0F37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870" name="Rectangle: Rounded Corners 1869">
                    <a:extLst>
                      <a:ext uri="{FF2B5EF4-FFF2-40B4-BE49-F238E27FC236}">
                        <a16:creationId xmlns:a16="http://schemas.microsoft.com/office/drawing/2014/main" id="{CB06C66C-0735-4F02-85D8-F50F4F41013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0DE21956-A001-4587-BD92-3978CA9AEA64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0BED53E4-9150-472A-89DD-46DD5AFCA48E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6F412C6F-B048-4BB5-A7B3-77BA22C4D656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203" name="Group 2202">
              <a:extLst>
                <a:ext uri="{FF2B5EF4-FFF2-40B4-BE49-F238E27FC236}">
                  <a16:creationId xmlns:a16="http://schemas.microsoft.com/office/drawing/2014/main" id="{D4DDCA1D-D8B7-45B0-B0DC-7931273C89EA}"/>
                </a:ext>
              </a:extLst>
            </p:cNvPr>
            <p:cNvGrpSpPr/>
            <p:nvPr/>
          </p:nvGrpSpPr>
          <p:grpSpPr>
            <a:xfrm>
              <a:off x="5208673" y="2088118"/>
              <a:ext cx="531923" cy="573923"/>
              <a:chOff x="163719" y="1822501"/>
              <a:chExt cx="3062199" cy="3047160"/>
            </a:xfrm>
          </p:grpSpPr>
          <p:grpSp>
            <p:nvGrpSpPr>
              <p:cNvPr id="2204" name="Group 2203">
                <a:extLst>
                  <a:ext uri="{FF2B5EF4-FFF2-40B4-BE49-F238E27FC236}">
                    <a16:creationId xmlns:a16="http://schemas.microsoft.com/office/drawing/2014/main" id="{6BD87883-FFB2-4847-94EE-DDE05180F94C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2208" name="Group 2207">
                  <a:extLst>
                    <a:ext uri="{FF2B5EF4-FFF2-40B4-BE49-F238E27FC236}">
                      <a16:creationId xmlns:a16="http://schemas.microsoft.com/office/drawing/2014/main" id="{446A0056-3342-47F8-92AF-5C4B9AA58053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567" name="Freeform: Shape 2566">
                    <a:extLst>
                      <a:ext uri="{FF2B5EF4-FFF2-40B4-BE49-F238E27FC236}">
                        <a16:creationId xmlns:a16="http://schemas.microsoft.com/office/drawing/2014/main" id="{3967CDCC-47A0-4FCE-96CD-3FBED7DAD1A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568" name="Rectangle: Rounded Corners 2567">
                    <a:extLst>
                      <a:ext uri="{FF2B5EF4-FFF2-40B4-BE49-F238E27FC236}">
                        <a16:creationId xmlns:a16="http://schemas.microsoft.com/office/drawing/2014/main" id="{8AAB593A-053D-4BA6-A9A2-C6F23D906FB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09" name="Group 2208">
                  <a:extLst>
                    <a:ext uri="{FF2B5EF4-FFF2-40B4-BE49-F238E27FC236}">
                      <a16:creationId xmlns:a16="http://schemas.microsoft.com/office/drawing/2014/main" id="{61C06AAB-FE4E-479A-A9AD-F66EDEF52FA0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565" name="Freeform: Shape 2564">
                    <a:extLst>
                      <a:ext uri="{FF2B5EF4-FFF2-40B4-BE49-F238E27FC236}">
                        <a16:creationId xmlns:a16="http://schemas.microsoft.com/office/drawing/2014/main" id="{729AD415-C69A-4B81-B3DE-8A1813974D8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566" name="Rectangle: Rounded Corners 2565">
                    <a:extLst>
                      <a:ext uri="{FF2B5EF4-FFF2-40B4-BE49-F238E27FC236}">
                        <a16:creationId xmlns:a16="http://schemas.microsoft.com/office/drawing/2014/main" id="{493AAFF2-7126-4231-B755-FD49572F6C0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0" name="Group 2209">
                  <a:extLst>
                    <a:ext uri="{FF2B5EF4-FFF2-40B4-BE49-F238E27FC236}">
                      <a16:creationId xmlns:a16="http://schemas.microsoft.com/office/drawing/2014/main" id="{69C562FE-5DD6-490D-9ADD-4D19510EC216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2283" name="Group 2282">
                    <a:extLst>
                      <a:ext uri="{FF2B5EF4-FFF2-40B4-BE49-F238E27FC236}">
                        <a16:creationId xmlns:a16="http://schemas.microsoft.com/office/drawing/2014/main" id="{3102DBAB-1A32-42BF-AADD-1BD00736C50B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2504" name="Group 2503">
                      <a:extLst>
                        <a:ext uri="{FF2B5EF4-FFF2-40B4-BE49-F238E27FC236}">
                          <a16:creationId xmlns:a16="http://schemas.microsoft.com/office/drawing/2014/main" id="{867C546C-2B17-469D-A5A1-25864EEC1D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2561" name="Flowchart: Connector 2560">
                        <a:extLst>
                          <a:ext uri="{FF2B5EF4-FFF2-40B4-BE49-F238E27FC236}">
                            <a16:creationId xmlns:a16="http://schemas.microsoft.com/office/drawing/2014/main" id="{77D766B1-7748-4EF6-A344-8EAD4B01FE4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62" name="Flowchart: Connector 2561">
                        <a:extLst>
                          <a:ext uri="{FF2B5EF4-FFF2-40B4-BE49-F238E27FC236}">
                            <a16:creationId xmlns:a16="http://schemas.microsoft.com/office/drawing/2014/main" id="{825E02D4-A223-4C27-AFC7-1226A35E03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63" name="Flowchart: Connector 2562">
                        <a:extLst>
                          <a:ext uri="{FF2B5EF4-FFF2-40B4-BE49-F238E27FC236}">
                            <a16:creationId xmlns:a16="http://schemas.microsoft.com/office/drawing/2014/main" id="{BAC48579-503E-451D-BD4D-66F45594280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64" name="Flowchart: Connector 2563">
                        <a:extLst>
                          <a:ext uri="{FF2B5EF4-FFF2-40B4-BE49-F238E27FC236}">
                            <a16:creationId xmlns:a16="http://schemas.microsoft.com/office/drawing/2014/main" id="{89CA0B46-7CC6-4595-85D7-03D4657537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505" name="Group 2504">
                      <a:extLst>
                        <a:ext uri="{FF2B5EF4-FFF2-40B4-BE49-F238E27FC236}">
                          <a16:creationId xmlns:a16="http://schemas.microsoft.com/office/drawing/2014/main" id="{DB9D5BEE-AD03-462E-85EF-181C308764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2506" name="Group 2505">
                        <a:extLst>
                          <a:ext uri="{FF2B5EF4-FFF2-40B4-BE49-F238E27FC236}">
                            <a16:creationId xmlns:a16="http://schemas.microsoft.com/office/drawing/2014/main" id="{782C057C-C16E-4CA8-B28B-DCA17D069D2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54" name="3D Model 2553" descr="Sphere">
                              <a:extLst>
                                <a:ext uri="{FF2B5EF4-FFF2-40B4-BE49-F238E27FC236}">
                                  <a16:creationId xmlns:a16="http://schemas.microsoft.com/office/drawing/2014/main" id="{9A4758F1-AD84-4531-BA24-08F3F6081CB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3123945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55" name="Flowchart: Connector 2554">
                          <a:extLst>
                            <a:ext uri="{FF2B5EF4-FFF2-40B4-BE49-F238E27FC236}">
                              <a16:creationId xmlns:a16="http://schemas.microsoft.com/office/drawing/2014/main" id="{DC9DC856-1AFF-4A54-85E4-968409F8B5E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56" name="3D Model 2555" descr="Sphere">
                              <a:extLst>
                                <a:ext uri="{FF2B5EF4-FFF2-40B4-BE49-F238E27FC236}">
                                  <a16:creationId xmlns:a16="http://schemas.microsoft.com/office/drawing/2014/main" id="{1245C3ED-CE3E-4E29-BB6C-88ACD959684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3229492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57" name="Flowchart: Connector 2556">
                          <a:extLst>
                            <a:ext uri="{FF2B5EF4-FFF2-40B4-BE49-F238E27FC236}">
                              <a16:creationId xmlns:a16="http://schemas.microsoft.com/office/drawing/2014/main" id="{EF798769-46DC-4619-BAB4-B4F6CFFA8D7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58" name="3D Model 2557" descr="Sphere">
                              <a:extLst>
                                <a:ext uri="{FF2B5EF4-FFF2-40B4-BE49-F238E27FC236}">
                                  <a16:creationId xmlns:a16="http://schemas.microsoft.com/office/drawing/2014/main" id="{F1E6C135-8E2E-4089-A648-93E207369A5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9744147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59" name="Flowchart: Connector 2558">
                          <a:extLst>
                            <a:ext uri="{FF2B5EF4-FFF2-40B4-BE49-F238E27FC236}">
                              <a16:creationId xmlns:a16="http://schemas.microsoft.com/office/drawing/2014/main" id="{E569A7F9-5CEB-4006-A6E7-CC93BC1668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60" name="3D Model 2559" descr="Sphere">
                              <a:extLst>
                                <a:ext uri="{FF2B5EF4-FFF2-40B4-BE49-F238E27FC236}">
                                  <a16:creationId xmlns:a16="http://schemas.microsoft.com/office/drawing/2014/main" id="{2A539D3F-5420-492A-9969-7B812DFAE13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1533764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507" name="Group 2506">
                        <a:extLst>
                          <a:ext uri="{FF2B5EF4-FFF2-40B4-BE49-F238E27FC236}">
                            <a16:creationId xmlns:a16="http://schemas.microsoft.com/office/drawing/2014/main" id="{A25DA9B6-1716-4099-BCA8-01E58CFB69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539" name="Flowchart: Connector 2538">
                          <a:extLst>
                            <a:ext uri="{FF2B5EF4-FFF2-40B4-BE49-F238E27FC236}">
                              <a16:creationId xmlns:a16="http://schemas.microsoft.com/office/drawing/2014/main" id="{081A24C3-A768-4A4A-8B8C-A47D8F149BB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40" name="Flowchart: Connector 2539">
                          <a:extLst>
                            <a:ext uri="{FF2B5EF4-FFF2-40B4-BE49-F238E27FC236}">
                              <a16:creationId xmlns:a16="http://schemas.microsoft.com/office/drawing/2014/main" id="{97E9B2AD-7B81-434A-A915-2775153F22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41" name="Flowchart: Connector 2540">
                          <a:extLst>
                            <a:ext uri="{FF2B5EF4-FFF2-40B4-BE49-F238E27FC236}">
                              <a16:creationId xmlns:a16="http://schemas.microsoft.com/office/drawing/2014/main" id="{39DBA2C6-AFBC-474B-AF2B-69906B95033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42" name="Flowchart: Connector 2541">
                          <a:extLst>
                            <a:ext uri="{FF2B5EF4-FFF2-40B4-BE49-F238E27FC236}">
                              <a16:creationId xmlns:a16="http://schemas.microsoft.com/office/drawing/2014/main" id="{FC568D29-DE6A-478B-BC91-D264C139D1D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43" name="Flowchart: Connector 2542">
                          <a:extLst>
                            <a:ext uri="{FF2B5EF4-FFF2-40B4-BE49-F238E27FC236}">
                              <a16:creationId xmlns:a16="http://schemas.microsoft.com/office/drawing/2014/main" id="{7B90C25F-031F-45E4-B330-2804956C468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44" name="Flowchart: Connector 2543">
                          <a:extLst>
                            <a:ext uri="{FF2B5EF4-FFF2-40B4-BE49-F238E27FC236}">
                              <a16:creationId xmlns:a16="http://schemas.microsoft.com/office/drawing/2014/main" id="{97E0B3A0-3C14-4DF4-B2AF-5B1F4494667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45" name="Flowchart: Connector 2544">
                          <a:extLst>
                            <a:ext uri="{FF2B5EF4-FFF2-40B4-BE49-F238E27FC236}">
                              <a16:creationId xmlns:a16="http://schemas.microsoft.com/office/drawing/2014/main" id="{24F24941-A432-4704-98EF-1D851A2643F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46" name="Flowchart: Connector 2545">
                          <a:extLst>
                            <a:ext uri="{FF2B5EF4-FFF2-40B4-BE49-F238E27FC236}">
                              <a16:creationId xmlns:a16="http://schemas.microsoft.com/office/drawing/2014/main" id="{D20A1027-C78F-43D3-86A2-C23AC4C96F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47" name="3D Model 2546" descr="Sphere">
                              <a:extLst>
                                <a:ext uri="{FF2B5EF4-FFF2-40B4-BE49-F238E27FC236}">
                                  <a16:creationId xmlns:a16="http://schemas.microsoft.com/office/drawing/2014/main" id="{CE9D3CBC-2C67-41AA-BC71-456718BC8ED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5215630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48" name="Flowchart: Connector 2547">
                          <a:extLst>
                            <a:ext uri="{FF2B5EF4-FFF2-40B4-BE49-F238E27FC236}">
                              <a16:creationId xmlns:a16="http://schemas.microsoft.com/office/drawing/2014/main" id="{5793B57A-432E-4E0D-8CE4-0EB29BE1C0A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49" name="3D Model 2548" descr="Sphere">
                              <a:extLst>
                                <a:ext uri="{FF2B5EF4-FFF2-40B4-BE49-F238E27FC236}">
                                  <a16:creationId xmlns:a16="http://schemas.microsoft.com/office/drawing/2014/main" id="{936C983E-5290-4ACC-8E7C-37A6771AAE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7959549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50" name="Flowchart: Connector 2549">
                          <a:extLst>
                            <a:ext uri="{FF2B5EF4-FFF2-40B4-BE49-F238E27FC236}">
                              <a16:creationId xmlns:a16="http://schemas.microsoft.com/office/drawing/2014/main" id="{EB2CB50F-1BD8-429A-932F-D09DC38D19B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51" name="3D Model 2550" descr="Sphere">
                              <a:extLst>
                                <a:ext uri="{FF2B5EF4-FFF2-40B4-BE49-F238E27FC236}">
                                  <a16:creationId xmlns:a16="http://schemas.microsoft.com/office/drawing/2014/main" id="{4E1E2475-5ECD-4C97-A892-E036B6936E5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428076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52" name="Flowchart: Connector 2551">
                          <a:extLst>
                            <a:ext uri="{FF2B5EF4-FFF2-40B4-BE49-F238E27FC236}">
                              <a16:creationId xmlns:a16="http://schemas.microsoft.com/office/drawing/2014/main" id="{8BBE99BC-989A-4383-87D3-9B5BAD9E07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53" name="3D Model 2552" descr="Sphere">
                              <a:extLst>
                                <a:ext uri="{FF2B5EF4-FFF2-40B4-BE49-F238E27FC236}">
                                  <a16:creationId xmlns:a16="http://schemas.microsoft.com/office/drawing/2014/main" id="{6B462FFB-A017-48AE-86DC-C3586E5B370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9800715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508" name="Group 2507">
                        <a:extLst>
                          <a:ext uri="{FF2B5EF4-FFF2-40B4-BE49-F238E27FC236}">
                            <a16:creationId xmlns:a16="http://schemas.microsoft.com/office/drawing/2014/main" id="{5EE41B90-AA49-4B45-97EB-ABE9633431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524" name="Flowchart: Connector 2523">
                          <a:extLst>
                            <a:ext uri="{FF2B5EF4-FFF2-40B4-BE49-F238E27FC236}">
                              <a16:creationId xmlns:a16="http://schemas.microsoft.com/office/drawing/2014/main" id="{CD2E186D-6CA7-487D-ADE5-30563B8595F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25" name="Flowchart: Connector 2524">
                          <a:extLst>
                            <a:ext uri="{FF2B5EF4-FFF2-40B4-BE49-F238E27FC236}">
                              <a16:creationId xmlns:a16="http://schemas.microsoft.com/office/drawing/2014/main" id="{39CC7BA9-3F8E-42DF-AA97-9E99F82FD15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26" name="Flowchart: Connector 2525">
                          <a:extLst>
                            <a:ext uri="{FF2B5EF4-FFF2-40B4-BE49-F238E27FC236}">
                              <a16:creationId xmlns:a16="http://schemas.microsoft.com/office/drawing/2014/main" id="{AC0E93DF-685D-402A-A519-8AC6C46C49F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27" name="Flowchart: Connector 2526">
                          <a:extLst>
                            <a:ext uri="{FF2B5EF4-FFF2-40B4-BE49-F238E27FC236}">
                              <a16:creationId xmlns:a16="http://schemas.microsoft.com/office/drawing/2014/main" id="{235C08D1-2DAE-4338-91F8-2B0864993B0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28" name="Flowchart: Connector 2527">
                          <a:extLst>
                            <a:ext uri="{FF2B5EF4-FFF2-40B4-BE49-F238E27FC236}">
                              <a16:creationId xmlns:a16="http://schemas.microsoft.com/office/drawing/2014/main" id="{0A327162-9244-40D1-864D-52C7ABE8C05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29" name="Flowchart: Connector 2528">
                          <a:extLst>
                            <a:ext uri="{FF2B5EF4-FFF2-40B4-BE49-F238E27FC236}">
                              <a16:creationId xmlns:a16="http://schemas.microsoft.com/office/drawing/2014/main" id="{8034D59F-97FB-447F-BE8A-E3866D716AF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30" name="Flowchart: Connector 2529">
                          <a:extLst>
                            <a:ext uri="{FF2B5EF4-FFF2-40B4-BE49-F238E27FC236}">
                              <a16:creationId xmlns:a16="http://schemas.microsoft.com/office/drawing/2014/main" id="{BFB78137-EB94-43B5-A334-A3B18664EFF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531" name="Flowchart: Connector 2530">
                          <a:extLst>
                            <a:ext uri="{FF2B5EF4-FFF2-40B4-BE49-F238E27FC236}">
                              <a16:creationId xmlns:a16="http://schemas.microsoft.com/office/drawing/2014/main" id="{05880E71-8F1D-4BFF-9E88-3097EAB4CB6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32" name="3D Model 2531" descr="Sphere">
                              <a:extLst>
                                <a:ext uri="{FF2B5EF4-FFF2-40B4-BE49-F238E27FC236}">
                                  <a16:creationId xmlns:a16="http://schemas.microsoft.com/office/drawing/2014/main" id="{B9DAC6B9-EB65-49EE-BA38-F437AE74EB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2874740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33" name="Flowchart: Connector 2532">
                          <a:extLst>
                            <a:ext uri="{FF2B5EF4-FFF2-40B4-BE49-F238E27FC236}">
                              <a16:creationId xmlns:a16="http://schemas.microsoft.com/office/drawing/2014/main" id="{C42F7D97-7413-4DF5-A2E8-DAD6B59D228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34" name="3D Model 2533" descr="Sphere">
                              <a:extLst>
                                <a:ext uri="{FF2B5EF4-FFF2-40B4-BE49-F238E27FC236}">
                                  <a16:creationId xmlns:a16="http://schemas.microsoft.com/office/drawing/2014/main" id="{ECE69550-F0F2-463A-AD8F-8EF19E04544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3705125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35" name="Flowchart: Connector 2534">
                          <a:extLst>
                            <a:ext uri="{FF2B5EF4-FFF2-40B4-BE49-F238E27FC236}">
                              <a16:creationId xmlns:a16="http://schemas.microsoft.com/office/drawing/2014/main" id="{6F6A55F9-5F63-4116-B0C5-86881BDC57C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36" name="3D Model 2535" descr="Sphere">
                              <a:extLst>
                                <a:ext uri="{FF2B5EF4-FFF2-40B4-BE49-F238E27FC236}">
                                  <a16:creationId xmlns:a16="http://schemas.microsoft.com/office/drawing/2014/main" id="{5BEACC59-F9CE-4FE4-9E5D-1D0509220CA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315885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537" name="Flowchart: Connector 2536">
                          <a:extLst>
                            <a:ext uri="{FF2B5EF4-FFF2-40B4-BE49-F238E27FC236}">
                              <a16:creationId xmlns:a16="http://schemas.microsoft.com/office/drawing/2014/main" id="{3DDC6CF6-77E5-4282-A72D-877D46AABB0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538" name="3D Model 2537" descr="Sphere">
                              <a:extLst>
                                <a:ext uri="{FF2B5EF4-FFF2-40B4-BE49-F238E27FC236}">
                                  <a16:creationId xmlns:a16="http://schemas.microsoft.com/office/drawing/2014/main" id="{1EB7130A-9306-48F6-B167-236C4EAB5BF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5029234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509" name="Flowchart: Connector 2508">
                        <a:extLst>
                          <a:ext uri="{FF2B5EF4-FFF2-40B4-BE49-F238E27FC236}">
                            <a16:creationId xmlns:a16="http://schemas.microsoft.com/office/drawing/2014/main" id="{D88900D3-D74F-4F3F-86BA-09F677E8A4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0" name="Flowchart: Connector 2509">
                        <a:extLst>
                          <a:ext uri="{FF2B5EF4-FFF2-40B4-BE49-F238E27FC236}">
                            <a16:creationId xmlns:a16="http://schemas.microsoft.com/office/drawing/2014/main" id="{18A6F115-1360-46AB-B8E0-C3C30C1013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1" name="Flowchart: Connector 2510">
                        <a:extLst>
                          <a:ext uri="{FF2B5EF4-FFF2-40B4-BE49-F238E27FC236}">
                            <a16:creationId xmlns:a16="http://schemas.microsoft.com/office/drawing/2014/main" id="{545EF4A2-8845-44C1-8C40-55F87464D7C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2" name="Flowchart: Connector 2511">
                        <a:extLst>
                          <a:ext uri="{FF2B5EF4-FFF2-40B4-BE49-F238E27FC236}">
                            <a16:creationId xmlns:a16="http://schemas.microsoft.com/office/drawing/2014/main" id="{994D0637-D5FE-4983-907A-45EDB54F5C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3" name="Flowchart: Connector 2512">
                        <a:extLst>
                          <a:ext uri="{FF2B5EF4-FFF2-40B4-BE49-F238E27FC236}">
                            <a16:creationId xmlns:a16="http://schemas.microsoft.com/office/drawing/2014/main" id="{7FDBC6D3-D2D0-4C0C-80A3-541CF86FEB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4" name="Flowchart: Connector 2513">
                        <a:extLst>
                          <a:ext uri="{FF2B5EF4-FFF2-40B4-BE49-F238E27FC236}">
                            <a16:creationId xmlns:a16="http://schemas.microsoft.com/office/drawing/2014/main" id="{E0A34BDB-380A-4271-9B9A-F41FDE534D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5" name="Flowchart: Connector 2514">
                        <a:extLst>
                          <a:ext uri="{FF2B5EF4-FFF2-40B4-BE49-F238E27FC236}">
                            <a16:creationId xmlns:a16="http://schemas.microsoft.com/office/drawing/2014/main" id="{9CE9C582-F706-4558-897A-6F9919E0C9E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6" name="Flowchart: Connector 2515">
                        <a:extLst>
                          <a:ext uri="{FF2B5EF4-FFF2-40B4-BE49-F238E27FC236}">
                            <a16:creationId xmlns:a16="http://schemas.microsoft.com/office/drawing/2014/main" id="{5553F1CF-7557-4183-B57A-9F00514D95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17" name="3D Model 2516" descr="Sphere">
                            <a:extLst>
                              <a:ext uri="{FF2B5EF4-FFF2-40B4-BE49-F238E27FC236}">
                                <a16:creationId xmlns:a16="http://schemas.microsoft.com/office/drawing/2014/main" id="{0B37FE69-0C37-4CB1-8F85-B908B77AC15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581355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517" name="3D Model 2516" descr="Sphere">
                            <a:extLst>
                              <a:ext uri="{FF2B5EF4-FFF2-40B4-BE49-F238E27FC236}">
                                <a16:creationId xmlns:a16="http://schemas.microsoft.com/office/drawing/2014/main" id="{0B37FE69-0C37-4CB1-8F85-B908B77AC15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50151" y="220459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18" name="Flowchart: Connector 2517">
                        <a:extLst>
                          <a:ext uri="{FF2B5EF4-FFF2-40B4-BE49-F238E27FC236}">
                            <a16:creationId xmlns:a16="http://schemas.microsoft.com/office/drawing/2014/main" id="{8601575B-E473-4D5F-AABF-2B8F336D9A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19" name="3D Model 2518" descr="Sphere">
                            <a:extLst>
                              <a:ext uri="{FF2B5EF4-FFF2-40B4-BE49-F238E27FC236}">
                                <a16:creationId xmlns:a16="http://schemas.microsoft.com/office/drawing/2014/main" id="{E77B593C-54AC-41A6-9F6D-75F5CFB558F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9426655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519" name="3D Model 2518" descr="Sphere">
                            <a:extLst>
                              <a:ext uri="{FF2B5EF4-FFF2-40B4-BE49-F238E27FC236}">
                                <a16:creationId xmlns:a16="http://schemas.microsoft.com/office/drawing/2014/main" id="{E77B593C-54AC-41A6-9F6D-75F5CFB558F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91279" y="221527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20" name="Flowchart: Connector 2519">
                        <a:extLst>
                          <a:ext uri="{FF2B5EF4-FFF2-40B4-BE49-F238E27FC236}">
                            <a16:creationId xmlns:a16="http://schemas.microsoft.com/office/drawing/2014/main" id="{7A64C3F8-0E4C-470B-A3E0-699F6FBE97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21" name="3D Model 2520" descr="Sphere">
                            <a:extLst>
                              <a:ext uri="{FF2B5EF4-FFF2-40B4-BE49-F238E27FC236}">
                                <a16:creationId xmlns:a16="http://schemas.microsoft.com/office/drawing/2014/main" id="{79DD0E23-7F07-4774-A2B3-FF19452F791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94168134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521" name="3D Model 2520" descr="Sphere">
                            <a:extLst>
                              <a:ext uri="{FF2B5EF4-FFF2-40B4-BE49-F238E27FC236}">
                                <a16:creationId xmlns:a16="http://schemas.microsoft.com/office/drawing/2014/main" id="{79DD0E23-7F07-4774-A2B3-FF19452F791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532598" y="222691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22" name="Flowchart: Connector 2521">
                        <a:extLst>
                          <a:ext uri="{FF2B5EF4-FFF2-40B4-BE49-F238E27FC236}">
                            <a16:creationId xmlns:a16="http://schemas.microsoft.com/office/drawing/2014/main" id="{D14BC95B-5A55-4C6B-93C8-169646AF3D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23" name="3D Model 2522" descr="Sphere">
                            <a:extLst>
                              <a:ext uri="{FF2B5EF4-FFF2-40B4-BE49-F238E27FC236}">
                                <a16:creationId xmlns:a16="http://schemas.microsoft.com/office/drawing/2014/main" id="{E1ECBFC9-2694-4C88-988E-9AB0006BD4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64853228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523" name="3D Model 2522" descr="Sphere">
                            <a:extLst>
                              <a:ext uri="{FF2B5EF4-FFF2-40B4-BE49-F238E27FC236}">
                                <a16:creationId xmlns:a16="http://schemas.microsoft.com/office/drawing/2014/main" id="{E1ECBFC9-2694-4C88-988E-9AB0006BD4C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579224" y="2243308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2284" name="Group 2283">
                    <a:extLst>
                      <a:ext uri="{FF2B5EF4-FFF2-40B4-BE49-F238E27FC236}">
                        <a16:creationId xmlns:a16="http://schemas.microsoft.com/office/drawing/2014/main" id="{9A05B0CA-6B6B-4CA0-9475-FFC2B6EA13B5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501" name="Flowchart: Connector 2500">
                      <a:extLst>
                        <a:ext uri="{FF2B5EF4-FFF2-40B4-BE49-F238E27FC236}">
                          <a16:creationId xmlns:a16="http://schemas.microsoft.com/office/drawing/2014/main" id="{7AD3AD20-AE90-4C82-8274-06A59E1A18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02" name="Flowchart: Connector 2501">
                      <a:extLst>
                        <a:ext uri="{FF2B5EF4-FFF2-40B4-BE49-F238E27FC236}">
                          <a16:creationId xmlns:a16="http://schemas.microsoft.com/office/drawing/2014/main" id="{A9B38B14-CB7B-4DA2-9246-EA88547598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03" name="Flowchart: Connector 2502">
                      <a:extLst>
                        <a:ext uri="{FF2B5EF4-FFF2-40B4-BE49-F238E27FC236}">
                          <a16:creationId xmlns:a16="http://schemas.microsoft.com/office/drawing/2014/main" id="{0AFA9F49-8809-4F45-8C14-0D78B4CEAD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2285" name="Flowchart: Connector 2284">
                    <a:extLst>
                      <a:ext uri="{FF2B5EF4-FFF2-40B4-BE49-F238E27FC236}">
                        <a16:creationId xmlns:a16="http://schemas.microsoft.com/office/drawing/2014/main" id="{0CF8F6F3-C154-49C0-9102-45B2E49B95D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286" name="Flowchart: Connector 2285">
                    <a:extLst>
                      <a:ext uri="{FF2B5EF4-FFF2-40B4-BE49-F238E27FC236}">
                        <a16:creationId xmlns:a16="http://schemas.microsoft.com/office/drawing/2014/main" id="{6F7FFCF5-52EA-4964-9150-73CC446C063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2287" name="Group 2286">
                    <a:extLst>
                      <a:ext uri="{FF2B5EF4-FFF2-40B4-BE49-F238E27FC236}">
                        <a16:creationId xmlns:a16="http://schemas.microsoft.com/office/drawing/2014/main" id="{8DD43F5E-1A1F-430C-852E-BD1DF94ABD28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2498" name="Flowchart: Connector 2497">
                      <a:extLst>
                        <a:ext uri="{FF2B5EF4-FFF2-40B4-BE49-F238E27FC236}">
                          <a16:creationId xmlns:a16="http://schemas.microsoft.com/office/drawing/2014/main" id="{FDA18BA8-A7B7-4BE2-9976-BAF373A68C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99" name="Flowchart: Connector 2498">
                      <a:extLst>
                        <a:ext uri="{FF2B5EF4-FFF2-40B4-BE49-F238E27FC236}">
                          <a16:creationId xmlns:a16="http://schemas.microsoft.com/office/drawing/2014/main" id="{452A437E-75D7-4727-95F5-6F5806D76C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00" name="Flowchart: Connector 2499">
                      <a:extLst>
                        <a:ext uri="{FF2B5EF4-FFF2-40B4-BE49-F238E27FC236}">
                          <a16:creationId xmlns:a16="http://schemas.microsoft.com/office/drawing/2014/main" id="{83472A42-DB1B-4456-B566-76AA7643B5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288" name="Group 2287">
                    <a:extLst>
                      <a:ext uri="{FF2B5EF4-FFF2-40B4-BE49-F238E27FC236}">
                        <a16:creationId xmlns:a16="http://schemas.microsoft.com/office/drawing/2014/main" id="{40193057-3A87-4584-8D00-B0A95D4330E9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2433" name="Group 2432">
                      <a:extLst>
                        <a:ext uri="{FF2B5EF4-FFF2-40B4-BE49-F238E27FC236}">
                          <a16:creationId xmlns:a16="http://schemas.microsoft.com/office/drawing/2014/main" id="{52F356AE-47BC-4DDE-97D5-F15B552689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2494" name="Flowchart: Connector 2493">
                        <a:extLst>
                          <a:ext uri="{FF2B5EF4-FFF2-40B4-BE49-F238E27FC236}">
                            <a16:creationId xmlns:a16="http://schemas.microsoft.com/office/drawing/2014/main" id="{8DABBCA2-81C2-4EF3-8104-F1DB98A0E8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95" name="Flowchart: Connector 2494">
                        <a:extLst>
                          <a:ext uri="{FF2B5EF4-FFF2-40B4-BE49-F238E27FC236}">
                            <a16:creationId xmlns:a16="http://schemas.microsoft.com/office/drawing/2014/main" id="{4539759A-5424-4003-93A7-87E172B2CB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96" name="Flowchart: Connector 2495">
                        <a:extLst>
                          <a:ext uri="{FF2B5EF4-FFF2-40B4-BE49-F238E27FC236}">
                            <a16:creationId xmlns:a16="http://schemas.microsoft.com/office/drawing/2014/main" id="{85C7BB3D-5FE7-4B8B-BD8A-52B2BD71E0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97" name="Flowchart: Connector 2496">
                        <a:extLst>
                          <a:ext uri="{FF2B5EF4-FFF2-40B4-BE49-F238E27FC236}">
                            <a16:creationId xmlns:a16="http://schemas.microsoft.com/office/drawing/2014/main" id="{60BB8756-DD77-4BAC-968E-BBDE7B1D68A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434" name="Group 2433">
                      <a:extLst>
                        <a:ext uri="{FF2B5EF4-FFF2-40B4-BE49-F238E27FC236}">
                          <a16:creationId xmlns:a16="http://schemas.microsoft.com/office/drawing/2014/main" id="{FF575498-3731-49FE-8AB3-3ABD01C2D1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2435" name="Group 2434">
                        <a:extLst>
                          <a:ext uri="{FF2B5EF4-FFF2-40B4-BE49-F238E27FC236}">
                            <a16:creationId xmlns:a16="http://schemas.microsoft.com/office/drawing/2014/main" id="{2AAC9BE1-5DE6-4972-A6A6-D5D4417FE0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486" name="Flowchart: Connector 2485">
                          <a:extLst>
                            <a:ext uri="{FF2B5EF4-FFF2-40B4-BE49-F238E27FC236}">
                              <a16:creationId xmlns:a16="http://schemas.microsoft.com/office/drawing/2014/main" id="{A611F824-A832-49E3-A8DD-41BFE2CDBF2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87" name="3D Model 2486" descr="Sphere">
                              <a:extLst>
                                <a:ext uri="{FF2B5EF4-FFF2-40B4-BE49-F238E27FC236}">
                                  <a16:creationId xmlns:a16="http://schemas.microsoft.com/office/drawing/2014/main" id="{5FBB9F53-9FBB-452A-99CA-5FD0DDCB5E9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65362258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88" name="Flowchart: Connector 2487">
                          <a:extLst>
                            <a:ext uri="{FF2B5EF4-FFF2-40B4-BE49-F238E27FC236}">
                              <a16:creationId xmlns:a16="http://schemas.microsoft.com/office/drawing/2014/main" id="{CF47536D-0A66-437D-AC78-759B4AEB587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89" name="3D Model 2488" descr="Sphere">
                              <a:extLst>
                                <a:ext uri="{FF2B5EF4-FFF2-40B4-BE49-F238E27FC236}">
                                  <a16:creationId xmlns:a16="http://schemas.microsoft.com/office/drawing/2014/main" id="{65D1F552-0382-4139-8D47-682CDB3354E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15512897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90" name="Flowchart: Connector 2489">
                          <a:extLst>
                            <a:ext uri="{FF2B5EF4-FFF2-40B4-BE49-F238E27FC236}">
                              <a16:creationId xmlns:a16="http://schemas.microsoft.com/office/drawing/2014/main" id="{4E8166D9-659B-4E72-A7D9-AE8F3FC8457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91" name="3D Model 2490" descr="Sphere">
                              <a:extLst>
                                <a:ext uri="{FF2B5EF4-FFF2-40B4-BE49-F238E27FC236}">
                                  <a16:creationId xmlns:a16="http://schemas.microsoft.com/office/drawing/2014/main" id="{25499573-F62B-4A4C-93F4-B52D6D09277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937596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92" name="Flowchart: Connector 2491">
                          <a:extLst>
                            <a:ext uri="{FF2B5EF4-FFF2-40B4-BE49-F238E27FC236}">
                              <a16:creationId xmlns:a16="http://schemas.microsoft.com/office/drawing/2014/main" id="{6CB3BF06-7150-4F00-96D8-E289E076490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93" name="3D Model 2492" descr="Sphere">
                              <a:extLst>
                                <a:ext uri="{FF2B5EF4-FFF2-40B4-BE49-F238E27FC236}">
                                  <a16:creationId xmlns:a16="http://schemas.microsoft.com/office/drawing/2014/main" id="{814EA8DC-6181-4D00-8F6D-CC397A90ADB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931922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436" name="Group 2435">
                        <a:extLst>
                          <a:ext uri="{FF2B5EF4-FFF2-40B4-BE49-F238E27FC236}">
                            <a16:creationId xmlns:a16="http://schemas.microsoft.com/office/drawing/2014/main" id="{D5FCEB65-32DB-4DD2-8999-F11F3EFF57B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470" name="Flowchart: Connector 2469">
                          <a:extLst>
                            <a:ext uri="{FF2B5EF4-FFF2-40B4-BE49-F238E27FC236}">
                              <a16:creationId xmlns:a16="http://schemas.microsoft.com/office/drawing/2014/main" id="{92A27AC1-FE3E-4EEC-BD76-FA0BCE5175B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1" name="Flowchart: Connector 2470">
                          <a:extLst>
                            <a:ext uri="{FF2B5EF4-FFF2-40B4-BE49-F238E27FC236}">
                              <a16:creationId xmlns:a16="http://schemas.microsoft.com/office/drawing/2014/main" id="{CE40EC88-CDE0-4AA3-931E-C1BE699B94B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2" name="Flowchart: Connector 2471">
                          <a:extLst>
                            <a:ext uri="{FF2B5EF4-FFF2-40B4-BE49-F238E27FC236}">
                              <a16:creationId xmlns:a16="http://schemas.microsoft.com/office/drawing/2014/main" id="{2CA6393C-823E-4B50-8DEF-C79BA3EE075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3" name="Flowchart: Connector 2472">
                          <a:extLst>
                            <a:ext uri="{FF2B5EF4-FFF2-40B4-BE49-F238E27FC236}">
                              <a16:creationId xmlns:a16="http://schemas.microsoft.com/office/drawing/2014/main" id="{D239E9F2-553B-4AE1-BC48-5F5BEE5A9B3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4" name="Flowchart: Connector 2473">
                          <a:extLst>
                            <a:ext uri="{FF2B5EF4-FFF2-40B4-BE49-F238E27FC236}">
                              <a16:creationId xmlns:a16="http://schemas.microsoft.com/office/drawing/2014/main" id="{BB461361-8D2B-4FDF-8A89-960991223E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5" name="Flowchart: Connector 2474">
                          <a:extLst>
                            <a:ext uri="{FF2B5EF4-FFF2-40B4-BE49-F238E27FC236}">
                              <a16:creationId xmlns:a16="http://schemas.microsoft.com/office/drawing/2014/main" id="{A5AEB807-C1F5-4D97-AADE-BF993D43CF6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6" name="Flowchart: Connector 2475">
                          <a:extLst>
                            <a:ext uri="{FF2B5EF4-FFF2-40B4-BE49-F238E27FC236}">
                              <a16:creationId xmlns:a16="http://schemas.microsoft.com/office/drawing/2014/main" id="{6C922ABD-202B-4067-8299-D579BD1FAB5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7" name="Flowchart: Connector 2476">
                          <a:extLst>
                            <a:ext uri="{FF2B5EF4-FFF2-40B4-BE49-F238E27FC236}">
                              <a16:creationId xmlns:a16="http://schemas.microsoft.com/office/drawing/2014/main" id="{4F41D670-709F-404A-A61F-2557F70A4E6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78" name="Flowchart: Connector 2477">
                          <a:extLst>
                            <a:ext uri="{FF2B5EF4-FFF2-40B4-BE49-F238E27FC236}">
                              <a16:creationId xmlns:a16="http://schemas.microsoft.com/office/drawing/2014/main" id="{5B86EA37-0645-4989-B4C4-4D6D3213C9E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79" name="3D Model 2478" descr="Sphere">
                              <a:extLst>
                                <a:ext uri="{FF2B5EF4-FFF2-40B4-BE49-F238E27FC236}">
                                  <a16:creationId xmlns:a16="http://schemas.microsoft.com/office/drawing/2014/main" id="{C9BC5A15-8EDB-4CB8-8DE5-4A360D451F1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9276759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80" name="Flowchart: Connector 2479">
                          <a:extLst>
                            <a:ext uri="{FF2B5EF4-FFF2-40B4-BE49-F238E27FC236}">
                              <a16:creationId xmlns:a16="http://schemas.microsoft.com/office/drawing/2014/main" id="{E7C70A68-9003-43CA-8FE4-F5585B2619C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81" name="3D Model 2480" descr="Sphere">
                              <a:extLst>
                                <a:ext uri="{FF2B5EF4-FFF2-40B4-BE49-F238E27FC236}">
                                  <a16:creationId xmlns:a16="http://schemas.microsoft.com/office/drawing/2014/main" id="{BF4B6B06-C01E-4575-B2E1-542892ECAFC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7069401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82" name="Flowchart: Connector 2481">
                          <a:extLst>
                            <a:ext uri="{FF2B5EF4-FFF2-40B4-BE49-F238E27FC236}">
                              <a16:creationId xmlns:a16="http://schemas.microsoft.com/office/drawing/2014/main" id="{53058CDD-0597-46FD-9B87-6D1F65009A0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83" name="3D Model 2482" descr="Sphere">
                              <a:extLst>
                                <a:ext uri="{FF2B5EF4-FFF2-40B4-BE49-F238E27FC236}">
                                  <a16:creationId xmlns:a16="http://schemas.microsoft.com/office/drawing/2014/main" id="{2ABE9B98-679E-4F0A-8071-FE17F911329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0897001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84" name="Flowchart: Connector 2483">
                          <a:extLst>
                            <a:ext uri="{FF2B5EF4-FFF2-40B4-BE49-F238E27FC236}">
                              <a16:creationId xmlns:a16="http://schemas.microsoft.com/office/drawing/2014/main" id="{547098C4-B10D-4CF9-83D0-8256AC8D0D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85" name="3D Model 2484" descr="Sphere">
                              <a:extLst>
                                <a:ext uri="{FF2B5EF4-FFF2-40B4-BE49-F238E27FC236}">
                                  <a16:creationId xmlns:a16="http://schemas.microsoft.com/office/drawing/2014/main" id="{ACA34D0F-A87D-437A-A5AB-81F2FB3D8CE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5746218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437" name="Group 2436">
                        <a:extLst>
                          <a:ext uri="{FF2B5EF4-FFF2-40B4-BE49-F238E27FC236}">
                            <a16:creationId xmlns:a16="http://schemas.microsoft.com/office/drawing/2014/main" id="{1995F270-6465-4387-87EC-8ABE9C420D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454" name="Flowchart: Connector 2453">
                          <a:extLst>
                            <a:ext uri="{FF2B5EF4-FFF2-40B4-BE49-F238E27FC236}">
                              <a16:creationId xmlns:a16="http://schemas.microsoft.com/office/drawing/2014/main" id="{62FC61F8-F77D-4240-91F8-32DA84F5A81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55" name="Flowchart: Connector 2454">
                          <a:extLst>
                            <a:ext uri="{FF2B5EF4-FFF2-40B4-BE49-F238E27FC236}">
                              <a16:creationId xmlns:a16="http://schemas.microsoft.com/office/drawing/2014/main" id="{6B879CB4-E32A-4D5E-8CA6-0001EB4B60F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56" name="Flowchart: Connector 2455">
                          <a:extLst>
                            <a:ext uri="{FF2B5EF4-FFF2-40B4-BE49-F238E27FC236}">
                              <a16:creationId xmlns:a16="http://schemas.microsoft.com/office/drawing/2014/main" id="{F55C0248-F534-4C3C-B42C-992AD1D3001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57" name="Flowchart: Connector 2456">
                          <a:extLst>
                            <a:ext uri="{FF2B5EF4-FFF2-40B4-BE49-F238E27FC236}">
                              <a16:creationId xmlns:a16="http://schemas.microsoft.com/office/drawing/2014/main" id="{FDE88E71-4E80-4B98-A374-F2625B8054C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58" name="Flowchart: Connector 2457">
                          <a:extLst>
                            <a:ext uri="{FF2B5EF4-FFF2-40B4-BE49-F238E27FC236}">
                              <a16:creationId xmlns:a16="http://schemas.microsoft.com/office/drawing/2014/main" id="{BD1F5D5F-70DD-4C05-9F64-2C5647DC602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59" name="Flowchart: Connector 2458">
                          <a:extLst>
                            <a:ext uri="{FF2B5EF4-FFF2-40B4-BE49-F238E27FC236}">
                              <a16:creationId xmlns:a16="http://schemas.microsoft.com/office/drawing/2014/main" id="{9DFEC09E-D212-4F7B-A6CE-DEEF98CCE33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60" name="Flowchart: Connector 2459">
                          <a:extLst>
                            <a:ext uri="{FF2B5EF4-FFF2-40B4-BE49-F238E27FC236}">
                              <a16:creationId xmlns:a16="http://schemas.microsoft.com/office/drawing/2014/main" id="{531AB4D5-EF69-40F1-A57A-536464E2503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61" name="Flowchart: Connector 2460">
                          <a:extLst>
                            <a:ext uri="{FF2B5EF4-FFF2-40B4-BE49-F238E27FC236}">
                              <a16:creationId xmlns:a16="http://schemas.microsoft.com/office/drawing/2014/main" id="{15E8F14B-63B5-404F-A6C4-198B02D9BD0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62" name="Flowchart: Connector 2461">
                          <a:extLst>
                            <a:ext uri="{FF2B5EF4-FFF2-40B4-BE49-F238E27FC236}">
                              <a16:creationId xmlns:a16="http://schemas.microsoft.com/office/drawing/2014/main" id="{81FD0AB3-E99D-45CD-BFE2-7973A4A1004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63" name="3D Model 2462" descr="Sphere">
                              <a:extLst>
                                <a:ext uri="{FF2B5EF4-FFF2-40B4-BE49-F238E27FC236}">
                                  <a16:creationId xmlns:a16="http://schemas.microsoft.com/office/drawing/2014/main" id="{4C981F76-429C-4DC0-8B8A-05E8E9D26A6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5236657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64" name="Flowchart: Connector 2463">
                          <a:extLst>
                            <a:ext uri="{FF2B5EF4-FFF2-40B4-BE49-F238E27FC236}">
                              <a16:creationId xmlns:a16="http://schemas.microsoft.com/office/drawing/2014/main" id="{255C6595-4750-42DD-A76F-B9421A62790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65" name="3D Model 2464" descr="Sphere">
                              <a:extLst>
                                <a:ext uri="{FF2B5EF4-FFF2-40B4-BE49-F238E27FC236}">
                                  <a16:creationId xmlns:a16="http://schemas.microsoft.com/office/drawing/2014/main" id="{9605C111-1CB7-43D6-8338-F5D5FF8EB57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832236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66" name="Flowchart: Connector 2465">
                          <a:extLst>
                            <a:ext uri="{FF2B5EF4-FFF2-40B4-BE49-F238E27FC236}">
                              <a16:creationId xmlns:a16="http://schemas.microsoft.com/office/drawing/2014/main" id="{52FE00CF-496D-4DFA-97F2-C4C2935CCD8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67" name="3D Model 2466" descr="Sphere">
                              <a:extLst>
                                <a:ext uri="{FF2B5EF4-FFF2-40B4-BE49-F238E27FC236}">
                                  <a16:creationId xmlns:a16="http://schemas.microsoft.com/office/drawing/2014/main" id="{94790CAF-87C6-44FA-BFAF-4D5766E0D56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5486076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68" name="Flowchart: Connector 2467">
                          <a:extLst>
                            <a:ext uri="{FF2B5EF4-FFF2-40B4-BE49-F238E27FC236}">
                              <a16:creationId xmlns:a16="http://schemas.microsoft.com/office/drawing/2014/main" id="{8F470592-EEFC-4BA7-92A5-C3C4513FBDB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69" name="3D Model 2468" descr="Sphere">
                              <a:extLst>
                                <a:ext uri="{FF2B5EF4-FFF2-40B4-BE49-F238E27FC236}">
                                  <a16:creationId xmlns:a16="http://schemas.microsoft.com/office/drawing/2014/main" id="{016FED29-3F9B-47E0-BC3E-D8B0F1D02FA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0271628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438" name="Flowchart: Connector 2437">
                        <a:extLst>
                          <a:ext uri="{FF2B5EF4-FFF2-40B4-BE49-F238E27FC236}">
                            <a16:creationId xmlns:a16="http://schemas.microsoft.com/office/drawing/2014/main" id="{36B367B0-1215-400A-B9DF-24BB42EEE86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39" name="Flowchart: Connector 2438">
                        <a:extLst>
                          <a:ext uri="{FF2B5EF4-FFF2-40B4-BE49-F238E27FC236}">
                            <a16:creationId xmlns:a16="http://schemas.microsoft.com/office/drawing/2014/main" id="{C186CE8F-6012-4178-9CA9-37CEB8CF1C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40" name="Flowchart: Connector 2439">
                        <a:extLst>
                          <a:ext uri="{FF2B5EF4-FFF2-40B4-BE49-F238E27FC236}">
                            <a16:creationId xmlns:a16="http://schemas.microsoft.com/office/drawing/2014/main" id="{50AE0CF9-EADC-40C0-8E55-71CA61C21A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41" name="Flowchart: Connector 2440">
                        <a:extLst>
                          <a:ext uri="{FF2B5EF4-FFF2-40B4-BE49-F238E27FC236}">
                            <a16:creationId xmlns:a16="http://schemas.microsoft.com/office/drawing/2014/main" id="{6163FE8F-01DF-4EB8-BAC2-4EC0A24AFC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42" name="Flowchart: Connector 2441">
                        <a:extLst>
                          <a:ext uri="{FF2B5EF4-FFF2-40B4-BE49-F238E27FC236}">
                            <a16:creationId xmlns:a16="http://schemas.microsoft.com/office/drawing/2014/main" id="{333933B0-624F-41AC-8E1E-E2F9840A2EE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43" name="Flowchart: Connector 2442">
                        <a:extLst>
                          <a:ext uri="{FF2B5EF4-FFF2-40B4-BE49-F238E27FC236}">
                            <a16:creationId xmlns:a16="http://schemas.microsoft.com/office/drawing/2014/main" id="{72E0F795-65A6-4B9D-8E69-1CB03972B23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44" name="Flowchart: Connector 2443">
                        <a:extLst>
                          <a:ext uri="{FF2B5EF4-FFF2-40B4-BE49-F238E27FC236}">
                            <a16:creationId xmlns:a16="http://schemas.microsoft.com/office/drawing/2014/main" id="{9387266C-C22B-4A32-8465-7371AA3D3C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45" name="Flowchart: Connector 2444">
                        <a:extLst>
                          <a:ext uri="{FF2B5EF4-FFF2-40B4-BE49-F238E27FC236}">
                            <a16:creationId xmlns:a16="http://schemas.microsoft.com/office/drawing/2014/main" id="{7B50C909-E666-4F43-889B-9F2AABFE570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46" name="Flowchart: Connector 2445">
                        <a:extLst>
                          <a:ext uri="{FF2B5EF4-FFF2-40B4-BE49-F238E27FC236}">
                            <a16:creationId xmlns:a16="http://schemas.microsoft.com/office/drawing/2014/main" id="{851AC1FF-5BA4-4207-9E5F-89BE7961C6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47" name="3D Model 2446" descr="Sphere">
                            <a:extLst>
                              <a:ext uri="{FF2B5EF4-FFF2-40B4-BE49-F238E27FC236}">
                                <a16:creationId xmlns:a16="http://schemas.microsoft.com/office/drawing/2014/main" id="{70E40748-6AC0-4492-88F2-ADBBFCC2B06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60116003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447" name="3D Model 2446" descr="Sphere">
                            <a:extLst>
                              <a:ext uri="{FF2B5EF4-FFF2-40B4-BE49-F238E27FC236}">
                                <a16:creationId xmlns:a16="http://schemas.microsoft.com/office/drawing/2014/main" id="{70E40748-6AC0-4492-88F2-ADBBFCC2B06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10118" y="222447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48" name="Flowchart: Connector 2447">
                        <a:extLst>
                          <a:ext uri="{FF2B5EF4-FFF2-40B4-BE49-F238E27FC236}">
                            <a16:creationId xmlns:a16="http://schemas.microsoft.com/office/drawing/2014/main" id="{D67497D0-C7FB-4F1D-94BD-2408BC9215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49" name="3D Model 2448" descr="Sphere">
                            <a:extLst>
                              <a:ext uri="{FF2B5EF4-FFF2-40B4-BE49-F238E27FC236}">
                                <a16:creationId xmlns:a16="http://schemas.microsoft.com/office/drawing/2014/main" id="{144408D4-9F48-420D-8D84-D76B550D93B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80789266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449" name="3D Model 2448" descr="Sphere">
                            <a:extLst>
                              <a:ext uri="{FF2B5EF4-FFF2-40B4-BE49-F238E27FC236}">
                                <a16:creationId xmlns:a16="http://schemas.microsoft.com/office/drawing/2014/main" id="{144408D4-9F48-420D-8D84-D76B550D93B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51942" y="223916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50" name="Flowchart: Connector 2449">
                        <a:extLst>
                          <a:ext uri="{FF2B5EF4-FFF2-40B4-BE49-F238E27FC236}">
                            <a16:creationId xmlns:a16="http://schemas.microsoft.com/office/drawing/2014/main" id="{16383064-790C-4406-8644-BA46F1BB5A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51" name="3D Model 2450" descr="Sphere">
                            <a:extLst>
                              <a:ext uri="{FF2B5EF4-FFF2-40B4-BE49-F238E27FC236}">
                                <a16:creationId xmlns:a16="http://schemas.microsoft.com/office/drawing/2014/main" id="{07CCB216-ACB4-41FC-9B17-B2291E8F796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1342061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451" name="3D Model 2450" descr="Sphere">
                            <a:extLst>
                              <a:ext uri="{FF2B5EF4-FFF2-40B4-BE49-F238E27FC236}">
                                <a16:creationId xmlns:a16="http://schemas.microsoft.com/office/drawing/2014/main" id="{07CCB216-ACB4-41FC-9B17-B2291E8F796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96714" y="225017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52" name="Flowchart: Connector 2451">
                        <a:extLst>
                          <a:ext uri="{FF2B5EF4-FFF2-40B4-BE49-F238E27FC236}">
                            <a16:creationId xmlns:a16="http://schemas.microsoft.com/office/drawing/2014/main" id="{02DE08EF-1E40-43D6-BC95-EE502F9053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53" name="3D Model 2452" descr="Sphere">
                            <a:extLst>
                              <a:ext uri="{FF2B5EF4-FFF2-40B4-BE49-F238E27FC236}">
                                <a16:creationId xmlns:a16="http://schemas.microsoft.com/office/drawing/2014/main" id="{8927F180-F55D-461F-9F15-DF22D1B1D69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2426036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453" name="3D Model 2452" descr="Sphere">
                            <a:extLst>
                              <a:ext uri="{FF2B5EF4-FFF2-40B4-BE49-F238E27FC236}">
                                <a16:creationId xmlns:a16="http://schemas.microsoft.com/office/drawing/2014/main" id="{8927F180-F55D-461F-9F15-DF22D1B1D69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541038" y="2267193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2289" name="Group 2288">
                    <a:extLst>
                      <a:ext uri="{FF2B5EF4-FFF2-40B4-BE49-F238E27FC236}">
                        <a16:creationId xmlns:a16="http://schemas.microsoft.com/office/drawing/2014/main" id="{63570425-89C2-4D9E-860D-7714B252781C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430" name="Flowchart: Connector 2429">
                      <a:extLst>
                        <a:ext uri="{FF2B5EF4-FFF2-40B4-BE49-F238E27FC236}">
                          <a16:creationId xmlns:a16="http://schemas.microsoft.com/office/drawing/2014/main" id="{96DD751D-ECC5-4A04-B8E2-32CD9A37A7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31" name="Flowchart: Connector 2430">
                      <a:extLst>
                        <a:ext uri="{FF2B5EF4-FFF2-40B4-BE49-F238E27FC236}">
                          <a16:creationId xmlns:a16="http://schemas.microsoft.com/office/drawing/2014/main" id="{BD4EFE32-B885-4948-BA13-3C333EAEB9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32" name="Flowchart: Connector 2431">
                      <a:extLst>
                        <a:ext uri="{FF2B5EF4-FFF2-40B4-BE49-F238E27FC236}">
                          <a16:creationId xmlns:a16="http://schemas.microsoft.com/office/drawing/2014/main" id="{579E4CA6-0911-4ED7-BB32-03403DDAF3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2290" name="Flowchart: Connector 2289">
                    <a:extLst>
                      <a:ext uri="{FF2B5EF4-FFF2-40B4-BE49-F238E27FC236}">
                        <a16:creationId xmlns:a16="http://schemas.microsoft.com/office/drawing/2014/main" id="{6B68BC0F-96B5-4102-9313-3BD743C5968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291" name="Flowchart: Connector 2290">
                    <a:extLst>
                      <a:ext uri="{FF2B5EF4-FFF2-40B4-BE49-F238E27FC236}">
                        <a16:creationId xmlns:a16="http://schemas.microsoft.com/office/drawing/2014/main" id="{3ED5336D-1BB8-4EEC-B445-8CF12CA009F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2292" name="Group 2291">
                    <a:extLst>
                      <a:ext uri="{FF2B5EF4-FFF2-40B4-BE49-F238E27FC236}">
                        <a16:creationId xmlns:a16="http://schemas.microsoft.com/office/drawing/2014/main" id="{52DADB10-8DE6-4097-97C3-347B36EE91C6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2427" name="Flowchart: Connector 2426">
                      <a:extLst>
                        <a:ext uri="{FF2B5EF4-FFF2-40B4-BE49-F238E27FC236}">
                          <a16:creationId xmlns:a16="http://schemas.microsoft.com/office/drawing/2014/main" id="{5DB15BBE-6DE1-4835-95F1-B02E2E0668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8" name="Flowchart: Connector 2427">
                      <a:extLst>
                        <a:ext uri="{FF2B5EF4-FFF2-40B4-BE49-F238E27FC236}">
                          <a16:creationId xmlns:a16="http://schemas.microsoft.com/office/drawing/2014/main" id="{CD9F4F7F-B8B0-4966-AD48-BB2D908C84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9" name="Flowchart: Connector 2428">
                      <a:extLst>
                        <a:ext uri="{FF2B5EF4-FFF2-40B4-BE49-F238E27FC236}">
                          <a16:creationId xmlns:a16="http://schemas.microsoft.com/office/drawing/2014/main" id="{9665C5BE-621E-47C2-A23E-269ACFB414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293" name="Group 2292">
                    <a:extLst>
                      <a:ext uri="{FF2B5EF4-FFF2-40B4-BE49-F238E27FC236}">
                        <a16:creationId xmlns:a16="http://schemas.microsoft.com/office/drawing/2014/main" id="{1F72C31B-85C8-4901-9178-539CB90D99C6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2362" name="Group 2361">
                      <a:extLst>
                        <a:ext uri="{FF2B5EF4-FFF2-40B4-BE49-F238E27FC236}">
                          <a16:creationId xmlns:a16="http://schemas.microsoft.com/office/drawing/2014/main" id="{AAE281C2-BCB8-4725-AD77-347AE3989A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2423" name="Flowchart: Connector 2422">
                        <a:extLst>
                          <a:ext uri="{FF2B5EF4-FFF2-40B4-BE49-F238E27FC236}">
                            <a16:creationId xmlns:a16="http://schemas.microsoft.com/office/drawing/2014/main" id="{4FBB6714-57B4-49F6-A6FD-A1E98065FC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24" name="Flowchart: Connector 2423">
                        <a:extLst>
                          <a:ext uri="{FF2B5EF4-FFF2-40B4-BE49-F238E27FC236}">
                            <a16:creationId xmlns:a16="http://schemas.microsoft.com/office/drawing/2014/main" id="{D1A81594-4826-41EA-BDB3-EA870F6A01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25" name="Flowchart: Connector 2424">
                        <a:extLst>
                          <a:ext uri="{FF2B5EF4-FFF2-40B4-BE49-F238E27FC236}">
                            <a16:creationId xmlns:a16="http://schemas.microsoft.com/office/drawing/2014/main" id="{E4BA8DB8-E10E-4A3A-9DC0-7FC32A5472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26" name="Flowchart: Connector 2425">
                        <a:extLst>
                          <a:ext uri="{FF2B5EF4-FFF2-40B4-BE49-F238E27FC236}">
                            <a16:creationId xmlns:a16="http://schemas.microsoft.com/office/drawing/2014/main" id="{C5762E8F-D8AC-49AD-8C5D-F379BDBA42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363" name="Group 2362">
                      <a:extLst>
                        <a:ext uri="{FF2B5EF4-FFF2-40B4-BE49-F238E27FC236}">
                          <a16:creationId xmlns:a16="http://schemas.microsoft.com/office/drawing/2014/main" id="{7F616894-A7C0-408B-97F0-C65004BBA9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2364" name="Group 2363">
                        <a:extLst>
                          <a:ext uri="{FF2B5EF4-FFF2-40B4-BE49-F238E27FC236}">
                            <a16:creationId xmlns:a16="http://schemas.microsoft.com/office/drawing/2014/main" id="{65D269AA-6B78-4F6D-AF4E-39EC5DBADB2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415" name="Flowchart: Connector 2414">
                          <a:extLst>
                            <a:ext uri="{FF2B5EF4-FFF2-40B4-BE49-F238E27FC236}">
                              <a16:creationId xmlns:a16="http://schemas.microsoft.com/office/drawing/2014/main" id="{B034AE47-EFD4-4B16-82D1-0E1B6B93D6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16" name="3D Model 2415" descr="Sphere">
                              <a:extLst>
                                <a:ext uri="{FF2B5EF4-FFF2-40B4-BE49-F238E27FC236}">
                                  <a16:creationId xmlns:a16="http://schemas.microsoft.com/office/drawing/2014/main" id="{0E5CA0D3-C6B1-4BD7-8551-03762F4D4A1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9932392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17" name="Flowchart: Connector 2416">
                          <a:extLst>
                            <a:ext uri="{FF2B5EF4-FFF2-40B4-BE49-F238E27FC236}">
                              <a16:creationId xmlns:a16="http://schemas.microsoft.com/office/drawing/2014/main" id="{AAAC2191-A5A5-434A-989E-27F0018169D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18" name="3D Model 2417" descr="Sphere">
                              <a:extLst>
                                <a:ext uri="{FF2B5EF4-FFF2-40B4-BE49-F238E27FC236}">
                                  <a16:creationId xmlns:a16="http://schemas.microsoft.com/office/drawing/2014/main" id="{B14446CB-99C4-40B3-834D-1CCAB4A9854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820572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19" name="Flowchart: Connector 2418">
                          <a:extLst>
                            <a:ext uri="{FF2B5EF4-FFF2-40B4-BE49-F238E27FC236}">
                              <a16:creationId xmlns:a16="http://schemas.microsoft.com/office/drawing/2014/main" id="{1FD86FFE-9117-426C-B5A4-ED39FB204C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20" name="3D Model 2419" descr="Sphere">
                              <a:extLst>
                                <a:ext uri="{FF2B5EF4-FFF2-40B4-BE49-F238E27FC236}">
                                  <a16:creationId xmlns:a16="http://schemas.microsoft.com/office/drawing/2014/main" id="{EED0E963-DBDF-41B3-BE07-FB5DF63DF7D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743224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21" name="Flowchart: Connector 2420">
                          <a:extLst>
                            <a:ext uri="{FF2B5EF4-FFF2-40B4-BE49-F238E27FC236}">
                              <a16:creationId xmlns:a16="http://schemas.microsoft.com/office/drawing/2014/main" id="{A9FAE482-86B5-43BA-A6D8-039AB660687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22" name="3D Model 2421" descr="Sphere">
                              <a:extLst>
                                <a:ext uri="{FF2B5EF4-FFF2-40B4-BE49-F238E27FC236}">
                                  <a16:creationId xmlns:a16="http://schemas.microsoft.com/office/drawing/2014/main" id="{18863994-9A76-41D3-839C-D64A42A34C2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2374547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365" name="Group 2364">
                        <a:extLst>
                          <a:ext uri="{FF2B5EF4-FFF2-40B4-BE49-F238E27FC236}">
                            <a16:creationId xmlns:a16="http://schemas.microsoft.com/office/drawing/2014/main" id="{98B61D11-1C2E-49DC-ABAE-2E72ADE3AB0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399" name="Flowchart: Connector 2398">
                          <a:extLst>
                            <a:ext uri="{FF2B5EF4-FFF2-40B4-BE49-F238E27FC236}">
                              <a16:creationId xmlns:a16="http://schemas.microsoft.com/office/drawing/2014/main" id="{1ABE0A88-B36E-42A7-AFB2-BFDBB745249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0" name="Flowchart: Connector 2399">
                          <a:extLst>
                            <a:ext uri="{FF2B5EF4-FFF2-40B4-BE49-F238E27FC236}">
                              <a16:creationId xmlns:a16="http://schemas.microsoft.com/office/drawing/2014/main" id="{5CA4F492-4807-4437-ADD6-977A86E7FB4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1" name="Flowchart: Connector 2400">
                          <a:extLst>
                            <a:ext uri="{FF2B5EF4-FFF2-40B4-BE49-F238E27FC236}">
                              <a16:creationId xmlns:a16="http://schemas.microsoft.com/office/drawing/2014/main" id="{9FEDBB72-D518-4FBB-B307-CF356434387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2" name="Flowchart: Connector 2401">
                          <a:extLst>
                            <a:ext uri="{FF2B5EF4-FFF2-40B4-BE49-F238E27FC236}">
                              <a16:creationId xmlns:a16="http://schemas.microsoft.com/office/drawing/2014/main" id="{F9081C36-84EC-4A8A-BDE9-D66192C976A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3" name="Flowchart: Connector 2402">
                          <a:extLst>
                            <a:ext uri="{FF2B5EF4-FFF2-40B4-BE49-F238E27FC236}">
                              <a16:creationId xmlns:a16="http://schemas.microsoft.com/office/drawing/2014/main" id="{737ACDB0-03A9-4151-8D26-8905F67CE16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4" name="Flowchart: Connector 2403">
                          <a:extLst>
                            <a:ext uri="{FF2B5EF4-FFF2-40B4-BE49-F238E27FC236}">
                              <a16:creationId xmlns:a16="http://schemas.microsoft.com/office/drawing/2014/main" id="{BF2CFA96-94D5-49A9-AA55-877CC55892B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5" name="Flowchart: Connector 2404">
                          <a:extLst>
                            <a:ext uri="{FF2B5EF4-FFF2-40B4-BE49-F238E27FC236}">
                              <a16:creationId xmlns:a16="http://schemas.microsoft.com/office/drawing/2014/main" id="{D76EED04-7C16-43CD-A990-A6E9CACF4C8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6" name="Flowchart: Connector 2405">
                          <a:extLst>
                            <a:ext uri="{FF2B5EF4-FFF2-40B4-BE49-F238E27FC236}">
                              <a16:creationId xmlns:a16="http://schemas.microsoft.com/office/drawing/2014/main" id="{D9A89FDC-A6DA-49AF-904C-78DE6925181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407" name="Flowchart: Connector 2406">
                          <a:extLst>
                            <a:ext uri="{FF2B5EF4-FFF2-40B4-BE49-F238E27FC236}">
                              <a16:creationId xmlns:a16="http://schemas.microsoft.com/office/drawing/2014/main" id="{1E1CBEC2-D4DD-4CB7-B3D8-DCFA4F0686F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08" name="3D Model 2407" descr="Sphere">
                              <a:extLst>
                                <a:ext uri="{FF2B5EF4-FFF2-40B4-BE49-F238E27FC236}">
                                  <a16:creationId xmlns:a16="http://schemas.microsoft.com/office/drawing/2014/main" id="{AC782927-CDD5-4E7B-8714-9F6ECA66E26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2264663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09" name="Flowchart: Connector 2408">
                          <a:extLst>
                            <a:ext uri="{FF2B5EF4-FFF2-40B4-BE49-F238E27FC236}">
                              <a16:creationId xmlns:a16="http://schemas.microsoft.com/office/drawing/2014/main" id="{E3906AF0-D1C1-4CBD-A3B6-DB027AACFED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10" name="3D Model 2409" descr="Sphere">
                              <a:extLst>
                                <a:ext uri="{FF2B5EF4-FFF2-40B4-BE49-F238E27FC236}">
                                  <a16:creationId xmlns:a16="http://schemas.microsoft.com/office/drawing/2014/main" id="{E9F13FE3-D728-43B3-A142-218A9C91B44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3693757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11" name="Flowchart: Connector 2410">
                          <a:extLst>
                            <a:ext uri="{FF2B5EF4-FFF2-40B4-BE49-F238E27FC236}">
                              <a16:creationId xmlns:a16="http://schemas.microsoft.com/office/drawing/2014/main" id="{C12B557E-7B26-462B-A021-B4494210330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12" name="3D Model 2411" descr="Sphere">
                              <a:extLst>
                                <a:ext uri="{FF2B5EF4-FFF2-40B4-BE49-F238E27FC236}">
                                  <a16:creationId xmlns:a16="http://schemas.microsoft.com/office/drawing/2014/main" id="{8BAA48F2-AD29-441B-840A-99D90B748D6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0947632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413" name="Flowchart: Connector 2412">
                          <a:extLst>
                            <a:ext uri="{FF2B5EF4-FFF2-40B4-BE49-F238E27FC236}">
                              <a16:creationId xmlns:a16="http://schemas.microsoft.com/office/drawing/2014/main" id="{ED884E40-5203-4F04-9A7A-0A52DAA4637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414" name="3D Model 2413" descr="Sphere">
                              <a:extLst>
                                <a:ext uri="{FF2B5EF4-FFF2-40B4-BE49-F238E27FC236}">
                                  <a16:creationId xmlns:a16="http://schemas.microsoft.com/office/drawing/2014/main" id="{66BA52DD-69F4-4796-87AD-839810863C9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4305012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366" name="Group 2365">
                        <a:extLst>
                          <a:ext uri="{FF2B5EF4-FFF2-40B4-BE49-F238E27FC236}">
                            <a16:creationId xmlns:a16="http://schemas.microsoft.com/office/drawing/2014/main" id="{41488F0A-1218-4B5A-B270-8791124BC8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383" name="Flowchart: Connector 2382">
                          <a:extLst>
                            <a:ext uri="{FF2B5EF4-FFF2-40B4-BE49-F238E27FC236}">
                              <a16:creationId xmlns:a16="http://schemas.microsoft.com/office/drawing/2014/main" id="{31FB737D-5189-4ED8-8FCC-C72D8D418FC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84" name="Flowchart: Connector 2383">
                          <a:extLst>
                            <a:ext uri="{FF2B5EF4-FFF2-40B4-BE49-F238E27FC236}">
                              <a16:creationId xmlns:a16="http://schemas.microsoft.com/office/drawing/2014/main" id="{B4226031-98F4-4E0F-B312-81562D1A573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85" name="Flowchart: Connector 2384">
                          <a:extLst>
                            <a:ext uri="{FF2B5EF4-FFF2-40B4-BE49-F238E27FC236}">
                              <a16:creationId xmlns:a16="http://schemas.microsoft.com/office/drawing/2014/main" id="{5EA33567-9C3A-4601-AD64-301A2617BA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86" name="Flowchart: Connector 2385">
                          <a:extLst>
                            <a:ext uri="{FF2B5EF4-FFF2-40B4-BE49-F238E27FC236}">
                              <a16:creationId xmlns:a16="http://schemas.microsoft.com/office/drawing/2014/main" id="{6D651248-E158-40B4-B1C8-D6FEA925057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87" name="Flowchart: Connector 2386">
                          <a:extLst>
                            <a:ext uri="{FF2B5EF4-FFF2-40B4-BE49-F238E27FC236}">
                              <a16:creationId xmlns:a16="http://schemas.microsoft.com/office/drawing/2014/main" id="{B4683057-E0BB-40E5-B897-72709911A0D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88" name="Flowchart: Connector 2387">
                          <a:extLst>
                            <a:ext uri="{FF2B5EF4-FFF2-40B4-BE49-F238E27FC236}">
                              <a16:creationId xmlns:a16="http://schemas.microsoft.com/office/drawing/2014/main" id="{969EA021-173E-41B4-ACC4-152E2366919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89" name="Flowchart: Connector 2388">
                          <a:extLst>
                            <a:ext uri="{FF2B5EF4-FFF2-40B4-BE49-F238E27FC236}">
                              <a16:creationId xmlns:a16="http://schemas.microsoft.com/office/drawing/2014/main" id="{2F93C8D6-9348-4D18-B30F-EBA6E13F1F4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90" name="Flowchart: Connector 2389">
                          <a:extLst>
                            <a:ext uri="{FF2B5EF4-FFF2-40B4-BE49-F238E27FC236}">
                              <a16:creationId xmlns:a16="http://schemas.microsoft.com/office/drawing/2014/main" id="{98FD656B-D3B6-4E23-9468-9C8EEABDC09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391" name="Flowchart: Connector 2390">
                          <a:extLst>
                            <a:ext uri="{FF2B5EF4-FFF2-40B4-BE49-F238E27FC236}">
                              <a16:creationId xmlns:a16="http://schemas.microsoft.com/office/drawing/2014/main" id="{0DACC5D3-8222-4471-A033-2A5DE2FD04C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392" name="3D Model 2391" descr="Sphere">
                              <a:extLst>
                                <a:ext uri="{FF2B5EF4-FFF2-40B4-BE49-F238E27FC236}">
                                  <a16:creationId xmlns:a16="http://schemas.microsoft.com/office/drawing/2014/main" id="{FE2956E2-4FC4-4EA9-B48C-2FD154F7AE3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8525285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393" name="Flowchart: Connector 2392">
                          <a:extLst>
                            <a:ext uri="{FF2B5EF4-FFF2-40B4-BE49-F238E27FC236}">
                              <a16:creationId xmlns:a16="http://schemas.microsoft.com/office/drawing/2014/main" id="{F548E9E1-48DD-44FF-BDD4-4FA1EE70805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394" name="3D Model 2393" descr="Sphere">
                              <a:extLst>
                                <a:ext uri="{FF2B5EF4-FFF2-40B4-BE49-F238E27FC236}">
                                  <a16:creationId xmlns:a16="http://schemas.microsoft.com/office/drawing/2014/main" id="{6CBD099C-CB79-4BCF-9E73-83C5DC65C2D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1179902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395" name="Flowchart: Connector 2394">
                          <a:extLst>
                            <a:ext uri="{FF2B5EF4-FFF2-40B4-BE49-F238E27FC236}">
                              <a16:creationId xmlns:a16="http://schemas.microsoft.com/office/drawing/2014/main" id="{E54C1A9E-A6D3-47DE-9142-0F2AB4679F6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396" name="3D Model 2395" descr="Sphere">
                              <a:extLst>
                                <a:ext uri="{FF2B5EF4-FFF2-40B4-BE49-F238E27FC236}">
                                  <a16:creationId xmlns:a16="http://schemas.microsoft.com/office/drawing/2014/main" id="{06409A6E-D436-45B8-9862-ABBF8FF4D90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380735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397" name="Flowchart: Connector 2396">
                          <a:extLst>
                            <a:ext uri="{FF2B5EF4-FFF2-40B4-BE49-F238E27FC236}">
                              <a16:creationId xmlns:a16="http://schemas.microsoft.com/office/drawing/2014/main" id="{13DDA77C-F859-4CA4-84C7-292157C6C56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398" name="3D Model 2397" descr="Sphere">
                              <a:extLst>
                                <a:ext uri="{FF2B5EF4-FFF2-40B4-BE49-F238E27FC236}">
                                  <a16:creationId xmlns:a16="http://schemas.microsoft.com/office/drawing/2014/main" id="{A2376539-C35F-4B9C-AAFB-AF8384C399A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6010720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367" name="Flowchart: Connector 2366">
                        <a:extLst>
                          <a:ext uri="{FF2B5EF4-FFF2-40B4-BE49-F238E27FC236}">
                            <a16:creationId xmlns:a16="http://schemas.microsoft.com/office/drawing/2014/main" id="{168E8720-708A-4633-8440-346499611B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68" name="Flowchart: Connector 2367">
                        <a:extLst>
                          <a:ext uri="{FF2B5EF4-FFF2-40B4-BE49-F238E27FC236}">
                            <a16:creationId xmlns:a16="http://schemas.microsoft.com/office/drawing/2014/main" id="{1EA9D34A-6B1B-44C5-BD55-10A6450568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69" name="Flowchart: Connector 2368">
                        <a:extLst>
                          <a:ext uri="{FF2B5EF4-FFF2-40B4-BE49-F238E27FC236}">
                            <a16:creationId xmlns:a16="http://schemas.microsoft.com/office/drawing/2014/main" id="{B9B3C3C3-EE1B-4C2D-969F-5AFF561FF1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70" name="Flowchart: Connector 2369">
                        <a:extLst>
                          <a:ext uri="{FF2B5EF4-FFF2-40B4-BE49-F238E27FC236}">
                            <a16:creationId xmlns:a16="http://schemas.microsoft.com/office/drawing/2014/main" id="{E3CAA199-AAC4-422F-AAB5-4E37D45CF2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71" name="Flowchart: Connector 2370">
                        <a:extLst>
                          <a:ext uri="{FF2B5EF4-FFF2-40B4-BE49-F238E27FC236}">
                            <a16:creationId xmlns:a16="http://schemas.microsoft.com/office/drawing/2014/main" id="{A478701F-281E-48EF-A853-939E4FBA4C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72" name="Flowchart: Connector 2371">
                        <a:extLst>
                          <a:ext uri="{FF2B5EF4-FFF2-40B4-BE49-F238E27FC236}">
                            <a16:creationId xmlns:a16="http://schemas.microsoft.com/office/drawing/2014/main" id="{725E3C3A-7774-452D-A658-8AA02D925F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73" name="Flowchart: Connector 2372">
                        <a:extLst>
                          <a:ext uri="{FF2B5EF4-FFF2-40B4-BE49-F238E27FC236}">
                            <a16:creationId xmlns:a16="http://schemas.microsoft.com/office/drawing/2014/main" id="{ECF7A9AD-60EA-4CF3-B8B2-B0DC9C1720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74" name="Flowchart: Connector 2373">
                        <a:extLst>
                          <a:ext uri="{FF2B5EF4-FFF2-40B4-BE49-F238E27FC236}">
                            <a16:creationId xmlns:a16="http://schemas.microsoft.com/office/drawing/2014/main" id="{BC756FA6-7677-4D48-90AF-4BE8850C417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75" name="Flowchart: Connector 2374">
                        <a:extLst>
                          <a:ext uri="{FF2B5EF4-FFF2-40B4-BE49-F238E27FC236}">
                            <a16:creationId xmlns:a16="http://schemas.microsoft.com/office/drawing/2014/main" id="{D6540E90-DD20-4182-AAF2-E42F07951E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76" name="3D Model 2375" descr="Sphere">
                            <a:extLst>
                              <a:ext uri="{FF2B5EF4-FFF2-40B4-BE49-F238E27FC236}">
                                <a16:creationId xmlns:a16="http://schemas.microsoft.com/office/drawing/2014/main" id="{F023D1BE-0C79-4CDE-8EA3-4F39E108417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7355496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76" name="3D Model 2375" descr="Sphere">
                            <a:extLst>
                              <a:ext uri="{FF2B5EF4-FFF2-40B4-BE49-F238E27FC236}">
                                <a16:creationId xmlns:a16="http://schemas.microsoft.com/office/drawing/2014/main" id="{F023D1BE-0C79-4CDE-8EA3-4F39E108417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5371762" y="2244237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77" name="Flowchart: Connector 2376">
                        <a:extLst>
                          <a:ext uri="{FF2B5EF4-FFF2-40B4-BE49-F238E27FC236}">
                            <a16:creationId xmlns:a16="http://schemas.microsoft.com/office/drawing/2014/main" id="{81189C29-EC60-494D-BD9F-F48A549F5C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78" name="3D Model 2377" descr="Sphere">
                            <a:extLst>
                              <a:ext uri="{FF2B5EF4-FFF2-40B4-BE49-F238E27FC236}">
                                <a16:creationId xmlns:a16="http://schemas.microsoft.com/office/drawing/2014/main" id="{6938B4EF-3256-4C00-A686-FB3CB936C85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5752784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78" name="3D Model 2377" descr="Sphere">
                            <a:extLst>
                              <a:ext uri="{FF2B5EF4-FFF2-40B4-BE49-F238E27FC236}">
                                <a16:creationId xmlns:a16="http://schemas.microsoft.com/office/drawing/2014/main" id="{6938B4EF-3256-4C00-A686-FB3CB936C85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13002" y="225630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79" name="Flowchart: Connector 2378">
                        <a:extLst>
                          <a:ext uri="{FF2B5EF4-FFF2-40B4-BE49-F238E27FC236}">
                            <a16:creationId xmlns:a16="http://schemas.microsoft.com/office/drawing/2014/main" id="{CEDEC6AA-52DD-4867-A3A9-EC7BCFFE89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80" name="3D Model 2379" descr="Sphere">
                            <a:extLst>
                              <a:ext uri="{FF2B5EF4-FFF2-40B4-BE49-F238E27FC236}">
                                <a16:creationId xmlns:a16="http://schemas.microsoft.com/office/drawing/2014/main" id="{5A8AD254-3502-4D34-8F7C-7138B2F3BD8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4365325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80" name="3D Model 2379" descr="Sphere">
                            <a:extLst>
                              <a:ext uri="{FF2B5EF4-FFF2-40B4-BE49-F238E27FC236}">
                                <a16:creationId xmlns:a16="http://schemas.microsoft.com/office/drawing/2014/main" id="{5A8AD254-3502-4D34-8F7C-7138B2F3BD8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55472" y="226925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81" name="Flowchart: Connector 2380">
                        <a:extLst>
                          <a:ext uri="{FF2B5EF4-FFF2-40B4-BE49-F238E27FC236}">
                            <a16:creationId xmlns:a16="http://schemas.microsoft.com/office/drawing/2014/main" id="{F03E6772-9C82-4DFE-BE1F-77840AD31A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82" name="3D Model 2381" descr="Sphere">
                            <a:extLst>
                              <a:ext uri="{FF2B5EF4-FFF2-40B4-BE49-F238E27FC236}">
                                <a16:creationId xmlns:a16="http://schemas.microsoft.com/office/drawing/2014/main" id="{4DE5AE29-0B23-45F6-8942-9226492B431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30095289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82" name="3D Model 2381" descr="Sphere">
                            <a:extLst>
                              <a:ext uri="{FF2B5EF4-FFF2-40B4-BE49-F238E27FC236}">
                                <a16:creationId xmlns:a16="http://schemas.microsoft.com/office/drawing/2014/main" id="{4DE5AE29-0B23-45F6-8942-9226492B431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502098" y="2284335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2294" name="Flowchart: Connector 2293">
                    <a:extLst>
                      <a:ext uri="{FF2B5EF4-FFF2-40B4-BE49-F238E27FC236}">
                        <a16:creationId xmlns:a16="http://schemas.microsoft.com/office/drawing/2014/main" id="{168B4449-0D92-4D19-896B-15DA701D66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95" name="Flowchart: Connector 2294">
                    <a:extLst>
                      <a:ext uri="{FF2B5EF4-FFF2-40B4-BE49-F238E27FC236}">
                        <a16:creationId xmlns:a16="http://schemas.microsoft.com/office/drawing/2014/main" id="{130820FF-7C95-4BD4-B76C-D37ADCE220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96" name="Flowchart: Connector 2295">
                    <a:extLst>
                      <a:ext uri="{FF2B5EF4-FFF2-40B4-BE49-F238E27FC236}">
                        <a16:creationId xmlns:a16="http://schemas.microsoft.com/office/drawing/2014/main" id="{354EF61D-850D-4194-A95C-E178F51DE4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97" name="Flowchart: Connector 2296">
                    <a:extLst>
                      <a:ext uri="{FF2B5EF4-FFF2-40B4-BE49-F238E27FC236}">
                        <a16:creationId xmlns:a16="http://schemas.microsoft.com/office/drawing/2014/main" id="{31ED5690-C8BA-47F1-9431-DFFF44B95DA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98" name="Flowchart: Connector 2297">
                    <a:extLst>
                      <a:ext uri="{FF2B5EF4-FFF2-40B4-BE49-F238E27FC236}">
                        <a16:creationId xmlns:a16="http://schemas.microsoft.com/office/drawing/2014/main" id="{C4B2CD50-91DC-4167-B914-4B0DE1DAFF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99" name="Flowchart: Connector 2298">
                    <a:extLst>
                      <a:ext uri="{FF2B5EF4-FFF2-40B4-BE49-F238E27FC236}">
                        <a16:creationId xmlns:a16="http://schemas.microsoft.com/office/drawing/2014/main" id="{3B6CA026-882C-4E15-A7DC-F89CF465F2B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300" name="Flowchart: Connector 2299">
                    <a:extLst>
                      <a:ext uri="{FF2B5EF4-FFF2-40B4-BE49-F238E27FC236}">
                        <a16:creationId xmlns:a16="http://schemas.microsoft.com/office/drawing/2014/main" id="{9A3DFE7F-4D27-445B-A96F-5D8D30A81A3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01" name="Flowchart: Connector 2300">
                    <a:extLst>
                      <a:ext uri="{FF2B5EF4-FFF2-40B4-BE49-F238E27FC236}">
                        <a16:creationId xmlns:a16="http://schemas.microsoft.com/office/drawing/2014/main" id="{E2E57F28-8F28-4595-8E38-302598EF78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2302" name="Group 2301">
                    <a:extLst>
                      <a:ext uri="{FF2B5EF4-FFF2-40B4-BE49-F238E27FC236}">
                        <a16:creationId xmlns:a16="http://schemas.microsoft.com/office/drawing/2014/main" id="{D0EAB8D5-BDCD-4017-A2DD-CDC15AE8D879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2303" name="Group 2302">
                      <a:extLst>
                        <a:ext uri="{FF2B5EF4-FFF2-40B4-BE49-F238E27FC236}">
                          <a16:creationId xmlns:a16="http://schemas.microsoft.com/office/drawing/2014/main" id="{E53CEF64-95C0-46F4-B29B-3C6A8A1E36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2354" name="Flowchart: Connector 2353">
                        <a:extLst>
                          <a:ext uri="{FF2B5EF4-FFF2-40B4-BE49-F238E27FC236}">
                            <a16:creationId xmlns:a16="http://schemas.microsoft.com/office/drawing/2014/main" id="{118CFEE4-4358-4FA3-BA0D-B20D35A8BD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55" name="3D Model 2354" descr="Sphere">
                            <a:extLst>
                              <a:ext uri="{FF2B5EF4-FFF2-40B4-BE49-F238E27FC236}">
                                <a16:creationId xmlns:a16="http://schemas.microsoft.com/office/drawing/2014/main" id="{A71A5324-BD5D-42F8-88C7-F411B8155E6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01646206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55" name="3D Model 2354" descr="Sphere">
                            <a:extLst>
                              <a:ext uri="{FF2B5EF4-FFF2-40B4-BE49-F238E27FC236}">
                                <a16:creationId xmlns:a16="http://schemas.microsoft.com/office/drawing/2014/main" id="{A71A5324-BD5D-42F8-88C7-F411B8155E6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5331932" y="2452039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56" name="Flowchart: Connector 2355">
                        <a:extLst>
                          <a:ext uri="{FF2B5EF4-FFF2-40B4-BE49-F238E27FC236}">
                            <a16:creationId xmlns:a16="http://schemas.microsoft.com/office/drawing/2014/main" id="{64B9E6C0-1BD1-45B4-8A7B-E9C946475E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57" name="3D Model 2356" descr="Sphere">
                            <a:extLst>
                              <a:ext uri="{FF2B5EF4-FFF2-40B4-BE49-F238E27FC236}">
                                <a16:creationId xmlns:a16="http://schemas.microsoft.com/office/drawing/2014/main" id="{A55D435D-176F-415D-9C16-8711E20D981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138706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58" name="Flowchart: Connector 2357">
                        <a:extLst>
                          <a:ext uri="{FF2B5EF4-FFF2-40B4-BE49-F238E27FC236}">
                            <a16:creationId xmlns:a16="http://schemas.microsoft.com/office/drawing/2014/main" id="{03D12123-4658-4140-AFCF-4BB7AB3707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59" name="3D Model 2358" descr="Sphere">
                            <a:extLst>
                              <a:ext uri="{FF2B5EF4-FFF2-40B4-BE49-F238E27FC236}">
                                <a16:creationId xmlns:a16="http://schemas.microsoft.com/office/drawing/2014/main" id="{43BC89CC-5269-4A62-B145-CF70B6E5564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7302731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60" name="Flowchart: Connector 2359">
                        <a:extLst>
                          <a:ext uri="{FF2B5EF4-FFF2-40B4-BE49-F238E27FC236}">
                            <a16:creationId xmlns:a16="http://schemas.microsoft.com/office/drawing/2014/main" id="{44F1A113-0FB7-4874-AE68-E5AF803B76E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61" name="3D Model 2360" descr="Sphere">
                            <a:extLst>
                              <a:ext uri="{FF2B5EF4-FFF2-40B4-BE49-F238E27FC236}">
                                <a16:creationId xmlns:a16="http://schemas.microsoft.com/office/drawing/2014/main" id="{0A9ACE7E-21EA-4D37-8CB7-2AEAB931901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414754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04" name="Group 2303">
                      <a:extLst>
                        <a:ext uri="{FF2B5EF4-FFF2-40B4-BE49-F238E27FC236}">
                          <a16:creationId xmlns:a16="http://schemas.microsoft.com/office/drawing/2014/main" id="{348B2CDE-3E4B-4E6C-B606-4F639F0190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2338" name="Flowchart: Connector 2337">
                        <a:extLst>
                          <a:ext uri="{FF2B5EF4-FFF2-40B4-BE49-F238E27FC236}">
                            <a16:creationId xmlns:a16="http://schemas.microsoft.com/office/drawing/2014/main" id="{4EFFA9C9-976A-4A9B-A0D3-BD3C45F0B04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39" name="Flowchart: Connector 2338">
                        <a:extLst>
                          <a:ext uri="{FF2B5EF4-FFF2-40B4-BE49-F238E27FC236}">
                            <a16:creationId xmlns:a16="http://schemas.microsoft.com/office/drawing/2014/main" id="{5DE16948-E30E-40A6-8F16-D2443E6392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40" name="Flowchart: Connector 2339">
                        <a:extLst>
                          <a:ext uri="{FF2B5EF4-FFF2-40B4-BE49-F238E27FC236}">
                            <a16:creationId xmlns:a16="http://schemas.microsoft.com/office/drawing/2014/main" id="{ABEDA059-622D-4A2B-A40E-B6700B2AF6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41" name="Flowchart: Connector 2340">
                        <a:extLst>
                          <a:ext uri="{FF2B5EF4-FFF2-40B4-BE49-F238E27FC236}">
                            <a16:creationId xmlns:a16="http://schemas.microsoft.com/office/drawing/2014/main" id="{9E9BE02C-6ACE-4445-8589-12C43540FB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42" name="Flowchart: Connector 2341">
                        <a:extLst>
                          <a:ext uri="{FF2B5EF4-FFF2-40B4-BE49-F238E27FC236}">
                            <a16:creationId xmlns:a16="http://schemas.microsoft.com/office/drawing/2014/main" id="{C8C35E6F-071D-44D6-B3EC-8A0BE1882E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43" name="Flowchart: Connector 2342">
                        <a:extLst>
                          <a:ext uri="{FF2B5EF4-FFF2-40B4-BE49-F238E27FC236}">
                            <a16:creationId xmlns:a16="http://schemas.microsoft.com/office/drawing/2014/main" id="{D9F61520-2D32-4835-B456-3E3991910A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44" name="Flowchart: Connector 2343">
                        <a:extLst>
                          <a:ext uri="{FF2B5EF4-FFF2-40B4-BE49-F238E27FC236}">
                            <a16:creationId xmlns:a16="http://schemas.microsoft.com/office/drawing/2014/main" id="{30C0EF1C-BB1F-45A6-9512-3EE061F8EB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45" name="Flowchart: Connector 2344">
                        <a:extLst>
                          <a:ext uri="{FF2B5EF4-FFF2-40B4-BE49-F238E27FC236}">
                            <a16:creationId xmlns:a16="http://schemas.microsoft.com/office/drawing/2014/main" id="{8129945E-4FBA-4D8B-87D9-6472DE861A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46" name="Flowchart: Connector 2345">
                        <a:extLst>
                          <a:ext uri="{FF2B5EF4-FFF2-40B4-BE49-F238E27FC236}">
                            <a16:creationId xmlns:a16="http://schemas.microsoft.com/office/drawing/2014/main" id="{47359949-8B4C-4B84-B7B1-9C43704A09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47" name="3D Model 2346" descr="Sphere">
                            <a:extLst>
                              <a:ext uri="{FF2B5EF4-FFF2-40B4-BE49-F238E27FC236}">
                                <a16:creationId xmlns:a16="http://schemas.microsoft.com/office/drawing/2014/main" id="{710752FE-4405-4360-92F6-9B67BBC6E76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7590235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47" name="3D Model 2346" descr="Sphere">
                            <a:extLst>
                              <a:ext uri="{FF2B5EF4-FFF2-40B4-BE49-F238E27FC236}">
                                <a16:creationId xmlns:a16="http://schemas.microsoft.com/office/drawing/2014/main" id="{710752FE-4405-4360-92F6-9B67BBC6E76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31348" y="238920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48" name="Flowchart: Connector 2347">
                        <a:extLst>
                          <a:ext uri="{FF2B5EF4-FFF2-40B4-BE49-F238E27FC236}">
                            <a16:creationId xmlns:a16="http://schemas.microsoft.com/office/drawing/2014/main" id="{1DCF95A6-CEA8-46C3-B06D-B73C220BF4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49" name="3D Model 2348" descr="Sphere">
                            <a:extLst>
                              <a:ext uri="{FF2B5EF4-FFF2-40B4-BE49-F238E27FC236}">
                                <a16:creationId xmlns:a16="http://schemas.microsoft.com/office/drawing/2014/main" id="{7681901B-2BB1-4684-B734-87B1DC90927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2030157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50" name="Flowchart: Connector 2349">
                        <a:extLst>
                          <a:ext uri="{FF2B5EF4-FFF2-40B4-BE49-F238E27FC236}">
                            <a16:creationId xmlns:a16="http://schemas.microsoft.com/office/drawing/2014/main" id="{DE91B4DA-B1CA-4740-BF64-7F1913B380E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51" name="3D Model 2350" descr="Sphere">
                            <a:extLst>
                              <a:ext uri="{FF2B5EF4-FFF2-40B4-BE49-F238E27FC236}">
                                <a16:creationId xmlns:a16="http://schemas.microsoft.com/office/drawing/2014/main" id="{CBB596A1-E38E-434A-B4DE-4E93BBA6C38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5406742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52" name="Flowchart: Connector 2351">
                        <a:extLst>
                          <a:ext uri="{FF2B5EF4-FFF2-40B4-BE49-F238E27FC236}">
                            <a16:creationId xmlns:a16="http://schemas.microsoft.com/office/drawing/2014/main" id="{3BA84CEA-AEE4-4435-90A1-D1EE60E955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53" name="3D Model 2352" descr="Sphere">
                            <a:extLst>
                              <a:ext uri="{FF2B5EF4-FFF2-40B4-BE49-F238E27FC236}">
                                <a16:creationId xmlns:a16="http://schemas.microsoft.com/office/drawing/2014/main" id="{2CC739E0-B7A3-4900-988F-F7397121D24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8192677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05" name="Group 2304">
                      <a:extLst>
                        <a:ext uri="{FF2B5EF4-FFF2-40B4-BE49-F238E27FC236}">
                          <a16:creationId xmlns:a16="http://schemas.microsoft.com/office/drawing/2014/main" id="{917994C2-4746-4C68-B17B-F13CB74853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2322" name="Flowchart: Connector 2321">
                        <a:extLst>
                          <a:ext uri="{FF2B5EF4-FFF2-40B4-BE49-F238E27FC236}">
                            <a16:creationId xmlns:a16="http://schemas.microsoft.com/office/drawing/2014/main" id="{A83EEDFD-D7B9-44CF-A608-7D8162A6DF2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23" name="Flowchart: Connector 2322">
                        <a:extLst>
                          <a:ext uri="{FF2B5EF4-FFF2-40B4-BE49-F238E27FC236}">
                            <a16:creationId xmlns:a16="http://schemas.microsoft.com/office/drawing/2014/main" id="{D15D4D93-1305-4CDC-8315-CF2F65615D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24" name="Flowchart: Connector 2323">
                        <a:extLst>
                          <a:ext uri="{FF2B5EF4-FFF2-40B4-BE49-F238E27FC236}">
                            <a16:creationId xmlns:a16="http://schemas.microsoft.com/office/drawing/2014/main" id="{C98E8D9A-815A-47B3-935F-846F7D3937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25" name="Flowchart: Connector 2324">
                        <a:extLst>
                          <a:ext uri="{FF2B5EF4-FFF2-40B4-BE49-F238E27FC236}">
                            <a16:creationId xmlns:a16="http://schemas.microsoft.com/office/drawing/2014/main" id="{9A1A4126-0A0C-4445-82AD-F545389CBF4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26" name="Flowchart: Connector 2325">
                        <a:extLst>
                          <a:ext uri="{FF2B5EF4-FFF2-40B4-BE49-F238E27FC236}">
                            <a16:creationId xmlns:a16="http://schemas.microsoft.com/office/drawing/2014/main" id="{BF117FD6-666C-47AB-9D50-372868613E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27" name="Flowchart: Connector 2326">
                        <a:extLst>
                          <a:ext uri="{FF2B5EF4-FFF2-40B4-BE49-F238E27FC236}">
                            <a16:creationId xmlns:a16="http://schemas.microsoft.com/office/drawing/2014/main" id="{727078E2-93F9-4510-B5A5-D61C7A842F3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28" name="Flowchart: Connector 2327">
                        <a:extLst>
                          <a:ext uri="{FF2B5EF4-FFF2-40B4-BE49-F238E27FC236}">
                            <a16:creationId xmlns:a16="http://schemas.microsoft.com/office/drawing/2014/main" id="{8EC6ADFA-6094-4734-B3EB-F0616EAE77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29" name="Flowchart: Connector 2328">
                        <a:extLst>
                          <a:ext uri="{FF2B5EF4-FFF2-40B4-BE49-F238E27FC236}">
                            <a16:creationId xmlns:a16="http://schemas.microsoft.com/office/drawing/2014/main" id="{4BBB6DC4-F2F9-4596-AAD4-2941FEE232C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30" name="Flowchart: Connector 2329">
                        <a:extLst>
                          <a:ext uri="{FF2B5EF4-FFF2-40B4-BE49-F238E27FC236}">
                            <a16:creationId xmlns:a16="http://schemas.microsoft.com/office/drawing/2014/main" id="{A3EE1F22-89D2-4149-807D-64253AABA6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31" name="3D Model 2330" descr="Sphere">
                            <a:extLst>
                              <a:ext uri="{FF2B5EF4-FFF2-40B4-BE49-F238E27FC236}">
                                <a16:creationId xmlns:a16="http://schemas.microsoft.com/office/drawing/2014/main" id="{64AAC4F8-9AE2-4F87-9607-1B52D85FFE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85836699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31" name="3D Model 2330" descr="Sphere">
                            <a:extLst>
                              <a:ext uri="{FF2B5EF4-FFF2-40B4-BE49-F238E27FC236}">
                                <a16:creationId xmlns:a16="http://schemas.microsoft.com/office/drawing/2014/main" id="{64AAC4F8-9AE2-4F87-9607-1B52D85FFE9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29667" y="232833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32" name="Flowchart: Connector 2331">
                        <a:extLst>
                          <a:ext uri="{FF2B5EF4-FFF2-40B4-BE49-F238E27FC236}">
                            <a16:creationId xmlns:a16="http://schemas.microsoft.com/office/drawing/2014/main" id="{EB1C9A51-DCF3-4628-804A-55B130786C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33" name="3D Model 2332" descr="Sphere">
                            <a:extLst>
                              <a:ext uri="{FF2B5EF4-FFF2-40B4-BE49-F238E27FC236}">
                                <a16:creationId xmlns:a16="http://schemas.microsoft.com/office/drawing/2014/main" id="{97C86172-769E-42B1-B365-ECA5E9762E2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192218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333" name="3D Model 2332" descr="Sphere">
                            <a:extLst>
                              <a:ext uri="{FF2B5EF4-FFF2-40B4-BE49-F238E27FC236}">
                                <a16:creationId xmlns:a16="http://schemas.microsoft.com/office/drawing/2014/main" id="{97C86172-769E-42B1-B365-ECA5E9762E2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71368" y="234420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34" name="Flowchart: Connector 2333">
                        <a:extLst>
                          <a:ext uri="{FF2B5EF4-FFF2-40B4-BE49-F238E27FC236}">
                            <a16:creationId xmlns:a16="http://schemas.microsoft.com/office/drawing/2014/main" id="{3C41EC7A-4225-4FBA-AE3F-B572FE38866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35" name="3D Model 2334" descr="Sphere">
                            <a:extLst>
                              <a:ext uri="{FF2B5EF4-FFF2-40B4-BE49-F238E27FC236}">
                                <a16:creationId xmlns:a16="http://schemas.microsoft.com/office/drawing/2014/main" id="{E0AE0A2B-3805-489E-BBFE-16D030DA0E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71914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36" name="Flowchart: Connector 2335">
                        <a:extLst>
                          <a:ext uri="{FF2B5EF4-FFF2-40B4-BE49-F238E27FC236}">
                            <a16:creationId xmlns:a16="http://schemas.microsoft.com/office/drawing/2014/main" id="{2CB306CA-A788-464B-84AB-784812DB16B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37" name="3D Model 2336" descr="Sphere">
                            <a:extLst>
                              <a:ext uri="{FF2B5EF4-FFF2-40B4-BE49-F238E27FC236}">
                                <a16:creationId xmlns:a16="http://schemas.microsoft.com/office/drawing/2014/main" id="{43F21958-B2AE-45BE-8570-D1C8FB22714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969586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306" name="Flowchart: Connector 2305">
                      <a:extLst>
                        <a:ext uri="{FF2B5EF4-FFF2-40B4-BE49-F238E27FC236}">
                          <a16:creationId xmlns:a16="http://schemas.microsoft.com/office/drawing/2014/main" id="{3211AF04-F268-49BE-8B4B-715841AE8A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07" name="Flowchart: Connector 2306">
                      <a:extLst>
                        <a:ext uri="{FF2B5EF4-FFF2-40B4-BE49-F238E27FC236}">
                          <a16:creationId xmlns:a16="http://schemas.microsoft.com/office/drawing/2014/main" id="{9FFF2E6D-4203-4BAD-ACE9-F9B638F157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08" name="Flowchart: Connector 2307">
                      <a:extLst>
                        <a:ext uri="{FF2B5EF4-FFF2-40B4-BE49-F238E27FC236}">
                          <a16:creationId xmlns:a16="http://schemas.microsoft.com/office/drawing/2014/main" id="{BE09D1F4-4D76-4118-A63F-220CBCAE20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09" name="Flowchart: Connector 2308">
                      <a:extLst>
                        <a:ext uri="{FF2B5EF4-FFF2-40B4-BE49-F238E27FC236}">
                          <a16:creationId xmlns:a16="http://schemas.microsoft.com/office/drawing/2014/main" id="{C58135A6-22B8-4F0C-AEEA-4CAEE36075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10" name="Flowchart: Connector 2309">
                      <a:extLst>
                        <a:ext uri="{FF2B5EF4-FFF2-40B4-BE49-F238E27FC236}">
                          <a16:creationId xmlns:a16="http://schemas.microsoft.com/office/drawing/2014/main" id="{5723ABFE-5283-4438-8C28-2029376B064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11" name="Flowchart: Connector 2310">
                      <a:extLst>
                        <a:ext uri="{FF2B5EF4-FFF2-40B4-BE49-F238E27FC236}">
                          <a16:creationId xmlns:a16="http://schemas.microsoft.com/office/drawing/2014/main" id="{C9086136-CB3E-48C2-BDC8-6F038290DD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12" name="Flowchart: Connector 2311">
                      <a:extLst>
                        <a:ext uri="{FF2B5EF4-FFF2-40B4-BE49-F238E27FC236}">
                          <a16:creationId xmlns:a16="http://schemas.microsoft.com/office/drawing/2014/main" id="{98CBB823-7297-41FD-8A75-8C7DB474BC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13" name="Flowchart: Connector 2312">
                      <a:extLst>
                        <a:ext uri="{FF2B5EF4-FFF2-40B4-BE49-F238E27FC236}">
                          <a16:creationId xmlns:a16="http://schemas.microsoft.com/office/drawing/2014/main" id="{28B59F84-CA5F-4878-9082-023B971DFF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14" name="Flowchart: Connector 2313">
                      <a:extLst>
                        <a:ext uri="{FF2B5EF4-FFF2-40B4-BE49-F238E27FC236}">
                          <a16:creationId xmlns:a16="http://schemas.microsoft.com/office/drawing/2014/main" id="{82972FBE-AB54-418B-85EA-254D16728E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15" name="3D Model 2314" descr="Sphere">
                          <a:extLst>
                            <a:ext uri="{FF2B5EF4-FFF2-40B4-BE49-F238E27FC236}">
                              <a16:creationId xmlns:a16="http://schemas.microsoft.com/office/drawing/2014/main" id="{F6A9D611-82D5-43A5-BC63-0BFDBA21B3E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42019029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15" name="3D Model 2314" descr="Sphere">
                          <a:extLst>
                            <a:ext uri="{FF2B5EF4-FFF2-40B4-BE49-F238E27FC236}">
                              <a16:creationId xmlns:a16="http://schemas.microsoft.com/office/drawing/2014/main" id="{F6A9D611-82D5-43A5-BC63-0BFDBA21B3E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330909" y="2269214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16" name="Flowchart: Connector 2315">
                      <a:extLst>
                        <a:ext uri="{FF2B5EF4-FFF2-40B4-BE49-F238E27FC236}">
                          <a16:creationId xmlns:a16="http://schemas.microsoft.com/office/drawing/2014/main" id="{9BC75AC9-B960-4503-832B-91348BA187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17" name="3D Model 2316" descr="Sphere">
                          <a:extLst>
                            <a:ext uri="{FF2B5EF4-FFF2-40B4-BE49-F238E27FC236}">
                              <a16:creationId xmlns:a16="http://schemas.microsoft.com/office/drawing/2014/main" id="{ED2ABC71-2FD8-469E-B2CF-8088ED7F8EB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5664166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17" name="3D Model 2316" descr="Sphere">
                          <a:extLst>
                            <a:ext uri="{FF2B5EF4-FFF2-40B4-BE49-F238E27FC236}">
                              <a16:creationId xmlns:a16="http://schemas.microsoft.com/office/drawing/2014/main" id="{ED2ABC71-2FD8-469E-B2CF-8088ED7F8EB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373633" y="2286226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18" name="Flowchart: Connector 2317">
                      <a:extLst>
                        <a:ext uri="{FF2B5EF4-FFF2-40B4-BE49-F238E27FC236}">
                          <a16:creationId xmlns:a16="http://schemas.microsoft.com/office/drawing/2014/main" id="{5F0D06C1-1BA1-48A2-8F8B-A517DB7811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19" name="3D Model 2318" descr="Sphere">
                          <a:extLst>
                            <a:ext uri="{FF2B5EF4-FFF2-40B4-BE49-F238E27FC236}">
                              <a16:creationId xmlns:a16="http://schemas.microsoft.com/office/drawing/2014/main" id="{E7344DF8-5F20-4399-B8F2-C28081BB989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19273033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19" name="3D Model 2318" descr="Sphere">
                          <a:extLst>
                            <a:ext uri="{FF2B5EF4-FFF2-40B4-BE49-F238E27FC236}">
                              <a16:creationId xmlns:a16="http://schemas.microsoft.com/office/drawing/2014/main" id="{E7344DF8-5F20-4399-B8F2-C28081BB989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15520" y="229524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20" name="Flowchart: Connector 2319">
                      <a:extLst>
                        <a:ext uri="{FF2B5EF4-FFF2-40B4-BE49-F238E27FC236}">
                          <a16:creationId xmlns:a16="http://schemas.microsoft.com/office/drawing/2014/main" id="{3F555AD8-CE03-4B7C-8409-AE643E5370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21" name="3D Model 2320" descr="Sphere">
                          <a:extLst>
                            <a:ext uri="{FF2B5EF4-FFF2-40B4-BE49-F238E27FC236}">
                              <a16:creationId xmlns:a16="http://schemas.microsoft.com/office/drawing/2014/main" id="{3DE9C785-AAEF-4BC6-9D2C-0ABB276B1CD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5191406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21" name="3D Model 2320" descr="Sphere">
                          <a:extLst>
                            <a:ext uri="{FF2B5EF4-FFF2-40B4-BE49-F238E27FC236}">
                              <a16:creationId xmlns:a16="http://schemas.microsoft.com/office/drawing/2014/main" id="{3DE9C785-AAEF-4BC6-9D2C-0ABB276B1CD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462146" y="2311636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2211" name="Group 2210">
                  <a:extLst>
                    <a:ext uri="{FF2B5EF4-FFF2-40B4-BE49-F238E27FC236}">
                      <a16:creationId xmlns:a16="http://schemas.microsoft.com/office/drawing/2014/main" id="{4EEFBF78-9A1D-4102-A388-C120781BBBAA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81" name="Freeform: Shape 2280">
                    <a:extLst>
                      <a:ext uri="{FF2B5EF4-FFF2-40B4-BE49-F238E27FC236}">
                        <a16:creationId xmlns:a16="http://schemas.microsoft.com/office/drawing/2014/main" id="{652DD9B0-D962-488A-9B5F-E2842F1CB4C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82" name="Rectangle: Rounded Corners 2281">
                    <a:extLst>
                      <a:ext uri="{FF2B5EF4-FFF2-40B4-BE49-F238E27FC236}">
                        <a16:creationId xmlns:a16="http://schemas.microsoft.com/office/drawing/2014/main" id="{11918162-A51E-492F-9ED0-AB19D2FFF8C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2" name="Group 2211">
                  <a:extLst>
                    <a:ext uri="{FF2B5EF4-FFF2-40B4-BE49-F238E27FC236}">
                      <a16:creationId xmlns:a16="http://schemas.microsoft.com/office/drawing/2014/main" id="{D1EAA324-63E4-4D3D-8BA5-D21127EECC73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79" name="Freeform: Shape 2278">
                    <a:extLst>
                      <a:ext uri="{FF2B5EF4-FFF2-40B4-BE49-F238E27FC236}">
                        <a16:creationId xmlns:a16="http://schemas.microsoft.com/office/drawing/2014/main" id="{B41D03F3-2D0A-4ED6-A4E8-E67C35B544E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80" name="Rectangle: Rounded Corners 2279">
                    <a:extLst>
                      <a:ext uri="{FF2B5EF4-FFF2-40B4-BE49-F238E27FC236}">
                        <a16:creationId xmlns:a16="http://schemas.microsoft.com/office/drawing/2014/main" id="{CABEAADF-1272-4C21-967B-6549B8910B0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3" name="Group 2212">
                  <a:extLst>
                    <a:ext uri="{FF2B5EF4-FFF2-40B4-BE49-F238E27FC236}">
                      <a16:creationId xmlns:a16="http://schemas.microsoft.com/office/drawing/2014/main" id="{5BBFA1D3-0427-4113-8E33-24B7577563A1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2277" name="Freeform: Shape 2276">
                    <a:extLst>
                      <a:ext uri="{FF2B5EF4-FFF2-40B4-BE49-F238E27FC236}">
                        <a16:creationId xmlns:a16="http://schemas.microsoft.com/office/drawing/2014/main" id="{D0E19F7E-86DB-4599-934D-19DFC6CF015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78" name="Rectangle: Rounded Corners 2277">
                    <a:extLst>
                      <a:ext uri="{FF2B5EF4-FFF2-40B4-BE49-F238E27FC236}">
                        <a16:creationId xmlns:a16="http://schemas.microsoft.com/office/drawing/2014/main" id="{1C5E3D69-EAE0-4D95-BDE4-AF5F2DA90D4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4" name="Group 2213">
                  <a:extLst>
                    <a:ext uri="{FF2B5EF4-FFF2-40B4-BE49-F238E27FC236}">
                      <a16:creationId xmlns:a16="http://schemas.microsoft.com/office/drawing/2014/main" id="{1F4FBB38-8465-4B1D-B4D8-FF8FC395D695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75" name="Freeform: Shape 2274">
                    <a:extLst>
                      <a:ext uri="{FF2B5EF4-FFF2-40B4-BE49-F238E27FC236}">
                        <a16:creationId xmlns:a16="http://schemas.microsoft.com/office/drawing/2014/main" id="{570822C2-87BA-42EA-BD17-3B618BAC949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76" name="Rectangle: Rounded Corners 2275">
                    <a:extLst>
                      <a:ext uri="{FF2B5EF4-FFF2-40B4-BE49-F238E27FC236}">
                        <a16:creationId xmlns:a16="http://schemas.microsoft.com/office/drawing/2014/main" id="{7FDB912C-53AA-45F4-BDA7-4477E77E381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5" name="Group 2214">
                  <a:extLst>
                    <a:ext uri="{FF2B5EF4-FFF2-40B4-BE49-F238E27FC236}">
                      <a16:creationId xmlns:a16="http://schemas.microsoft.com/office/drawing/2014/main" id="{C243C75F-D30F-4AFA-9EB3-743FAB487DC7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73" name="Freeform: Shape 2272">
                    <a:extLst>
                      <a:ext uri="{FF2B5EF4-FFF2-40B4-BE49-F238E27FC236}">
                        <a16:creationId xmlns:a16="http://schemas.microsoft.com/office/drawing/2014/main" id="{D97A9E90-3986-4DED-85F6-99B0C2538A7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74" name="Rectangle: Rounded Corners 2273">
                    <a:extLst>
                      <a:ext uri="{FF2B5EF4-FFF2-40B4-BE49-F238E27FC236}">
                        <a16:creationId xmlns:a16="http://schemas.microsoft.com/office/drawing/2014/main" id="{6AED257C-0E04-4624-A3EA-F647257C9F4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6" name="Group 2215">
                  <a:extLst>
                    <a:ext uri="{FF2B5EF4-FFF2-40B4-BE49-F238E27FC236}">
                      <a16:creationId xmlns:a16="http://schemas.microsoft.com/office/drawing/2014/main" id="{A2F81292-623D-4300-B004-BC4C111AFB14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271" name="Freeform: Shape 2270">
                    <a:extLst>
                      <a:ext uri="{FF2B5EF4-FFF2-40B4-BE49-F238E27FC236}">
                        <a16:creationId xmlns:a16="http://schemas.microsoft.com/office/drawing/2014/main" id="{AEB9B32F-FE97-451C-AE3B-D7625E757F6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72" name="Rectangle: Rounded Corners 2271">
                    <a:extLst>
                      <a:ext uri="{FF2B5EF4-FFF2-40B4-BE49-F238E27FC236}">
                        <a16:creationId xmlns:a16="http://schemas.microsoft.com/office/drawing/2014/main" id="{8EC8A54E-514D-4A5F-A8EF-03A3706E35B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7" name="Group 2216">
                  <a:extLst>
                    <a:ext uri="{FF2B5EF4-FFF2-40B4-BE49-F238E27FC236}">
                      <a16:creationId xmlns:a16="http://schemas.microsoft.com/office/drawing/2014/main" id="{6AE5AE32-DCDA-45A9-941D-385D2FDA3755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69" name="Freeform: Shape 2268">
                    <a:extLst>
                      <a:ext uri="{FF2B5EF4-FFF2-40B4-BE49-F238E27FC236}">
                        <a16:creationId xmlns:a16="http://schemas.microsoft.com/office/drawing/2014/main" id="{0EF870E1-B9D0-42E2-A36B-2A23129D260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70" name="Rectangle: Rounded Corners 2269">
                    <a:extLst>
                      <a:ext uri="{FF2B5EF4-FFF2-40B4-BE49-F238E27FC236}">
                        <a16:creationId xmlns:a16="http://schemas.microsoft.com/office/drawing/2014/main" id="{645A4424-8D58-4A42-B675-58220A16D35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8" name="Group 2217">
                  <a:extLst>
                    <a:ext uri="{FF2B5EF4-FFF2-40B4-BE49-F238E27FC236}">
                      <a16:creationId xmlns:a16="http://schemas.microsoft.com/office/drawing/2014/main" id="{4E53668C-8B42-4089-99F2-280C0112F970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67" name="Freeform: Shape 2266">
                    <a:extLst>
                      <a:ext uri="{FF2B5EF4-FFF2-40B4-BE49-F238E27FC236}">
                        <a16:creationId xmlns:a16="http://schemas.microsoft.com/office/drawing/2014/main" id="{E324782D-CC10-4565-8A90-E5A80B13DB3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68" name="Rectangle: Rounded Corners 2267">
                    <a:extLst>
                      <a:ext uri="{FF2B5EF4-FFF2-40B4-BE49-F238E27FC236}">
                        <a16:creationId xmlns:a16="http://schemas.microsoft.com/office/drawing/2014/main" id="{83E3A262-B62A-4C36-87C7-C457A0EB2FB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19" name="Group 2218">
                  <a:extLst>
                    <a:ext uri="{FF2B5EF4-FFF2-40B4-BE49-F238E27FC236}">
                      <a16:creationId xmlns:a16="http://schemas.microsoft.com/office/drawing/2014/main" id="{781FB163-C815-454D-8928-30E3B1D3B84F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65" name="Freeform: Shape 2264">
                    <a:extLst>
                      <a:ext uri="{FF2B5EF4-FFF2-40B4-BE49-F238E27FC236}">
                        <a16:creationId xmlns:a16="http://schemas.microsoft.com/office/drawing/2014/main" id="{443FCD90-ED9D-46A3-B750-5B2DC31A640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66" name="Rectangle: Rounded Corners 2265">
                    <a:extLst>
                      <a:ext uri="{FF2B5EF4-FFF2-40B4-BE49-F238E27FC236}">
                        <a16:creationId xmlns:a16="http://schemas.microsoft.com/office/drawing/2014/main" id="{7A7A71CD-11A3-439A-868A-86A611E6CDB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0" name="Group 2219">
                  <a:extLst>
                    <a:ext uri="{FF2B5EF4-FFF2-40B4-BE49-F238E27FC236}">
                      <a16:creationId xmlns:a16="http://schemas.microsoft.com/office/drawing/2014/main" id="{47D91E55-AE34-459D-9EE9-91A09E74327B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2263" name="Freeform: Shape 2262">
                    <a:extLst>
                      <a:ext uri="{FF2B5EF4-FFF2-40B4-BE49-F238E27FC236}">
                        <a16:creationId xmlns:a16="http://schemas.microsoft.com/office/drawing/2014/main" id="{717BCD8F-7306-48B3-9F20-54DFF2B94F0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64" name="Rectangle: Rounded Corners 2263">
                    <a:extLst>
                      <a:ext uri="{FF2B5EF4-FFF2-40B4-BE49-F238E27FC236}">
                        <a16:creationId xmlns:a16="http://schemas.microsoft.com/office/drawing/2014/main" id="{5A16C822-5F07-486F-A295-2BBF015741A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1" name="Group 2220">
                  <a:extLst>
                    <a:ext uri="{FF2B5EF4-FFF2-40B4-BE49-F238E27FC236}">
                      <a16:creationId xmlns:a16="http://schemas.microsoft.com/office/drawing/2014/main" id="{CF543551-5490-4973-B816-B625D7FB61ED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61" name="Freeform: Shape 2260">
                    <a:extLst>
                      <a:ext uri="{FF2B5EF4-FFF2-40B4-BE49-F238E27FC236}">
                        <a16:creationId xmlns:a16="http://schemas.microsoft.com/office/drawing/2014/main" id="{187B1035-62EB-4F18-A199-E3C337D7E85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62" name="Rectangle: Rounded Corners 2261">
                    <a:extLst>
                      <a:ext uri="{FF2B5EF4-FFF2-40B4-BE49-F238E27FC236}">
                        <a16:creationId xmlns:a16="http://schemas.microsoft.com/office/drawing/2014/main" id="{43364E76-DA63-4A6F-A805-7664BA281C6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2" name="Group 2221">
                  <a:extLst>
                    <a:ext uri="{FF2B5EF4-FFF2-40B4-BE49-F238E27FC236}">
                      <a16:creationId xmlns:a16="http://schemas.microsoft.com/office/drawing/2014/main" id="{E54656B9-97F7-40B0-8BA5-F94018A7F24D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59" name="Freeform: Shape 2258">
                    <a:extLst>
                      <a:ext uri="{FF2B5EF4-FFF2-40B4-BE49-F238E27FC236}">
                        <a16:creationId xmlns:a16="http://schemas.microsoft.com/office/drawing/2014/main" id="{B3F8C73B-6EFB-4074-AC7F-1851A3D7A40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60" name="Rectangle: Rounded Corners 2259">
                    <a:extLst>
                      <a:ext uri="{FF2B5EF4-FFF2-40B4-BE49-F238E27FC236}">
                        <a16:creationId xmlns:a16="http://schemas.microsoft.com/office/drawing/2014/main" id="{412C73B7-37A9-4AD8-B17D-C8AD349A031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3" name="Group 2222">
                  <a:extLst>
                    <a:ext uri="{FF2B5EF4-FFF2-40B4-BE49-F238E27FC236}">
                      <a16:creationId xmlns:a16="http://schemas.microsoft.com/office/drawing/2014/main" id="{F6D53C46-2044-4B61-AF2E-DC864013AE41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57" name="Freeform: Shape 2256">
                    <a:extLst>
                      <a:ext uri="{FF2B5EF4-FFF2-40B4-BE49-F238E27FC236}">
                        <a16:creationId xmlns:a16="http://schemas.microsoft.com/office/drawing/2014/main" id="{7B5AD6F0-963A-49BB-BB6B-599FCCE5CAA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58" name="Rectangle: Rounded Corners 2257">
                    <a:extLst>
                      <a:ext uri="{FF2B5EF4-FFF2-40B4-BE49-F238E27FC236}">
                        <a16:creationId xmlns:a16="http://schemas.microsoft.com/office/drawing/2014/main" id="{96DAFD22-9965-4DE1-80F7-C77F7FCD503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4" name="Group 2223">
                  <a:extLst>
                    <a:ext uri="{FF2B5EF4-FFF2-40B4-BE49-F238E27FC236}">
                      <a16:creationId xmlns:a16="http://schemas.microsoft.com/office/drawing/2014/main" id="{E9EC81E2-4226-4E98-86D7-11CE9D9FDDE2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55" name="Freeform: Shape 2254">
                    <a:extLst>
                      <a:ext uri="{FF2B5EF4-FFF2-40B4-BE49-F238E27FC236}">
                        <a16:creationId xmlns:a16="http://schemas.microsoft.com/office/drawing/2014/main" id="{2467DD72-0F06-4398-81F6-4367292C70C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56" name="Rectangle: Rounded Corners 2255">
                    <a:extLst>
                      <a:ext uri="{FF2B5EF4-FFF2-40B4-BE49-F238E27FC236}">
                        <a16:creationId xmlns:a16="http://schemas.microsoft.com/office/drawing/2014/main" id="{931B1DE2-26DC-4A16-B34A-E6A698CCDF8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5" name="Group 2224">
                  <a:extLst>
                    <a:ext uri="{FF2B5EF4-FFF2-40B4-BE49-F238E27FC236}">
                      <a16:creationId xmlns:a16="http://schemas.microsoft.com/office/drawing/2014/main" id="{580EDB86-980B-4192-A731-CF94F95FD481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53" name="Freeform: Shape 2252">
                    <a:extLst>
                      <a:ext uri="{FF2B5EF4-FFF2-40B4-BE49-F238E27FC236}">
                        <a16:creationId xmlns:a16="http://schemas.microsoft.com/office/drawing/2014/main" id="{91E7D2AB-C05B-4643-87BE-894B51084BE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54" name="Rectangle: Rounded Corners 2253">
                    <a:extLst>
                      <a:ext uri="{FF2B5EF4-FFF2-40B4-BE49-F238E27FC236}">
                        <a16:creationId xmlns:a16="http://schemas.microsoft.com/office/drawing/2014/main" id="{CC0463CA-279E-4FE5-8B3E-AD4E063F6D1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6" name="Group 2225">
                  <a:extLst>
                    <a:ext uri="{FF2B5EF4-FFF2-40B4-BE49-F238E27FC236}">
                      <a16:creationId xmlns:a16="http://schemas.microsoft.com/office/drawing/2014/main" id="{A646F9C4-F5C6-4749-8886-1273487C9951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251" name="Freeform: Shape 2250">
                    <a:extLst>
                      <a:ext uri="{FF2B5EF4-FFF2-40B4-BE49-F238E27FC236}">
                        <a16:creationId xmlns:a16="http://schemas.microsoft.com/office/drawing/2014/main" id="{08CA6C93-3992-41E1-A96C-8F3C7EBDF8C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52" name="Rectangle: Rounded Corners 2251">
                    <a:extLst>
                      <a:ext uri="{FF2B5EF4-FFF2-40B4-BE49-F238E27FC236}">
                        <a16:creationId xmlns:a16="http://schemas.microsoft.com/office/drawing/2014/main" id="{C83D1EA1-D78A-4E7E-B29E-074385953C5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7" name="Group 2226">
                  <a:extLst>
                    <a:ext uri="{FF2B5EF4-FFF2-40B4-BE49-F238E27FC236}">
                      <a16:creationId xmlns:a16="http://schemas.microsoft.com/office/drawing/2014/main" id="{C7FA7755-CE93-4322-BF74-CEAB8C67958D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249" name="Freeform: Shape 2248">
                    <a:extLst>
                      <a:ext uri="{FF2B5EF4-FFF2-40B4-BE49-F238E27FC236}">
                        <a16:creationId xmlns:a16="http://schemas.microsoft.com/office/drawing/2014/main" id="{39BB67C0-B734-4730-8E78-4F970DB53C9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50" name="Rectangle: Rounded Corners 2249">
                    <a:extLst>
                      <a:ext uri="{FF2B5EF4-FFF2-40B4-BE49-F238E27FC236}">
                        <a16:creationId xmlns:a16="http://schemas.microsoft.com/office/drawing/2014/main" id="{290A4797-0EAE-4C71-B995-348BFB7D9C8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8" name="Group 2227">
                  <a:extLst>
                    <a:ext uri="{FF2B5EF4-FFF2-40B4-BE49-F238E27FC236}">
                      <a16:creationId xmlns:a16="http://schemas.microsoft.com/office/drawing/2014/main" id="{EBD4EEBF-E9E6-4A60-A27A-CD70E8EE9C05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247" name="Freeform: Shape 2246">
                    <a:extLst>
                      <a:ext uri="{FF2B5EF4-FFF2-40B4-BE49-F238E27FC236}">
                        <a16:creationId xmlns:a16="http://schemas.microsoft.com/office/drawing/2014/main" id="{3DB944F0-76A6-4FFE-A355-0BF2A975DD9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48" name="Rectangle: Rounded Corners 2247">
                    <a:extLst>
                      <a:ext uri="{FF2B5EF4-FFF2-40B4-BE49-F238E27FC236}">
                        <a16:creationId xmlns:a16="http://schemas.microsoft.com/office/drawing/2014/main" id="{2E9F8285-6F38-4729-8172-755498BCEE9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29" name="Group 2228">
                  <a:extLst>
                    <a:ext uri="{FF2B5EF4-FFF2-40B4-BE49-F238E27FC236}">
                      <a16:creationId xmlns:a16="http://schemas.microsoft.com/office/drawing/2014/main" id="{09A2E013-F0F2-466B-8D2E-13E087B92287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245" name="Freeform: Shape 2244">
                    <a:extLst>
                      <a:ext uri="{FF2B5EF4-FFF2-40B4-BE49-F238E27FC236}">
                        <a16:creationId xmlns:a16="http://schemas.microsoft.com/office/drawing/2014/main" id="{CFC80BDB-9157-4BE8-A503-F8853B09CFF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46" name="Rectangle: Rounded Corners 2245">
                    <a:extLst>
                      <a:ext uri="{FF2B5EF4-FFF2-40B4-BE49-F238E27FC236}">
                        <a16:creationId xmlns:a16="http://schemas.microsoft.com/office/drawing/2014/main" id="{01304480-EDB4-411C-BC97-19504BEFA7E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30" name="Group 2229">
                  <a:extLst>
                    <a:ext uri="{FF2B5EF4-FFF2-40B4-BE49-F238E27FC236}">
                      <a16:creationId xmlns:a16="http://schemas.microsoft.com/office/drawing/2014/main" id="{87687C2E-A71D-4691-8D05-D79F27325F11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43" name="Freeform: Shape 2242">
                    <a:extLst>
                      <a:ext uri="{FF2B5EF4-FFF2-40B4-BE49-F238E27FC236}">
                        <a16:creationId xmlns:a16="http://schemas.microsoft.com/office/drawing/2014/main" id="{2A3CE1F3-9A49-465A-B755-94ADA022FC6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44" name="Rectangle: Rounded Corners 2243">
                    <a:extLst>
                      <a:ext uri="{FF2B5EF4-FFF2-40B4-BE49-F238E27FC236}">
                        <a16:creationId xmlns:a16="http://schemas.microsoft.com/office/drawing/2014/main" id="{EF850C23-5D8E-4B57-A0DE-B8F1FFDEBCC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31" name="Group 2230">
                  <a:extLst>
                    <a:ext uri="{FF2B5EF4-FFF2-40B4-BE49-F238E27FC236}">
                      <a16:creationId xmlns:a16="http://schemas.microsoft.com/office/drawing/2014/main" id="{DCAEE2F0-39D3-4832-9C0A-95701C02F770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41" name="Freeform: Shape 2240">
                    <a:extLst>
                      <a:ext uri="{FF2B5EF4-FFF2-40B4-BE49-F238E27FC236}">
                        <a16:creationId xmlns:a16="http://schemas.microsoft.com/office/drawing/2014/main" id="{D78C44C6-0817-4B35-80EC-DA01DBE296A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42" name="Rectangle: Rounded Corners 2241">
                    <a:extLst>
                      <a:ext uri="{FF2B5EF4-FFF2-40B4-BE49-F238E27FC236}">
                        <a16:creationId xmlns:a16="http://schemas.microsoft.com/office/drawing/2014/main" id="{3930B06D-C702-4F80-AF52-7F6DF97F439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32" name="Group 2231">
                  <a:extLst>
                    <a:ext uri="{FF2B5EF4-FFF2-40B4-BE49-F238E27FC236}">
                      <a16:creationId xmlns:a16="http://schemas.microsoft.com/office/drawing/2014/main" id="{68064A6A-08E0-430C-A122-CDA033D41A60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39" name="Freeform: Shape 2238">
                    <a:extLst>
                      <a:ext uri="{FF2B5EF4-FFF2-40B4-BE49-F238E27FC236}">
                        <a16:creationId xmlns:a16="http://schemas.microsoft.com/office/drawing/2014/main" id="{1860A732-8E4E-4CB6-A275-BCED25B83CD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40" name="Rectangle: Rounded Corners 2239">
                    <a:extLst>
                      <a:ext uri="{FF2B5EF4-FFF2-40B4-BE49-F238E27FC236}">
                        <a16:creationId xmlns:a16="http://schemas.microsoft.com/office/drawing/2014/main" id="{181F3953-D635-4F77-9E7F-8523FEB79F4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33" name="Group 2232">
                  <a:extLst>
                    <a:ext uri="{FF2B5EF4-FFF2-40B4-BE49-F238E27FC236}">
                      <a16:creationId xmlns:a16="http://schemas.microsoft.com/office/drawing/2014/main" id="{6F5CBF7E-D781-4AE1-A24E-5CB5EFC036F9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237" name="Freeform: Shape 2236">
                    <a:extLst>
                      <a:ext uri="{FF2B5EF4-FFF2-40B4-BE49-F238E27FC236}">
                        <a16:creationId xmlns:a16="http://schemas.microsoft.com/office/drawing/2014/main" id="{DCA1719B-59FF-49D5-BAA6-AF8D51DE825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38" name="Rectangle: Rounded Corners 2237">
                    <a:extLst>
                      <a:ext uri="{FF2B5EF4-FFF2-40B4-BE49-F238E27FC236}">
                        <a16:creationId xmlns:a16="http://schemas.microsoft.com/office/drawing/2014/main" id="{B040489E-589E-418D-905C-C33A1834770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234" name="Group 2233">
                  <a:extLst>
                    <a:ext uri="{FF2B5EF4-FFF2-40B4-BE49-F238E27FC236}">
                      <a16:creationId xmlns:a16="http://schemas.microsoft.com/office/drawing/2014/main" id="{6B1762B2-CA96-4E74-A3DB-1953A53CD455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235" name="Freeform: Shape 2234">
                    <a:extLst>
                      <a:ext uri="{FF2B5EF4-FFF2-40B4-BE49-F238E27FC236}">
                        <a16:creationId xmlns:a16="http://schemas.microsoft.com/office/drawing/2014/main" id="{08D7EE45-27E3-42AB-B4C8-2A3D0A4FAB5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36" name="Rectangle: Rounded Corners 2235">
                    <a:extLst>
                      <a:ext uri="{FF2B5EF4-FFF2-40B4-BE49-F238E27FC236}">
                        <a16:creationId xmlns:a16="http://schemas.microsoft.com/office/drawing/2014/main" id="{12C22B49-53C6-4A47-9F3D-72D24976201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68FC7B58-11DC-4031-909B-9A8C532729C6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B19064B-331B-47FB-8EC7-E4DFFFF7C44E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6C1A44A8-B604-4240-966D-BD8993A2D3A9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4033" name="Group 4032">
            <a:extLst>
              <a:ext uri="{FF2B5EF4-FFF2-40B4-BE49-F238E27FC236}">
                <a16:creationId xmlns:a16="http://schemas.microsoft.com/office/drawing/2014/main" id="{03BF9497-FE42-4B35-B7C1-F0C926414A4E}"/>
              </a:ext>
            </a:extLst>
          </p:cNvPr>
          <p:cNvGrpSpPr/>
          <p:nvPr/>
        </p:nvGrpSpPr>
        <p:grpSpPr>
          <a:xfrm>
            <a:off x="3827478" y="1571301"/>
            <a:ext cx="1769442" cy="582276"/>
            <a:chOff x="3680853" y="2247626"/>
            <a:chExt cx="1769442" cy="582276"/>
          </a:xfrm>
        </p:grpSpPr>
        <p:grpSp>
          <p:nvGrpSpPr>
            <p:cNvPr id="2569" name="Group 2568">
              <a:extLst>
                <a:ext uri="{FF2B5EF4-FFF2-40B4-BE49-F238E27FC236}">
                  <a16:creationId xmlns:a16="http://schemas.microsoft.com/office/drawing/2014/main" id="{94E9CD6D-443B-44DD-905D-CE237164A449}"/>
                </a:ext>
              </a:extLst>
            </p:cNvPr>
            <p:cNvGrpSpPr/>
            <p:nvPr/>
          </p:nvGrpSpPr>
          <p:grpSpPr>
            <a:xfrm>
              <a:off x="3680853" y="2253900"/>
              <a:ext cx="531923" cy="573923"/>
              <a:chOff x="163719" y="1822501"/>
              <a:chExt cx="3062199" cy="3047160"/>
            </a:xfrm>
          </p:grpSpPr>
          <p:grpSp>
            <p:nvGrpSpPr>
              <p:cNvPr id="2570" name="Group 2569">
                <a:extLst>
                  <a:ext uri="{FF2B5EF4-FFF2-40B4-BE49-F238E27FC236}">
                    <a16:creationId xmlns:a16="http://schemas.microsoft.com/office/drawing/2014/main" id="{55203A41-DE6A-4BD3-988D-6D7ECB8CB219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2574" name="Group 2573">
                  <a:extLst>
                    <a:ext uri="{FF2B5EF4-FFF2-40B4-BE49-F238E27FC236}">
                      <a16:creationId xmlns:a16="http://schemas.microsoft.com/office/drawing/2014/main" id="{43749EDA-0FF9-4B2C-A111-3B382E963A9F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33" name="Freeform: Shape 2932">
                    <a:extLst>
                      <a:ext uri="{FF2B5EF4-FFF2-40B4-BE49-F238E27FC236}">
                        <a16:creationId xmlns:a16="http://schemas.microsoft.com/office/drawing/2014/main" id="{ABC85B08-EA6B-4DD2-9972-0256C192ADC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34" name="Rectangle: Rounded Corners 2933">
                    <a:extLst>
                      <a:ext uri="{FF2B5EF4-FFF2-40B4-BE49-F238E27FC236}">
                        <a16:creationId xmlns:a16="http://schemas.microsoft.com/office/drawing/2014/main" id="{873BAE29-9D86-4586-822E-EF9052D1933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5" name="Group 2574">
                  <a:extLst>
                    <a:ext uri="{FF2B5EF4-FFF2-40B4-BE49-F238E27FC236}">
                      <a16:creationId xmlns:a16="http://schemas.microsoft.com/office/drawing/2014/main" id="{F6F8959B-D2DC-4BED-81F9-98AAE246DFFE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31" name="Freeform: Shape 2930">
                    <a:extLst>
                      <a:ext uri="{FF2B5EF4-FFF2-40B4-BE49-F238E27FC236}">
                        <a16:creationId xmlns:a16="http://schemas.microsoft.com/office/drawing/2014/main" id="{763D0571-E1EC-4C0D-BEF8-707B3CAE61A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32" name="Rectangle: Rounded Corners 2931">
                    <a:extLst>
                      <a:ext uri="{FF2B5EF4-FFF2-40B4-BE49-F238E27FC236}">
                        <a16:creationId xmlns:a16="http://schemas.microsoft.com/office/drawing/2014/main" id="{226242F0-8ACA-43B6-A1A1-E1A2C1F821B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6" name="Group 2575">
                  <a:extLst>
                    <a:ext uri="{FF2B5EF4-FFF2-40B4-BE49-F238E27FC236}">
                      <a16:creationId xmlns:a16="http://schemas.microsoft.com/office/drawing/2014/main" id="{D63BC676-15EB-4A1C-B0F7-519F443D9E02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2649" name="Group 2648">
                    <a:extLst>
                      <a:ext uri="{FF2B5EF4-FFF2-40B4-BE49-F238E27FC236}">
                        <a16:creationId xmlns:a16="http://schemas.microsoft.com/office/drawing/2014/main" id="{59FA80B0-C594-4A9F-A07B-C9A2D38F4D88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2870" name="Group 2869">
                      <a:extLst>
                        <a:ext uri="{FF2B5EF4-FFF2-40B4-BE49-F238E27FC236}">
                          <a16:creationId xmlns:a16="http://schemas.microsoft.com/office/drawing/2014/main" id="{0E1AC8D1-0DE2-4798-855E-D27AB6F6ED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2927" name="Flowchart: Connector 2926">
                        <a:extLst>
                          <a:ext uri="{FF2B5EF4-FFF2-40B4-BE49-F238E27FC236}">
                            <a16:creationId xmlns:a16="http://schemas.microsoft.com/office/drawing/2014/main" id="{EB71049D-B648-4EA3-AD3E-1B9347C2AB7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928" name="Flowchart: Connector 2927">
                        <a:extLst>
                          <a:ext uri="{FF2B5EF4-FFF2-40B4-BE49-F238E27FC236}">
                            <a16:creationId xmlns:a16="http://schemas.microsoft.com/office/drawing/2014/main" id="{6F84A6CA-F64D-4AC6-B53C-7D5BFABF08B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929" name="Flowchart: Connector 2928">
                        <a:extLst>
                          <a:ext uri="{FF2B5EF4-FFF2-40B4-BE49-F238E27FC236}">
                            <a16:creationId xmlns:a16="http://schemas.microsoft.com/office/drawing/2014/main" id="{89B4D893-4125-402F-B331-8249F4E842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930" name="Flowchart: Connector 2929">
                        <a:extLst>
                          <a:ext uri="{FF2B5EF4-FFF2-40B4-BE49-F238E27FC236}">
                            <a16:creationId xmlns:a16="http://schemas.microsoft.com/office/drawing/2014/main" id="{54B46BBE-123B-4CE7-AB22-CEE7EF9604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871" name="Group 2870">
                      <a:extLst>
                        <a:ext uri="{FF2B5EF4-FFF2-40B4-BE49-F238E27FC236}">
                          <a16:creationId xmlns:a16="http://schemas.microsoft.com/office/drawing/2014/main" id="{BED5CD38-6D51-41AE-B4C7-2014785429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2872" name="Group 2871">
                        <a:extLst>
                          <a:ext uri="{FF2B5EF4-FFF2-40B4-BE49-F238E27FC236}">
                            <a16:creationId xmlns:a16="http://schemas.microsoft.com/office/drawing/2014/main" id="{98C871DD-6E73-4C29-971D-39460C10693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0" name="3D Model 2919" descr="Sphere">
                              <a:extLst>
                                <a:ext uri="{FF2B5EF4-FFF2-40B4-BE49-F238E27FC236}">
                                  <a16:creationId xmlns:a16="http://schemas.microsoft.com/office/drawing/2014/main" id="{4E862915-3274-4D43-A41D-D6149AEFBFB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31554599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21" name="Flowchart: Connector 2920">
                          <a:extLst>
                            <a:ext uri="{FF2B5EF4-FFF2-40B4-BE49-F238E27FC236}">
                              <a16:creationId xmlns:a16="http://schemas.microsoft.com/office/drawing/2014/main" id="{FFBCE8B1-49B3-4D1F-B36A-34E51F1AB7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2" name="3D Model 2921" descr="Sphere">
                              <a:extLst>
                                <a:ext uri="{FF2B5EF4-FFF2-40B4-BE49-F238E27FC236}">
                                  <a16:creationId xmlns:a16="http://schemas.microsoft.com/office/drawing/2014/main" id="{A58B8833-0448-4B3C-BB4D-B71A42A71A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48007295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23" name="Flowchart: Connector 2922">
                          <a:extLst>
                            <a:ext uri="{FF2B5EF4-FFF2-40B4-BE49-F238E27FC236}">
                              <a16:creationId xmlns:a16="http://schemas.microsoft.com/office/drawing/2014/main" id="{4068F5F5-3714-4641-9210-F7F5CFF6D2E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4" name="3D Model 2923" descr="Sphere">
                              <a:extLst>
                                <a:ext uri="{FF2B5EF4-FFF2-40B4-BE49-F238E27FC236}">
                                  <a16:creationId xmlns:a16="http://schemas.microsoft.com/office/drawing/2014/main" id="{63A36368-6A44-449A-8401-E5375B5BF17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6499035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25" name="Flowchart: Connector 2924">
                          <a:extLst>
                            <a:ext uri="{FF2B5EF4-FFF2-40B4-BE49-F238E27FC236}">
                              <a16:creationId xmlns:a16="http://schemas.microsoft.com/office/drawing/2014/main" id="{616329C5-8501-4D8B-8FBC-EAE5003145F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6" name="3D Model 2925" descr="Sphere">
                              <a:extLst>
                                <a:ext uri="{FF2B5EF4-FFF2-40B4-BE49-F238E27FC236}">
                                  <a16:creationId xmlns:a16="http://schemas.microsoft.com/office/drawing/2014/main" id="{C86012E5-D84F-47D7-9A2A-06EABCB0C0A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29721800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73" name="Group 2872">
                        <a:extLst>
                          <a:ext uri="{FF2B5EF4-FFF2-40B4-BE49-F238E27FC236}">
                            <a16:creationId xmlns:a16="http://schemas.microsoft.com/office/drawing/2014/main" id="{D369273E-495B-4FFC-B895-A071CFC3558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905" name="Flowchart: Connector 2904">
                          <a:extLst>
                            <a:ext uri="{FF2B5EF4-FFF2-40B4-BE49-F238E27FC236}">
                              <a16:creationId xmlns:a16="http://schemas.microsoft.com/office/drawing/2014/main" id="{D028BB7C-F659-4692-8245-317C5357CE8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6" name="Flowchart: Connector 2905">
                          <a:extLst>
                            <a:ext uri="{FF2B5EF4-FFF2-40B4-BE49-F238E27FC236}">
                              <a16:creationId xmlns:a16="http://schemas.microsoft.com/office/drawing/2014/main" id="{0EF27D67-5193-4512-818F-7B349AEF11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7" name="Flowchart: Connector 2906">
                          <a:extLst>
                            <a:ext uri="{FF2B5EF4-FFF2-40B4-BE49-F238E27FC236}">
                              <a16:creationId xmlns:a16="http://schemas.microsoft.com/office/drawing/2014/main" id="{9A09B5CD-295E-4B34-8507-89642C7EF1C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8" name="Flowchart: Connector 2907">
                          <a:extLst>
                            <a:ext uri="{FF2B5EF4-FFF2-40B4-BE49-F238E27FC236}">
                              <a16:creationId xmlns:a16="http://schemas.microsoft.com/office/drawing/2014/main" id="{8CC7147C-3727-4913-A16C-EB3B136474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9" name="Flowchart: Connector 2908">
                          <a:extLst>
                            <a:ext uri="{FF2B5EF4-FFF2-40B4-BE49-F238E27FC236}">
                              <a16:creationId xmlns:a16="http://schemas.microsoft.com/office/drawing/2014/main" id="{A765BEAA-DE32-47BE-B2C8-F4AB6AB32B6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10" name="Flowchart: Connector 2909">
                          <a:extLst>
                            <a:ext uri="{FF2B5EF4-FFF2-40B4-BE49-F238E27FC236}">
                              <a16:creationId xmlns:a16="http://schemas.microsoft.com/office/drawing/2014/main" id="{408AA43A-81A7-4460-871F-0CED809AED5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11" name="Flowchart: Connector 2910">
                          <a:extLst>
                            <a:ext uri="{FF2B5EF4-FFF2-40B4-BE49-F238E27FC236}">
                              <a16:creationId xmlns:a16="http://schemas.microsoft.com/office/drawing/2014/main" id="{CAE38F47-8071-4A8A-8FE9-0832D49C1D5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12" name="Flowchart: Connector 2911">
                          <a:extLst>
                            <a:ext uri="{FF2B5EF4-FFF2-40B4-BE49-F238E27FC236}">
                              <a16:creationId xmlns:a16="http://schemas.microsoft.com/office/drawing/2014/main" id="{BF294E15-516D-4CED-8E2D-C015A17EB23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3" name="3D Model 2912" descr="Sphere">
                              <a:extLst>
                                <a:ext uri="{FF2B5EF4-FFF2-40B4-BE49-F238E27FC236}">
                                  <a16:creationId xmlns:a16="http://schemas.microsoft.com/office/drawing/2014/main" id="{07D58319-4870-485F-9879-1DB7EF8C560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8715212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14" name="Flowchart: Connector 2913">
                          <a:extLst>
                            <a:ext uri="{FF2B5EF4-FFF2-40B4-BE49-F238E27FC236}">
                              <a16:creationId xmlns:a16="http://schemas.microsoft.com/office/drawing/2014/main" id="{BA5953B4-76FA-4B27-96BF-7E8AD42EECC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5" name="3D Model 2914" descr="Sphere">
                              <a:extLst>
                                <a:ext uri="{FF2B5EF4-FFF2-40B4-BE49-F238E27FC236}">
                                  <a16:creationId xmlns:a16="http://schemas.microsoft.com/office/drawing/2014/main" id="{080FFED6-6933-4848-B7D9-8192001ECEE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2658815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16" name="Flowchart: Connector 2915">
                          <a:extLst>
                            <a:ext uri="{FF2B5EF4-FFF2-40B4-BE49-F238E27FC236}">
                              <a16:creationId xmlns:a16="http://schemas.microsoft.com/office/drawing/2014/main" id="{206696AC-F328-4F87-BB86-26BA61F36F6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7" name="3D Model 2916" descr="Sphere">
                              <a:extLst>
                                <a:ext uri="{FF2B5EF4-FFF2-40B4-BE49-F238E27FC236}">
                                  <a16:creationId xmlns:a16="http://schemas.microsoft.com/office/drawing/2014/main" id="{2F4FC000-61C0-451F-95E7-9F34E569270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1311382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18" name="Flowchart: Connector 2917">
                          <a:extLst>
                            <a:ext uri="{FF2B5EF4-FFF2-40B4-BE49-F238E27FC236}">
                              <a16:creationId xmlns:a16="http://schemas.microsoft.com/office/drawing/2014/main" id="{A1F47B75-ECD6-452E-8BB1-CC3568C084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9" name="3D Model 2918" descr="Sphere">
                              <a:extLst>
                                <a:ext uri="{FF2B5EF4-FFF2-40B4-BE49-F238E27FC236}">
                                  <a16:creationId xmlns:a16="http://schemas.microsoft.com/office/drawing/2014/main" id="{C250EEBA-05BA-4D8B-B896-2919D7EDB76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21556744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74" name="Group 2873">
                        <a:extLst>
                          <a:ext uri="{FF2B5EF4-FFF2-40B4-BE49-F238E27FC236}">
                            <a16:creationId xmlns:a16="http://schemas.microsoft.com/office/drawing/2014/main" id="{2E6FE713-6707-427E-A86E-260A5CAA73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890" name="Flowchart: Connector 2889">
                          <a:extLst>
                            <a:ext uri="{FF2B5EF4-FFF2-40B4-BE49-F238E27FC236}">
                              <a16:creationId xmlns:a16="http://schemas.microsoft.com/office/drawing/2014/main" id="{C01C0195-7BAC-4A3B-AFB5-E258BDA0CAC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1" name="Flowchart: Connector 2890">
                          <a:extLst>
                            <a:ext uri="{FF2B5EF4-FFF2-40B4-BE49-F238E27FC236}">
                              <a16:creationId xmlns:a16="http://schemas.microsoft.com/office/drawing/2014/main" id="{88C83BA2-DB2D-4ED4-A1E1-1719FA72134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2" name="Flowchart: Connector 2891">
                          <a:extLst>
                            <a:ext uri="{FF2B5EF4-FFF2-40B4-BE49-F238E27FC236}">
                              <a16:creationId xmlns:a16="http://schemas.microsoft.com/office/drawing/2014/main" id="{7EE2D45E-5B87-485B-9F38-B81FF5EDE4A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3" name="Flowchart: Connector 2892">
                          <a:extLst>
                            <a:ext uri="{FF2B5EF4-FFF2-40B4-BE49-F238E27FC236}">
                              <a16:creationId xmlns:a16="http://schemas.microsoft.com/office/drawing/2014/main" id="{2BE7A339-37E0-40E8-B0C5-53116F482AF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4" name="Flowchart: Connector 2893">
                          <a:extLst>
                            <a:ext uri="{FF2B5EF4-FFF2-40B4-BE49-F238E27FC236}">
                              <a16:creationId xmlns:a16="http://schemas.microsoft.com/office/drawing/2014/main" id="{890082CE-4DCA-4195-980F-D69658C9C2F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5" name="Flowchart: Connector 2894">
                          <a:extLst>
                            <a:ext uri="{FF2B5EF4-FFF2-40B4-BE49-F238E27FC236}">
                              <a16:creationId xmlns:a16="http://schemas.microsoft.com/office/drawing/2014/main" id="{3FF10328-7D39-403F-89BE-FDED007EBDA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6" name="Flowchart: Connector 2895">
                          <a:extLst>
                            <a:ext uri="{FF2B5EF4-FFF2-40B4-BE49-F238E27FC236}">
                              <a16:creationId xmlns:a16="http://schemas.microsoft.com/office/drawing/2014/main" id="{37717FC1-143F-4D26-91DA-2EB6A08CFFE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7" name="Flowchart: Connector 2896">
                          <a:extLst>
                            <a:ext uri="{FF2B5EF4-FFF2-40B4-BE49-F238E27FC236}">
                              <a16:creationId xmlns:a16="http://schemas.microsoft.com/office/drawing/2014/main" id="{B6641965-2533-44D6-B551-B5B7FEDD15C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98" name="3D Model 2897" descr="Sphere">
                              <a:extLst>
                                <a:ext uri="{FF2B5EF4-FFF2-40B4-BE49-F238E27FC236}">
                                  <a16:creationId xmlns:a16="http://schemas.microsoft.com/office/drawing/2014/main" id="{67576BDB-1052-4729-B38F-23E8DD9929C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9200823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99" name="Flowchart: Connector 2898">
                          <a:extLst>
                            <a:ext uri="{FF2B5EF4-FFF2-40B4-BE49-F238E27FC236}">
                              <a16:creationId xmlns:a16="http://schemas.microsoft.com/office/drawing/2014/main" id="{DF6E0359-6771-4A9D-8E54-BEAF6F4082D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00" name="3D Model 2899" descr="Sphere">
                              <a:extLst>
                                <a:ext uri="{FF2B5EF4-FFF2-40B4-BE49-F238E27FC236}">
                                  <a16:creationId xmlns:a16="http://schemas.microsoft.com/office/drawing/2014/main" id="{253475BC-FBE2-41A9-A34D-01DE615FF87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3385037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01" name="Flowchart: Connector 2900">
                          <a:extLst>
                            <a:ext uri="{FF2B5EF4-FFF2-40B4-BE49-F238E27FC236}">
                              <a16:creationId xmlns:a16="http://schemas.microsoft.com/office/drawing/2014/main" id="{106301E0-FD0E-4677-9674-28474785586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02" name="3D Model 2901" descr="Sphere">
                              <a:extLst>
                                <a:ext uri="{FF2B5EF4-FFF2-40B4-BE49-F238E27FC236}">
                                  <a16:creationId xmlns:a16="http://schemas.microsoft.com/office/drawing/2014/main" id="{2F791AE9-16CA-414A-8901-2203CF4E125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4361933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03" name="Flowchart: Connector 2902">
                          <a:extLst>
                            <a:ext uri="{FF2B5EF4-FFF2-40B4-BE49-F238E27FC236}">
                              <a16:creationId xmlns:a16="http://schemas.microsoft.com/office/drawing/2014/main" id="{FA8643C0-0B88-40A0-A801-57E412AE3F3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04" name="3D Model 2903" descr="Sphere">
                              <a:extLst>
                                <a:ext uri="{FF2B5EF4-FFF2-40B4-BE49-F238E27FC236}">
                                  <a16:creationId xmlns:a16="http://schemas.microsoft.com/office/drawing/2014/main" id="{D4C6E7A3-A979-449C-87B0-F23F9E574B1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35868566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875" name="Flowchart: Connector 2874">
                        <a:extLst>
                          <a:ext uri="{FF2B5EF4-FFF2-40B4-BE49-F238E27FC236}">
                            <a16:creationId xmlns:a16="http://schemas.microsoft.com/office/drawing/2014/main" id="{E7E3A771-90BE-4E83-A4D4-C73FD223C1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6" name="Flowchart: Connector 2875">
                        <a:extLst>
                          <a:ext uri="{FF2B5EF4-FFF2-40B4-BE49-F238E27FC236}">
                            <a16:creationId xmlns:a16="http://schemas.microsoft.com/office/drawing/2014/main" id="{DD66CB7F-AED9-4E31-BDE0-67C7DA49EE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7" name="Flowchart: Connector 2876">
                        <a:extLst>
                          <a:ext uri="{FF2B5EF4-FFF2-40B4-BE49-F238E27FC236}">
                            <a16:creationId xmlns:a16="http://schemas.microsoft.com/office/drawing/2014/main" id="{29DF80AB-292E-46E0-8F6D-576116895E9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8" name="Flowchart: Connector 2877">
                        <a:extLst>
                          <a:ext uri="{FF2B5EF4-FFF2-40B4-BE49-F238E27FC236}">
                            <a16:creationId xmlns:a16="http://schemas.microsoft.com/office/drawing/2014/main" id="{B62452AC-79EC-4160-BC81-935C15FDD0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9" name="Flowchart: Connector 2878">
                        <a:extLst>
                          <a:ext uri="{FF2B5EF4-FFF2-40B4-BE49-F238E27FC236}">
                            <a16:creationId xmlns:a16="http://schemas.microsoft.com/office/drawing/2014/main" id="{9D0EE5E3-0E10-4A86-B1FB-2282C0A6D74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80" name="Flowchart: Connector 2879">
                        <a:extLst>
                          <a:ext uri="{FF2B5EF4-FFF2-40B4-BE49-F238E27FC236}">
                            <a16:creationId xmlns:a16="http://schemas.microsoft.com/office/drawing/2014/main" id="{372C20EE-B5DA-4656-8D42-99A4D92597A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81" name="Flowchart: Connector 2880">
                        <a:extLst>
                          <a:ext uri="{FF2B5EF4-FFF2-40B4-BE49-F238E27FC236}">
                            <a16:creationId xmlns:a16="http://schemas.microsoft.com/office/drawing/2014/main" id="{9DA9924B-5887-4112-A614-8084BA2450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82" name="Flowchart: Connector 2881">
                        <a:extLst>
                          <a:ext uri="{FF2B5EF4-FFF2-40B4-BE49-F238E27FC236}">
                            <a16:creationId xmlns:a16="http://schemas.microsoft.com/office/drawing/2014/main" id="{126B2B7A-2DD3-481E-8C95-E226EB9D31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3" name="3D Model 2882" descr="Sphere">
                            <a:extLst>
                              <a:ext uri="{FF2B5EF4-FFF2-40B4-BE49-F238E27FC236}">
                                <a16:creationId xmlns:a16="http://schemas.microsoft.com/office/drawing/2014/main" id="{688561AA-346F-4380-96A8-D1190C6FD77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6956963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3" name="3D Model 2882" descr="Sphere">
                            <a:extLst>
                              <a:ext uri="{FF2B5EF4-FFF2-40B4-BE49-F238E27FC236}">
                                <a16:creationId xmlns:a16="http://schemas.microsoft.com/office/drawing/2014/main" id="{688561AA-346F-4380-96A8-D1190C6FD77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3244" y="170833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4" name="Flowchart: Connector 2883">
                        <a:extLst>
                          <a:ext uri="{FF2B5EF4-FFF2-40B4-BE49-F238E27FC236}">
                            <a16:creationId xmlns:a16="http://schemas.microsoft.com/office/drawing/2014/main" id="{771349CC-D311-424E-ADAA-36F92F32D11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5" name="3D Model 2884" descr="Sphere">
                            <a:extLst>
                              <a:ext uri="{FF2B5EF4-FFF2-40B4-BE49-F238E27FC236}">
                                <a16:creationId xmlns:a16="http://schemas.microsoft.com/office/drawing/2014/main" id="{B0BE6441-7105-417C-A460-8E78DE6B37B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35053914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5" name="3D Model 2884" descr="Sphere">
                            <a:extLst>
                              <a:ext uri="{FF2B5EF4-FFF2-40B4-BE49-F238E27FC236}">
                                <a16:creationId xmlns:a16="http://schemas.microsoft.com/office/drawing/2014/main" id="{B0BE6441-7105-417C-A460-8E78DE6B37B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24372" y="171902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6" name="Flowchart: Connector 2885">
                        <a:extLst>
                          <a:ext uri="{FF2B5EF4-FFF2-40B4-BE49-F238E27FC236}">
                            <a16:creationId xmlns:a16="http://schemas.microsoft.com/office/drawing/2014/main" id="{1896CA3E-C882-4EA3-8DEC-D6B23983A2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7" name="3D Model 2886" descr="Sphere">
                            <a:extLst>
                              <a:ext uri="{FF2B5EF4-FFF2-40B4-BE49-F238E27FC236}">
                                <a16:creationId xmlns:a16="http://schemas.microsoft.com/office/drawing/2014/main" id="{69EEB0E3-D5F0-47C2-8363-AF19AB5CCD9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57596738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7" name="3D Model 2886" descr="Sphere">
                            <a:extLst>
                              <a:ext uri="{FF2B5EF4-FFF2-40B4-BE49-F238E27FC236}">
                                <a16:creationId xmlns:a16="http://schemas.microsoft.com/office/drawing/2014/main" id="{69EEB0E3-D5F0-47C2-8363-AF19AB5CCD9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65691" y="173065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8" name="Flowchart: Connector 2887">
                        <a:extLst>
                          <a:ext uri="{FF2B5EF4-FFF2-40B4-BE49-F238E27FC236}">
                            <a16:creationId xmlns:a16="http://schemas.microsoft.com/office/drawing/2014/main" id="{564E065C-EE9F-43EE-A768-558DAE434E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9" name="3D Model 2888" descr="Sphere">
                            <a:extLst>
                              <a:ext uri="{FF2B5EF4-FFF2-40B4-BE49-F238E27FC236}">
                                <a16:creationId xmlns:a16="http://schemas.microsoft.com/office/drawing/2014/main" id="{79D4874F-A563-4656-8908-36D21114ED1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942309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9" name="3D Model 2888" descr="Sphere">
                            <a:extLst>
                              <a:ext uri="{FF2B5EF4-FFF2-40B4-BE49-F238E27FC236}">
                                <a16:creationId xmlns:a16="http://schemas.microsoft.com/office/drawing/2014/main" id="{79D4874F-A563-4656-8908-36D21114ED1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212317" y="1747053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2650" name="Group 2649">
                    <a:extLst>
                      <a:ext uri="{FF2B5EF4-FFF2-40B4-BE49-F238E27FC236}">
                        <a16:creationId xmlns:a16="http://schemas.microsoft.com/office/drawing/2014/main" id="{0159D3CB-6832-4311-9773-2CAD08F8A253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867" name="Flowchart: Connector 2866">
                      <a:extLst>
                        <a:ext uri="{FF2B5EF4-FFF2-40B4-BE49-F238E27FC236}">
                          <a16:creationId xmlns:a16="http://schemas.microsoft.com/office/drawing/2014/main" id="{5BD7F81F-CE4D-4C66-8590-B364671CA8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8" name="Flowchart: Connector 2867">
                      <a:extLst>
                        <a:ext uri="{FF2B5EF4-FFF2-40B4-BE49-F238E27FC236}">
                          <a16:creationId xmlns:a16="http://schemas.microsoft.com/office/drawing/2014/main" id="{6304099B-7425-4949-A5DD-D1261BE423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9" name="Flowchart: Connector 2868">
                      <a:extLst>
                        <a:ext uri="{FF2B5EF4-FFF2-40B4-BE49-F238E27FC236}">
                          <a16:creationId xmlns:a16="http://schemas.microsoft.com/office/drawing/2014/main" id="{39E8C172-3484-4C36-81E7-262736E1BD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2651" name="Flowchart: Connector 2650">
                    <a:extLst>
                      <a:ext uri="{FF2B5EF4-FFF2-40B4-BE49-F238E27FC236}">
                        <a16:creationId xmlns:a16="http://schemas.microsoft.com/office/drawing/2014/main" id="{9D1C147B-EEF5-446E-8012-1C482B86CD8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652" name="Flowchart: Connector 2651">
                    <a:extLst>
                      <a:ext uri="{FF2B5EF4-FFF2-40B4-BE49-F238E27FC236}">
                        <a16:creationId xmlns:a16="http://schemas.microsoft.com/office/drawing/2014/main" id="{717DB866-82AE-4A69-9FD7-71FDB6E0E93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2653" name="Group 2652">
                    <a:extLst>
                      <a:ext uri="{FF2B5EF4-FFF2-40B4-BE49-F238E27FC236}">
                        <a16:creationId xmlns:a16="http://schemas.microsoft.com/office/drawing/2014/main" id="{5412862F-AED5-413D-A469-C123EEC0CEDB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2864" name="Flowchart: Connector 2863">
                      <a:extLst>
                        <a:ext uri="{FF2B5EF4-FFF2-40B4-BE49-F238E27FC236}">
                          <a16:creationId xmlns:a16="http://schemas.microsoft.com/office/drawing/2014/main" id="{906E0F79-32F1-4CE4-BACD-51D43DB16E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5" name="Flowchart: Connector 2864">
                      <a:extLst>
                        <a:ext uri="{FF2B5EF4-FFF2-40B4-BE49-F238E27FC236}">
                          <a16:creationId xmlns:a16="http://schemas.microsoft.com/office/drawing/2014/main" id="{151E714A-B8E7-429B-BFE4-11BA72A3CC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6" name="Flowchart: Connector 2865">
                      <a:extLst>
                        <a:ext uri="{FF2B5EF4-FFF2-40B4-BE49-F238E27FC236}">
                          <a16:creationId xmlns:a16="http://schemas.microsoft.com/office/drawing/2014/main" id="{8B1CB6C5-C34B-46CD-B71F-1E8961CCC4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654" name="Group 2653">
                    <a:extLst>
                      <a:ext uri="{FF2B5EF4-FFF2-40B4-BE49-F238E27FC236}">
                        <a16:creationId xmlns:a16="http://schemas.microsoft.com/office/drawing/2014/main" id="{87766CCA-123B-4E9C-8C94-506444E54F5B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2799" name="Group 2798">
                      <a:extLst>
                        <a:ext uri="{FF2B5EF4-FFF2-40B4-BE49-F238E27FC236}">
                          <a16:creationId xmlns:a16="http://schemas.microsoft.com/office/drawing/2014/main" id="{6421A61E-2852-414A-8248-9B3B9C8781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2860" name="Flowchart: Connector 2859">
                        <a:extLst>
                          <a:ext uri="{FF2B5EF4-FFF2-40B4-BE49-F238E27FC236}">
                            <a16:creationId xmlns:a16="http://schemas.microsoft.com/office/drawing/2014/main" id="{7FC62EDF-5853-40D4-A82B-08D78CA8C7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61" name="Flowchart: Connector 2860">
                        <a:extLst>
                          <a:ext uri="{FF2B5EF4-FFF2-40B4-BE49-F238E27FC236}">
                            <a16:creationId xmlns:a16="http://schemas.microsoft.com/office/drawing/2014/main" id="{CFFFDFCE-4BFB-4BFC-BB6E-3FD6EBB3EF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62" name="Flowchart: Connector 2861">
                        <a:extLst>
                          <a:ext uri="{FF2B5EF4-FFF2-40B4-BE49-F238E27FC236}">
                            <a16:creationId xmlns:a16="http://schemas.microsoft.com/office/drawing/2014/main" id="{45A5CAB8-FF72-409F-BB6C-EBA3DF6EB02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63" name="Flowchart: Connector 2862">
                        <a:extLst>
                          <a:ext uri="{FF2B5EF4-FFF2-40B4-BE49-F238E27FC236}">
                            <a16:creationId xmlns:a16="http://schemas.microsoft.com/office/drawing/2014/main" id="{0E4F380B-D403-4980-9396-A26D719397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800" name="Group 2799">
                      <a:extLst>
                        <a:ext uri="{FF2B5EF4-FFF2-40B4-BE49-F238E27FC236}">
                          <a16:creationId xmlns:a16="http://schemas.microsoft.com/office/drawing/2014/main" id="{7ADC7996-309F-40AB-952A-C340611BC4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2801" name="Group 2800">
                        <a:extLst>
                          <a:ext uri="{FF2B5EF4-FFF2-40B4-BE49-F238E27FC236}">
                            <a16:creationId xmlns:a16="http://schemas.microsoft.com/office/drawing/2014/main" id="{71D38A6F-3B1D-47E4-BA03-89024AFD511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852" name="Flowchart: Connector 2851">
                          <a:extLst>
                            <a:ext uri="{FF2B5EF4-FFF2-40B4-BE49-F238E27FC236}">
                              <a16:creationId xmlns:a16="http://schemas.microsoft.com/office/drawing/2014/main" id="{14275C75-1D79-43F1-B9DD-516F7B009F2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3" name="3D Model 2852" descr="Sphere">
                              <a:extLst>
                                <a:ext uri="{FF2B5EF4-FFF2-40B4-BE49-F238E27FC236}">
                                  <a16:creationId xmlns:a16="http://schemas.microsoft.com/office/drawing/2014/main" id="{6F18FAC1-B243-4DD9-8BF1-ACC339E11E5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9984434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4" name="Flowchart: Connector 2853">
                          <a:extLst>
                            <a:ext uri="{FF2B5EF4-FFF2-40B4-BE49-F238E27FC236}">
                              <a16:creationId xmlns:a16="http://schemas.microsoft.com/office/drawing/2014/main" id="{A485A258-13C2-4E0E-8638-120456973A6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5" name="3D Model 2854" descr="Sphere">
                              <a:extLst>
                                <a:ext uri="{FF2B5EF4-FFF2-40B4-BE49-F238E27FC236}">
                                  <a16:creationId xmlns:a16="http://schemas.microsoft.com/office/drawing/2014/main" id="{4E4CC399-E097-4DA7-ABED-0418003CEF6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6903209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6" name="Flowchart: Connector 2855">
                          <a:extLst>
                            <a:ext uri="{FF2B5EF4-FFF2-40B4-BE49-F238E27FC236}">
                              <a16:creationId xmlns:a16="http://schemas.microsoft.com/office/drawing/2014/main" id="{A0422852-2C01-47D6-9151-4891671F88C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7" name="3D Model 2856" descr="Sphere">
                              <a:extLst>
                                <a:ext uri="{FF2B5EF4-FFF2-40B4-BE49-F238E27FC236}">
                                  <a16:creationId xmlns:a16="http://schemas.microsoft.com/office/drawing/2014/main" id="{7BB7C13F-EE7F-47CF-B311-A70A0E78A84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8570164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8" name="Flowchart: Connector 2857">
                          <a:extLst>
                            <a:ext uri="{FF2B5EF4-FFF2-40B4-BE49-F238E27FC236}">
                              <a16:creationId xmlns:a16="http://schemas.microsoft.com/office/drawing/2014/main" id="{F5FA6EB8-AC3F-4D31-BA24-B660143E70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9" name="3D Model 2858" descr="Sphere">
                              <a:extLst>
                                <a:ext uri="{FF2B5EF4-FFF2-40B4-BE49-F238E27FC236}">
                                  <a16:creationId xmlns:a16="http://schemas.microsoft.com/office/drawing/2014/main" id="{3BED1C43-DE4B-4765-B8B7-69FDE34BF42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4094116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02" name="Group 2801">
                        <a:extLst>
                          <a:ext uri="{FF2B5EF4-FFF2-40B4-BE49-F238E27FC236}">
                            <a16:creationId xmlns:a16="http://schemas.microsoft.com/office/drawing/2014/main" id="{964E4B96-C172-47ED-8305-1B6D5E4D4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836" name="Flowchart: Connector 2835">
                          <a:extLst>
                            <a:ext uri="{FF2B5EF4-FFF2-40B4-BE49-F238E27FC236}">
                              <a16:creationId xmlns:a16="http://schemas.microsoft.com/office/drawing/2014/main" id="{93AFD091-C762-4C11-B419-02A460BDDAF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37" name="Flowchart: Connector 2836">
                          <a:extLst>
                            <a:ext uri="{FF2B5EF4-FFF2-40B4-BE49-F238E27FC236}">
                              <a16:creationId xmlns:a16="http://schemas.microsoft.com/office/drawing/2014/main" id="{FFA96D1C-3738-4534-97B1-632146373AD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38" name="Flowchart: Connector 2837">
                          <a:extLst>
                            <a:ext uri="{FF2B5EF4-FFF2-40B4-BE49-F238E27FC236}">
                              <a16:creationId xmlns:a16="http://schemas.microsoft.com/office/drawing/2014/main" id="{7FADEB1F-1038-46BD-9B43-08235EEEDAC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39" name="Flowchart: Connector 2838">
                          <a:extLst>
                            <a:ext uri="{FF2B5EF4-FFF2-40B4-BE49-F238E27FC236}">
                              <a16:creationId xmlns:a16="http://schemas.microsoft.com/office/drawing/2014/main" id="{65D97583-A2F4-4542-B4F3-2851A43BE8D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0" name="Flowchart: Connector 2839">
                          <a:extLst>
                            <a:ext uri="{FF2B5EF4-FFF2-40B4-BE49-F238E27FC236}">
                              <a16:creationId xmlns:a16="http://schemas.microsoft.com/office/drawing/2014/main" id="{DC3FF744-A8DF-4576-9EE0-5648813FE45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1" name="Flowchart: Connector 2840">
                          <a:extLst>
                            <a:ext uri="{FF2B5EF4-FFF2-40B4-BE49-F238E27FC236}">
                              <a16:creationId xmlns:a16="http://schemas.microsoft.com/office/drawing/2014/main" id="{88E685E0-E20C-480D-AFA2-E9CF374D5CB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2" name="Flowchart: Connector 2841">
                          <a:extLst>
                            <a:ext uri="{FF2B5EF4-FFF2-40B4-BE49-F238E27FC236}">
                              <a16:creationId xmlns:a16="http://schemas.microsoft.com/office/drawing/2014/main" id="{BF625A65-6C18-4287-9ADF-D1686343FB3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3" name="Flowchart: Connector 2842">
                          <a:extLst>
                            <a:ext uri="{FF2B5EF4-FFF2-40B4-BE49-F238E27FC236}">
                              <a16:creationId xmlns:a16="http://schemas.microsoft.com/office/drawing/2014/main" id="{B970E984-FDD8-488D-B95B-14556D1937B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4" name="Flowchart: Connector 2843">
                          <a:extLst>
                            <a:ext uri="{FF2B5EF4-FFF2-40B4-BE49-F238E27FC236}">
                              <a16:creationId xmlns:a16="http://schemas.microsoft.com/office/drawing/2014/main" id="{6545100A-2443-4591-A1B6-26CE388632B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45" name="3D Model 2844" descr="Sphere">
                              <a:extLst>
                                <a:ext uri="{FF2B5EF4-FFF2-40B4-BE49-F238E27FC236}">
                                  <a16:creationId xmlns:a16="http://schemas.microsoft.com/office/drawing/2014/main" id="{DD058990-AE1F-4E8F-9060-BCA11688F2C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44111901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46" name="Flowchart: Connector 2845">
                          <a:extLst>
                            <a:ext uri="{FF2B5EF4-FFF2-40B4-BE49-F238E27FC236}">
                              <a16:creationId xmlns:a16="http://schemas.microsoft.com/office/drawing/2014/main" id="{55E522B8-81AA-4BCA-AE99-EE25365C83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47" name="3D Model 2846" descr="Sphere">
                              <a:extLst>
                                <a:ext uri="{FF2B5EF4-FFF2-40B4-BE49-F238E27FC236}">
                                  <a16:creationId xmlns:a16="http://schemas.microsoft.com/office/drawing/2014/main" id="{42083C97-FE8D-4095-9C8F-61CC608D70F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4621774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48" name="Flowchart: Connector 2847">
                          <a:extLst>
                            <a:ext uri="{FF2B5EF4-FFF2-40B4-BE49-F238E27FC236}">
                              <a16:creationId xmlns:a16="http://schemas.microsoft.com/office/drawing/2014/main" id="{BE8F5612-5959-48BD-B0A6-C40AC38461E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49" name="3D Model 2848" descr="Sphere">
                              <a:extLst>
                                <a:ext uri="{FF2B5EF4-FFF2-40B4-BE49-F238E27FC236}">
                                  <a16:creationId xmlns:a16="http://schemas.microsoft.com/office/drawing/2014/main" id="{E7670F97-5622-44D7-A7F2-4C9046A40BD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2476328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0" name="Flowchart: Connector 2849">
                          <a:extLst>
                            <a:ext uri="{FF2B5EF4-FFF2-40B4-BE49-F238E27FC236}">
                              <a16:creationId xmlns:a16="http://schemas.microsoft.com/office/drawing/2014/main" id="{7037EE9D-D56B-4E71-9255-A53C314049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1" name="3D Model 2850" descr="Sphere">
                              <a:extLst>
                                <a:ext uri="{FF2B5EF4-FFF2-40B4-BE49-F238E27FC236}">
                                  <a16:creationId xmlns:a16="http://schemas.microsoft.com/office/drawing/2014/main" id="{EE31D523-00DD-4BAF-B777-1E4CD0872DE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5290652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03" name="Group 2802">
                        <a:extLst>
                          <a:ext uri="{FF2B5EF4-FFF2-40B4-BE49-F238E27FC236}">
                            <a16:creationId xmlns:a16="http://schemas.microsoft.com/office/drawing/2014/main" id="{A14FBB3E-B7AB-4724-9013-DD15311B33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820" name="Flowchart: Connector 2819">
                          <a:extLst>
                            <a:ext uri="{FF2B5EF4-FFF2-40B4-BE49-F238E27FC236}">
                              <a16:creationId xmlns:a16="http://schemas.microsoft.com/office/drawing/2014/main" id="{DB132A0A-7C89-47C7-8967-E5B8BB8999C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1" name="Flowchart: Connector 2820">
                          <a:extLst>
                            <a:ext uri="{FF2B5EF4-FFF2-40B4-BE49-F238E27FC236}">
                              <a16:creationId xmlns:a16="http://schemas.microsoft.com/office/drawing/2014/main" id="{1D48AA4C-BF8B-4751-A0BB-8964A4E14CD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2" name="Flowchart: Connector 2821">
                          <a:extLst>
                            <a:ext uri="{FF2B5EF4-FFF2-40B4-BE49-F238E27FC236}">
                              <a16:creationId xmlns:a16="http://schemas.microsoft.com/office/drawing/2014/main" id="{BEEB6A8E-92FF-4B2F-B6D6-64A49F63D3E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3" name="Flowchart: Connector 2822">
                          <a:extLst>
                            <a:ext uri="{FF2B5EF4-FFF2-40B4-BE49-F238E27FC236}">
                              <a16:creationId xmlns:a16="http://schemas.microsoft.com/office/drawing/2014/main" id="{0A89DD0C-A218-4DA2-96ED-781E42E3E35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4" name="Flowchart: Connector 2823">
                          <a:extLst>
                            <a:ext uri="{FF2B5EF4-FFF2-40B4-BE49-F238E27FC236}">
                              <a16:creationId xmlns:a16="http://schemas.microsoft.com/office/drawing/2014/main" id="{9210542A-78AF-427C-9D7D-440DC63185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5" name="Flowchart: Connector 2824">
                          <a:extLst>
                            <a:ext uri="{FF2B5EF4-FFF2-40B4-BE49-F238E27FC236}">
                              <a16:creationId xmlns:a16="http://schemas.microsoft.com/office/drawing/2014/main" id="{71575C44-2AE0-41A4-965F-B5FE1FC59C0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6" name="Flowchart: Connector 2825">
                          <a:extLst>
                            <a:ext uri="{FF2B5EF4-FFF2-40B4-BE49-F238E27FC236}">
                              <a16:creationId xmlns:a16="http://schemas.microsoft.com/office/drawing/2014/main" id="{C1AC52A6-A24E-4CF6-8372-E861FED1DCA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7" name="Flowchart: Connector 2826">
                          <a:extLst>
                            <a:ext uri="{FF2B5EF4-FFF2-40B4-BE49-F238E27FC236}">
                              <a16:creationId xmlns:a16="http://schemas.microsoft.com/office/drawing/2014/main" id="{9C179346-6E13-4773-9458-2602423A871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8" name="Flowchart: Connector 2827">
                          <a:extLst>
                            <a:ext uri="{FF2B5EF4-FFF2-40B4-BE49-F238E27FC236}">
                              <a16:creationId xmlns:a16="http://schemas.microsoft.com/office/drawing/2014/main" id="{32A033E0-AFE9-46A9-847D-E54D1AC4F5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29" name="3D Model 2828" descr="Sphere">
                              <a:extLst>
                                <a:ext uri="{FF2B5EF4-FFF2-40B4-BE49-F238E27FC236}">
                                  <a16:creationId xmlns:a16="http://schemas.microsoft.com/office/drawing/2014/main" id="{BBD35623-D1B8-42C7-88AB-41B20182212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9241954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30" name="Flowchart: Connector 2829">
                          <a:extLst>
                            <a:ext uri="{FF2B5EF4-FFF2-40B4-BE49-F238E27FC236}">
                              <a16:creationId xmlns:a16="http://schemas.microsoft.com/office/drawing/2014/main" id="{87013074-937F-4326-A359-2D8592D1057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31" name="3D Model 2830" descr="Sphere">
                              <a:extLst>
                                <a:ext uri="{FF2B5EF4-FFF2-40B4-BE49-F238E27FC236}">
                                  <a16:creationId xmlns:a16="http://schemas.microsoft.com/office/drawing/2014/main" id="{58F85463-FDE6-4A2E-9477-66DC2A80EDF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9143362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32" name="Flowchart: Connector 2831">
                          <a:extLst>
                            <a:ext uri="{FF2B5EF4-FFF2-40B4-BE49-F238E27FC236}">
                              <a16:creationId xmlns:a16="http://schemas.microsoft.com/office/drawing/2014/main" id="{18DF9C3A-181A-4D0E-BBD0-02692700FE4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33" name="3D Model 2832" descr="Sphere">
                              <a:extLst>
                                <a:ext uri="{FF2B5EF4-FFF2-40B4-BE49-F238E27FC236}">
                                  <a16:creationId xmlns:a16="http://schemas.microsoft.com/office/drawing/2014/main" id="{4AF1290D-79FC-4F3C-8E04-D8D1171CBC6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6899025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34" name="Flowchart: Connector 2833">
                          <a:extLst>
                            <a:ext uri="{FF2B5EF4-FFF2-40B4-BE49-F238E27FC236}">
                              <a16:creationId xmlns:a16="http://schemas.microsoft.com/office/drawing/2014/main" id="{ED39A416-BD64-4247-B96F-6AB14A79F4C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35" name="3D Model 2834" descr="Sphere">
                              <a:extLst>
                                <a:ext uri="{FF2B5EF4-FFF2-40B4-BE49-F238E27FC236}">
                                  <a16:creationId xmlns:a16="http://schemas.microsoft.com/office/drawing/2014/main" id="{83B5EF8E-FCDF-466F-A1CD-8849CE4EF1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3049900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804" name="Flowchart: Connector 2803">
                        <a:extLst>
                          <a:ext uri="{FF2B5EF4-FFF2-40B4-BE49-F238E27FC236}">
                            <a16:creationId xmlns:a16="http://schemas.microsoft.com/office/drawing/2014/main" id="{2EBFC36E-B006-4352-98C7-4C8C522FB6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5" name="Flowchart: Connector 2804">
                        <a:extLst>
                          <a:ext uri="{FF2B5EF4-FFF2-40B4-BE49-F238E27FC236}">
                            <a16:creationId xmlns:a16="http://schemas.microsoft.com/office/drawing/2014/main" id="{1EDAC589-E0F4-42FE-8A53-470336E58C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6" name="Flowchart: Connector 2805">
                        <a:extLst>
                          <a:ext uri="{FF2B5EF4-FFF2-40B4-BE49-F238E27FC236}">
                            <a16:creationId xmlns:a16="http://schemas.microsoft.com/office/drawing/2014/main" id="{244BAE19-79F3-411B-9426-E106D6E4F3E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7" name="Flowchart: Connector 2806">
                        <a:extLst>
                          <a:ext uri="{FF2B5EF4-FFF2-40B4-BE49-F238E27FC236}">
                            <a16:creationId xmlns:a16="http://schemas.microsoft.com/office/drawing/2014/main" id="{E2A2B064-E14E-427F-8FD5-2443D03E77A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8" name="Flowchart: Connector 2807">
                        <a:extLst>
                          <a:ext uri="{FF2B5EF4-FFF2-40B4-BE49-F238E27FC236}">
                            <a16:creationId xmlns:a16="http://schemas.microsoft.com/office/drawing/2014/main" id="{2699C965-FEFF-4AC4-AFF4-7D30748F64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9" name="Flowchart: Connector 2808">
                        <a:extLst>
                          <a:ext uri="{FF2B5EF4-FFF2-40B4-BE49-F238E27FC236}">
                            <a16:creationId xmlns:a16="http://schemas.microsoft.com/office/drawing/2014/main" id="{5BD758C4-D0B8-4FAC-B11F-FB285AE37E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10" name="Flowchart: Connector 2809">
                        <a:extLst>
                          <a:ext uri="{FF2B5EF4-FFF2-40B4-BE49-F238E27FC236}">
                            <a16:creationId xmlns:a16="http://schemas.microsoft.com/office/drawing/2014/main" id="{D10F841F-73C2-4600-910E-C90286F9F71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11" name="Flowchart: Connector 2810">
                        <a:extLst>
                          <a:ext uri="{FF2B5EF4-FFF2-40B4-BE49-F238E27FC236}">
                            <a16:creationId xmlns:a16="http://schemas.microsoft.com/office/drawing/2014/main" id="{C4AA9BD7-D26D-4265-85AC-8E8FEDEE799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12" name="Flowchart: Connector 2811">
                        <a:extLst>
                          <a:ext uri="{FF2B5EF4-FFF2-40B4-BE49-F238E27FC236}">
                            <a16:creationId xmlns:a16="http://schemas.microsoft.com/office/drawing/2014/main" id="{697E46D3-22BE-45B7-9C5C-9720663D58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3" name="3D Model 2812" descr="Sphere">
                            <a:extLst>
                              <a:ext uri="{FF2B5EF4-FFF2-40B4-BE49-F238E27FC236}">
                                <a16:creationId xmlns:a16="http://schemas.microsoft.com/office/drawing/2014/main" id="{FD5C70F3-8E22-491B-9720-FF6B5873701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77201825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3" name="3D Model 2812" descr="Sphere">
                            <a:extLst>
                              <a:ext uri="{FF2B5EF4-FFF2-40B4-BE49-F238E27FC236}">
                                <a16:creationId xmlns:a16="http://schemas.microsoft.com/office/drawing/2014/main" id="{FD5C70F3-8E22-491B-9720-FF6B5873701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43211" y="172821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4" name="Flowchart: Connector 2813">
                        <a:extLst>
                          <a:ext uri="{FF2B5EF4-FFF2-40B4-BE49-F238E27FC236}">
                            <a16:creationId xmlns:a16="http://schemas.microsoft.com/office/drawing/2014/main" id="{55D4A420-1E45-424E-918F-84591175A7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5" name="3D Model 2814" descr="Sphere">
                            <a:extLst>
                              <a:ext uri="{FF2B5EF4-FFF2-40B4-BE49-F238E27FC236}">
                                <a16:creationId xmlns:a16="http://schemas.microsoft.com/office/drawing/2014/main" id="{30256520-ED3E-4001-9690-AC3690A25F2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85781579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5" name="3D Model 2814" descr="Sphere">
                            <a:extLst>
                              <a:ext uri="{FF2B5EF4-FFF2-40B4-BE49-F238E27FC236}">
                                <a16:creationId xmlns:a16="http://schemas.microsoft.com/office/drawing/2014/main" id="{30256520-ED3E-4001-9690-AC3690A25F2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5035" y="174290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6" name="Flowchart: Connector 2815">
                        <a:extLst>
                          <a:ext uri="{FF2B5EF4-FFF2-40B4-BE49-F238E27FC236}">
                            <a16:creationId xmlns:a16="http://schemas.microsoft.com/office/drawing/2014/main" id="{498B2CBF-F401-4FB5-B19F-E53684CC33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7" name="3D Model 2816" descr="Sphere">
                            <a:extLst>
                              <a:ext uri="{FF2B5EF4-FFF2-40B4-BE49-F238E27FC236}">
                                <a16:creationId xmlns:a16="http://schemas.microsoft.com/office/drawing/2014/main" id="{6C47FC23-544E-4ABC-91EA-4175E53A36D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9159643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7" name="3D Model 2816" descr="Sphere">
                            <a:extLst>
                              <a:ext uri="{FF2B5EF4-FFF2-40B4-BE49-F238E27FC236}">
                                <a16:creationId xmlns:a16="http://schemas.microsoft.com/office/drawing/2014/main" id="{6C47FC23-544E-4ABC-91EA-4175E53A36D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29807" y="175392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8" name="Flowchart: Connector 2817">
                        <a:extLst>
                          <a:ext uri="{FF2B5EF4-FFF2-40B4-BE49-F238E27FC236}">
                            <a16:creationId xmlns:a16="http://schemas.microsoft.com/office/drawing/2014/main" id="{DDF6C172-1D95-4358-A3CA-9CA1C93211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9" name="3D Model 2818" descr="Sphere">
                            <a:extLst>
                              <a:ext uri="{FF2B5EF4-FFF2-40B4-BE49-F238E27FC236}">
                                <a16:creationId xmlns:a16="http://schemas.microsoft.com/office/drawing/2014/main" id="{44D84E2F-64F1-4BBA-B251-A8CD9F54FE7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6321307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9" name="3D Model 2818" descr="Sphere">
                            <a:extLst>
                              <a:ext uri="{FF2B5EF4-FFF2-40B4-BE49-F238E27FC236}">
                                <a16:creationId xmlns:a16="http://schemas.microsoft.com/office/drawing/2014/main" id="{44D84E2F-64F1-4BBA-B251-A8CD9F54FE7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174131" y="1770938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2655" name="Group 2654">
                    <a:extLst>
                      <a:ext uri="{FF2B5EF4-FFF2-40B4-BE49-F238E27FC236}">
                        <a16:creationId xmlns:a16="http://schemas.microsoft.com/office/drawing/2014/main" id="{0F614645-4755-4343-9629-AB26F275A451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796" name="Flowchart: Connector 2795">
                      <a:extLst>
                        <a:ext uri="{FF2B5EF4-FFF2-40B4-BE49-F238E27FC236}">
                          <a16:creationId xmlns:a16="http://schemas.microsoft.com/office/drawing/2014/main" id="{8C7C6094-9B18-4890-84E0-E077FB16C7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7" name="Flowchart: Connector 2796">
                      <a:extLst>
                        <a:ext uri="{FF2B5EF4-FFF2-40B4-BE49-F238E27FC236}">
                          <a16:creationId xmlns:a16="http://schemas.microsoft.com/office/drawing/2014/main" id="{8344AB6D-174D-490F-9EB1-93ADDB2807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8" name="Flowchart: Connector 2797">
                      <a:extLst>
                        <a:ext uri="{FF2B5EF4-FFF2-40B4-BE49-F238E27FC236}">
                          <a16:creationId xmlns:a16="http://schemas.microsoft.com/office/drawing/2014/main" id="{B73E9990-2139-44D4-B72A-B0A2FCA3FE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2656" name="Flowchart: Connector 2655">
                    <a:extLst>
                      <a:ext uri="{FF2B5EF4-FFF2-40B4-BE49-F238E27FC236}">
                        <a16:creationId xmlns:a16="http://schemas.microsoft.com/office/drawing/2014/main" id="{051A0472-9701-4C38-B29E-8F37937AC52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657" name="Flowchart: Connector 2656">
                    <a:extLst>
                      <a:ext uri="{FF2B5EF4-FFF2-40B4-BE49-F238E27FC236}">
                        <a16:creationId xmlns:a16="http://schemas.microsoft.com/office/drawing/2014/main" id="{115C5CBD-7DF4-45D6-90F0-B4C409FCA03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2658" name="Group 2657">
                    <a:extLst>
                      <a:ext uri="{FF2B5EF4-FFF2-40B4-BE49-F238E27FC236}">
                        <a16:creationId xmlns:a16="http://schemas.microsoft.com/office/drawing/2014/main" id="{4F793068-94F9-400F-B6EF-123AD16E68D0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2793" name="Flowchart: Connector 2792">
                      <a:extLst>
                        <a:ext uri="{FF2B5EF4-FFF2-40B4-BE49-F238E27FC236}">
                          <a16:creationId xmlns:a16="http://schemas.microsoft.com/office/drawing/2014/main" id="{1F44DD12-1F83-4DAE-9494-73A5306304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4" name="Flowchart: Connector 2793">
                      <a:extLst>
                        <a:ext uri="{FF2B5EF4-FFF2-40B4-BE49-F238E27FC236}">
                          <a16:creationId xmlns:a16="http://schemas.microsoft.com/office/drawing/2014/main" id="{50356D93-C65B-446A-AF06-FC0E5A5F12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5" name="Flowchart: Connector 2794">
                      <a:extLst>
                        <a:ext uri="{FF2B5EF4-FFF2-40B4-BE49-F238E27FC236}">
                          <a16:creationId xmlns:a16="http://schemas.microsoft.com/office/drawing/2014/main" id="{58E10464-2E40-4597-9BB8-2D411C7794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659" name="Group 2658">
                    <a:extLst>
                      <a:ext uri="{FF2B5EF4-FFF2-40B4-BE49-F238E27FC236}">
                        <a16:creationId xmlns:a16="http://schemas.microsoft.com/office/drawing/2014/main" id="{B526C215-C5A0-41A8-B31B-F2D031FBB5CA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2728" name="Group 2727">
                      <a:extLst>
                        <a:ext uri="{FF2B5EF4-FFF2-40B4-BE49-F238E27FC236}">
                          <a16:creationId xmlns:a16="http://schemas.microsoft.com/office/drawing/2014/main" id="{6C2698C4-FCED-4376-804F-9BBB823BEA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2789" name="Flowchart: Connector 2788">
                        <a:extLst>
                          <a:ext uri="{FF2B5EF4-FFF2-40B4-BE49-F238E27FC236}">
                            <a16:creationId xmlns:a16="http://schemas.microsoft.com/office/drawing/2014/main" id="{C876D3BA-1E3D-4B37-84C6-42FF83DB8A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90" name="Flowchart: Connector 2789">
                        <a:extLst>
                          <a:ext uri="{FF2B5EF4-FFF2-40B4-BE49-F238E27FC236}">
                            <a16:creationId xmlns:a16="http://schemas.microsoft.com/office/drawing/2014/main" id="{A3635779-919D-46BF-8596-434D8BFB68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91" name="Flowchart: Connector 2790">
                        <a:extLst>
                          <a:ext uri="{FF2B5EF4-FFF2-40B4-BE49-F238E27FC236}">
                            <a16:creationId xmlns:a16="http://schemas.microsoft.com/office/drawing/2014/main" id="{AC7A714A-7E0F-40A1-92FC-F44E1E0ED3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92" name="Flowchart: Connector 2791">
                        <a:extLst>
                          <a:ext uri="{FF2B5EF4-FFF2-40B4-BE49-F238E27FC236}">
                            <a16:creationId xmlns:a16="http://schemas.microsoft.com/office/drawing/2014/main" id="{FC088EA8-C43E-4DF0-8359-767B84E60A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729" name="Group 2728">
                      <a:extLst>
                        <a:ext uri="{FF2B5EF4-FFF2-40B4-BE49-F238E27FC236}">
                          <a16:creationId xmlns:a16="http://schemas.microsoft.com/office/drawing/2014/main" id="{51F4FEEF-0127-48DA-AE89-0752D11BC3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2730" name="Group 2729">
                        <a:extLst>
                          <a:ext uri="{FF2B5EF4-FFF2-40B4-BE49-F238E27FC236}">
                            <a16:creationId xmlns:a16="http://schemas.microsoft.com/office/drawing/2014/main" id="{2F5621EB-4C87-43E3-837A-8C34B78ABC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781" name="Flowchart: Connector 2780">
                          <a:extLst>
                            <a:ext uri="{FF2B5EF4-FFF2-40B4-BE49-F238E27FC236}">
                              <a16:creationId xmlns:a16="http://schemas.microsoft.com/office/drawing/2014/main" id="{101B9DF4-81DD-4C54-9158-6A593789367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2" name="3D Model 2781" descr="Sphere">
                              <a:extLst>
                                <a:ext uri="{FF2B5EF4-FFF2-40B4-BE49-F238E27FC236}">
                                  <a16:creationId xmlns:a16="http://schemas.microsoft.com/office/drawing/2014/main" id="{F319B81E-8BE9-442D-AA3B-0B41FFC08E2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6639160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83" name="Flowchart: Connector 2782">
                          <a:extLst>
                            <a:ext uri="{FF2B5EF4-FFF2-40B4-BE49-F238E27FC236}">
                              <a16:creationId xmlns:a16="http://schemas.microsoft.com/office/drawing/2014/main" id="{42AB85CB-9065-4981-B069-1EE457F71E2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4" name="3D Model 2783" descr="Sphere">
                              <a:extLst>
                                <a:ext uri="{FF2B5EF4-FFF2-40B4-BE49-F238E27FC236}">
                                  <a16:creationId xmlns:a16="http://schemas.microsoft.com/office/drawing/2014/main" id="{00730CC9-39C6-44BB-9095-409C78B328E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9546422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85" name="Flowchart: Connector 2784">
                          <a:extLst>
                            <a:ext uri="{FF2B5EF4-FFF2-40B4-BE49-F238E27FC236}">
                              <a16:creationId xmlns:a16="http://schemas.microsoft.com/office/drawing/2014/main" id="{4BD7A1D5-DF9B-4099-AB20-E2F63A9237C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6" name="3D Model 2785" descr="Sphere">
                              <a:extLst>
                                <a:ext uri="{FF2B5EF4-FFF2-40B4-BE49-F238E27FC236}">
                                  <a16:creationId xmlns:a16="http://schemas.microsoft.com/office/drawing/2014/main" id="{349E524C-77DA-4CA3-874B-35EA2D2D4E7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0725680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87" name="Flowchart: Connector 2786">
                          <a:extLst>
                            <a:ext uri="{FF2B5EF4-FFF2-40B4-BE49-F238E27FC236}">
                              <a16:creationId xmlns:a16="http://schemas.microsoft.com/office/drawing/2014/main" id="{B3F06C2C-3A6C-488E-9E93-3D63F2EC455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8" name="3D Model 2787" descr="Sphere">
                              <a:extLst>
                                <a:ext uri="{FF2B5EF4-FFF2-40B4-BE49-F238E27FC236}">
                                  <a16:creationId xmlns:a16="http://schemas.microsoft.com/office/drawing/2014/main" id="{A8095241-C08E-41E8-B8D0-240F9F0794A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986814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731" name="Group 2730">
                        <a:extLst>
                          <a:ext uri="{FF2B5EF4-FFF2-40B4-BE49-F238E27FC236}">
                            <a16:creationId xmlns:a16="http://schemas.microsoft.com/office/drawing/2014/main" id="{87FC1BC6-9C58-4ED8-9138-54D052B5571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765" name="Flowchart: Connector 2764">
                          <a:extLst>
                            <a:ext uri="{FF2B5EF4-FFF2-40B4-BE49-F238E27FC236}">
                              <a16:creationId xmlns:a16="http://schemas.microsoft.com/office/drawing/2014/main" id="{F2BED55A-09F9-42BB-872C-31AD5C2F77D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6" name="Flowchart: Connector 2765">
                          <a:extLst>
                            <a:ext uri="{FF2B5EF4-FFF2-40B4-BE49-F238E27FC236}">
                              <a16:creationId xmlns:a16="http://schemas.microsoft.com/office/drawing/2014/main" id="{1C140879-1988-4A30-9182-FCE88B255A5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7" name="Flowchart: Connector 2766">
                          <a:extLst>
                            <a:ext uri="{FF2B5EF4-FFF2-40B4-BE49-F238E27FC236}">
                              <a16:creationId xmlns:a16="http://schemas.microsoft.com/office/drawing/2014/main" id="{1F1557FB-249E-4E90-970B-F6BE733C971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8" name="Flowchart: Connector 2767">
                          <a:extLst>
                            <a:ext uri="{FF2B5EF4-FFF2-40B4-BE49-F238E27FC236}">
                              <a16:creationId xmlns:a16="http://schemas.microsoft.com/office/drawing/2014/main" id="{368C64E2-7401-4B5B-987A-17935ABD74E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9" name="Flowchart: Connector 2768">
                          <a:extLst>
                            <a:ext uri="{FF2B5EF4-FFF2-40B4-BE49-F238E27FC236}">
                              <a16:creationId xmlns:a16="http://schemas.microsoft.com/office/drawing/2014/main" id="{C08E13A8-E8CC-4215-A850-A83EF0053BF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0" name="Flowchart: Connector 2769">
                          <a:extLst>
                            <a:ext uri="{FF2B5EF4-FFF2-40B4-BE49-F238E27FC236}">
                              <a16:creationId xmlns:a16="http://schemas.microsoft.com/office/drawing/2014/main" id="{8D61E144-01D2-4052-A8DC-5A755FB2653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1" name="Flowchart: Connector 2770">
                          <a:extLst>
                            <a:ext uri="{FF2B5EF4-FFF2-40B4-BE49-F238E27FC236}">
                              <a16:creationId xmlns:a16="http://schemas.microsoft.com/office/drawing/2014/main" id="{E555D5BA-619C-4180-B39E-74A26A2CA6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2" name="Flowchart: Connector 2771">
                          <a:extLst>
                            <a:ext uri="{FF2B5EF4-FFF2-40B4-BE49-F238E27FC236}">
                              <a16:creationId xmlns:a16="http://schemas.microsoft.com/office/drawing/2014/main" id="{9AC06467-4532-40E9-92BD-1E07F7846AB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3" name="Flowchart: Connector 2772">
                          <a:extLst>
                            <a:ext uri="{FF2B5EF4-FFF2-40B4-BE49-F238E27FC236}">
                              <a16:creationId xmlns:a16="http://schemas.microsoft.com/office/drawing/2014/main" id="{8FC486EF-9925-4F6B-8AA5-18744D54477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74" name="3D Model 2773" descr="Sphere">
                              <a:extLst>
                                <a:ext uri="{FF2B5EF4-FFF2-40B4-BE49-F238E27FC236}">
                                  <a16:creationId xmlns:a16="http://schemas.microsoft.com/office/drawing/2014/main" id="{CD34B83D-492F-4C12-8016-D904D10F497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789663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75" name="Flowchart: Connector 2774">
                          <a:extLst>
                            <a:ext uri="{FF2B5EF4-FFF2-40B4-BE49-F238E27FC236}">
                              <a16:creationId xmlns:a16="http://schemas.microsoft.com/office/drawing/2014/main" id="{0AA21FAA-8031-47AF-8FAB-8D405501815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76" name="3D Model 2775" descr="Sphere">
                              <a:extLst>
                                <a:ext uri="{FF2B5EF4-FFF2-40B4-BE49-F238E27FC236}">
                                  <a16:creationId xmlns:a16="http://schemas.microsoft.com/office/drawing/2014/main" id="{A05E7FBE-436D-4F1A-BFA0-EDF32CEA1CA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5897004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77" name="Flowchart: Connector 2776">
                          <a:extLst>
                            <a:ext uri="{FF2B5EF4-FFF2-40B4-BE49-F238E27FC236}">
                              <a16:creationId xmlns:a16="http://schemas.microsoft.com/office/drawing/2014/main" id="{30E15DD3-AB41-445F-BD63-CBC6BCD6840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78" name="3D Model 2777" descr="Sphere">
                              <a:extLst>
                                <a:ext uri="{FF2B5EF4-FFF2-40B4-BE49-F238E27FC236}">
                                  <a16:creationId xmlns:a16="http://schemas.microsoft.com/office/drawing/2014/main" id="{7144F009-2B1E-4A80-8EDA-3F5291FEF93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597509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79" name="Flowchart: Connector 2778">
                          <a:extLst>
                            <a:ext uri="{FF2B5EF4-FFF2-40B4-BE49-F238E27FC236}">
                              <a16:creationId xmlns:a16="http://schemas.microsoft.com/office/drawing/2014/main" id="{173F7833-7A55-4424-A57D-33284B751E8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0" name="3D Model 2779" descr="Sphere">
                              <a:extLst>
                                <a:ext uri="{FF2B5EF4-FFF2-40B4-BE49-F238E27FC236}">
                                  <a16:creationId xmlns:a16="http://schemas.microsoft.com/office/drawing/2014/main" id="{E09BF47E-E2F3-4FD0-BFDA-E4A4B6A153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1967349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732" name="Group 2731">
                        <a:extLst>
                          <a:ext uri="{FF2B5EF4-FFF2-40B4-BE49-F238E27FC236}">
                            <a16:creationId xmlns:a16="http://schemas.microsoft.com/office/drawing/2014/main" id="{627A4EA4-2C5B-46AE-BB5E-BD0EE7C2C98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749" name="Flowchart: Connector 2748">
                          <a:extLst>
                            <a:ext uri="{FF2B5EF4-FFF2-40B4-BE49-F238E27FC236}">
                              <a16:creationId xmlns:a16="http://schemas.microsoft.com/office/drawing/2014/main" id="{5718A1AE-440B-4E03-8137-6436B9C251C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0" name="Flowchart: Connector 2749">
                          <a:extLst>
                            <a:ext uri="{FF2B5EF4-FFF2-40B4-BE49-F238E27FC236}">
                              <a16:creationId xmlns:a16="http://schemas.microsoft.com/office/drawing/2014/main" id="{9240043A-38CF-45F7-8E1F-E5E36F146F3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1" name="Flowchart: Connector 2750">
                          <a:extLst>
                            <a:ext uri="{FF2B5EF4-FFF2-40B4-BE49-F238E27FC236}">
                              <a16:creationId xmlns:a16="http://schemas.microsoft.com/office/drawing/2014/main" id="{FD9ECF9D-793B-44F5-9E0B-517FD291CD3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2" name="Flowchart: Connector 2751">
                          <a:extLst>
                            <a:ext uri="{FF2B5EF4-FFF2-40B4-BE49-F238E27FC236}">
                              <a16:creationId xmlns:a16="http://schemas.microsoft.com/office/drawing/2014/main" id="{64482407-B3D6-490F-B31B-BEF3BA15D13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3" name="Flowchart: Connector 2752">
                          <a:extLst>
                            <a:ext uri="{FF2B5EF4-FFF2-40B4-BE49-F238E27FC236}">
                              <a16:creationId xmlns:a16="http://schemas.microsoft.com/office/drawing/2014/main" id="{B752DDC5-4CF4-4306-84C3-DA08745EAF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4" name="Flowchart: Connector 2753">
                          <a:extLst>
                            <a:ext uri="{FF2B5EF4-FFF2-40B4-BE49-F238E27FC236}">
                              <a16:creationId xmlns:a16="http://schemas.microsoft.com/office/drawing/2014/main" id="{EC5823C4-3ACE-48C6-B8E0-BC1841C14C2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5" name="Flowchart: Connector 2754">
                          <a:extLst>
                            <a:ext uri="{FF2B5EF4-FFF2-40B4-BE49-F238E27FC236}">
                              <a16:creationId xmlns:a16="http://schemas.microsoft.com/office/drawing/2014/main" id="{C09F0B9D-5699-4E4C-8476-DDFAFE3F10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6" name="Flowchart: Connector 2755">
                          <a:extLst>
                            <a:ext uri="{FF2B5EF4-FFF2-40B4-BE49-F238E27FC236}">
                              <a16:creationId xmlns:a16="http://schemas.microsoft.com/office/drawing/2014/main" id="{2D9E05C9-55D9-4798-A843-80F87D648A7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7" name="Flowchart: Connector 2756">
                          <a:extLst>
                            <a:ext uri="{FF2B5EF4-FFF2-40B4-BE49-F238E27FC236}">
                              <a16:creationId xmlns:a16="http://schemas.microsoft.com/office/drawing/2014/main" id="{8C1B8B51-F764-4417-9787-0254D75847A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58" name="3D Model 2757" descr="Sphere">
                              <a:extLst>
                                <a:ext uri="{FF2B5EF4-FFF2-40B4-BE49-F238E27FC236}">
                                  <a16:creationId xmlns:a16="http://schemas.microsoft.com/office/drawing/2014/main" id="{D55F4DAE-FAE0-4325-98F3-4113D8504D6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05591290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59" name="Flowchart: Connector 2758">
                          <a:extLst>
                            <a:ext uri="{FF2B5EF4-FFF2-40B4-BE49-F238E27FC236}">
                              <a16:creationId xmlns:a16="http://schemas.microsoft.com/office/drawing/2014/main" id="{5F110194-8927-4DB1-B200-F2E2DC32DF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60" name="3D Model 2759" descr="Sphere">
                              <a:extLst>
                                <a:ext uri="{FF2B5EF4-FFF2-40B4-BE49-F238E27FC236}">
                                  <a16:creationId xmlns:a16="http://schemas.microsoft.com/office/drawing/2014/main" id="{D00B699A-39BE-4E44-A929-8024183BCDA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9068047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61" name="Flowchart: Connector 2760">
                          <a:extLst>
                            <a:ext uri="{FF2B5EF4-FFF2-40B4-BE49-F238E27FC236}">
                              <a16:creationId xmlns:a16="http://schemas.microsoft.com/office/drawing/2014/main" id="{ED94A6A6-F3E4-44EC-AF04-7807B9685F6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62" name="3D Model 2761" descr="Sphere">
                              <a:extLst>
                                <a:ext uri="{FF2B5EF4-FFF2-40B4-BE49-F238E27FC236}">
                                  <a16:creationId xmlns:a16="http://schemas.microsoft.com/office/drawing/2014/main" id="{01BC0FB2-0199-4BD1-9863-3CC4B3F6F64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7252193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63" name="Flowchart: Connector 2762">
                          <a:extLst>
                            <a:ext uri="{FF2B5EF4-FFF2-40B4-BE49-F238E27FC236}">
                              <a16:creationId xmlns:a16="http://schemas.microsoft.com/office/drawing/2014/main" id="{430AE016-E347-4B26-96E7-B3F1DECF1E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64" name="3D Model 2763" descr="Sphere">
                              <a:extLst>
                                <a:ext uri="{FF2B5EF4-FFF2-40B4-BE49-F238E27FC236}">
                                  <a16:creationId xmlns:a16="http://schemas.microsoft.com/office/drawing/2014/main" id="{B37FDB57-ED53-430C-AE63-E89A8A0E62F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234262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733" name="Flowchart: Connector 2732">
                        <a:extLst>
                          <a:ext uri="{FF2B5EF4-FFF2-40B4-BE49-F238E27FC236}">
                            <a16:creationId xmlns:a16="http://schemas.microsoft.com/office/drawing/2014/main" id="{BD3EB403-8173-4CCB-9DF5-A30EF89D300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4" name="Flowchart: Connector 2733">
                        <a:extLst>
                          <a:ext uri="{FF2B5EF4-FFF2-40B4-BE49-F238E27FC236}">
                            <a16:creationId xmlns:a16="http://schemas.microsoft.com/office/drawing/2014/main" id="{E4F58362-E759-4A68-AB18-1160F0DE3B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5" name="Flowchart: Connector 2734">
                        <a:extLst>
                          <a:ext uri="{FF2B5EF4-FFF2-40B4-BE49-F238E27FC236}">
                            <a16:creationId xmlns:a16="http://schemas.microsoft.com/office/drawing/2014/main" id="{D8CAD7CF-2B07-45E0-8E9A-6F7CFE0474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6" name="Flowchart: Connector 2735">
                        <a:extLst>
                          <a:ext uri="{FF2B5EF4-FFF2-40B4-BE49-F238E27FC236}">
                            <a16:creationId xmlns:a16="http://schemas.microsoft.com/office/drawing/2014/main" id="{3B714004-D153-4874-B652-DA974DC26B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7" name="Flowchart: Connector 2736">
                        <a:extLst>
                          <a:ext uri="{FF2B5EF4-FFF2-40B4-BE49-F238E27FC236}">
                            <a16:creationId xmlns:a16="http://schemas.microsoft.com/office/drawing/2014/main" id="{8D46A7D8-6449-4532-80C8-AA82DDD7A6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8" name="Flowchart: Connector 2737">
                        <a:extLst>
                          <a:ext uri="{FF2B5EF4-FFF2-40B4-BE49-F238E27FC236}">
                            <a16:creationId xmlns:a16="http://schemas.microsoft.com/office/drawing/2014/main" id="{DBBA0E64-53D5-45E0-9BB9-CE829647E7E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9" name="Flowchart: Connector 2738">
                        <a:extLst>
                          <a:ext uri="{FF2B5EF4-FFF2-40B4-BE49-F238E27FC236}">
                            <a16:creationId xmlns:a16="http://schemas.microsoft.com/office/drawing/2014/main" id="{DAA2556E-B764-4E88-B4BB-FEFBEEF982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0" name="Flowchart: Connector 2739">
                        <a:extLst>
                          <a:ext uri="{FF2B5EF4-FFF2-40B4-BE49-F238E27FC236}">
                            <a16:creationId xmlns:a16="http://schemas.microsoft.com/office/drawing/2014/main" id="{F46C003D-7878-43AD-9D67-7B4637BF58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1" name="Flowchart: Connector 2740">
                        <a:extLst>
                          <a:ext uri="{FF2B5EF4-FFF2-40B4-BE49-F238E27FC236}">
                            <a16:creationId xmlns:a16="http://schemas.microsoft.com/office/drawing/2014/main" id="{8ED5C7AA-B3EA-4B3C-9914-F3C96D8154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2" name="3D Model 2741" descr="Sphere">
                            <a:extLst>
                              <a:ext uri="{FF2B5EF4-FFF2-40B4-BE49-F238E27FC236}">
                                <a16:creationId xmlns:a16="http://schemas.microsoft.com/office/drawing/2014/main" id="{95F0356A-7BF8-4F54-8278-B44261B505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62237315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2" name="3D Model 2741" descr="Sphere">
                            <a:extLst>
                              <a:ext uri="{FF2B5EF4-FFF2-40B4-BE49-F238E27FC236}">
                                <a16:creationId xmlns:a16="http://schemas.microsoft.com/office/drawing/2014/main" id="{95F0356A-7BF8-4F54-8278-B44261B5050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004855" y="1747982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43" name="Flowchart: Connector 2742">
                        <a:extLst>
                          <a:ext uri="{FF2B5EF4-FFF2-40B4-BE49-F238E27FC236}">
                            <a16:creationId xmlns:a16="http://schemas.microsoft.com/office/drawing/2014/main" id="{169F8012-68EB-4C79-91C5-78A0126DBB9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4" name="3D Model 2743" descr="Sphere">
                            <a:extLst>
                              <a:ext uri="{FF2B5EF4-FFF2-40B4-BE49-F238E27FC236}">
                                <a16:creationId xmlns:a16="http://schemas.microsoft.com/office/drawing/2014/main" id="{D4C6FFE7-BF3C-44E6-924F-FAD8A1120A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64792438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4" name="3D Model 2743" descr="Sphere">
                            <a:extLst>
                              <a:ext uri="{FF2B5EF4-FFF2-40B4-BE49-F238E27FC236}">
                                <a16:creationId xmlns:a16="http://schemas.microsoft.com/office/drawing/2014/main" id="{D4C6FFE7-BF3C-44E6-924F-FAD8A1120A3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46095" y="176004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45" name="Flowchart: Connector 2744">
                        <a:extLst>
                          <a:ext uri="{FF2B5EF4-FFF2-40B4-BE49-F238E27FC236}">
                            <a16:creationId xmlns:a16="http://schemas.microsoft.com/office/drawing/2014/main" id="{6A1491BC-61C7-4965-853C-197F124573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6" name="3D Model 2745" descr="Sphere">
                            <a:extLst>
                              <a:ext uri="{FF2B5EF4-FFF2-40B4-BE49-F238E27FC236}">
                                <a16:creationId xmlns:a16="http://schemas.microsoft.com/office/drawing/2014/main" id="{BBE1055C-7366-4752-B154-F722A9FF1B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12730358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6" name="3D Model 2745" descr="Sphere">
                            <a:extLst>
                              <a:ext uri="{FF2B5EF4-FFF2-40B4-BE49-F238E27FC236}">
                                <a16:creationId xmlns:a16="http://schemas.microsoft.com/office/drawing/2014/main" id="{BBE1055C-7366-4752-B154-F722A9FF1B1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8565" y="177300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47" name="Flowchart: Connector 2746">
                        <a:extLst>
                          <a:ext uri="{FF2B5EF4-FFF2-40B4-BE49-F238E27FC236}">
                            <a16:creationId xmlns:a16="http://schemas.microsoft.com/office/drawing/2014/main" id="{CBC04DF8-CBD4-498C-AEDC-0436E9D88C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8" name="3D Model 2747" descr="Sphere">
                            <a:extLst>
                              <a:ext uri="{FF2B5EF4-FFF2-40B4-BE49-F238E27FC236}">
                                <a16:creationId xmlns:a16="http://schemas.microsoft.com/office/drawing/2014/main" id="{F7AD4746-568C-46CF-B200-89BFE18E904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8526931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8" name="3D Model 2747" descr="Sphere">
                            <a:extLst>
                              <a:ext uri="{FF2B5EF4-FFF2-40B4-BE49-F238E27FC236}">
                                <a16:creationId xmlns:a16="http://schemas.microsoft.com/office/drawing/2014/main" id="{F7AD4746-568C-46CF-B200-89BFE18E904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135191" y="1788080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2660" name="Flowchart: Connector 2659">
                    <a:extLst>
                      <a:ext uri="{FF2B5EF4-FFF2-40B4-BE49-F238E27FC236}">
                        <a16:creationId xmlns:a16="http://schemas.microsoft.com/office/drawing/2014/main" id="{86AF1294-8E58-46AA-85C2-7A8BBA3122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1" name="Flowchart: Connector 2660">
                    <a:extLst>
                      <a:ext uri="{FF2B5EF4-FFF2-40B4-BE49-F238E27FC236}">
                        <a16:creationId xmlns:a16="http://schemas.microsoft.com/office/drawing/2014/main" id="{6F77ACCA-508E-4179-99C4-E5498D4388B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2" name="Flowchart: Connector 2661">
                    <a:extLst>
                      <a:ext uri="{FF2B5EF4-FFF2-40B4-BE49-F238E27FC236}">
                        <a16:creationId xmlns:a16="http://schemas.microsoft.com/office/drawing/2014/main" id="{63651BCE-F558-46E3-B44B-75C2E95E0D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3" name="Flowchart: Connector 2662">
                    <a:extLst>
                      <a:ext uri="{FF2B5EF4-FFF2-40B4-BE49-F238E27FC236}">
                        <a16:creationId xmlns:a16="http://schemas.microsoft.com/office/drawing/2014/main" id="{3C66811F-285B-4124-82B1-C39DEB1133D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4" name="Flowchart: Connector 2663">
                    <a:extLst>
                      <a:ext uri="{FF2B5EF4-FFF2-40B4-BE49-F238E27FC236}">
                        <a16:creationId xmlns:a16="http://schemas.microsoft.com/office/drawing/2014/main" id="{1C773E93-118A-4033-9D4D-EBB0DAEB9F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5" name="Flowchart: Connector 2664">
                    <a:extLst>
                      <a:ext uri="{FF2B5EF4-FFF2-40B4-BE49-F238E27FC236}">
                        <a16:creationId xmlns:a16="http://schemas.microsoft.com/office/drawing/2014/main" id="{1BFFD349-23FE-489B-B153-08A26DC3B7E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666" name="Flowchart: Connector 2665">
                    <a:extLst>
                      <a:ext uri="{FF2B5EF4-FFF2-40B4-BE49-F238E27FC236}">
                        <a16:creationId xmlns:a16="http://schemas.microsoft.com/office/drawing/2014/main" id="{ADA2643E-2F69-4C1E-8C7E-8150A620FB9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7" name="Flowchart: Connector 2666">
                    <a:extLst>
                      <a:ext uri="{FF2B5EF4-FFF2-40B4-BE49-F238E27FC236}">
                        <a16:creationId xmlns:a16="http://schemas.microsoft.com/office/drawing/2014/main" id="{90E0685B-E34B-476C-81CE-729B0E81C5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2668" name="Group 2667">
                    <a:extLst>
                      <a:ext uri="{FF2B5EF4-FFF2-40B4-BE49-F238E27FC236}">
                        <a16:creationId xmlns:a16="http://schemas.microsoft.com/office/drawing/2014/main" id="{CEFDAD39-FBF3-4D1C-BDAE-E0660EBF985F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2669" name="Group 2668">
                      <a:extLst>
                        <a:ext uri="{FF2B5EF4-FFF2-40B4-BE49-F238E27FC236}">
                          <a16:creationId xmlns:a16="http://schemas.microsoft.com/office/drawing/2014/main" id="{902E3152-1519-4856-8384-B54C8ECBAA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2720" name="Flowchart: Connector 2719">
                        <a:extLst>
                          <a:ext uri="{FF2B5EF4-FFF2-40B4-BE49-F238E27FC236}">
                            <a16:creationId xmlns:a16="http://schemas.microsoft.com/office/drawing/2014/main" id="{8AA1A2FF-02FD-4D0A-B08B-447633A834F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1" name="3D Model 2720" descr="Sphere">
                            <a:extLst>
                              <a:ext uri="{FF2B5EF4-FFF2-40B4-BE49-F238E27FC236}">
                                <a16:creationId xmlns:a16="http://schemas.microsoft.com/office/drawing/2014/main" id="{2A4CD481-8F5C-4906-B293-99E4F51B20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21445428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21" name="3D Model 2720" descr="Sphere">
                            <a:extLst>
                              <a:ext uri="{FF2B5EF4-FFF2-40B4-BE49-F238E27FC236}">
                                <a16:creationId xmlns:a16="http://schemas.microsoft.com/office/drawing/2014/main" id="{2A4CD481-8F5C-4906-B293-99E4F51B20D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965025" y="1955784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22" name="Flowchart: Connector 2721">
                        <a:extLst>
                          <a:ext uri="{FF2B5EF4-FFF2-40B4-BE49-F238E27FC236}">
                            <a16:creationId xmlns:a16="http://schemas.microsoft.com/office/drawing/2014/main" id="{B4B1E34A-0421-4D8B-B2A9-B535ECBEF4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3" name="3D Model 2722" descr="Sphere">
                            <a:extLst>
                              <a:ext uri="{FF2B5EF4-FFF2-40B4-BE49-F238E27FC236}">
                                <a16:creationId xmlns:a16="http://schemas.microsoft.com/office/drawing/2014/main" id="{14E478BE-9623-45A4-BC77-6BEA0D42179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6660111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24" name="Flowchart: Connector 2723">
                        <a:extLst>
                          <a:ext uri="{FF2B5EF4-FFF2-40B4-BE49-F238E27FC236}">
                            <a16:creationId xmlns:a16="http://schemas.microsoft.com/office/drawing/2014/main" id="{B272F695-92E1-4351-85DA-36752EFF6F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5" name="3D Model 2724" descr="Sphere">
                            <a:extLst>
                              <a:ext uri="{FF2B5EF4-FFF2-40B4-BE49-F238E27FC236}">
                                <a16:creationId xmlns:a16="http://schemas.microsoft.com/office/drawing/2014/main" id="{3BB71B7E-6488-4FE6-841C-4AA88F5F9F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8786209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26" name="Flowchart: Connector 2725">
                        <a:extLst>
                          <a:ext uri="{FF2B5EF4-FFF2-40B4-BE49-F238E27FC236}">
                            <a16:creationId xmlns:a16="http://schemas.microsoft.com/office/drawing/2014/main" id="{1671FBDB-661C-46FF-9BE2-40E309E09B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7" name="3D Model 2726" descr="Sphere">
                            <a:extLst>
                              <a:ext uri="{FF2B5EF4-FFF2-40B4-BE49-F238E27FC236}">
                                <a16:creationId xmlns:a16="http://schemas.microsoft.com/office/drawing/2014/main" id="{CE5BFA7D-BE1A-480C-A8B6-68FB918A304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332055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670" name="Group 2669">
                      <a:extLst>
                        <a:ext uri="{FF2B5EF4-FFF2-40B4-BE49-F238E27FC236}">
                          <a16:creationId xmlns:a16="http://schemas.microsoft.com/office/drawing/2014/main" id="{519C2962-19EF-498B-A605-F7EF93AABE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2704" name="Flowchart: Connector 2703">
                        <a:extLst>
                          <a:ext uri="{FF2B5EF4-FFF2-40B4-BE49-F238E27FC236}">
                            <a16:creationId xmlns:a16="http://schemas.microsoft.com/office/drawing/2014/main" id="{AD415C08-54F1-46DE-9BB7-A3825E15E10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5" name="Flowchart: Connector 2704">
                        <a:extLst>
                          <a:ext uri="{FF2B5EF4-FFF2-40B4-BE49-F238E27FC236}">
                            <a16:creationId xmlns:a16="http://schemas.microsoft.com/office/drawing/2014/main" id="{B6C1D469-7124-4367-9B14-7023BD68E0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6" name="Flowchart: Connector 2705">
                        <a:extLst>
                          <a:ext uri="{FF2B5EF4-FFF2-40B4-BE49-F238E27FC236}">
                            <a16:creationId xmlns:a16="http://schemas.microsoft.com/office/drawing/2014/main" id="{34066B56-02AA-4B22-8175-E574500AC8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7" name="Flowchart: Connector 2706">
                        <a:extLst>
                          <a:ext uri="{FF2B5EF4-FFF2-40B4-BE49-F238E27FC236}">
                            <a16:creationId xmlns:a16="http://schemas.microsoft.com/office/drawing/2014/main" id="{13526D74-79D4-44BF-9BC9-56B939805C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8" name="Flowchart: Connector 2707">
                        <a:extLst>
                          <a:ext uri="{FF2B5EF4-FFF2-40B4-BE49-F238E27FC236}">
                            <a16:creationId xmlns:a16="http://schemas.microsoft.com/office/drawing/2014/main" id="{847DE93B-AB44-496A-902B-3D7D8AF89D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9" name="Flowchart: Connector 2708">
                        <a:extLst>
                          <a:ext uri="{FF2B5EF4-FFF2-40B4-BE49-F238E27FC236}">
                            <a16:creationId xmlns:a16="http://schemas.microsoft.com/office/drawing/2014/main" id="{DA252294-2F77-42F0-9959-8273A43AC25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0" name="Flowchart: Connector 2709">
                        <a:extLst>
                          <a:ext uri="{FF2B5EF4-FFF2-40B4-BE49-F238E27FC236}">
                            <a16:creationId xmlns:a16="http://schemas.microsoft.com/office/drawing/2014/main" id="{28D62BC4-69E8-40B0-ACF4-526DD01F3C5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1" name="Flowchart: Connector 2710">
                        <a:extLst>
                          <a:ext uri="{FF2B5EF4-FFF2-40B4-BE49-F238E27FC236}">
                            <a16:creationId xmlns:a16="http://schemas.microsoft.com/office/drawing/2014/main" id="{7E35A3A4-74C2-4364-B9F7-66E7DF8647E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2" name="Flowchart: Connector 2711">
                        <a:extLst>
                          <a:ext uri="{FF2B5EF4-FFF2-40B4-BE49-F238E27FC236}">
                            <a16:creationId xmlns:a16="http://schemas.microsoft.com/office/drawing/2014/main" id="{EBADEF42-8D1D-4359-AC14-C7EDC0866F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3" name="3D Model 2712" descr="Sphere">
                            <a:extLst>
                              <a:ext uri="{FF2B5EF4-FFF2-40B4-BE49-F238E27FC236}">
                                <a16:creationId xmlns:a16="http://schemas.microsoft.com/office/drawing/2014/main" id="{E28F3A14-D88F-4FD9-904F-66266EDC60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53275383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13" name="3D Model 2712" descr="Sphere">
                            <a:extLst>
                              <a:ext uri="{FF2B5EF4-FFF2-40B4-BE49-F238E27FC236}">
                                <a16:creationId xmlns:a16="http://schemas.microsoft.com/office/drawing/2014/main" id="{E28F3A14-D88F-4FD9-904F-66266EDC606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964441" y="189294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14" name="Flowchart: Connector 2713">
                        <a:extLst>
                          <a:ext uri="{FF2B5EF4-FFF2-40B4-BE49-F238E27FC236}">
                            <a16:creationId xmlns:a16="http://schemas.microsoft.com/office/drawing/2014/main" id="{AA8E8BF5-D4BE-4857-9B3C-B8F9BEE982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5" name="3D Model 2714" descr="Sphere">
                            <a:extLst>
                              <a:ext uri="{FF2B5EF4-FFF2-40B4-BE49-F238E27FC236}">
                                <a16:creationId xmlns:a16="http://schemas.microsoft.com/office/drawing/2014/main" id="{8038776E-9562-404A-B067-94ED8AC926D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2562910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16" name="Flowchart: Connector 2715">
                        <a:extLst>
                          <a:ext uri="{FF2B5EF4-FFF2-40B4-BE49-F238E27FC236}">
                            <a16:creationId xmlns:a16="http://schemas.microsoft.com/office/drawing/2014/main" id="{9197E45A-9A46-4AE2-8148-DA9D457FF5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7" name="3D Model 2716" descr="Sphere">
                            <a:extLst>
                              <a:ext uri="{FF2B5EF4-FFF2-40B4-BE49-F238E27FC236}">
                                <a16:creationId xmlns:a16="http://schemas.microsoft.com/office/drawing/2014/main" id="{4A4A4FD1-5590-48AA-B726-5E574924B94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7122703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18" name="Flowchart: Connector 2717">
                        <a:extLst>
                          <a:ext uri="{FF2B5EF4-FFF2-40B4-BE49-F238E27FC236}">
                            <a16:creationId xmlns:a16="http://schemas.microsoft.com/office/drawing/2014/main" id="{94D9948E-999D-483E-BC2B-F938A1B610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9" name="3D Model 2718" descr="Sphere">
                            <a:extLst>
                              <a:ext uri="{FF2B5EF4-FFF2-40B4-BE49-F238E27FC236}">
                                <a16:creationId xmlns:a16="http://schemas.microsoft.com/office/drawing/2014/main" id="{1AD41186-C147-42E2-B557-F6120811733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4713987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671" name="Group 2670">
                      <a:extLst>
                        <a:ext uri="{FF2B5EF4-FFF2-40B4-BE49-F238E27FC236}">
                          <a16:creationId xmlns:a16="http://schemas.microsoft.com/office/drawing/2014/main" id="{2AC18FB9-C2C8-4900-B69C-063C27622B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2688" name="Flowchart: Connector 2687">
                        <a:extLst>
                          <a:ext uri="{FF2B5EF4-FFF2-40B4-BE49-F238E27FC236}">
                            <a16:creationId xmlns:a16="http://schemas.microsoft.com/office/drawing/2014/main" id="{8EB8B47F-85D6-4EA4-9030-440D4DD4B5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89" name="Flowchart: Connector 2688">
                        <a:extLst>
                          <a:ext uri="{FF2B5EF4-FFF2-40B4-BE49-F238E27FC236}">
                            <a16:creationId xmlns:a16="http://schemas.microsoft.com/office/drawing/2014/main" id="{3DCFEB05-D6B5-4D94-8E04-D3F1BD8EB2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0" name="Flowchart: Connector 2689">
                        <a:extLst>
                          <a:ext uri="{FF2B5EF4-FFF2-40B4-BE49-F238E27FC236}">
                            <a16:creationId xmlns:a16="http://schemas.microsoft.com/office/drawing/2014/main" id="{311BB957-9BEC-4233-9A46-F0E109A4D49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1" name="Flowchart: Connector 2690">
                        <a:extLst>
                          <a:ext uri="{FF2B5EF4-FFF2-40B4-BE49-F238E27FC236}">
                            <a16:creationId xmlns:a16="http://schemas.microsoft.com/office/drawing/2014/main" id="{5031ADB2-CF7F-4EF4-BCDA-3F8D0FC9144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2" name="Flowchart: Connector 2691">
                        <a:extLst>
                          <a:ext uri="{FF2B5EF4-FFF2-40B4-BE49-F238E27FC236}">
                            <a16:creationId xmlns:a16="http://schemas.microsoft.com/office/drawing/2014/main" id="{3FE2CCDC-500D-488D-B705-82F0677A3C8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3" name="Flowchart: Connector 2692">
                        <a:extLst>
                          <a:ext uri="{FF2B5EF4-FFF2-40B4-BE49-F238E27FC236}">
                            <a16:creationId xmlns:a16="http://schemas.microsoft.com/office/drawing/2014/main" id="{8C3B7F2E-9BF1-4052-96BD-9B91324320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4" name="Flowchart: Connector 2693">
                        <a:extLst>
                          <a:ext uri="{FF2B5EF4-FFF2-40B4-BE49-F238E27FC236}">
                            <a16:creationId xmlns:a16="http://schemas.microsoft.com/office/drawing/2014/main" id="{AC331C6D-85E0-477F-856E-47592AD29F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5" name="Flowchart: Connector 2694">
                        <a:extLst>
                          <a:ext uri="{FF2B5EF4-FFF2-40B4-BE49-F238E27FC236}">
                            <a16:creationId xmlns:a16="http://schemas.microsoft.com/office/drawing/2014/main" id="{32C4AD4E-64F5-425B-85EA-33407B2D18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6" name="Flowchart: Connector 2695">
                        <a:extLst>
                          <a:ext uri="{FF2B5EF4-FFF2-40B4-BE49-F238E27FC236}">
                            <a16:creationId xmlns:a16="http://schemas.microsoft.com/office/drawing/2014/main" id="{29A576BB-04DD-473D-B8FC-6644A5957F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97" name="3D Model 2696" descr="Sphere">
                            <a:extLst>
                              <a:ext uri="{FF2B5EF4-FFF2-40B4-BE49-F238E27FC236}">
                                <a16:creationId xmlns:a16="http://schemas.microsoft.com/office/drawing/2014/main" id="{2F221CBB-1101-4BD0-AB30-932B67616DF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68085677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697" name="3D Model 2696" descr="Sphere">
                            <a:extLst>
                              <a:ext uri="{FF2B5EF4-FFF2-40B4-BE49-F238E27FC236}">
                                <a16:creationId xmlns:a16="http://schemas.microsoft.com/office/drawing/2014/main" id="{2F221CBB-1101-4BD0-AB30-932B67616DF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962760" y="183207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98" name="Flowchart: Connector 2697">
                        <a:extLst>
                          <a:ext uri="{FF2B5EF4-FFF2-40B4-BE49-F238E27FC236}">
                            <a16:creationId xmlns:a16="http://schemas.microsoft.com/office/drawing/2014/main" id="{68BB0042-EFD3-4E49-BFD6-1B27F9BA38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99" name="3D Model 2698" descr="Sphere">
                            <a:extLst>
                              <a:ext uri="{FF2B5EF4-FFF2-40B4-BE49-F238E27FC236}">
                                <a16:creationId xmlns:a16="http://schemas.microsoft.com/office/drawing/2014/main" id="{2FD3E1E3-FB90-4FF6-860C-B9A93D55D3A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3421769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699" name="3D Model 2698" descr="Sphere">
                            <a:extLst>
                              <a:ext uri="{FF2B5EF4-FFF2-40B4-BE49-F238E27FC236}">
                                <a16:creationId xmlns:a16="http://schemas.microsoft.com/office/drawing/2014/main" id="{2FD3E1E3-FB90-4FF6-860C-B9A93D55D3A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04461" y="184794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00" name="Flowchart: Connector 2699">
                        <a:extLst>
                          <a:ext uri="{FF2B5EF4-FFF2-40B4-BE49-F238E27FC236}">
                            <a16:creationId xmlns:a16="http://schemas.microsoft.com/office/drawing/2014/main" id="{DAFA4846-4755-457B-8935-54E83063CF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01" name="3D Model 2700" descr="Sphere">
                            <a:extLst>
                              <a:ext uri="{FF2B5EF4-FFF2-40B4-BE49-F238E27FC236}">
                                <a16:creationId xmlns:a16="http://schemas.microsoft.com/office/drawing/2014/main" id="{EE2F565F-7AEC-42BA-BB0A-0023098455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2976610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02" name="Flowchart: Connector 2701">
                        <a:extLst>
                          <a:ext uri="{FF2B5EF4-FFF2-40B4-BE49-F238E27FC236}">
                            <a16:creationId xmlns:a16="http://schemas.microsoft.com/office/drawing/2014/main" id="{803F1CEF-5189-417F-BAEB-ACFA084AA8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03" name="3D Model 2702" descr="Sphere">
                            <a:extLst>
                              <a:ext uri="{FF2B5EF4-FFF2-40B4-BE49-F238E27FC236}">
                                <a16:creationId xmlns:a16="http://schemas.microsoft.com/office/drawing/2014/main" id="{9777BE8C-E922-4E39-9BE8-D6B1F77800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0527630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672" name="Flowchart: Connector 2671">
                      <a:extLst>
                        <a:ext uri="{FF2B5EF4-FFF2-40B4-BE49-F238E27FC236}">
                          <a16:creationId xmlns:a16="http://schemas.microsoft.com/office/drawing/2014/main" id="{DD1A6F61-79F5-4B7C-9147-F386CAC75B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3" name="Flowchart: Connector 2672">
                      <a:extLst>
                        <a:ext uri="{FF2B5EF4-FFF2-40B4-BE49-F238E27FC236}">
                          <a16:creationId xmlns:a16="http://schemas.microsoft.com/office/drawing/2014/main" id="{2BD9D9DA-4D44-427B-9BDD-740D3C6D43C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4" name="Flowchart: Connector 2673">
                      <a:extLst>
                        <a:ext uri="{FF2B5EF4-FFF2-40B4-BE49-F238E27FC236}">
                          <a16:creationId xmlns:a16="http://schemas.microsoft.com/office/drawing/2014/main" id="{07D915C7-FABD-458C-856B-36F7A8DF44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5" name="Flowchart: Connector 2674">
                      <a:extLst>
                        <a:ext uri="{FF2B5EF4-FFF2-40B4-BE49-F238E27FC236}">
                          <a16:creationId xmlns:a16="http://schemas.microsoft.com/office/drawing/2014/main" id="{433DD047-AD38-4491-A1FE-FB3A6B3559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6" name="Flowchart: Connector 2675">
                      <a:extLst>
                        <a:ext uri="{FF2B5EF4-FFF2-40B4-BE49-F238E27FC236}">
                          <a16:creationId xmlns:a16="http://schemas.microsoft.com/office/drawing/2014/main" id="{23B268C1-BA0C-4D94-92D1-2FCA3475DE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7" name="Flowchart: Connector 2676">
                      <a:extLst>
                        <a:ext uri="{FF2B5EF4-FFF2-40B4-BE49-F238E27FC236}">
                          <a16:creationId xmlns:a16="http://schemas.microsoft.com/office/drawing/2014/main" id="{4403699B-8A2F-4FFC-B28C-B51FEC97F7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8" name="Flowchart: Connector 2677">
                      <a:extLst>
                        <a:ext uri="{FF2B5EF4-FFF2-40B4-BE49-F238E27FC236}">
                          <a16:creationId xmlns:a16="http://schemas.microsoft.com/office/drawing/2014/main" id="{2F8A6EDF-4ADE-4735-AC82-5F3A37FF6A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9" name="Flowchart: Connector 2678">
                      <a:extLst>
                        <a:ext uri="{FF2B5EF4-FFF2-40B4-BE49-F238E27FC236}">
                          <a16:creationId xmlns:a16="http://schemas.microsoft.com/office/drawing/2014/main" id="{4FD8C05F-3F8C-4138-B347-99B446B249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80" name="Flowchart: Connector 2679">
                      <a:extLst>
                        <a:ext uri="{FF2B5EF4-FFF2-40B4-BE49-F238E27FC236}">
                          <a16:creationId xmlns:a16="http://schemas.microsoft.com/office/drawing/2014/main" id="{CFCEE564-5EE9-4B2A-BEB7-4E18E50A3F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1" name="3D Model 2680" descr="Sphere">
                          <a:extLst>
                            <a:ext uri="{FF2B5EF4-FFF2-40B4-BE49-F238E27FC236}">
                              <a16:creationId xmlns:a16="http://schemas.microsoft.com/office/drawing/2014/main" id="{43A76192-B9D3-4B6C-B443-0E0E28B83B3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66850478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1" name="3D Model 2680" descr="Sphere">
                          <a:extLst>
                            <a:ext uri="{FF2B5EF4-FFF2-40B4-BE49-F238E27FC236}">
                              <a16:creationId xmlns:a16="http://schemas.microsoft.com/office/drawing/2014/main" id="{43A76192-B9D3-4B6C-B443-0E0E28B83B3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964002" y="1772959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2" name="Flowchart: Connector 2681">
                      <a:extLst>
                        <a:ext uri="{FF2B5EF4-FFF2-40B4-BE49-F238E27FC236}">
                          <a16:creationId xmlns:a16="http://schemas.microsoft.com/office/drawing/2014/main" id="{C7A33400-5435-4AC8-910F-96F5E65E05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3" name="3D Model 2682" descr="Sphere">
                          <a:extLst>
                            <a:ext uri="{FF2B5EF4-FFF2-40B4-BE49-F238E27FC236}">
                              <a16:creationId xmlns:a16="http://schemas.microsoft.com/office/drawing/2014/main" id="{B8F8A315-0CD4-40A5-8A20-1958E53BA15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985928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3" name="3D Model 2682" descr="Sphere">
                          <a:extLst>
                            <a:ext uri="{FF2B5EF4-FFF2-40B4-BE49-F238E27FC236}">
                              <a16:creationId xmlns:a16="http://schemas.microsoft.com/office/drawing/2014/main" id="{B8F8A315-0CD4-40A5-8A20-1958E53BA15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006726" y="1789971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4" name="Flowchart: Connector 2683">
                      <a:extLst>
                        <a:ext uri="{FF2B5EF4-FFF2-40B4-BE49-F238E27FC236}">
                          <a16:creationId xmlns:a16="http://schemas.microsoft.com/office/drawing/2014/main" id="{812EEC21-399A-4284-BD99-62EC88C254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5" name="3D Model 2684" descr="Sphere">
                          <a:extLst>
                            <a:ext uri="{FF2B5EF4-FFF2-40B4-BE49-F238E27FC236}">
                              <a16:creationId xmlns:a16="http://schemas.microsoft.com/office/drawing/2014/main" id="{371F713F-F0E0-40A8-A9E3-99CC95B58EA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9590109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5" name="3D Model 2684" descr="Sphere">
                          <a:extLst>
                            <a:ext uri="{FF2B5EF4-FFF2-40B4-BE49-F238E27FC236}">
                              <a16:creationId xmlns:a16="http://schemas.microsoft.com/office/drawing/2014/main" id="{371F713F-F0E0-40A8-A9E3-99CC95B58EA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48613" y="179898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6" name="Flowchart: Connector 2685">
                      <a:extLst>
                        <a:ext uri="{FF2B5EF4-FFF2-40B4-BE49-F238E27FC236}">
                          <a16:creationId xmlns:a16="http://schemas.microsoft.com/office/drawing/2014/main" id="{1877BC2C-9A41-484C-B6F6-8C854171F7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7" name="3D Model 2686" descr="Sphere">
                          <a:extLst>
                            <a:ext uri="{FF2B5EF4-FFF2-40B4-BE49-F238E27FC236}">
                              <a16:creationId xmlns:a16="http://schemas.microsoft.com/office/drawing/2014/main" id="{5B9CB2BC-4DC1-4A89-AC63-4E0DFCDA131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09033522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7" name="3D Model 2686" descr="Sphere">
                          <a:extLst>
                            <a:ext uri="{FF2B5EF4-FFF2-40B4-BE49-F238E27FC236}">
                              <a16:creationId xmlns:a16="http://schemas.microsoft.com/office/drawing/2014/main" id="{5B9CB2BC-4DC1-4A89-AC63-4E0DFCDA131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095239" y="1815381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2577" name="Group 2576">
                  <a:extLst>
                    <a:ext uri="{FF2B5EF4-FFF2-40B4-BE49-F238E27FC236}">
                      <a16:creationId xmlns:a16="http://schemas.microsoft.com/office/drawing/2014/main" id="{8F10D069-1C54-44D5-8744-565479FCE99B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47" name="Freeform: Shape 2646">
                    <a:extLst>
                      <a:ext uri="{FF2B5EF4-FFF2-40B4-BE49-F238E27FC236}">
                        <a16:creationId xmlns:a16="http://schemas.microsoft.com/office/drawing/2014/main" id="{CF58DC98-62EA-4406-B3FA-CB1F8B32B87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8" name="Rectangle: Rounded Corners 2647">
                    <a:extLst>
                      <a:ext uri="{FF2B5EF4-FFF2-40B4-BE49-F238E27FC236}">
                        <a16:creationId xmlns:a16="http://schemas.microsoft.com/office/drawing/2014/main" id="{02EC68F7-C1CF-4EE5-AABF-73C66C2CA91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8" name="Group 2577">
                  <a:extLst>
                    <a:ext uri="{FF2B5EF4-FFF2-40B4-BE49-F238E27FC236}">
                      <a16:creationId xmlns:a16="http://schemas.microsoft.com/office/drawing/2014/main" id="{A4F2B41D-767B-4849-88C5-41CED67A0ABC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45" name="Freeform: Shape 2644">
                    <a:extLst>
                      <a:ext uri="{FF2B5EF4-FFF2-40B4-BE49-F238E27FC236}">
                        <a16:creationId xmlns:a16="http://schemas.microsoft.com/office/drawing/2014/main" id="{948E5BDF-3108-435A-9A75-A1D58989988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6" name="Rectangle: Rounded Corners 2645">
                    <a:extLst>
                      <a:ext uri="{FF2B5EF4-FFF2-40B4-BE49-F238E27FC236}">
                        <a16:creationId xmlns:a16="http://schemas.microsoft.com/office/drawing/2014/main" id="{0B5CD076-4C2A-417E-ABDC-E27A4B2AE81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9" name="Group 2578">
                  <a:extLst>
                    <a:ext uri="{FF2B5EF4-FFF2-40B4-BE49-F238E27FC236}">
                      <a16:creationId xmlns:a16="http://schemas.microsoft.com/office/drawing/2014/main" id="{53EE86E2-CB41-4570-BEF9-E3037D3D1D42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2643" name="Freeform: Shape 2642">
                    <a:extLst>
                      <a:ext uri="{FF2B5EF4-FFF2-40B4-BE49-F238E27FC236}">
                        <a16:creationId xmlns:a16="http://schemas.microsoft.com/office/drawing/2014/main" id="{7B31DFAA-3155-49CD-B824-9F149FC2B5A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4" name="Rectangle: Rounded Corners 2643">
                    <a:extLst>
                      <a:ext uri="{FF2B5EF4-FFF2-40B4-BE49-F238E27FC236}">
                        <a16:creationId xmlns:a16="http://schemas.microsoft.com/office/drawing/2014/main" id="{E48E05D6-A75D-45E6-B80C-7FA2877EAAF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0" name="Group 2579">
                  <a:extLst>
                    <a:ext uri="{FF2B5EF4-FFF2-40B4-BE49-F238E27FC236}">
                      <a16:creationId xmlns:a16="http://schemas.microsoft.com/office/drawing/2014/main" id="{454B435D-801F-4485-9D88-D9A3D3420D1C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41" name="Freeform: Shape 2640">
                    <a:extLst>
                      <a:ext uri="{FF2B5EF4-FFF2-40B4-BE49-F238E27FC236}">
                        <a16:creationId xmlns:a16="http://schemas.microsoft.com/office/drawing/2014/main" id="{50857D59-CA16-4D1B-8002-57AD2417CB7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2" name="Rectangle: Rounded Corners 2641">
                    <a:extLst>
                      <a:ext uri="{FF2B5EF4-FFF2-40B4-BE49-F238E27FC236}">
                        <a16:creationId xmlns:a16="http://schemas.microsoft.com/office/drawing/2014/main" id="{4C3D4FC2-5503-4D39-9BA0-73DD42F6683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1" name="Group 2580">
                  <a:extLst>
                    <a:ext uri="{FF2B5EF4-FFF2-40B4-BE49-F238E27FC236}">
                      <a16:creationId xmlns:a16="http://schemas.microsoft.com/office/drawing/2014/main" id="{CE54CEE6-4700-468A-9474-1DD67E605DDF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39" name="Freeform: Shape 2638">
                    <a:extLst>
                      <a:ext uri="{FF2B5EF4-FFF2-40B4-BE49-F238E27FC236}">
                        <a16:creationId xmlns:a16="http://schemas.microsoft.com/office/drawing/2014/main" id="{22B32411-EFA9-4F96-A4CB-078A6A52A7F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0" name="Rectangle: Rounded Corners 2639">
                    <a:extLst>
                      <a:ext uri="{FF2B5EF4-FFF2-40B4-BE49-F238E27FC236}">
                        <a16:creationId xmlns:a16="http://schemas.microsoft.com/office/drawing/2014/main" id="{9ADFF55D-4FAC-49A5-BEB5-CF4B9C897BD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2" name="Group 2581">
                  <a:extLst>
                    <a:ext uri="{FF2B5EF4-FFF2-40B4-BE49-F238E27FC236}">
                      <a16:creationId xmlns:a16="http://schemas.microsoft.com/office/drawing/2014/main" id="{2CCA90ED-CB31-4C96-81CE-D4256D24F6BD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37" name="Freeform: Shape 2636">
                    <a:extLst>
                      <a:ext uri="{FF2B5EF4-FFF2-40B4-BE49-F238E27FC236}">
                        <a16:creationId xmlns:a16="http://schemas.microsoft.com/office/drawing/2014/main" id="{62CF553B-6234-481B-A999-D2B6A4EA582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8" name="Rectangle: Rounded Corners 2637">
                    <a:extLst>
                      <a:ext uri="{FF2B5EF4-FFF2-40B4-BE49-F238E27FC236}">
                        <a16:creationId xmlns:a16="http://schemas.microsoft.com/office/drawing/2014/main" id="{D8843597-7121-4201-85A9-84992A7E835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3" name="Group 2582">
                  <a:extLst>
                    <a:ext uri="{FF2B5EF4-FFF2-40B4-BE49-F238E27FC236}">
                      <a16:creationId xmlns:a16="http://schemas.microsoft.com/office/drawing/2014/main" id="{A6DB5AA0-75F3-48C5-B244-AD677CD6D1AB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35" name="Freeform: Shape 2634">
                    <a:extLst>
                      <a:ext uri="{FF2B5EF4-FFF2-40B4-BE49-F238E27FC236}">
                        <a16:creationId xmlns:a16="http://schemas.microsoft.com/office/drawing/2014/main" id="{257232DE-C040-4946-AD4D-BAFACC80F0F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6" name="Rectangle: Rounded Corners 2635">
                    <a:extLst>
                      <a:ext uri="{FF2B5EF4-FFF2-40B4-BE49-F238E27FC236}">
                        <a16:creationId xmlns:a16="http://schemas.microsoft.com/office/drawing/2014/main" id="{1ACCED45-1F10-4EE4-8B56-890B86517F2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4" name="Group 2583">
                  <a:extLst>
                    <a:ext uri="{FF2B5EF4-FFF2-40B4-BE49-F238E27FC236}">
                      <a16:creationId xmlns:a16="http://schemas.microsoft.com/office/drawing/2014/main" id="{A2AE2B23-1AB3-4E07-9FBB-1B2FF0887CB3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33" name="Freeform: Shape 2632">
                    <a:extLst>
                      <a:ext uri="{FF2B5EF4-FFF2-40B4-BE49-F238E27FC236}">
                        <a16:creationId xmlns:a16="http://schemas.microsoft.com/office/drawing/2014/main" id="{F068DBA9-190F-4568-9C64-6F7C214690E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4" name="Rectangle: Rounded Corners 2633">
                    <a:extLst>
                      <a:ext uri="{FF2B5EF4-FFF2-40B4-BE49-F238E27FC236}">
                        <a16:creationId xmlns:a16="http://schemas.microsoft.com/office/drawing/2014/main" id="{80BB6CFD-6C1A-46AF-A1CA-7796FCE566D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5" name="Group 2584">
                  <a:extLst>
                    <a:ext uri="{FF2B5EF4-FFF2-40B4-BE49-F238E27FC236}">
                      <a16:creationId xmlns:a16="http://schemas.microsoft.com/office/drawing/2014/main" id="{26710C18-C303-43B2-96EE-8EDC464523B0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31" name="Freeform: Shape 2630">
                    <a:extLst>
                      <a:ext uri="{FF2B5EF4-FFF2-40B4-BE49-F238E27FC236}">
                        <a16:creationId xmlns:a16="http://schemas.microsoft.com/office/drawing/2014/main" id="{E61B6EDA-6E92-4DEC-BFC2-58FA52C419C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2" name="Rectangle: Rounded Corners 2631">
                    <a:extLst>
                      <a:ext uri="{FF2B5EF4-FFF2-40B4-BE49-F238E27FC236}">
                        <a16:creationId xmlns:a16="http://schemas.microsoft.com/office/drawing/2014/main" id="{683165E9-700C-46AF-A7E2-45ECB0F1327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6" name="Group 2585">
                  <a:extLst>
                    <a:ext uri="{FF2B5EF4-FFF2-40B4-BE49-F238E27FC236}">
                      <a16:creationId xmlns:a16="http://schemas.microsoft.com/office/drawing/2014/main" id="{43800AD5-141B-4879-AFFD-9A570ADCF7BC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2629" name="Freeform: Shape 2628">
                    <a:extLst>
                      <a:ext uri="{FF2B5EF4-FFF2-40B4-BE49-F238E27FC236}">
                        <a16:creationId xmlns:a16="http://schemas.microsoft.com/office/drawing/2014/main" id="{3126796A-FA7F-4D6E-AC66-B001E6F88AD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0" name="Rectangle: Rounded Corners 2629">
                    <a:extLst>
                      <a:ext uri="{FF2B5EF4-FFF2-40B4-BE49-F238E27FC236}">
                        <a16:creationId xmlns:a16="http://schemas.microsoft.com/office/drawing/2014/main" id="{92BCBAEF-4C9F-4F3F-B179-8F45BE34C75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7" name="Group 2586">
                  <a:extLst>
                    <a:ext uri="{FF2B5EF4-FFF2-40B4-BE49-F238E27FC236}">
                      <a16:creationId xmlns:a16="http://schemas.microsoft.com/office/drawing/2014/main" id="{8FBB48EC-A583-4DC4-A54D-B328E86F2D87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7" name="Freeform: Shape 2626">
                    <a:extLst>
                      <a:ext uri="{FF2B5EF4-FFF2-40B4-BE49-F238E27FC236}">
                        <a16:creationId xmlns:a16="http://schemas.microsoft.com/office/drawing/2014/main" id="{E46C2A11-76B5-4140-B32C-B87B50B570C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8" name="Rectangle: Rounded Corners 2627">
                    <a:extLst>
                      <a:ext uri="{FF2B5EF4-FFF2-40B4-BE49-F238E27FC236}">
                        <a16:creationId xmlns:a16="http://schemas.microsoft.com/office/drawing/2014/main" id="{E5625063-CAC6-46A2-ACAD-D5F825CE975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8" name="Group 2587">
                  <a:extLst>
                    <a:ext uri="{FF2B5EF4-FFF2-40B4-BE49-F238E27FC236}">
                      <a16:creationId xmlns:a16="http://schemas.microsoft.com/office/drawing/2014/main" id="{905131D5-16AC-436C-A9C6-3790C65374E2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5" name="Freeform: Shape 2624">
                    <a:extLst>
                      <a:ext uri="{FF2B5EF4-FFF2-40B4-BE49-F238E27FC236}">
                        <a16:creationId xmlns:a16="http://schemas.microsoft.com/office/drawing/2014/main" id="{DC45D520-2A92-4DDD-B01B-50086E1AFB5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6" name="Rectangle: Rounded Corners 2625">
                    <a:extLst>
                      <a:ext uri="{FF2B5EF4-FFF2-40B4-BE49-F238E27FC236}">
                        <a16:creationId xmlns:a16="http://schemas.microsoft.com/office/drawing/2014/main" id="{087C6261-DDF1-48A9-87F6-A2C5A58A7A3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9" name="Group 2588">
                  <a:extLst>
                    <a:ext uri="{FF2B5EF4-FFF2-40B4-BE49-F238E27FC236}">
                      <a16:creationId xmlns:a16="http://schemas.microsoft.com/office/drawing/2014/main" id="{D5BD4DAC-A7D9-421B-97D8-2498223950EC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3" name="Freeform: Shape 2622">
                    <a:extLst>
                      <a:ext uri="{FF2B5EF4-FFF2-40B4-BE49-F238E27FC236}">
                        <a16:creationId xmlns:a16="http://schemas.microsoft.com/office/drawing/2014/main" id="{1F87E945-B672-4A36-B792-3C14AF3B988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4" name="Rectangle: Rounded Corners 2623">
                    <a:extLst>
                      <a:ext uri="{FF2B5EF4-FFF2-40B4-BE49-F238E27FC236}">
                        <a16:creationId xmlns:a16="http://schemas.microsoft.com/office/drawing/2014/main" id="{FE9CC934-6245-4110-B823-23C4EAE9642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0" name="Group 2589">
                  <a:extLst>
                    <a:ext uri="{FF2B5EF4-FFF2-40B4-BE49-F238E27FC236}">
                      <a16:creationId xmlns:a16="http://schemas.microsoft.com/office/drawing/2014/main" id="{61E21DCE-5839-4F91-8244-15B67BC7006A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1" name="Freeform: Shape 2620">
                    <a:extLst>
                      <a:ext uri="{FF2B5EF4-FFF2-40B4-BE49-F238E27FC236}">
                        <a16:creationId xmlns:a16="http://schemas.microsoft.com/office/drawing/2014/main" id="{07185760-47B0-4062-AD92-FA5782C94DF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2" name="Rectangle: Rounded Corners 2621">
                    <a:extLst>
                      <a:ext uri="{FF2B5EF4-FFF2-40B4-BE49-F238E27FC236}">
                        <a16:creationId xmlns:a16="http://schemas.microsoft.com/office/drawing/2014/main" id="{43800D55-CA17-4442-A90A-D8F582451FE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1" name="Group 2590">
                  <a:extLst>
                    <a:ext uri="{FF2B5EF4-FFF2-40B4-BE49-F238E27FC236}">
                      <a16:creationId xmlns:a16="http://schemas.microsoft.com/office/drawing/2014/main" id="{49B841E3-DA57-4C6C-B5E2-FAE54E0AC8B4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19" name="Freeform: Shape 2618">
                    <a:extLst>
                      <a:ext uri="{FF2B5EF4-FFF2-40B4-BE49-F238E27FC236}">
                        <a16:creationId xmlns:a16="http://schemas.microsoft.com/office/drawing/2014/main" id="{388A0FA0-679D-4C8E-A6F4-6F55E2D7F9A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0" name="Rectangle: Rounded Corners 2619">
                    <a:extLst>
                      <a:ext uri="{FF2B5EF4-FFF2-40B4-BE49-F238E27FC236}">
                        <a16:creationId xmlns:a16="http://schemas.microsoft.com/office/drawing/2014/main" id="{2A7917D9-AA16-439A-9B5F-4FC5364B208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2" name="Group 2591">
                  <a:extLst>
                    <a:ext uri="{FF2B5EF4-FFF2-40B4-BE49-F238E27FC236}">
                      <a16:creationId xmlns:a16="http://schemas.microsoft.com/office/drawing/2014/main" id="{EE1FA8FD-D334-4155-A921-791121F02333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7" name="Freeform: Shape 2616">
                    <a:extLst>
                      <a:ext uri="{FF2B5EF4-FFF2-40B4-BE49-F238E27FC236}">
                        <a16:creationId xmlns:a16="http://schemas.microsoft.com/office/drawing/2014/main" id="{B5ACC838-F743-438B-AA94-7B9F0CABABE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8" name="Rectangle: Rounded Corners 2617">
                    <a:extLst>
                      <a:ext uri="{FF2B5EF4-FFF2-40B4-BE49-F238E27FC236}">
                        <a16:creationId xmlns:a16="http://schemas.microsoft.com/office/drawing/2014/main" id="{1E34AFFA-21C2-4D82-8A59-D13FED13B3B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3" name="Group 2592">
                  <a:extLst>
                    <a:ext uri="{FF2B5EF4-FFF2-40B4-BE49-F238E27FC236}">
                      <a16:creationId xmlns:a16="http://schemas.microsoft.com/office/drawing/2014/main" id="{B50C95CA-AACF-4A67-AD85-FF790AA27E83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5" name="Freeform: Shape 2614">
                    <a:extLst>
                      <a:ext uri="{FF2B5EF4-FFF2-40B4-BE49-F238E27FC236}">
                        <a16:creationId xmlns:a16="http://schemas.microsoft.com/office/drawing/2014/main" id="{78360214-7E90-42FF-A358-19861F0F9D5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6" name="Rectangle: Rounded Corners 2615">
                    <a:extLst>
                      <a:ext uri="{FF2B5EF4-FFF2-40B4-BE49-F238E27FC236}">
                        <a16:creationId xmlns:a16="http://schemas.microsoft.com/office/drawing/2014/main" id="{25F155C7-1E21-4C90-893B-15095457751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4" name="Group 2593">
                  <a:extLst>
                    <a:ext uri="{FF2B5EF4-FFF2-40B4-BE49-F238E27FC236}">
                      <a16:creationId xmlns:a16="http://schemas.microsoft.com/office/drawing/2014/main" id="{F0F91266-3721-49EE-AE1F-468BDCC2AD0C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3" name="Freeform: Shape 2612">
                    <a:extLst>
                      <a:ext uri="{FF2B5EF4-FFF2-40B4-BE49-F238E27FC236}">
                        <a16:creationId xmlns:a16="http://schemas.microsoft.com/office/drawing/2014/main" id="{FEA32F5C-9E24-4B81-9042-803E83211A2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4" name="Rectangle: Rounded Corners 2613">
                    <a:extLst>
                      <a:ext uri="{FF2B5EF4-FFF2-40B4-BE49-F238E27FC236}">
                        <a16:creationId xmlns:a16="http://schemas.microsoft.com/office/drawing/2014/main" id="{F4E310C1-E30E-4503-A218-A40A3E568B4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5" name="Group 2594">
                  <a:extLst>
                    <a:ext uri="{FF2B5EF4-FFF2-40B4-BE49-F238E27FC236}">
                      <a16:creationId xmlns:a16="http://schemas.microsoft.com/office/drawing/2014/main" id="{2CEFB51F-FBE4-4DA2-BED1-1A786BEE9F13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1" name="Freeform: Shape 2610">
                    <a:extLst>
                      <a:ext uri="{FF2B5EF4-FFF2-40B4-BE49-F238E27FC236}">
                        <a16:creationId xmlns:a16="http://schemas.microsoft.com/office/drawing/2014/main" id="{9B49A407-F4BA-41B9-8388-97D6B3230D8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2" name="Rectangle: Rounded Corners 2611">
                    <a:extLst>
                      <a:ext uri="{FF2B5EF4-FFF2-40B4-BE49-F238E27FC236}">
                        <a16:creationId xmlns:a16="http://schemas.microsoft.com/office/drawing/2014/main" id="{54706E1C-7D02-4E76-A256-BDD5801FF79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6" name="Group 2595">
                  <a:extLst>
                    <a:ext uri="{FF2B5EF4-FFF2-40B4-BE49-F238E27FC236}">
                      <a16:creationId xmlns:a16="http://schemas.microsoft.com/office/drawing/2014/main" id="{856BA4BF-ED69-477D-B695-E7191F508D1A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09" name="Freeform: Shape 2608">
                    <a:extLst>
                      <a:ext uri="{FF2B5EF4-FFF2-40B4-BE49-F238E27FC236}">
                        <a16:creationId xmlns:a16="http://schemas.microsoft.com/office/drawing/2014/main" id="{104CAEDD-A5A4-4476-B6B6-A06EFA17832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0" name="Rectangle: Rounded Corners 2609">
                    <a:extLst>
                      <a:ext uri="{FF2B5EF4-FFF2-40B4-BE49-F238E27FC236}">
                        <a16:creationId xmlns:a16="http://schemas.microsoft.com/office/drawing/2014/main" id="{32AAF91F-1789-4E0E-9F09-12B0544B026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7" name="Group 2596">
                  <a:extLst>
                    <a:ext uri="{FF2B5EF4-FFF2-40B4-BE49-F238E27FC236}">
                      <a16:creationId xmlns:a16="http://schemas.microsoft.com/office/drawing/2014/main" id="{D8D70A56-7AAC-4117-9AAA-08203E5623B7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07" name="Freeform: Shape 2606">
                    <a:extLst>
                      <a:ext uri="{FF2B5EF4-FFF2-40B4-BE49-F238E27FC236}">
                        <a16:creationId xmlns:a16="http://schemas.microsoft.com/office/drawing/2014/main" id="{AAB7FD62-B71D-41FB-87DA-CD852F3EAFB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8" name="Rectangle: Rounded Corners 2607">
                    <a:extLst>
                      <a:ext uri="{FF2B5EF4-FFF2-40B4-BE49-F238E27FC236}">
                        <a16:creationId xmlns:a16="http://schemas.microsoft.com/office/drawing/2014/main" id="{D8A03502-E69D-4235-8C63-842317FCBEC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8" name="Group 2597">
                  <a:extLst>
                    <a:ext uri="{FF2B5EF4-FFF2-40B4-BE49-F238E27FC236}">
                      <a16:creationId xmlns:a16="http://schemas.microsoft.com/office/drawing/2014/main" id="{22393DA9-79C2-4DC1-815C-7DE8B360D876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05" name="Freeform: Shape 2604">
                    <a:extLst>
                      <a:ext uri="{FF2B5EF4-FFF2-40B4-BE49-F238E27FC236}">
                        <a16:creationId xmlns:a16="http://schemas.microsoft.com/office/drawing/2014/main" id="{4BC2B0A0-7B7D-49A2-A910-315CFD06FCB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6" name="Rectangle: Rounded Corners 2605">
                    <a:extLst>
                      <a:ext uri="{FF2B5EF4-FFF2-40B4-BE49-F238E27FC236}">
                        <a16:creationId xmlns:a16="http://schemas.microsoft.com/office/drawing/2014/main" id="{B3151108-8A4F-4419-9BFE-AA5C9657B4A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9" name="Group 2598">
                  <a:extLst>
                    <a:ext uri="{FF2B5EF4-FFF2-40B4-BE49-F238E27FC236}">
                      <a16:creationId xmlns:a16="http://schemas.microsoft.com/office/drawing/2014/main" id="{5323C358-9BAA-44E7-BC64-2B8209D88379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03" name="Freeform: Shape 2602">
                    <a:extLst>
                      <a:ext uri="{FF2B5EF4-FFF2-40B4-BE49-F238E27FC236}">
                        <a16:creationId xmlns:a16="http://schemas.microsoft.com/office/drawing/2014/main" id="{945B79A3-2CB9-496D-9DDF-909244E787E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4" name="Rectangle: Rounded Corners 2603">
                    <a:extLst>
                      <a:ext uri="{FF2B5EF4-FFF2-40B4-BE49-F238E27FC236}">
                        <a16:creationId xmlns:a16="http://schemas.microsoft.com/office/drawing/2014/main" id="{8A1068EE-0546-4DAC-834B-C265B00E1E0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600" name="Group 2599">
                  <a:extLst>
                    <a:ext uri="{FF2B5EF4-FFF2-40B4-BE49-F238E27FC236}">
                      <a16:creationId xmlns:a16="http://schemas.microsoft.com/office/drawing/2014/main" id="{D3E43801-8930-47D5-914B-AE5C7FC34998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01" name="Freeform: Shape 2600">
                    <a:extLst>
                      <a:ext uri="{FF2B5EF4-FFF2-40B4-BE49-F238E27FC236}">
                        <a16:creationId xmlns:a16="http://schemas.microsoft.com/office/drawing/2014/main" id="{0466E3C8-1A64-4D91-B9B7-DC6A24058F7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2" name="Rectangle: Rounded Corners 2601">
                    <a:extLst>
                      <a:ext uri="{FF2B5EF4-FFF2-40B4-BE49-F238E27FC236}">
                        <a16:creationId xmlns:a16="http://schemas.microsoft.com/office/drawing/2014/main" id="{37DB245E-5075-4CAE-9482-EC11E4953FB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AF0D683E-0516-4263-A0D9-F7CD0AE646D4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FD82B29D-8620-4B93-9DB1-320F453AA5A9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72A00683-51DF-4EFB-92FD-248027CA984A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935" name="Group 2934">
              <a:extLst>
                <a:ext uri="{FF2B5EF4-FFF2-40B4-BE49-F238E27FC236}">
                  <a16:creationId xmlns:a16="http://schemas.microsoft.com/office/drawing/2014/main" id="{968C8872-110C-47BD-BE9E-B3BC0D3545E4}"/>
                </a:ext>
              </a:extLst>
            </p:cNvPr>
            <p:cNvGrpSpPr/>
            <p:nvPr/>
          </p:nvGrpSpPr>
          <p:grpSpPr>
            <a:xfrm>
              <a:off x="4114689" y="2255979"/>
              <a:ext cx="531923" cy="573923"/>
              <a:chOff x="163719" y="1822501"/>
              <a:chExt cx="3062199" cy="3047160"/>
            </a:xfrm>
          </p:grpSpPr>
          <p:grpSp>
            <p:nvGrpSpPr>
              <p:cNvPr id="2936" name="Group 2935">
                <a:extLst>
                  <a:ext uri="{FF2B5EF4-FFF2-40B4-BE49-F238E27FC236}">
                    <a16:creationId xmlns:a16="http://schemas.microsoft.com/office/drawing/2014/main" id="{9624E001-78B0-454F-9B6C-2732475D3FC3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2940" name="Group 2939">
                  <a:extLst>
                    <a:ext uri="{FF2B5EF4-FFF2-40B4-BE49-F238E27FC236}">
                      <a16:creationId xmlns:a16="http://schemas.microsoft.com/office/drawing/2014/main" id="{5EFA93A9-EDF4-431D-AD51-D207675506E8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299" name="Freeform: Shape 3298">
                    <a:extLst>
                      <a:ext uri="{FF2B5EF4-FFF2-40B4-BE49-F238E27FC236}">
                        <a16:creationId xmlns:a16="http://schemas.microsoft.com/office/drawing/2014/main" id="{5EF7E28A-3D7F-4827-837A-972FEAD1C7D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00" name="Rectangle: Rounded Corners 3299">
                    <a:extLst>
                      <a:ext uri="{FF2B5EF4-FFF2-40B4-BE49-F238E27FC236}">
                        <a16:creationId xmlns:a16="http://schemas.microsoft.com/office/drawing/2014/main" id="{60E59AF2-9762-4D2D-A100-5CE40D6A683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1" name="Group 2940">
                  <a:extLst>
                    <a:ext uri="{FF2B5EF4-FFF2-40B4-BE49-F238E27FC236}">
                      <a16:creationId xmlns:a16="http://schemas.microsoft.com/office/drawing/2014/main" id="{86248FA1-1A03-46B2-8E4E-67E69E3BB1ED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297" name="Freeform: Shape 3296">
                    <a:extLst>
                      <a:ext uri="{FF2B5EF4-FFF2-40B4-BE49-F238E27FC236}">
                        <a16:creationId xmlns:a16="http://schemas.microsoft.com/office/drawing/2014/main" id="{D9315DBA-B98A-44CF-A7D1-5150E1922B6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298" name="Rectangle: Rounded Corners 3297">
                    <a:extLst>
                      <a:ext uri="{FF2B5EF4-FFF2-40B4-BE49-F238E27FC236}">
                        <a16:creationId xmlns:a16="http://schemas.microsoft.com/office/drawing/2014/main" id="{F357EB81-3DAE-460E-BA70-488A79464C5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2" name="Group 2941">
                  <a:extLst>
                    <a:ext uri="{FF2B5EF4-FFF2-40B4-BE49-F238E27FC236}">
                      <a16:creationId xmlns:a16="http://schemas.microsoft.com/office/drawing/2014/main" id="{214682EA-787F-45B6-BCF2-9EF5ACDD73A7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3015" name="Group 3014">
                    <a:extLst>
                      <a:ext uri="{FF2B5EF4-FFF2-40B4-BE49-F238E27FC236}">
                        <a16:creationId xmlns:a16="http://schemas.microsoft.com/office/drawing/2014/main" id="{948D1DD0-A019-4AB7-A7A6-E76B4496E107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3236" name="Group 3235">
                      <a:extLst>
                        <a:ext uri="{FF2B5EF4-FFF2-40B4-BE49-F238E27FC236}">
                          <a16:creationId xmlns:a16="http://schemas.microsoft.com/office/drawing/2014/main" id="{77B96118-7CA1-4D4D-B4C6-F8C5BE166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3293" name="Flowchart: Connector 3292">
                        <a:extLst>
                          <a:ext uri="{FF2B5EF4-FFF2-40B4-BE49-F238E27FC236}">
                            <a16:creationId xmlns:a16="http://schemas.microsoft.com/office/drawing/2014/main" id="{741A19C5-FA38-406C-8374-8D30DB0164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4" name="Flowchart: Connector 3293">
                        <a:extLst>
                          <a:ext uri="{FF2B5EF4-FFF2-40B4-BE49-F238E27FC236}">
                            <a16:creationId xmlns:a16="http://schemas.microsoft.com/office/drawing/2014/main" id="{72F6A7D4-7996-4598-823B-F10C56BB4A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5" name="Flowchart: Connector 3294">
                        <a:extLst>
                          <a:ext uri="{FF2B5EF4-FFF2-40B4-BE49-F238E27FC236}">
                            <a16:creationId xmlns:a16="http://schemas.microsoft.com/office/drawing/2014/main" id="{0CF3B505-30DA-47F9-AB36-923C233699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6" name="Flowchart: Connector 3295">
                        <a:extLst>
                          <a:ext uri="{FF2B5EF4-FFF2-40B4-BE49-F238E27FC236}">
                            <a16:creationId xmlns:a16="http://schemas.microsoft.com/office/drawing/2014/main" id="{FC7F3F5B-52D1-4F54-8FC1-CDF368E77A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237" name="Group 3236">
                      <a:extLst>
                        <a:ext uri="{FF2B5EF4-FFF2-40B4-BE49-F238E27FC236}">
                          <a16:creationId xmlns:a16="http://schemas.microsoft.com/office/drawing/2014/main" id="{0E9657FB-B822-4BDA-9F6C-9A78D3A7B9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3238" name="Group 3237">
                        <a:extLst>
                          <a:ext uri="{FF2B5EF4-FFF2-40B4-BE49-F238E27FC236}">
                            <a16:creationId xmlns:a16="http://schemas.microsoft.com/office/drawing/2014/main" id="{73E97A49-95AE-4722-A467-BFB1D47623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6" name="3D Model 3285" descr="Sphere">
                              <a:extLst>
                                <a:ext uri="{FF2B5EF4-FFF2-40B4-BE49-F238E27FC236}">
                                  <a16:creationId xmlns:a16="http://schemas.microsoft.com/office/drawing/2014/main" id="{8F61D9D3-9025-4D53-A08F-1529F610436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3864068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7" name="Flowchart: Connector 3286">
                          <a:extLst>
                            <a:ext uri="{FF2B5EF4-FFF2-40B4-BE49-F238E27FC236}">
                              <a16:creationId xmlns:a16="http://schemas.microsoft.com/office/drawing/2014/main" id="{3DF139E8-016E-41A0-A9CB-485C02BF92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8" name="3D Model 3287" descr="Sphere">
                              <a:extLst>
                                <a:ext uri="{FF2B5EF4-FFF2-40B4-BE49-F238E27FC236}">
                                  <a16:creationId xmlns:a16="http://schemas.microsoft.com/office/drawing/2014/main" id="{1B69D5CF-7064-4E9E-8822-8B1DD59455B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91337895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9" name="Flowchart: Connector 3288">
                          <a:extLst>
                            <a:ext uri="{FF2B5EF4-FFF2-40B4-BE49-F238E27FC236}">
                              <a16:creationId xmlns:a16="http://schemas.microsoft.com/office/drawing/2014/main" id="{1E7FA50E-904B-4681-BB97-48811E4FA2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90" name="3D Model 3289" descr="Sphere">
                              <a:extLst>
                                <a:ext uri="{FF2B5EF4-FFF2-40B4-BE49-F238E27FC236}">
                                  <a16:creationId xmlns:a16="http://schemas.microsoft.com/office/drawing/2014/main" id="{1B238A2B-5FD3-4C89-8EE6-880B036F433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39715469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91" name="Flowchart: Connector 3290">
                          <a:extLst>
                            <a:ext uri="{FF2B5EF4-FFF2-40B4-BE49-F238E27FC236}">
                              <a16:creationId xmlns:a16="http://schemas.microsoft.com/office/drawing/2014/main" id="{24D8B124-F3C9-401A-B1A6-749D0D078ED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92" name="3D Model 3291" descr="Sphere">
                              <a:extLst>
                                <a:ext uri="{FF2B5EF4-FFF2-40B4-BE49-F238E27FC236}">
                                  <a16:creationId xmlns:a16="http://schemas.microsoft.com/office/drawing/2014/main" id="{CFA8B10F-3380-4307-89DB-88BF82E75DB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5981948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239" name="Group 3238">
                        <a:extLst>
                          <a:ext uri="{FF2B5EF4-FFF2-40B4-BE49-F238E27FC236}">
                            <a16:creationId xmlns:a16="http://schemas.microsoft.com/office/drawing/2014/main" id="{40D5EBD3-D8A1-4834-8E6D-503AC7C68C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271" name="Flowchart: Connector 3270">
                          <a:extLst>
                            <a:ext uri="{FF2B5EF4-FFF2-40B4-BE49-F238E27FC236}">
                              <a16:creationId xmlns:a16="http://schemas.microsoft.com/office/drawing/2014/main" id="{3C6E7B26-EFF1-4238-B686-AAA0ADCAE23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2" name="Flowchart: Connector 3271">
                          <a:extLst>
                            <a:ext uri="{FF2B5EF4-FFF2-40B4-BE49-F238E27FC236}">
                              <a16:creationId xmlns:a16="http://schemas.microsoft.com/office/drawing/2014/main" id="{98D60F97-55E5-41AD-9835-A31339F01A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3" name="Flowchart: Connector 3272">
                          <a:extLst>
                            <a:ext uri="{FF2B5EF4-FFF2-40B4-BE49-F238E27FC236}">
                              <a16:creationId xmlns:a16="http://schemas.microsoft.com/office/drawing/2014/main" id="{3408CE96-313D-46CB-8080-3BCBA13C6CD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4" name="Flowchart: Connector 3273">
                          <a:extLst>
                            <a:ext uri="{FF2B5EF4-FFF2-40B4-BE49-F238E27FC236}">
                              <a16:creationId xmlns:a16="http://schemas.microsoft.com/office/drawing/2014/main" id="{483C9D5E-670A-4B93-9F12-8449DD7E520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5" name="Flowchart: Connector 3274">
                          <a:extLst>
                            <a:ext uri="{FF2B5EF4-FFF2-40B4-BE49-F238E27FC236}">
                              <a16:creationId xmlns:a16="http://schemas.microsoft.com/office/drawing/2014/main" id="{03795F35-CB36-429B-AA11-BE2FE3F9E49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6" name="Flowchart: Connector 3275">
                          <a:extLst>
                            <a:ext uri="{FF2B5EF4-FFF2-40B4-BE49-F238E27FC236}">
                              <a16:creationId xmlns:a16="http://schemas.microsoft.com/office/drawing/2014/main" id="{EA554B6B-AF90-4BB4-9C33-2213873ED05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7" name="Flowchart: Connector 3276">
                          <a:extLst>
                            <a:ext uri="{FF2B5EF4-FFF2-40B4-BE49-F238E27FC236}">
                              <a16:creationId xmlns:a16="http://schemas.microsoft.com/office/drawing/2014/main" id="{6922C55F-4406-4F46-8278-820C37BF097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8" name="Flowchart: Connector 3277">
                          <a:extLst>
                            <a:ext uri="{FF2B5EF4-FFF2-40B4-BE49-F238E27FC236}">
                              <a16:creationId xmlns:a16="http://schemas.microsoft.com/office/drawing/2014/main" id="{D168EDAF-E182-4442-9F63-239310EFB60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79" name="3D Model 3278" descr="Sphere">
                              <a:extLst>
                                <a:ext uri="{FF2B5EF4-FFF2-40B4-BE49-F238E27FC236}">
                                  <a16:creationId xmlns:a16="http://schemas.microsoft.com/office/drawing/2014/main" id="{C6ECFEF7-0753-439A-AC7C-44BDB3314C5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2226189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0" name="Flowchart: Connector 3279">
                          <a:extLst>
                            <a:ext uri="{FF2B5EF4-FFF2-40B4-BE49-F238E27FC236}">
                              <a16:creationId xmlns:a16="http://schemas.microsoft.com/office/drawing/2014/main" id="{1AF4E910-409F-4EB2-B960-3B167306C6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1" name="3D Model 3280" descr="Sphere">
                              <a:extLst>
                                <a:ext uri="{FF2B5EF4-FFF2-40B4-BE49-F238E27FC236}">
                                  <a16:creationId xmlns:a16="http://schemas.microsoft.com/office/drawing/2014/main" id="{81847BE9-306C-4662-91D6-512DB93F0BD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8489471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2" name="Flowchart: Connector 3281">
                          <a:extLst>
                            <a:ext uri="{FF2B5EF4-FFF2-40B4-BE49-F238E27FC236}">
                              <a16:creationId xmlns:a16="http://schemas.microsoft.com/office/drawing/2014/main" id="{FD746330-5DA7-43A9-BCDC-9EF61EC05A0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3" name="3D Model 3282" descr="Sphere">
                              <a:extLst>
                                <a:ext uri="{FF2B5EF4-FFF2-40B4-BE49-F238E27FC236}">
                                  <a16:creationId xmlns:a16="http://schemas.microsoft.com/office/drawing/2014/main" id="{AD54F51B-0659-4820-A8CB-5A994E7BEC8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6015704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4" name="Flowchart: Connector 3283">
                          <a:extLst>
                            <a:ext uri="{FF2B5EF4-FFF2-40B4-BE49-F238E27FC236}">
                              <a16:creationId xmlns:a16="http://schemas.microsoft.com/office/drawing/2014/main" id="{47168A29-3807-435C-9623-F69192C4B1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5" name="3D Model 3284" descr="Sphere">
                              <a:extLst>
                                <a:ext uri="{FF2B5EF4-FFF2-40B4-BE49-F238E27FC236}">
                                  <a16:creationId xmlns:a16="http://schemas.microsoft.com/office/drawing/2014/main" id="{F36B6815-3D8D-4109-A124-ABCA6A98C8F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5735563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240" name="Group 3239">
                        <a:extLst>
                          <a:ext uri="{FF2B5EF4-FFF2-40B4-BE49-F238E27FC236}">
                            <a16:creationId xmlns:a16="http://schemas.microsoft.com/office/drawing/2014/main" id="{5D1F1957-706B-4AD9-9A92-8B3E6A0544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256" name="Flowchart: Connector 3255">
                          <a:extLst>
                            <a:ext uri="{FF2B5EF4-FFF2-40B4-BE49-F238E27FC236}">
                              <a16:creationId xmlns:a16="http://schemas.microsoft.com/office/drawing/2014/main" id="{3F2FDC7B-6451-4A8B-8834-7AF571FD5D6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57" name="Flowchart: Connector 3256">
                          <a:extLst>
                            <a:ext uri="{FF2B5EF4-FFF2-40B4-BE49-F238E27FC236}">
                              <a16:creationId xmlns:a16="http://schemas.microsoft.com/office/drawing/2014/main" id="{D4D30061-D557-4822-B58A-C3E744124F7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58" name="Flowchart: Connector 3257">
                          <a:extLst>
                            <a:ext uri="{FF2B5EF4-FFF2-40B4-BE49-F238E27FC236}">
                              <a16:creationId xmlns:a16="http://schemas.microsoft.com/office/drawing/2014/main" id="{70965AD2-17ED-483B-912C-22F4D42E9A7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59" name="Flowchart: Connector 3258">
                          <a:extLst>
                            <a:ext uri="{FF2B5EF4-FFF2-40B4-BE49-F238E27FC236}">
                              <a16:creationId xmlns:a16="http://schemas.microsoft.com/office/drawing/2014/main" id="{8142559A-16D3-44E0-8A53-5E10C81A98A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0" name="Flowchart: Connector 3259">
                          <a:extLst>
                            <a:ext uri="{FF2B5EF4-FFF2-40B4-BE49-F238E27FC236}">
                              <a16:creationId xmlns:a16="http://schemas.microsoft.com/office/drawing/2014/main" id="{0C9DD217-75DE-44E0-B8E7-B87120F50F4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1" name="Flowchart: Connector 3260">
                          <a:extLst>
                            <a:ext uri="{FF2B5EF4-FFF2-40B4-BE49-F238E27FC236}">
                              <a16:creationId xmlns:a16="http://schemas.microsoft.com/office/drawing/2014/main" id="{1D5C3007-0FFD-48C7-95A3-2315F3F3E8C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2" name="Flowchart: Connector 3261">
                          <a:extLst>
                            <a:ext uri="{FF2B5EF4-FFF2-40B4-BE49-F238E27FC236}">
                              <a16:creationId xmlns:a16="http://schemas.microsoft.com/office/drawing/2014/main" id="{D9BB21CF-FBA4-4F94-80DB-3FBCE6AC1E1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3" name="Flowchart: Connector 3262">
                          <a:extLst>
                            <a:ext uri="{FF2B5EF4-FFF2-40B4-BE49-F238E27FC236}">
                              <a16:creationId xmlns:a16="http://schemas.microsoft.com/office/drawing/2014/main" id="{7EC0D628-8344-4BAA-B773-6A5A03BA569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64" name="3D Model 3263" descr="Sphere">
                              <a:extLst>
                                <a:ext uri="{FF2B5EF4-FFF2-40B4-BE49-F238E27FC236}">
                                  <a16:creationId xmlns:a16="http://schemas.microsoft.com/office/drawing/2014/main" id="{CD2A81BE-B6F0-4272-90B2-FA3AE11D751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4430427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65" name="Flowchart: Connector 3264">
                          <a:extLst>
                            <a:ext uri="{FF2B5EF4-FFF2-40B4-BE49-F238E27FC236}">
                              <a16:creationId xmlns:a16="http://schemas.microsoft.com/office/drawing/2014/main" id="{15E90F92-374B-4A16-84B9-4620DFA2423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66" name="3D Model 3265" descr="Sphere">
                              <a:extLst>
                                <a:ext uri="{FF2B5EF4-FFF2-40B4-BE49-F238E27FC236}">
                                  <a16:creationId xmlns:a16="http://schemas.microsoft.com/office/drawing/2014/main" id="{6B21E17B-A4F2-488F-8134-F464CCB8ABB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1472824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67" name="Flowchart: Connector 3266">
                          <a:extLst>
                            <a:ext uri="{FF2B5EF4-FFF2-40B4-BE49-F238E27FC236}">
                              <a16:creationId xmlns:a16="http://schemas.microsoft.com/office/drawing/2014/main" id="{0DBADE38-241E-4501-B370-A520958FFA9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68" name="3D Model 3267" descr="Sphere">
                              <a:extLst>
                                <a:ext uri="{FF2B5EF4-FFF2-40B4-BE49-F238E27FC236}">
                                  <a16:creationId xmlns:a16="http://schemas.microsoft.com/office/drawing/2014/main" id="{EFF5B025-D7FB-46AD-B5BA-35EDE833A30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5904640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69" name="Flowchart: Connector 3268">
                          <a:extLst>
                            <a:ext uri="{FF2B5EF4-FFF2-40B4-BE49-F238E27FC236}">
                              <a16:creationId xmlns:a16="http://schemas.microsoft.com/office/drawing/2014/main" id="{F48CE17F-B89C-4648-971E-79C32B5C755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70" name="3D Model 3269" descr="Sphere">
                              <a:extLst>
                                <a:ext uri="{FF2B5EF4-FFF2-40B4-BE49-F238E27FC236}">
                                  <a16:creationId xmlns:a16="http://schemas.microsoft.com/office/drawing/2014/main" id="{15D9D2F3-E344-4663-87F3-6C850DA9D55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8418346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241" name="Flowchart: Connector 3240">
                        <a:extLst>
                          <a:ext uri="{FF2B5EF4-FFF2-40B4-BE49-F238E27FC236}">
                            <a16:creationId xmlns:a16="http://schemas.microsoft.com/office/drawing/2014/main" id="{E44D1770-723A-4F09-A2F8-85B7DB26FA2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2" name="Flowchart: Connector 3241">
                        <a:extLst>
                          <a:ext uri="{FF2B5EF4-FFF2-40B4-BE49-F238E27FC236}">
                            <a16:creationId xmlns:a16="http://schemas.microsoft.com/office/drawing/2014/main" id="{1497EDB2-D0AE-4C78-B1AD-766660B142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3" name="Flowchart: Connector 3242">
                        <a:extLst>
                          <a:ext uri="{FF2B5EF4-FFF2-40B4-BE49-F238E27FC236}">
                            <a16:creationId xmlns:a16="http://schemas.microsoft.com/office/drawing/2014/main" id="{E21A2639-201E-444A-906B-FB3E91B0EF1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4" name="Flowchart: Connector 3243">
                        <a:extLst>
                          <a:ext uri="{FF2B5EF4-FFF2-40B4-BE49-F238E27FC236}">
                            <a16:creationId xmlns:a16="http://schemas.microsoft.com/office/drawing/2014/main" id="{E508CE3F-98AC-4B51-AF1E-9A466A1DFF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5" name="Flowchart: Connector 3244">
                        <a:extLst>
                          <a:ext uri="{FF2B5EF4-FFF2-40B4-BE49-F238E27FC236}">
                            <a16:creationId xmlns:a16="http://schemas.microsoft.com/office/drawing/2014/main" id="{CD485A73-2237-4F74-A630-E9099ACB16D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6" name="Flowchart: Connector 3245">
                        <a:extLst>
                          <a:ext uri="{FF2B5EF4-FFF2-40B4-BE49-F238E27FC236}">
                            <a16:creationId xmlns:a16="http://schemas.microsoft.com/office/drawing/2014/main" id="{62F42964-075D-4E87-92C6-00EB105284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7" name="Flowchart: Connector 3246">
                        <a:extLst>
                          <a:ext uri="{FF2B5EF4-FFF2-40B4-BE49-F238E27FC236}">
                            <a16:creationId xmlns:a16="http://schemas.microsoft.com/office/drawing/2014/main" id="{C90A92BA-05BF-4DCC-B9BD-154D7694A5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8" name="Flowchart: Connector 3247">
                        <a:extLst>
                          <a:ext uri="{FF2B5EF4-FFF2-40B4-BE49-F238E27FC236}">
                            <a16:creationId xmlns:a16="http://schemas.microsoft.com/office/drawing/2014/main" id="{B5C5D092-0C38-49AA-BB4E-13C6C079FF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49" name="3D Model 3248" descr="Sphere">
                            <a:extLst>
                              <a:ext uri="{FF2B5EF4-FFF2-40B4-BE49-F238E27FC236}">
                                <a16:creationId xmlns:a16="http://schemas.microsoft.com/office/drawing/2014/main" id="{2EA46C2D-6DB4-444E-BF3F-FF19D373592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563199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49" name="3D Model 3248" descr="Sphere">
                            <a:extLst>
                              <a:ext uri="{FF2B5EF4-FFF2-40B4-BE49-F238E27FC236}">
                                <a16:creationId xmlns:a16="http://schemas.microsoft.com/office/drawing/2014/main" id="{2EA46C2D-6DB4-444E-BF3F-FF19D373592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17080" y="171041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50" name="Flowchart: Connector 3249">
                        <a:extLst>
                          <a:ext uri="{FF2B5EF4-FFF2-40B4-BE49-F238E27FC236}">
                            <a16:creationId xmlns:a16="http://schemas.microsoft.com/office/drawing/2014/main" id="{2870BE68-033F-4220-8586-1F23FEF194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1" name="3D Model 3250" descr="Sphere">
                            <a:extLst>
                              <a:ext uri="{FF2B5EF4-FFF2-40B4-BE49-F238E27FC236}">
                                <a16:creationId xmlns:a16="http://schemas.microsoft.com/office/drawing/2014/main" id="{8D51043E-FCC0-416E-AEED-24A036EC262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42172790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51" name="3D Model 3250" descr="Sphere">
                            <a:extLst>
                              <a:ext uri="{FF2B5EF4-FFF2-40B4-BE49-F238E27FC236}">
                                <a16:creationId xmlns:a16="http://schemas.microsoft.com/office/drawing/2014/main" id="{8D51043E-FCC0-416E-AEED-24A036EC262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58208" y="172109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52" name="Flowchart: Connector 3251">
                        <a:extLst>
                          <a:ext uri="{FF2B5EF4-FFF2-40B4-BE49-F238E27FC236}">
                            <a16:creationId xmlns:a16="http://schemas.microsoft.com/office/drawing/2014/main" id="{7B8C8BA2-2EAF-4755-841A-0DADAF3625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3" name="3D Model 3252" descr="Sphere">
                            <a:extLst>
                              <a:ext uri="{FF2B5EF4-FFF2-40B4-BE49-F238E27FC236}">
                                <a16:creationId xmlns:a16="http://schemas.microsoft.com/office/drawing/2014/main" id="{B33AA89E-E282-4017-BFA7-B113C1E1F40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29071704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53" name="3D Model 3252" descr="Sphere">
                            <a:extLst>
                              <a:ext uri="{FF2B5EF4-FFF2-40B4-BE49-F238E27FC236}">
                                <a16:creationId xmlns:a16="http://schemas.microsoft.com/office/drawing/2014/main" id="{B33AA89E-E282-4017-BFA7-B113C1E1F40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99527" y="173273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54" name="Flowchart: Connector 3253">
                        <a:extLst>
                          <a:ext uri="{FF2B5EF4-FFF2-40B4-BE49-F238E27FC236}">
                            <a16:creationId xmlns:a16="http://schemas.microsoft.com/office/drawing/2014/main" id="{1315B86F-53C0-4DF9-A65B-C4952F1A2E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5" name="3D Model 3254" descr="Sphere">
                            <a:extLst>
                              <a:ext uri="{FF2B5EF4-FFF2-40B4-BE49-F238E27FC236}">
                                <a16:creationId xmlns:a16="http://schemas.microsoft.com/office/drawing/2014/main" id="{B6696278-9ED9-4B80-9DD0-4AB803B740A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40212955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55" name="3D Model 3254" descr="Sphere">
                            <a:extLst>
                              <a:ext uri="{FF2B5EF4-FFF2-40B4-BE49-F238E27FC236}">
                                <a16:creationId xmlns:a16="http://schemas.microsoft.com/office/drawing/2014/main" id="{B6696278-9ED9-4B80-9DD0-4AB803B740A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646153" y="1749132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016" name="Group 3015">
                    <a:extLst>
                      <a:ext uri="{FF2B5EF4-FFF2-40B4-BE49-F238E27FC236}">
                        <a16:creationId xmlns:a16="http://schemas.microsoft.com/office/drawing/2014/main" id="{6FBB8BD2-72B6-43E2-8CF3-7C545B886170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233" name="Flowchart: Connector 3232">
                      <a:extLst>
                        <a:ext uri="{FF2B5EF4-FFF2-40B4-BE49-F238E27FC236}">
                          <a16:creationId xmlns:a16="http://schemas.microsoft.com/office/drawing/2014/main" id="{627F805B-10F9-400D-8A60-02F255052A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4" name="Flowchart: Connector 3233">
                      <a:extLst>
                        <a:ext uri="{FF2B5EF4-FFF2-40B4-BE49-F238E27FC236}">
                          <a16:creationId xmlns:a16="http://schemas.microsoft.com/office/drawing/2014/main" id="{5BF7A9C4-FEC4-4D55-99C7-281C859688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5" name="Flowchart: Connector 3234">
                      <a:extLst>
                        <a:ext uri="{FF2B5EF4-FFF2-40B4-BE49-F238E27FC236}">
                          <a16:creationId xmlns:a16="http://schemas.microsoft.com/office/drawing/2014/main" id="{4C5E072B-0DFA-4716-AD51-C0C0B18FF4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017" name="Flowchart: Connector 3016">
                    <a:extLst>
                      <a:ext uri="{FF2B5EF4-FFF2-40B4-BE49-F238E27FC236}">
                        <a16:creationId xmlns:a16="http://schemas.microsoft.com/office/drawing/2014/main" id="{54BCF4EC-6245-4813-9208-53850494F9F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018" name="Flowchart: Connector 3017">
                    <a:extLst>
                      <a:ext uri="{FF2B5EF4-FFF2-40B4-BE49-F238E27FC236}">
                        <a16:creationId xmlns:a16="http://schemas.microsoft.com/office/drawing/2014/main" id="{BACFD39F-7A57-437A-9779-936C74DDF8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019" name="Group 3018">
                    <a:extLst>
                      <a:ext uri="{FF2B5EF4-FFF2-40B4-BE49-F238E27FC236}">
                        <a16:creationId xmlns:a16="http://schemas.microsoft.com/office/drawing/2014/main" id="{56CB2C1C-E22C-4BF0-9679-0127B09779C1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3230" name="Flowchart: Connector 3229">
                      <a:extLst>
                        <a:ext uri="{FF2B5EF4-FFF2-40B4-BE49-F238E27FC236}">
                          <a16:creationId xmlns:a16="http://schemas.microsoft.com/office/drawing/2014/main" id="{92AD836E-651C-4953-AC06-9F359FF194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1" name="Flowchart: Connector 3230">
                      <a:extLst>
                        <a:ext uri="{FF2B5EF4-FFF2-40B4-BE49-F238E27FC236}">
                          <a16:creationId xmlns:a16="http://schemas.microsoft.com/office/drawing/2014/main" id="{DF6F476F-BEED-45A4-A2CC-8C391A8FE0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2" name="Flowchart: Connector 3231">
                      <a:extLst>
                        <a:ext uri="{FF2B5EF4-FFF2-40B4-BE49-F238E27FC236}">
                          <a16:creationId xmlns:a16="http://schemas.microsoft.com/office/drawing/2014/main" id="{A50CE312-3B68-4886-909B-09E49FBF1D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20" name="Group 3019">
                    <a:extLst>
                      <a:ext uri="{FF2B5EF4-FFF2-40B4-BE49-F238E27FC236}">
                        <a16:creationId xmlns:a16="http://schemas.microsoft.com/office/drawing/2014/main" id="{DBEDE36D-752C-4CC4-B1BC-B220241D9B7C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3165" name="Group 3164">
                      <a:extLst>
                        <a:ext uri="{FF2B5EF4-FFF2-40B4-BE49-F238E27FC236}">
                          <a16:creationId xmlns:a16="http://schemas.microsoft.com/office/drawing/2014/main" id="{DCA012E2-3DDC-4613-9D0E-7438AACAE3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3226" name="Flowchart: Connector 3225">
                        <a:extLst>
                          <a:ext uri="{FF2B5EF4-FFF2-40B4-BE49-F238E27FC236}">
                            <a16:creationId xmlns:a16="http://schemas.microsoft.com/office/drawing/2014/main" id="{748DF4D2-9CF9-48C5-9D77-55F3ACD8D4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7" name="Flowchart: Connector 3226">
                        <a:extLst>
                          <a:ext uri="{FF2B5EF4-FFF2-40B4-BE49-F238E27FC236}">
                            <a16:creationId xmlns:a16="http://schemas.microsoft.com/office/drawing/2014/main" id="{C303E10E-DBC0-4F9E-AC9E-626F612BBF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8" name="Flowchart: Connector 3227">
                        <a:extLst>
                          <a:ext uri="{FF2B5EF4-FFF2-40B4-BE49-F238E27FC236}">
                            <a16:creationId xmlns:a16="http://schemas.microsoft.com/office/drawing/2014/main" id="{24402CC3-275A-48CA-9B29-573A89513C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9" name="Flowchart: Connector 3228">
                        <a:extLst>
                          <a:ext uri="{FF2B5EF4-FFF2-40B4-BE49-F238E27FC236}">
                            <a16:creationId xmlns:a16="http://schemas.microsoft.com/office/drawing/2014/main" id="{32D16A01-E245-485C-A61B-55118512EB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166" name="Group 3165">
                      <a:extLst>
                        <a:ext uri="{FF2B5EF4-FFF2-40B4-BE49-F238E27FC236}">
                          <a16:creationId xmlns:a16="http://schemas.microsoft.com/office/drawing/2014/main" id="{3963DD10-33BB-42AE-B634-CE9C0E8F04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3167" name="Group 3166">
                        <a:extLst>
                          <a:ext uri="{FF2B5EF4-FFF2-40B4-BE49-F238E27FC236}">
                            <a16:creationId xmlns:a16="http://schemas.microsoft.com/office/drawing/2014/main" id="{7BEA7666-D1ED-4725-B953-CDE0D362CE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218" name="Flowchart: Connector 3217">
                          <a:extLst>
                            <a:ext uri="{FF2B5EF4-FFF2-40B4-BE49-F238E27FC236}">
                              <a16:creationId xmlns:a16="http://schemas.microsoft.com/office/drawing/2014/main" id="{5DD039F6-98F7-4C40-9542-C082E72DE5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9" name="3D Model 3218" descr="Sphere">
                              <a:extLst>
                                <a:ext uri="{FF2B5EF4-FFF2-40B4-BE49-F238E27FC236}">
                                  <a16:creationId xmlns:a16="http://schemas.microsoft.com/office/drawing/2014/main" id="{57D24E7A-F50A-4E90-A309-42A6BA198D0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893475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20" name="Flowchart: Connector 3219">
                          <a:extLst>
                            <a:ext uri="{FF2B5EF4-FFF2-40B4-BE49-F238E27FC236}">
                              <a16:creationId xmlns:a16="http://schemas.microsoft.com/office/drawing/2014/main" id="{6CF06713-49EB-4E67-8331-B924E1B63C3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21" name="3D Model 3220" descr="Sphere">
                              <a:extLst>
                                <a:ext uri="{FF2B5EF4-FFF2-40B4-BE49-F238E27FC236}">
                                  <a16:creationId xmlns:a16="http://schemas.microsoft.com/office/drawing/2014/main" id="{3CA593E2-937C-4B49-B76B-74CE2ACF502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26354367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22" name="Flowchart: Connector 3221">
                          <a:extLst>
                            <a:ext uri="{FF2B5EF4-FFF2-40B4-BE49-F238E27FC236}">
                              <a16:creationId xmlns:a16="http://schemas.microsoft.com/office/drawing/2014/main" id="{325F6AED-09AD-4C2E-938A-FC352E958C0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23" name="3D Model 3222" descr="Sphere">
                              <a:extLst>
                                <a:ext uri="{FF2B5EF4-FFF2-40B4-BE49-F238E27FC236}">
                                  <a16:creationId xmlns:a16="http://schemas.microsoft.com/office/drawing/2014/main" id="{DF23A41A-B2E9-49FD-B070-AE37B2A8866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7400307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24" name="Flowchart: Connector 3223">
                          <a:extLst>
                            <a:ext uri="{FF2B5EF4-FFF2-40B4-BE49-F238E27FC236}">
                              <a16:creationId xmlns:a16="http://schemas.microsoft.com/office/drawing/2014/main" id="{9CA79B70-8697-453B-BCDB-7DE00027DE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25" name="3D Model 3224" descr="Sphere">
                              <a:extLst>
                                <a:ext uri="{FF2B5EF4-FFF2-40B4-BE49-F238E27FC236}">
                                  <a16:creationId xmlns:a16="http://schemas.microsoft.com/office/drawing/2014/main" id="{BB0723BB-966A-41FF-8C3C-BB900ACDD36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8089195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168" name="Group 3167">
                        <a:extLst>
                          <a:ext uri="{FF2B5EF4-FFF2-40B4-BE49-F238E27FC236}">
                            <a16:creationId xmlns:a16="http://schemas.microsoft.com/office/drawing/2014/main" id="{6A6695FA-251E-4429-A22B-271DC80605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202" name="Flowchart: Connector 3201">
                          <a:extLst>
                            <a:ext uri="{FF2B5EF4-FFF2-40B4-BE49-F238E27FC236}">
                              <a16:creationId xmlns:a16="http://schemas.microsoft.com/office/drawing/2014/main" id="{0158BE0C-F679-49A4-B7F4-A8C53977351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3" name="Flowchart: Connector 3202">
                          <a:extLst>
                            <a:ext uri="{FF2B5EF4-FFF2-40B4-BE49-F238E27FC236}">
                              <a16:creationId xmlns:a16="http://schemas.microsoft.com/office/drawing/2014/main" id="{BB5D857F-573A-4429-952F-41006A1DE54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4" name="Flowchart: Connector 3203">
                          <a:extLst>
                            <a:ext uri="{FF2B5EF4-FFF2-40B4-BE49-F238E27FC236}">
                              <a16:creationId xmlns:a16="http://schemas.microsoft.com/office/drawing/2014/main" id="{576A0F32-7A2D-4107-B04D-FB6EA542D6B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5" name="Flowchart: Connector 3204">
                          <a:extLst>
                            <a:ext uri="{FF2B5EF4-FFF2-40B4-BE49-F238E27FC236}">
                              <a16:creationId xmlns:a16="http://schemas.microsoft.com/office/drawing/2014/main" id="{7F209724-AFC1-47BC-B79D-526DF0891D7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6" name="Flowchart: Connector 3205">
                          <a:extLst>
                            <a:ext uri="{FF2B5EF4-FFF2-40B4-BE49-F238E27FC236}">
                              <a16:creationId xmlns:a16="http://schemas.microsoft.com/office/drawing/2014/main" id="{978773AC-ACC0-4135-8FBF-7A614423D2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7" name="Flowchart: Connector 3206">
                          <a:extLst>
                            <a:ext uri="{FF2B5EF4-FFF2-40B4-BE49-F238E27FC236}">
                              <a16:creationId xmlns:a16="http://schemas.microsoft.com/office/drawing/2014/main" id="{F87926E1-D44D-4376-9190-261C2A0EB72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8" name="Flowchart: Connector 3207">
                          <a:extLst>
                            <a:ext uri="{FF2B5EF4-FFF2-40B4-BE49-F238E27FC236}">
                              <a16:creationId xmlns:a16="http://schemas.microsoft.com/office/drawing/2014/main" id="{2B1ABDAB-3F16-4DCE-9B90-80855CAE38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9" name="Flowchart: Connector 3208">
                          <a:extLst>
                            <a:ext uri="{FF2B5EF4-FFF2-40B4-BE49-F238E27FC236}">
                              <a16:creationId xmlns:a16="http://schemas.microsoft.com/office/drawing/2014/main" id="{43924F15-242B-48F4-B211-86F882D015D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10" name="Flowchart: Connector 3209">
                          <a:extLst>
                            <a:ext uri="{FF2B5EF4-FFF2-40B4-BE49-F238E27FC236}">
                              <a16:creationId xmlns:a16="http://schemas.microsoft.com/office/drawing/2014/main" id="{66EC06C8-A3C8-4298-95CD-C0CF3332376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1" name="3D Model 3210" descr="Sphere">
                              <a:extLst>
                                <a:ext uri="{FF2B5EF4-FFF2-40B4-BE49-F238E27FC236}">
                                  <a16:creationId xmlns:a16="http://schemas.microsoft.com/office/drawing/2014/main" id="{929A8FD3-4920-4718-AE9A-0916945771F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4577539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12" name="Flowchart: Connector 3211">
                          <a:extLst>
                            <a:ext uri="{FF2B5EF4-FFF2-40B4-BE49-F238E27FC236}">
                              <a16:creationId xmlns:a16="http://schemas.microsoft.com/office/drawing/2014/main" id="{DA994335-6939-4EAF-9816-FAACD01E60A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3" name="3D Model 3212" descr="Sphere">
                              <a:extLst>
                                <a:ext uri="{FF2B5EF4-FFF2-40B4-BE49-F238E27FC236}">
                                  <a16:creationId xmlns:a16="http://schemas.microsoft.com/office/drawing/2014/main" id="{74F14D36-F33B-4544-89A4-30A35B3FC4B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3070699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14" name="Flowchart: Connector 3213">
                          <a:extLst>
                            <a:ext uri="{FF2B5EF4-FFF2-40B4-BE49-F238E27FC236}">
                              <a16:creationId xmlns:a16="http://schemas.microsoft.com/office/drawing/2014/main" id="{AE569051-B80C-4138-BC25-6CFB9B0C9D2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5" name="3D Model 3214" descr="Sphere">
                              <a:extLst>
                                <a:ext uri="{FF2B5EF4-FFF2-40B4-BE49-F238E27FC236}">
                                  <a16:creationId xmlns:a16="http://schemas.microsoft.com/office/drawing/2014/main" id="{B805947E-5A0C-40C5-B96A-1EE6FE5E635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90660142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16" name="Flowchart: Connector 3215">
                          <a:extLst>
                            <a:ext uri="{FF2B5EF4-FFF2-40B4-BE49-F238E27FC236}">
                              <a16:creationId xmlns:a16="http://schemas.microsoft.com/office/drawing/2014/main" id="{3A5723B4-5066-42EA-B61B-E9AA1FF3BA9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7" name="3D Model 3216" descr="Sphere">
                              <a:extLst>
                                <a:ext uri="{FF2B5EF4-FFF2-40B4-BE49-F238E27FC236}">
                                  <a16:creationId xmlns:a16="http://schemas.microsoft.com/office/drawing/2014/main" id="{7D84F957-D964-4177-B6F6-A26145694DA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10026306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169" name="Group 3168">
                        <a:extLst>
                          <a:ext uri="{FF2B5EF4-FFF2-40B4-BE49-F238E27FC236}">
                            <a16:creationId xmlns:a16="http://schemas.microsoft.com/office/drawing/2014/main" id="{C2694378-23D1-40B9-AB59-DA04C171C7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186" name="Flowchart: Connector 3185">
                          <a:extLst>
                            <a:ext uri="{FF2B5EF4-FFF2-40B4-BE49-F238E27FC236}">
                              <a16:creationId xmlns:a16="http://schemas.microsoft.com/office/drawing/2014/main" id="{2C053E1E-3980-48AF-A015-D3923D505CC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87" name="Flowchart: Connector 3186">
                          <a:extLst>
                            <a:ext uri="{FF2B5EF4-FFF2-40B4-BE49-F238E27FC236}">
                              <a16:creationId xmlns:a16="http://schemas.microsoft.com/office/drawing/2014/main" id="{97C8C0A3-5E7F-4A9F-9FE0-CCDAAD2E86B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88" name="Flowchart: Connector 3187">
                          <a:extLst>
                            <a:ext uri="{FF2B5EF4-FFF2-40B4-BE49-F238E27FC236}">
                              <a16:creationId xmlns:a16="http://schemas.microsoft.com/office/drawing/2014/main" id="{4B2455EB-EA5B-4C84-9352-0790DE39EA0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89" name="Flowchart: Connector 3188">
                          <a:extLst>
                            <a:ext uri="{FF2B5EF4-FFF2-40B4-BE49-F238E27FC236}">
                              <a16:creationId xmlns:a16="http://schemas.microsoft.com/office/drawing/2014/main" id="{F017B699-D21F-466A-8F62-36E8296EEDC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0" name="Flowchart: Connector 3189">
                          <a:extLst>
                            <a:ext uri="{FF2B5EF4-FFF2-40B4-BE49-F238E27FC236}">
                              <a16:creationId xmlns:a16="http://schemas.microsoft.com/office/drawing/2014/main" id="{2AB31D21-6E78-4F56-973E-C98AF85D03C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1" name="Flowchart: Connector 3190">
                          <a:extLst>
                            <a:ext uri="{FF2B5EF4-FFF2-40B4-BE49-F238E27FC236}">
                              <a16:creationId xmlns:a16="http://schemas.microsoft.com/office/drawing/2014/main" id="{8DDF1849-39D5-4FF9-9176-E1928914CF9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2" name="Flowchart: Connector 3191">
                          <a:extLst>
                            <a:ext uri="{FF2B5EF4-FFF2-40B4-BE49-F238E27FC236}">
                              <a16:creationId xmlns:a16="http://schemas.microsoft.com/office/drawing/2014/main" id="{9B580764-0BEB-4078-80C6-4424E47CF95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3" name="Flowchart: Connector 3192">
                          <a:extLst>
                            <a:ext uri="{FF2B5EF4-FFF2-40B4-BE49-F238E27FC236}">
                              <a16:creationId xmlns:a16="http://schemas.microsoft.com/office/drawing/2014/main" id="{675327EB-6BFA-41E0-96E4-DE1A5398D9E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4" name="Flowchart: Connector 3193">
                          <a:extLst>
                            <a:ext uri="{FF2B5EF4-FFF2-40B4-BE49-F238E27FC236}">
                              <a16:creationId xmlns:a16="http://schemas.microsoft.com/office/drawing/2014/main" id="{309BB390-7971-4D7D-9804-C4275060ED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95" name="3D Model 3194" descr="Sphere">
                              <a:extLst>
                                <a:ext uri="{FF2B5EF4-FFF2-40B4-BE49-F238E27FC236}">
                                  <a16:creationId xmlns:a16="http://schemas.microsoft.com/office/drawing/2014/main" id="{F9E65A6C-C02E-45CB-A89F-557A3CD7F0E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5572536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96" name="Flowchart: Connector 3195">
                          <a:extLst>
                            <a:ext uri="{FF2B5EF4-FFF2-40B4-BE49-F238E27FC236}">
                              <a16:creationId xmlns:a16="http://schemas.microsoft.com/office/drawing/2014/main" id="{A8E2D8BF-9D15-45A7-A0C8-FB7BC692F13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97" name="3D Model 3196" descr="Sphere">
                              <a:extLst>
                                <a:ext uri="{FF2B5EF4-FFF2-40B4-BE49-F238E27FC236}">
                                  <a16:creationId xmlns:a16="http://schemas.microsoft.com/office/drawing/2014/main" id="{F5707B62-0C41-4EBA-9CC4-87FCB363808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0281456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98" name="Flowchart: Connector 3197">
                          <a:extLst>
                            <a:ext uri="{FF2B5EF4-FFF2-40B4-BE49-F238E27FC236}">
                              <a16:creationId xmlns:a16="http://schemas.microsoft.com/office/drawing/2014/main" id="{70F5F7F2-AF0D-43BF-B215-AEF266510CB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99" name="3D Model 3198" descr="Sphere">
                              <a:extLst>
                                <a:ext uri="{FF2B5EF4-FFF2-40B4-BE49-F238E27FC236}">
                                  <a16:creationId xmlns:a16="http://schemas.microsoft.com/office/drawing/2014/main" id="{3FC9F7EC-C2A6-4EB3-B027-6945785D539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6830230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00" name="Flowchart: Connector 3199">
                          <a:extLst>
                            <a:ext uri="{FF2B5EF4-FFF2-40B4-BE49-F238E27FC236}">
                              <a16:creationId xmlns:a16="http://schemas.microsoft.com/office/drawing/2014/main" id="{5F479765-D886-4CD2-B8F8-AC8111D2D0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01" name="3D Model 3200" descr="Sphere">
                              <a:extLst>
                                <a:ext uri="{FF2B5EF4-FFF2-40B4-BE49-F238E27FC236}">
                                  <a16:creationId xmlns:a16="http://schemas.microsoft.com/office/drawing/2014/main" id="{30FDF395-E3BE-4962-BBF6-4DBBE08C295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2092641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170" name="Flowchart: Connector 3169">
                        <a:extLst>
                          <a:ext uri="{FF2B5EF4-FFF2-40B4-BE49-F238E27FC236}">
                            <a16:creationId xmlns:a16="http://schemas.microsoft.com/office/drawing/2014/main" id="{19590D08-7185-4352-A690-94255C685A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1" name="Flowchart: Connector 3170">
                        <a:extLst>
                          <a:ext uri="{FF2B5EF4-FFF2-40B4-BE49-F238E27FC236}">
                            <a16:creationId xmlns:a16="http://schemas.microsoft.com/office/drawing/2014/main" id="{C3686470-7ADC-4617-ABD9-9FD4571774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2" name="Flowchart: Connector 3171">
                        <a:extLst>
                          <a:ext uri="{FF2B5EF4-FFF2-40B4-BE49-F238E27FC236}">
                            <a16:creationId xmlns:a16="http://schemas.microsoft.com/office/drawing/2014/main" id="{2764C9CD-7318-4B75-B231-FABCDB9A6E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3" name="Flowchart: Connector 3172">
                        <a:extLst>
                          <a:ext uri="{FF2B5EF4-FFF2-40B4-BE49-F238E27FC236}">
                            <a16:creationId xmlns:a16="http://schemas.microsoft.com/office/drawing/2014/main" id="{FF06E2A5-B153-46F4-9DC0-2F5ACFAD6A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4" name="Flowchart: Connector 3173">
                        <a:extLst>
                          <a:ext uri="{FF2B5EF4-FFF2-40B4-BE49-F238E27FC236}">
                            <a16:creationId xmlns:a16="http://schemas.microsoft.com/office/drawing/2014/main" id="{FE86A74C-B710-4BCF-B85D-B866788A3B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5" name="Flowchart: Connector 3174">
                        <a:extLst>
                          <a:ext uri="{FF2B5EF4-FFF2-40B4-BE49-F238E27FC236}">
                            <a16:creationId xmlns:a16="http://schemas.microsoft.com/office/drawing/2014/main" id="{F91FFABE-8A66-4A5C-935B-2263C15784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6" name="Flowchart: Connector 3175">
                        <a:extLst>
                          <a:ext uri="{FF2B5EF4-FFF2-40B4-BE49-F238E27FC236}">
                            <a16:creationId xmlns:a16="http://schemas.microsoft.com/office/drawing/2014/main" id="{86D8E6D0-1B9A-4774-BB3C-515D75821B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7" name="Flowchart: Connector 3176">
                        <a:extLst>
                          <a:ext uri="{FF2B5EF4-FFF2-40B4-BE49-F238E27FC236}">
                            <a16:creationId xmlns:a16="http://schemas.microsoft.com/office/drawing/2014/main" id="{D26FAE1A-22A7-4606-BF30-FBD5E6D351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8" name="Flowchart: Connector 3177">
                        <a:extLst>
                          <a:ext uri="{FF2B5EF4-FFF2-40B4-BE49-F238E27FC236}">
                            <a16:creationId xmlns:a16="http://schemas.microsoft.com/office/drawing/2014/main" id="{6B85A1B4-644E-4B3E-AC2D-5E4843ACED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79" name="3D Model 3178" descr="Sphere">
                            <a:extLst>
                              <a:ext uri="{FF2B5EF4-FFF2-40B4-BE49-F238E27FC236}">
                                <a16:creationId xmlns:a16="http://schemas.microsoft.com/office/drawing/2014/main" id="{AB95D18D-9793-4246-B21C-7B5426F3E8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96627788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79" name="3D Model 3178" descr="Sphere">
                            <a:extLst>
                              <a:ext uri="{FF2B5EF4-FFF2-40B4-BE49-F238E27FC236}">
                                <a16:creationId xmlns:a16="http://schemas.microsoft.com/office/drawing/2014/main" id="{AB95D18D-9793-4246-B21C-7B5426F3E89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77047" y="173029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80" name="Flowchart: Connector 3179">
                        <a:extLst>
                          <a:ext uri="{FF2B5EF4-FFF2-40B4-BE49-F238E27FC236}">
                            <a16:creationId xmlns:a16="http://schemas.microsoft.com/office/drawing/2014/main" id="{B3B469F5-88D5-4478-92DC-3B244819DC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81" name="3D Model 3180" descr="Sphere">
                            <a:extLst>
                              <a:ext uri="{FF2B5EF4-FFF2-40B4-BE49-F238E27FC236}">
                                <a16:creationId xmlns:a16="http://schemas.microsoft.com/office/drawing/2014/main" id="{7D6EDC49-4BA2-4637-B170-87E4A14E3F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71976853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81" name="3D Model 3180" descr="Sphere">
                            <a:extLst>
                              <a:ext uri="{FF2B5EF4-FFF2-40B4-BE49-F238E27FC236}">
                                <a16:creationId xmlns:a16="http://schemas.microsoft.com/office/drawing/2014/main" id="{7D6EDC49-4BA2-4637-B170-87E4A14E3F6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18871" y="174498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82" name="Flowchart: Connector 3181">
                        <a:extLst>
                          <a:ext uri="{FF2B5EF4-FFF2-40B4-BE49-F238E27FC236}">
                            <a16:creationId xmlns:a16="http://schemas.microsoft.com/office/drawing/2014/main" id="{5AEC1639-C7A6-42B7-9962-04441F9359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83" name="3D Model 3182" descr="Sphere">
                            <a:extLst>
                              <a:ext uri="{FF2B5EF4-FFF2-40B4-BE49-F238E27FC236}">
                                <a16:creationId xmlns:a16="http://schemas.microsoft.com/office/drawing/2014/main" id="{A3CB75F4-337A-43C4-9EF6-F1129F0DB7B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26586148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83" name="3D Model 3182" descr="Sphere">
                            <a:extLst>
                              <a:ext uri="{FF2B5EF4-FFF2-40B4-BE49-F238E27FC236}">
                                <a16:creationId xmlns:a16="http://schemas.microsoft.com/office/drawing/2014/main" id="{A3CB75F4-337A-43C4-9EF6-F1129F0DB7B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63643" y="175599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84" name="Flowchart: Connector 3183">
                        <a:extLst>
                          <a:ext uri="{FF2B5EF4-FFF2-40B4-BE49-F238E27FC236}">
                            <a16:creationId xmlns:a16="http://schemas.microsoft.com/office/drawing/2014/main" id="{DF797A58-D23E-498E-861B-75EFDE1B06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85" name="3D Model 3184" descr="Sphere">
                            <a:extLst>
                              <a:ext uri="{FF2B5EF4-FFF2-40B4-BE49-F238E27FC236}">
                                <a16:creationId xmlns:a16="http://schemas.microsoft.com/office/drawing/2014/main" id="{772DC3D8-91C2-4F53-A82D-775419E3062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260168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85" name="3D Model 3184" descr="Sphere">
                            <a:extLst>
                              <a:ext uri="{FF2B5EF4-FFF2-40B4-BE49-F238E27FC236}">
                                <a16:creationId xmlns:a16="http://schemas.microsoft.com/office/drawing/2014/main" id="{772DC3D8-91C2-4F53-A82D-775419E3062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607967" y="1773017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021" name="Group 3020">
                    <a:extLst>
                      <a:ext uri="{FF2B5EF4-FFF2-40B4-BE49-F238E27FC236}">
                        <a16:creationId xmlns:a16="http://schemas.microsoft.com/office/drawing/2014/main" id="{D2DD5EC4-D418-4E07-A70C-93D2A6003796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162" name="Flowchart: Connector 3161">
                      <a:extLst>
                        <a:ext uri="{FF2B5EF4-FFF2-40B4-BE49-F238E27FC236}">
                          <a16:creationId xmlns:a16="http://schemas.microsoft.com/office/drawing/2014/main" id="{8E8B29F5-65E2-4E41-AAC7-B1D6CFE19B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3" name="Flowchart: Connector 3162">
                      <a:extLst>
                        <a:ext uri="{FF2B5EF4-FFF2-40B4-BE49-F238E27FC236}">
                          <a16:creationId xmlns:a16="http://schemas.microsoft.com/office/drawing/2014/main" id="{27D941DB-B9CA-47C2-B7B1-9E01F3AD67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4" name="Flowchart: Connector 3163">
                      <a:extLst>
                        <a:ext uri="{FF2B5EF4-FFF2-40B4-BE49-F238E27FC236}">
                          <a16:creationId xmlns:a16="http://schemas.microsoft.com/office/drawing/2014/main" id="{091E4380-B8C4-48FE-8A2D-C471AC1E02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022" name="Flowchart: Connector 3021">
                    <a:extLst>
                      <a:ext uri="{FF2B5EF4-FFF2-40B4-BE49-F238E27FC236}">
                        <a16:creationId xmlns:a16="http://schemas.microsoft.com/office/drawing/2014/main" id="{17ED9B7A-98B6-473C-BC79-35E225C7EC3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023" name="Flowchart: Connector 3022">
                    <a:extLst>
                      <a:ext uri="{FF2B5EF4-FFF2-40B4-BE49-F238E27FC236}">
                        <a16:creationId xmlns:a16="http://schemas.microsoft.com/office/drawing/2014/main" id="{A1DACD08-1722-45E2-98C2-3641E44A72C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024" name="Group 3023">
                    <a:extLst>
                      <a:ext uri="{FF2B5EF4-FFF2-40B4-BE49-F238E27FC236}">
                        <a16:creationId xmlns:a16="http://schemas.microsoft.com/office/drawing/2014/main" id="{C093D8A6-9D3C-4994-ADD1-9C375BD1E47F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3159" name="Flowchart: Connector 3158">
                      <a:extLst>
                        <a:ext uri="{FF2B5EF4-FFF2-40B4-BE49-F238E27FC236}">
                          <a16:creationId xmlns:a16="http://schemas.microsoft.com/office/drawing/2014/main" id="{28AB7439-C250-4C16-A8D9-991AD43EB1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0" name="Flowchart: Connector 3159">
                      <a:extLst>
                        <a:ext uri="{FF2B5EF4-FFF2-40B4-BE49-F238E27FC236}">
                          <a16:creationId xmlns:a16="http://schemas.microsoft.com/office/drawing/2014/main" id="{9F569240-8FC9-4206-80AA-B90815C8AC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1" name="Flowchart: Connector 3160">
                      <a:extLst>
                        <a:ext uri="{FF2B5EF4-FFF2-40B4-BE49-F238E27FC236}">
                          <a16:creationId xmlns:a16="http://schemas.microsoft.com/office/drawing/2014/main" id="{2FCF9F87-E04F-4CA5-B900-C975D2EC71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25" name="Group 3024">
                    <a:extLst>
                      <a:ext uri="{FF2B5EF4-FFF2-40B4-BE49-F238E27FC236}">
                        <a16:creationId xmlns:a16="http://schemas.microsoft.com/office/drawing/2014/main" id="{E4456782-B9CC-4FE8-A2C0-41866F527379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3094" name="Group 3093">
                      <a:extLst>
                        <a:ext uri="{FF2B5EF4-FFF2-40B4-BE49-F238E27FC236}">
                          <a16:creationId xmlns:a16="http://schemas.microsoft.com/office/drawing/2014/main" id="{3A6B9FF2-7634-4B76-BADA-B95C0D23C5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3155" name="Flowchart: Connector 3154">
                        <a:extLst>
                          <a:ext uri="{FF2B5EF4-FFF2-40B4-BE49-F238E27FC236}">
                            <a16:creationId xmlns:a16="http://schemas.microsoft.com/office/drawing/2014/main" id="{C7B052F2-2C32-4033-9B39-890EE82B00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56" name="Flowchart: Connector 3155">
                        <a:extLst>
                          <a:ext uri="{FF2B5EF4-FFF2-40B4-BE49-F238E27FC236}">
                            <a16:creationId xmlns:a16="http://schemas.microsoft.com/office/drawing/2014/main" id="{1CE76307-D2CC-458C-92EE-5EEDB1C186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57" name="Flowchart: Connector 3156">
                        <a:extLst>
                          <a:ext uri="{FF2B5EF4-FFF2-40B4-BE49-F238E27FC236}">
                            <a16:creationId xmlns:a16="http://schemas.microsoft.com/office/drawing/2014/main" id="{1FCF66CD-014A-4DA0-8438-10903ECAA5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58" name="Flowchart: Connector 3157">
                        <a:extLst>
                          <a:ext uri="{FF2B5EF4-FFF2-40B4-BE49-F238E27FC236}">
                            <a16:creationId xmlns:a16="http://schemas.microsoft.com/office/drawing/2014/main" id="{040802FB-3CE1-45AE-AACD-26DEB77DE5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095" name="Group 3094">
                      <a:extLst>
                        <a:ext uri="{FF2B5EF4-FFF2-40B4-BE49-F238E27FC236}">
                          <a16:creationId xmlns:a16="http://schemas.microsoft.com/office/drawing/2014/main" id="{0EBBEAE7-F205-468C-9021-E38AEEDA13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3096" name="Group 3095">
                        <a:extLst>
                          <a:ext uri="{FF2B5EF4-FFF2-40B4-BE49-F238E27FC236}">
                            <a16:creationId xmlns:a16="http://schemas.microsoft.com/office/drawing/2014/main" id="{E6BABB6D-8442-4369-9358-ED6A0D97B8E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147" name="Flowchart: Connector 3146">
                          <a:extLst>
                            <a:ext uri="{FF2B5EF4-FFF2-40B4-BE49-F238E27FC236}">
                              <a16:creationId xmlns:a16="http://schemas.microsoft.com/office/drawing/2014/main" id="{EC898DFD-A415-434F-8859-A31C38A6DD4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8" name="3D Model 3147" descr="Sphere">
                              <a:extLst>
                                <a:ext uri="{FF2B5EF4-FFF2-40B4-BE49-F238E27FC236}">
                                  <a16:creationId xmlns:a16="http://schemas.microsoft.com/office/drawing/2014/main" id="{601A4989-6204-40C2-8FF6-2E3CB3B9FFC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4634306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9" name="Flowchart: Connector 3148">
                          <a:extLst>
                            <a:ext uri="{FF2B5EF4-FFF2-40B4-BE49-F238E27FC236}">
                              <a16:creationId xmlns:a16="http://schemas.microsoft.com/office/drawing/2014/main" id="{1F1E0899-739B-4806-BAB3-DB1E3167359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50" name="3D Model 3149" descr="Sphere">
                              <a:extLst>
                                <a:ext uri="{FF2B5EF4-FFF2-40B4-BE49-F238E27FC236}">
                                  <a16:creationId xmlns:a16="http://schemas.microsoft.com/office/drawing/2014/main" id="{F8FD7644-1BB1-4B46-B885-D5AD27BFFFE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46016232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51" name="Flowchart: Connector 3150">
                          <a:extLst>
                            <a:ext uri="{FF2B5EF4-FFF2-40B4-BE49-F238E27FC236}">
                              <a16:creationId xmlns:a16="http://schemas.microsoft.com/office/drawing/2014/main" id="{747F324C-22D2-4C66-937C-D1FAE4D6B92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52" name="3D Model 3151" descr="Sphere">
                              <a:extLst>
                                <a:ext uri="{FF2B5EF4-FFF2-40B4-BE49-F238E27FC236}">
                                  <a16:creationId xmlns:a16="http://schemas.microsoft.com/office/drawing/2014/main" id="{101609CB-F125-4F93-9572-BFA55D8001A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2626554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53" name="Flowchart: Connector 3152">
                          <a:extLst>
                            <a:ext uri="{FF2B5EF4-FFF2-40B4-BE49-F238E27FC236}">
                              <a16:creationId xmlns:a16="http://schemas.microsoft.com/office/drawing/2014/main" id="{B366ECA7-8DC6-4C00-8A77-AA8CE6F5E01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54" name="3D Model 3153" descr="Sphere">
                              <a:extLst>
                                <a:ext uri="{FF2B5EF4-FFF2-40B4-BE49-F238E27FC236}">
                                  <a16:creationId xmlns:a16="http://schemas.microsoft.com/office/drawing/2014/main" id="{380C0370-9D82-4386-BD29-A27848B10EA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8037983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097" name="Group 3096">
                        <a:extLst>
                          <a:ext uri="{FF2B5EF4-FFF2-40B4-BE49-F238E27FC236}">
                            <a16:creationId xmlns:a16="http://schemas.microsoft.com/office/drawing/2014/main" id="{7BA109C1-E06D-4D5E-8BE6-2870E1CF1CB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131" name="Flowchart: Connector 3130">
                          <a:extLst>
                            <a:ext uri="{FF2B5EF4-FFF2-40B4-BE49-F238E27FC236}">
                              <a16:creationId xmlns:a16="http://schemas.microsoft.com/office/drawing/2014/main" id="{9E74ECD8-9FA7-42E1-AF8C-6C317F0DFC0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2" name="Flowchart: Connector 3131">
                          <a:extLst>
                            <a:ext uri="{FF2B5EF4-FFF2-40B4-BE49-F238E27FC236}">
                              <a16:creationId xmlns:a16="http://schemas.microsoft.com/office/drawing/2014/main" id="{5CE5D6D4-12AB-4885-B37D-EC2E4463A21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3" name="Flowchart: Connector 3132">
                          <a:extLst>
                            <a:ext uri="{FF2B5EF4-FFF2-40B4-BE49-F238E27FC236}">
                              <a16:creationId xmlns:a16="http://schemas.microsoft.com/office/drawing/2014/main" id="{5708433C-E999-419E-BD95-B90DEE72DC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4" name="Flowchart: Connector 3133">
                          <a:extLst>
                            <a:ext uri="{FF2B5EF4-FFF2-40B4-BE49-F238E27FC236}">
                              <a16:creationId xmlns:a16="http://schemas.microsoft.com/office/drawing/2014/main" id="{5211FFD5-687E-4D87-A4DE-90ED064306C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5" name="Flowchart: Connector 3134">
                          <a:extLst>
                            <a:ext uri="{FF2B5EF4-FFF2-40B4-BE49-F238E27FC236}">
                              <a16:creationId xmlns:a16="http://schemas.microsoft.com/office/drawing/2014/main" id="{F4A42BF3-05DC-4A9C-97F9-EA48927DA81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6" name="Flowchart: Connector 3135">
                          <a:extLst>
                            <a:ext uri="{FF2B5EF4-FFF2-40B4-BE49-F238E27FC236}">
                              <a16:creationId xmlns:a16="http://schemas.microsoft.com/office/drawing/2014/main" id="{E581ACBD-B01F-488A-9E22-0558C8CCC59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7" name="Flowchart: Connector 3136">
                          <a:extLst>
                            <a:ext uri="{FF2B5EF4-FFF2-40B4-BE49-F238E27FC236}">
                              <a16:creationId xmlns:a16="http://schemas.microsoft.com/office/drawing/2014/main" id="{00F6E175-6B45-42EE-BC60-6D7CEF9ABCA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8" name="Flowchart: Connector 3137">
                          <a:extLst>
                            <a:ext uri="{FF2B5EF4-FFF2-40B4-BE49-F238E27FC236}">
                              <a16:creationId xmlns:a16="http://schemas.microsoft.com/office/drawing/2014/main" id="{14710E6A-0C20-4AD1-8D74-E68CC2589AB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9" name="Flowchart: Connector 3138">
                          <a:extLst>
                            <a:ext uri="{FF2B5EF4-FFF2-40B4-BE49-F238E27FC236}">
                              <a16:creationId xmlns:a16="http://schemas.microsoft.com/office/drawing/2014/main" id="{202E532C-0963-4899-9AFD-B102A3B90F0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0" name="3D Model 3139" descr="Sphere">
                              <a:extLst>
                                <a:ext uri="{FF2B5EF4-FFF2-40B4-BE49-F238E27FC236}">
                                  <a16:creationId xmlns:a16="http://schemas.microsoft.com/office/drawing/2014/main" id="{997E0EF3-E4EC-48D0-AF9C-3E0BF3CB25E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4976036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1" name="Flowchart: Connector 3140">
                          <a:extLst>
                            <a:ext uri="{FF2B5EF4-FFF2-40B4-BE49-F238E27FC236}">
                              <a16:creationId xmlns:a16="http://schemas.microsoft.com/office/drawing/2014/main" id="{007DADB7-1774-48A7-BE45-3DF524AB47F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2" name="3D Model 3141" descr="Sphere">
                              <a:extLst>
                                <a:ext uri="{FF2B5EF4-FFF2-40B4-BE49-F238E27FC236}">
                                  <a16:creationId xmlns:a16="http://schemas.microsoft.com/office/drawing/2014/main" id="{EBE10B52-5DC1-4C6A-9E1C-6829A738948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3323343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3" name="Flowchart: Connector 3142">
                          <a:extLst>
                            <a:ext uri="{FF2B5EF4-FFF2-40B4-BE49-F238E27FC236}">
                              <a16:creationId xmlns:a16="http://schemas.microsoft.com/office/drawing/2014/main" id="{014EC547-08C3-44A5-8F56-627F5D804D0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4" name="3D Model 3143" descr="Sphere">
                              <a:extLst>
                                <a:ext uri="{FF2B5EF4-FFF2-40B4-BE49-F238E27FC236}">
                                  <a16:creationId xmlns:a16="http://schemas.microsoft.com/office/drawing/2014/main" id="{C91F491D-ABD8-46E6-B444-FA08392B68C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18439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5" name="Flowchart: Connector 3144">
                          <a:extLst>
                            <a:ext uri="{FF2B5EF4-FFF2-40B4-BE49-F238E27FC236}">
                              <a16:creationId xmlns:a16="http://schemas.microsoft.com/office/drawing/2014/main" id="{4E03641B-DA9C-40CA-BF67-F0C2A100E78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6" name="3D Model 3145" descr="Sphere">
                              <a:extLst>
                                <a:ext uri="{FF2B5EF4-FFF2-40B4-BE49-F238E27FC236}">
                                  <a16:creationId xmlns:a16="http://schemas.microsoft.com/office/drawing/2014/main" id="{0BFF0FF6-4570-4CD1-9A9C-7FAC0774BBD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7733274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098" name="Group 3097">
                        <a:extLst>
                          <a:ext uri="{FF2B5EF4-FFF2-40B4-BE49-F238E27FC236}">
                            <a16:creationId xmlns:a16="http://schemas.microsoft.com/office/drawing/2014/main" id="{258227A1-BD3D-4CC1-A556-9087E6FF36E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115" name="Flowchart: Connector 3114">
                          <a:extLst>
                            <a:ext uri="{FF2B5EF4-FFF2-40B4-BE49-F238E27FC236}">
                              <a16:creationId xmlns:a16="http://schemas.microsoft.com/office/drawing/2014/main" id="{E5024D52-B0EB-4658-A78A-0ACA0C517D3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6" name="Flowchart: Connector 3115">
                          <a:extLst>
                            <a:ext uri="{FF2B5EF4-FFF2-40B4-BE49-F238E27FC236}">
                              <a16:creationId xmlns:a16="http://schemas.microsoft.com/office/drawing/2014/main" id="{4CE2BF0B-8C7D-4DAA-A47B-49F8ED2582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7" name="Flowchart: Connector 3116">
                          <a:extLst>
                            <a:ext uri="{FF2B5EF4-FFF2-40B4-BE49-F238E27FC236}">
                              <a16:creationId xmlns:a16="http://schemas.microsoft.com/office/drawing/2014/main" id="{33A9D45F-C400-40CD-A5F7-3A24D65C5C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8" name="Flowchart: Connector 3117">
                          <a:extLst>
                            <a:ext uri="{FF2B5EF4-FFF2-40B4-BE49-F238E27FC236}">
                              <a16:creationId xmlns:a16="http://schemas.microsoft.com/office/drawing/2014/main" id="{049F32B0-BD15-4A85-8253-D96CC59882E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9" name="Flowchart: Connector 3118">
                          <a:extLst>
                            <a:ext uri="{FF2B5EF4-FFF2-40B4-BE49-F238E27FC236}">
                              <a16:creationId xmlns:a16="http://schemas.microsoft.com/office/drawing/2014/main" id="{EB931ABA-9E30-47CC-AF5C-32D4495A03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0" name="Flowchart: Connector 3119">
                          <a:extLst>
                            <a:ext uri="{FF2B5EF4-FFF2-40B4-BE49-F238E27FC236}">
                              <a16:creationId xmlns:a16="http://schemas.microsoft.com/office/drawing/2014/main" id="{C7A71EFE-D057-48AB-BE70-83FD791F105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1" name="Flowchart: Connector 3120">
                          <a:extLst>
                            <a:ext uri="{FF2B5EF4-FFF2-40B4-BE49-F238E27FC236}">
                              <a16:creationId xmlns:a16="http://schemas.microsoft.com/office/drawing/2014/main" id="{B03E13FB-93CF-4EE5-8491-B54753FB59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2" name="Flowchart: Connector 3121">
                          <a:extLst>
                            <a:ext uri="{FF2B5EF4-FFF2-40B4-BE49-F238E27FC236}">
                              <a16:creationId xmlns:a16="http://schemas.microsoft.com/office/drawing/2014/main" id="{F3A3CA22-6639-4DF2-86DD-A4B610F839B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3" name="Flowchart: Connector 3122">
                          <a:extLst>
                            <a:ext uri="{FF2B5EF4-FFF2-40B4-BE49-F238E27FC236}">
                              <a16:creationId xmlns:a16="http://schemas.microsoft.com/office/drawing/2014/main" id="{57C01D8E-724E-4EA8-848C-4CCCEC3CF9D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24" name="3D Model 3123" descr="Sphere">
                              <a:extLst>
                                <a:ext uri="{FF2B5EF4-FFF2-40B4-BE49-F238E27FC236}">
                                  <a16:creationId xmlns:a16="http://schemas.microsoft.com/office/drawing/2014/main" id="{F806974E-6D93-4E29-9D47-A8E863669A5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2213909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25" name="Flowchart: Connector 3124">
                          <a:extLst>
                            <a:ext uri="{FF2B5EF4-FFF2-40B4-BE49-F238E27FC236}">
                              <a16:creationId xmlns:a16="http://schemas.microsoft.com/office/drawing/2014/main" id="{3F32933D-A300-42EB-9B54-1F786D4931C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26" name="3D Model 3125" descr="Sphere">
                              <a:extLst>
                                <a:ext uri="{FF2B5EF4-FFF2-40B4-BE49-F238E27FC236}">
                                  <a16:creationId xmlns:a16="http://schemas.microsoft.com/office/drawing/2014/main" id="{4BD3132D-D16E-4270-99DC-138C392FF4E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6485980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27" name="Flowchart: Connector 3126">
                          <a:extLst>
                            <a:ext uri="{FF2B5EF4-FFF2-40B4-BE49-F238E27FC236}">
                              <a16:creationId xmlns:a16="http://schemas.microsoft.com/office/drawing/2014/main" id="{C2E64026-E1FC-4ABF-A0F1-E86CA03D9B7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28" name="3D Model 3127" descr="Sphere">
                              <a:extLst>
                                <a:ext uri="{FF2B5EF4-FFF2-40B4-BE49-F238E27FC236}">
                                  <a16:creationId xmlns:a16="http://schemas.microsoft.com/office/drawing/2014/main" id="{B45DB9E2-2EC8-4FB3-B54D-3DB96E16B32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0845967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29" name="Flowchart: Connector 3128">
                          <a:extLst>
                            <a:ext uri="{FF2B5EF4-FFF2-40B4-BE49-F238E27FC236}">
                              <a16:creationId xmlns:a16="http://schemas.microsoft.com/office/drawing/2014/main" id="{8F0EC1D8-D22F-4C78-B438-8E1F795F9CD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30" name="3D Model 3129" descr="Sphere">
                              <a:extLst>
                                <a:ext uri="{FF2B5EF4-FFF2-40B4-BE49-F238E27FC236}">
                                  <a16:creationId xmlns:a16="http://schemas.microsoft.com/office/drawing/2014/main" id="{A4836E45-E484-4A3D-AA97-5C032880046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373152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099" name="Flowchart: Connector 3098">
                        <a:extLst>
                          <a:ext uri="{FF2B5EF4-FFF2-40B4-BE49-F238E27FC236}">
                            <a16:creationId xmlns:a16="http://schemas.microsoft.com/office/drawing/2014/main" id="{2836BEEF-7214-4741-A47D-4759267C84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0" name="Flowchart: Connector 3099">
                        <a:extLst>
                          <a:ext uri="{FF2B5EF4-FFF2-40B4-BE49-F238E27FC236}">
                            <a16:creationId xmlns:a16="http://schemas.microsoft.com/office/drawing/2014/main" id="{2956EEB9-66A7-4144-A72B-55D690EC66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1" name="Flowchart: Connector 3100">
                        <a:extLst>
                          <a:ext uri="{FF2B5EF4-FFF2-40B4-BE49-F238E27FC236}">
                            <a16:creationId xmlns:a16="http://schemas.microsoft.com/office/drawing/2014/main" id="{43CD73ED-9832-4BDF-A16D-65463E38B9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2" name="Flowchart: Connector 3101">
                        <a:extLst>
                          <a:ext uri="{FF2B5EF4-FFF2-40B4-BE49-F238E27FC236}">
                            <a16:creationId xmlns:a16="http://schemas.microsoft.com/office/drawing/2014/main" id="{182BA9ED-73BB-41F0-848C-FE0D8DB403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3" name="Flowchart: Connector 3102">
                        <a:extLst>
                          <a:ext uri="{FF2B5EF4-FFF2-40B4-BE49-F238E27FC236}">
                            <a16:creationId xmlns:a16="http://schemas.microsoft.com/office/drawing/2014/main" id="{CDC42A80-5CD6-4C0F-8388-2DD3B00D92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4" name="Flowchart: Connector 3103">
                        <a:extLst>
                          <a:ext uri="{FF2B5EF4-FFF2-40B4-BE49-F238E27FC236}">
                            <a16:creationId xmlns:a16="http://schemas.microsoft.com/office/drawing/2014/main" id="{2846D504-EFDF-45D0-80D7-2BCE5439D0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5" name="Flowchart: Connector 3104">
                        <a:extLst>
                          <a:ext uri="{FF2B5EF4-FFF2-40B4-BE49-F238E27FC236}">
                            <a16:creationId xmlns:a16="http://schemas.microsoft.com/office/drawing/2014/main" id="{D6F9B304-F3B5-4BD0-AD43-68A8C530BE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6" name="Flowchart: Connector 3105">
                        <a:extLst>
                          <a:ext uri="{FF2B5EF4-FFF2-40B4-BE49-F238E27FC236}">
                            <a16:creationId xmlns:a16="http://schemas.microsoft.com/office/drawing/2014/main" id="{845CB75A-8A47-47BC-8298-E5FB79E1F46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7" name="Flowchart: Connector 3106">
                        <a:extLst>
                          <a:ext uri="{FF2B5EF4-FFF2-40B4-BE49-F238E27FC236}">
                            <a16:creationId xmlns:a16="http://schemas.microsoft.com/office/drawing/2014/main" id="{5D35AF0D-89F9-4F56-AEAA-F57A395053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08" name="3D Model 3107" descr="Sphere">
                            <a:extLst>
                              <a:ext uri="{FF2B5EF4-FFF2-40B4-BE49-F238E27FC236}">
                                <a16:creationId xmlns:a16="http://schemas.microsoft.com/office/drawing/2014/main" id="{3EB12780-60E9-4E64-BE91-5F98B159910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77660203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08" name="3D Model 3107" descr="Sphere">
                            <a:extLst>
                              <a:ext uri="{FF2B5EF4-FFF2-40B4-BE49-F238E27FC236}">
                                <a16:creationId xmlns:a16="http://schemas.microsoft.com/office/drawing/2014/main" id="{3EB12780-60E9-4E64-BE91-5F98B159910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438691" y="1750061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09" name="Flowchart: Connector 3108">
                        <a:extLst>
                          <a:ext uri="{FF2B5EF4-FFF2-40B4-BE49-F238E27FC236}">
                            <a16:creationId xmlns:a16="http://schemas.microsoft.com/office/drawing/2014/main" id="{A124D6A2-9134-430C-BA57-28F3295DB4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0" name="3D Model 3109" descr="Sphere">
                            <a:extLst>
                              <a:ext uri="{FF2B5EF4-FFF2-40B4-BE49-F238E27FC236}">
                                <a16:creationId xmlns:a16="http://schemas.microsoft.com/office/drawing/2014/main" id="{C492B05A-A73E-4D47-A364-B7026E18CF8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66600480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10" name="3D Model 3109" descr="Sphere">
                            <a:extLst>
                              <a:ext uri="{FF2B5EF4-FFF2-40B4-BE49-F238E27FC236}">
                                <a16:creationId xmlns:a16="http://schemas.microsoft.com/office/drawing/2014/main" id="{C492B05A-A73E-4D47-A364-B7026E18CF8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79931" y="176212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11" name="Flowchart: Connector 3110">
                        <a:extLst>
                          <a:ext uri="{FF2B5EF4-FFF2-40B4-BE49-F238E27FC236}">
                            <a16:creationId xmlns:a16="http://schemas.microsoft.com/office/drawing/2014/main" id="{51CAB2F9-2DD2-4D92-8762-EF1BBA9FC0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2" name="3D Model 3111" descr="Sphere">
                            <a:extLst>
                              <a:ext uri="{FF2B5EF4-FFF2-40B4-BE49-F238E27FC236}">
                                <a16:creationId xmlns:a16="http://schemas.microsoft.com/office/drawing/2014/main" id="{D085C6B9-575D-49B3-9E72-4092DBF595F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3271334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12" name="3D Model 3111" descr="Sphere">
                            <a:extLst>
                              <a:ext uri="{FF2B5EF4-FFF2-40B4-BE49-F238E27FC236}">
                                <a16:creationId xmlns:a16="http://schemas.microsoft.com/office/drawing/2014/main" id="{D085C6B9-575D-49B3-9E72-4092DBF595F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22401" y="177508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13" name="Flowchart: Connector 3112">
                        <a:extLst>
                          <a:ext uri="{FF2B5EF4-FFF2-40B4-BE49-F238E27FC236}">
                            <a16:creationId xmlns:a16="http://schemas.microsoft.com/office/drawing/2014/main" id="{E117E3A7-94D7-4282-87F3-1C3B5D1CC5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4" name="3D Model 3113" descr="Sphere">
                            <a:extLst>
                              <a:ext uri="{FF2B5EF4-FFF2-40B4-BE49-F238E27FC236}">
                                <a16:creationId xmlns:a16="http://schemas.microsoft.com/office/drawing/2014/main" id="{1F796E05-CF76-4004-894F-BB88809C1A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12144249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14" name="3D Model 3113" descr="Sphere">
                            <a:extLst>
                              <a:ext uri="{FF2B5EF4-FFF2-40B4-BE49-F238E27FC236}">
                                <a16:creationId xmlns:a16="http://schemas.microsoft.com/office/drawing/2014/main" id="{1F796E05-CF76-4004-894F-BB88809C1A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569027" y="1790159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3026" name="Flowchart: Connector 3025">
                    <a:extLst>
                      <a:ext uri="{FF2B5EF4-FFF2-40B4-BE49-F238E27FC236}">
                        <a16:creationId xmlns:a16="http://schemas.microsoft.com/office/drawing/2014/main" id="{FF4D734E-3600-4800-8D6C-33A5A96B10A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7" name="Flowchart: Connector 3026">
                    <a:extLst>
                      <a:ext uri="{FF2B5EF4-FFF2-40B4-BE49-F238E27FC236}">
                        <a16:creationId xmlns:a16="http://schemas.microsoft.com/office/drawing/2014/main" id="{8531A299-A88D-41FE-882F-A4C79E18A2C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8" name="Flowchart: Connector 3027">
                    <a:extLst>
                      <a:ext uri="{FF2B5EF4-FFF2-40B4-BE49-F238E27FC236}">
                        <a16:creationId xmlns:a16="http://schemas.microsoft.com/office/drawing/2014/main" id="{B61F6FA5-1C15-495E-BFFE-6F8763133F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9" name="Flowchart: Connector 3028">
                    <a:extLst>
                      <a:ext uri="{FF2B5EF4-FFF2-40B4-BE49-F238E27FC236}">
                        <a16:creationId xmlns:a16="http://schemas.microsoft.com/office/drawing/2014/main" id="{1A5D13F2-6B93-41A2-A0AD-5157B14D3F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0" name="Flowchart: Connector 3029">
                    <a:extLst>
                      <a:ext uri="{FF2B5EF4-FFF2-40B4-BE49-F238E27FC236}">
                        <a16:creationId xmlns:a16="http://schemas.microsoft.com/office/drawing/2014/main" id="{FDC952DB-E83D-4E9F-ACC0-C43AE2B015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1" name="Flowchart: Connector 3030">
                    <a:extLst>
                      <a:ext uri="{FF2B5EF4-FFF2-40B4-BE49-F238E27FC236}">
                        <a16:creationId xmlns:a16="http://schemas.microsoft.com/office/drawing/2014/main" id="{04CFFB09-F957-49A5-A0C6-406E3A0E975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032" name="Flowchart: Connector 3031">
                    <a:extLst>
                      <a:ext uri="{FF2B5EF4-FFF2-40B4-BE49-F238E27FC236}">
                        <a16:creationId xmlns:a16="http://schemas.microsoft.com/office/drawing/2014/main" id="{8B135D09-3B34-4B4B-A9CD-92ED2367A3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3" name="Flowchart: Connector 3032">
                    <a:extLst>
                      <a:ext uri="{FF2B5EF4-FFF2-40B4-BE49-F238E27FC236}">
                        <a16:creationId xmlns:a16="http://schemas.microsoft.com/office/drawing/2014/main" id="{36220410-4552-4FD4-BFCE-233A831B24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3034" name="Group 3033">
                    <a:extLst>
                      <a:ext uri="{FF2B5EF4-FFF2-40B4-BE49-F238E27FC236}">
                        <a16:creationId xmlns:a16="http://schemas.microsoft.com/office/drawing/2014/main" id="{F65E184C-14A2-436D-9DBC-4A997140C26A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3035" name="Group 3034">
                      <a:extLst>
                        <a:ext uri="{FF2B5EF4-FFF2-40B4-BE49-F238E27FC236}">
                          <a16:creationId xmlns:a16="http://schemas.microsoft.com/office/drawing/2014/main" id="{00AE3164-C4A5-4CB8-AA8B-524F6BB7D4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3086" name="Flowchart: Connector 3085">
                        <a:extLst>
                          <a:ext uri="{FF2B5EF4-FFF2-40B4-BE49-F238E27FC236}">
                            <a16:creationId xmlns:a16="http://schemas.microsoft.com/office/drawing/2014/main" id="{442F8BF8-2F36-4873-B3B0-37FF29EC0A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7" name="3D Model 3086" descr="Sphere">
                            <a:extLst>
                              <a:ext uri="{FF2B5EF4-FFF2-40B4-BE49-F238E27FC236}">
                                <a16:creationId xmlns:a16="http://schemas.microsoft.com/office/drawing/2014/main" id="{DB2D429B-0F05-4B92-AE45-568321CE08B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19440912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87" name="3D Model 3086" descr="Sphere">
                            <a:extLst>
                              <a:ext uri="{FF2B5EF4-FFF2-40B4-BE49-F238E27FC236}">
                                <a16:creationId xmlns:a16="http://schemas.microsoft.com/office/drawing/2014/main" id="{DB2D429B-0F05-4B92-AE45-568321CE08B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398861" y="1957863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8" name="Flowchart: Connector 3087">
                        <a:extLst>
                          <a:ext uri="{FF2B5EF4-FFF2-40B4-BE49-F238E27FC236}">
                            <a16:creationId xmlns:a16="http://schemas.microsoft.com/office/drawing/2014/main" id="{C4946F1F-748B-439B-9963-B5FA62A02E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9" name="3D Model 3088" descr="Sphere">
                            <a:extLst>
                              <a:ext uri="{FF2B5EF4-FFF2-40B4-BE49-F238E27FC236}">
                                <a16:creationId xmlns:a16="http://schemas.microsoft.com/office/drawing/2014/main" id="{C22CCC67-82F5-4413-BA2A-BEFD3B704B4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0020267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90" name="Flowchart: Connector 3089">
                        <a:extLst>
                          <a:ext uri="{FF2B5EF4-FFF2-40B4-BE49-F238E27FC236}">
                            <a16:creationId xmlns:a16="http://schemas.microsoft.com/office/drawing/2014/main" id="{237DBB24-4EAA-470E-B074-395884D4BC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91" name="3D Model 3090" descr="Sphere">
                            <a:extLst>
                              <a:ext uri="{FF2B5EF4-FFF2-40B4-BE49-F238E27FC236}">
                                <a16:creationId xmlns:a16="http://schemas.microsoft.com/office/drawing/2014/main" id="{BB3FF925-2CF3-468D-A94D-4E1E2DE401A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5854597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92" name="Flowchart: Connector 3091">
                        <a:extLst>
                          <a:ext uri="{FF2B5EF4-FFF2-40B4-BE49-F238E27FC236}">
                            <a16:creationId xmlns:a16="http://schemas.microsoft.com/office/drawing/2014/main" id="{1694242B-6841-4583-ACF3-57AED8E73B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93" name="3D Model 3092" descr="Sphere">
                            <a:extLst>
                              <a:ext uri="{FF2B5EF4-FFF2-40B4-BE49-F238E27FC236}">
                                <a16:creationId xmlns:a16="http://schemas.microsoft.com/office/drawing/2014/main" id="{95A1A6ED-02D6-4680-8A86-B1F03C373CA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8706749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36" name="Group 3035">
                      <a:extLst>
                        <a:ext uri="{FF2B5EF4-FFF2-40B4-BE49-F238E27FC236}">
                          <a16:creationId xmlns:a16="http://schemas.microsoft.com/office/drawing/2014/main" id="{0E7F6B34-64EF-44A7-8754-4069FC0CE8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3070" name="Flowchart: Connector 3069">
                        <a:extLst>
                          <a:ext uri="{FF2B5EF4-FFF2-40B4-BE49-F238E27FC236}">
                            <a16:creationId xmlns:a16="http://schemas.microsoft.com/office/drawing/2014/main" id="{B86BDE10-BF34-4401-90C8-BBB8FE053A4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1" name="Flowchart: Connector 3070">
                        <a:extLst>
                          <a:ext uri="{FF2B5EF4-FFF2-40B4-BE49-F238E27FC236}">
                            <a16:creationId xmlns:a16="http://schemas.microsoft.com/office/drawing/2014/main" id="{6E4B7CF5-DC8A-41C5-AA13-7C6477C11D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2" name="Flowchart: Connector 3071">
                        <a:extLst>
                          <a:ext uri="{FF2B5EF4-FFF2-40B4-BE49-F238E27FC236}">
                            <a16:creationId xmlns:a16="http://schemas.microsoft.com/office/drawing/2014/main" id="{4AB042DE-A00C-44D1-B8CE-70D49FEA3C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3" name="Flowchart: Connector 3072">
                        <a:extLst>
                          <a:ext uri="{FF2B5EF4-FFF2-40B4-BE49-F238E27FC236}">
                            <a16:creationId xmlns:a16="http://schemas.microsoft.com/office/drawing/2014/main" id="{86984EDF-E565-4916-8949-AA10D8F01C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4" name="Flowchart: Connector 3073">
                        <a:extLst>
                          <a:ext uri="{FF2B5EF4-FFF2-40B4-BE49-F238E27FC236}">
                            <a16:creationId xmlns:a16="http://schemas.microsoft.com/office/drawing/2014/main" id="{5486CD40-89DE-4C88-9051-5F4D6DB888F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5" name="Flowchart: Connector 3074">
                        <a:extLst>
                          <a:ext uri="{FF2B5EF4-FFF2-40B4-BE49-F238E27FC236}">
                            <a16:creationId xmlns:a16="http://schemas.microsoft.com/office/drawing/2014/main" id="{DB66AD3A-4784-48EF-A1B6-A461E55553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6" name="Flowchart: Connector 3075">
                        <a:extLst>
                          <a:ext uri="{FF2B5EF4-FFF2-40B4-BE49-F238E27FC236}">
                            <a16:creationId xmlns:a16="http://schemas.microsoft.com/office/drawing/2014/main" id="{E432C186-D43E-43D0-9E33-B26DB7FADD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7" name="Flowchart: Connector 3076">
                        <a:extLst>
                          <a:ext uri="{FF2B5EF4-FFF2-40B4-BE49-F238E27FC236}">
                            <a16:creationId xmlns:a16="http://schemas.microsoft.com/office/drawing/2014/main" id="{B8B808D3-1E4E-4046-8AFC-D5D3586D09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8" name="Flowchart: Connector 3077">
                        <a:extLst>
                          <a:ext uri="{FF2B5EF4-FFF2-40B4-BE49-F238E27FC236}">
                            <a16:creationId xmlns:a16="http://schemas.microsoft.com/office/drawing/2014/main" id="{57A619D2-A908-4D14-A1EE-437F09D7DB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79" name="3D Model 3078" descr="Sphere">
                            <a:extLst>
                              <a:ext uri="{FF2B5EF4-FFF2-40B4-BE49-F238E27FC236}">
                                <a16:creationId xmlns:a16="http://schemas.microsoft.com/office/drawing/2014/main" id="{4D079FD2-E278-4010-864A-EF4B8F7E08E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55881374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79" name="3D Model 3078" descr="Sphere">
                            <a:extLst>
                              <a:ext uri="{FF2B5EF4-FFF2-40B4-BE49-F238E27FC236}">
                                <a16:creationId xmlns:a16="http://schemas.microsoft.com/office/drawing/2014/main" id="{4D079FD2-E278-4010-864A-EF4B8F7E08E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398277" y="189502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0" name="Flowchart: Connector 3079">
                        <a:extLst>
                          <a:ext uri="{FF2B5EF4-FFF2-40B4-BE49-F238E27FC236}">
                            <a16:creationId xmlns:a16="http://schemas.microsoft.com/office/drawing/2014/main" id="{6E95BD61-4412-4B04-9A8F-E80F9418B0B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1" name="3D Model 3080" descr="Sphere">
                            <a:extLst>
                              <a:ext uri="{FF2B5EF4-FFF2-40B4-BE49-F238E27FC236}">
                                <a16:creationId xmlns:a16="http://schemas.microsoft.com/office/drawing/2014/main" id="{441DBB81-6516-4781-B93A-38DC27F3838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7801328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2" name="Flowchart: Connector 3081">
                        <a:extLst>
                          <a:ext uri="{FF2B5EF4-FFF2-40B4-BE49-F238E27FC236}">
                            <a16:creationId xmlns:a16="http://schemas.microsoft.com/office/drawing/2014/main" id="{215CD0C4-DA7D-47BA-8417-CE230C5723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3" name="3D Model 3082" descr="Sphere">
                            <a:extLst>
                              <a:ext uri="{FF2B5EF4-FFF2-40B4-BE49-F238E27FC236}">
                                <a16:creationId xmlns:a16="http://schemas.microsoft.com/office/drawing/2014/main" id="{878AFFE8-F1F0-4E91-99ED-566625C7983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300687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4" name="Flowchart: Connector 3083">
                        <a:extLst>
                          <a:ext uri="{FF2B5EF4-FFF2-40B4-BE49-F238E27FC236}">
                            <a16:creationId xmlns:a16="http://schemas.microsoft.com/office/drawing/2014/main" id="{FC82062F-3CC6-4F8F-B04F-299BAFB6E9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5" name="3D Model 3084" descr="Sphere">
                            <a:extLst>
                              <a:ext uri="{FF2B5EF4-FFF2-40B4-BE49-F238E27FC236}">
                                <a16:creationId xmlns:a16="http://schemas.microsoft.com/office/drawing/2014/main" id="{085810CB-7FC4-4F8C-9029-6CB12292860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101830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37" name="Group 3036">
                      <a:extLst>
                        <a:ext uri="{FF2B5EF4-FFF2-40B4-BE49-F238E27FC236}">
                          <a16:creationId xmlns:a16="http://schemas.microsoft.com/office/drawing/2014/main" id="{C9D9CC34-2084-4EBA-9409-8CB8D2BC03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3054" name="Flowchart: Connector 3053">
                        <a:extLst>
                          <a:ext uri="{FF2B5EF4-FFF2-40B4-BE49-F238E27FC236}">
                            <a16:creationId xmlns:a16="http://schemas.microsoft.com/office/drawing/2014/main" id="{18030A3E-8D7C-4C6E-B60A-A38C44423C3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5" name="Flowchart: Connector 3054">
                        <a:extLst>
                          <a:ext uri="{FF2B5EF4-FFF2-40B4-BE49-F238E27FC236}">
                            <a16:creationId xmlns:a16="http://schemas.microsoft.com/office/drawing/2014/main" id="{691E43C7-8499-46DC-8C47-B49ED79A0B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6" name="Flowchart: Connector 3055">
                        <a:extLst>
                          <a:ext uri="{FF2B5EF4-FFF2-40B4-BE49-F238E27FC236}">
                            <a16:creationId xmlns:a16="http://schemas.microsoft.com/office/drawing/2014/main" id="{B68DE603-CD79-4A76-97CB-8FA346FE6E0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7" name="Flowchart: Connector 3056">
                        <a:extLst>
                          <a:ext uri="{FF2B5EF4-FFF2-40B4-BE49-F238E27FC236}">
                            <a16:creationId xmlns:a16="http://schemas.microsoft.com/office/drawing/2014/main" id="{B99A243E-4CF2-4B0B-8467-3E18C91A76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8" name="Flowchart: Connector 3057">
                        <a:extLst>
                          <a:ext uri="{FF2B5EF4-FFF2-40B4-BE49-F238E27FC236}">
                            <a16:creationId xmlns:a16="http://schemas.microsoft.com/office/drawing/2014/main" id="{D675313A-7022-42C4-AE74-735BD44976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9" name="Flowchart: Connector 3058">
                        <a:extLst>
                          <a:ext uri="{FF2B5EF4-FFF2-40B4-BE49-F238E27FC236}">
                            <a16:creationId xmlns:a16="http://schemas.microsoft.com/office/drawing/2014/main" id="{31785655-511A-4FD0-BD22-488D2BBE56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0" name="Flowchart: Connector 3059">
                        <a:extLst>
                          <a:ext uri="{FF2B5EF4-FFF2-40B4-BE49-F238E27FC236}">
                            <a16:creationId xmlns:a16="http://schemas.microsoft.com/office/drawing/2014/main" id="{B59F75AF-6B62-4C66-BA37-B776A31C0C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1" name="Flowchart: Connector 3060">
                        <a:extLst>
                          <a:ext uri="{FF2B5EF4-FFF2-40B4-BE49-F238E27FC236}">
                            <a16:creationId xmlns:a16="http://schemas.microsoft.com/office/drawing/2014/main" id="{B4374185-1074-4847-A308-202A00A3AD5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2" name="Flowchart: Connector 3061">
                        <a:extLst>
                          <a:ext uri="{FF2B5EF4-FFF2-40B4-BE49-F238E27FC236}">
                            <a16:creationId xmlns:a16="http://schemas.microsoft.com/office/drawing/2014/main" id="{F63F8F02-3841-441F-A11E-9E1A53FDB4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3" name="3D Model 3062" descr="Sphere">
                            <a:extLst>
                              <a:ext uri="{FF2B5EF4-FFF2-40B4-BE49-F238E27FC236}">
                                <a16:creationId xmlns:a16="http://schemas.microsoft.com/office/drawing/2014/main" id="{16BEC930-877F-4B7A-8F2F-7209D1FD9F7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98576989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63" name="3D Model 3062" descr="Sphere">
                            <a:extLst>
                              <a:ext uri="{FF2B5EF4-FFF2-40B4-BE49-F238E27FC236}">
                                <a16:creationId xmlns:a16="http://schemas.microsoft.com/office/drawing/2014/main" id="{16BEC930-877F-4B7A-8F2F-7209D1FD9F7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396596" y="183415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64" name="Flowchart: Connector 3063">
                        <a:extLst>
                          <a:ext uri="{FF2B5EF4-FFF2-40B4-BE49-F238E27FC236}">
                            <a16:creationId xmlns:a16="http://schemas.microsoft.com/office/drawing/2014/main" id="{A1290E00-BD26-43C2-A4E9-D3A55F1352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5" name="3D Model 3064" descr="Sphere">
                            <a:extLst>
                              <a:ext uri="{FF2B5EF4-FFF2-40B4-BE49-F238E27FC236}">
                                <a16:creationId xmlns:a16="http://schemas.microsoft.com/office/drawing/2014/main" id="{ED284D42-ACB7-4040-AE18-DCA32219E4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6332294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65" name="3D Model 3064" descr="Sphere">
                            <a:extLst>
                              <a:ext uri="{FF2B5EF4-FFF2-40B4-BE49-F238E27FC236}">
                                <a16:creationId xmlns:a16="http://schemas.microsoft.com/office/drawing/2014/main" id="{ED284D42-ACB7-4040-AE18-DCA32219E49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38297" y="185002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66" name="Flowchart: Connector 3065">
                        <a:extLst>
                          <a:ext uri="{FF2B5EF4-FFF2-40B4-BE49-F238E27FC236}">
                            <a16:creationId xmlns:a16="http://schemas.microsoft.com/office/drawing/2014/main" id="{68C92867-55C9-4F8C-885E-202DB0A58F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7" name="3D Model 3066" descr="Sphere">
                            <a:extLst>
                              <a:ext uri="{FF2B5EF4-FFF2-40B4-BE49-F238E27FC236}">
                                <a16:creationId xmlns:a16="http://schemas.microsoft.com/office/drawing/2014/main" id="{8D24763D-0391-4F87-8629-14FDFE48D67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5328012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68" name="Flowchart: Connector 3067">
                        <a:extLst>
                          <a:ext uri="{FF2B5EF4-FFF2-40B4-BE49-F238E27FC236}">
                            <a16:creationId xmlns:a16="http://schemas.microsoft.com/office/drawing/2014/main" id="{348BEBDC-30DC-457C-8EDE-C1440E74DD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9" name="3D Model 3068" descr="Sphere">
                            <a:extLst>
                              <a:ext uri="{FF2B5EF4-FFF2-40B4-BE49-F238E27FC236}">
                                <a16:creationId xmlns:a16="http://schemas.microsoft.com/office/drawing/2014/main" id="{98F49C87-E485-45CB-846F-A0B66166562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5512647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038" name="Flowchart: Connector 3037">
                      <a:extLst>
                        <a:ext uri="{FF2B5EF4-FFF2-40B4-BE49-F238E27FC236}">
                          <a16:creationId xmlns:a16="http://schemas.microsoft.com/office/drawing/2014/main" id="{012285E7-7552-4DF6-A9D2-7B337E54FB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39" name="Flowchart: Connector 3038">
                      <a:extLst>
                        <a:ext uri="{FF2B5EF4-FFF2-40B4-BE49-F238E27FC236}">
                          <a16:creationId xmlns:a16="http://schemas.microsoft.com/office/drawing/2014/main" id="{1B4FA450-2683-4B52-B42E-C7028B32FF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0" name="Flowchart: Connector 3039">
                      <a:extLst>
                        <a:ext uri="{FF2B5EF4-FFF2-40B4-BE49-F238E27FC236}">
                          <a16:creationId xmlns:a16="http://schemas.microsoft.com/office/drawing/2014/main" id="{D068FD34-EC30-492F-A5FC-05E0902FD3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1" name="Flowchart: Connector 3040">
                      <a:extLst>
                        <a:ext uri="{FF2B5EF4-FFF2-40B4-BE49-F238E27FC236}">
                          <a16:creationId xmlns:a16="http://schemas.microsoft.com/office/drawing/2014/main" id="{27604104-4803-44CD-9BC3-6E452EE70E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2" name="Flowchart: Connector 3041">
                      <a:extLst>
                        <a:ext uri="{FF2B5EF4-FFF2-40B4-BE49-F238E27FC236}">
                          <a16:creationId xmlns:a16="http://schemas.microsoft.com/office/drawing/2014/main" id="{10E1740C-267C-4652-9CA9-DC99B7E7B1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3" name="Flowchart: Connector 3042">
                      <a:extLst>
                        <a:ext uri="{FF2B5EF4-FFF2-40B4-BE49-F238E27FC236}">
                          <a16:creationId xmlns:a16="http://schemas.microsoft.com/office/drawing/2014/main" id="{059FC5BD-5891-4D0F-9CE4-D0306A2EEA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4" name="Flowchart: Connector 3043">
                      <a:extLst>
                        <a:ext uri="{FF2B5EF4-FFF2-40B4-BE49-F238E27FC236}">
                          <a16:creationId xmlns:a16="http://schemas.microsoft.com/office/drawing/2014/main" id="{25F72193-42E2-43BF-9E46-F1D208A497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5" name="Flowchart: Connector 3044">
                      <a:extLst>
                        <a:ext uri="{FF2B5EF4-FFF2-40B4-BE49-F238E27FC236}">
                          <a16:creationId xmlns:a16="http://schemas.microsoft.com/office/drawing/2014/main" id="{A68092C7-F407-459A-8643-DBDE06AF85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6" name="Flowchart: Connector 3045">
                      <a:extLst>
                        <a:ext uri="{FF2B5EF4-FFF2-40B4-BE49-F238E27FC236}">
                          <a16:creationId xmlns:a16="http://schemas.microsoft.com/office/drawing/2014/main" id="{216BC1AF-B76D-4445-86C8-4DF1F8CB78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47" name="3D Model 3046" descr="Sphere">
                          <a:extLst>
                            <a:ext uri="{FF2B5EF4-FFF2-40B4-BE49-F238E27FC236}">
                              <a16:creationId xmlns:a16="http://schemas.microsoft.com/office/drawing/2014/main" id="{6B3AB63E-735C-42D0-BD1C-D054BE070D4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45618383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47" name="3D Model 3046" descr="Sphere">
                          <a:extLst>
                            <a:ext uri="{FF2B5EF4-FFF2-40B4-BE49-F238E27FC236}">
                              <a16:creationId xmlns:a16="http://schemas.microsoft.com/office/drawing/2014/main" id="{6B3AB63E-735C-42D0-BD1C-D054BE070D4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397838" y="1775038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048" name="Flowchart: Connector 3047">
                      <a:extLst>
                        <a:ext uri="{FF2B5EF4-FFF2-40B4-BE49-F238E27FC236}">
                          <a16:creationId xmlns:a16="http://schemas.microsoft.com/office/drawing/2014/main" id="{68379103-0D7F-4193-B977-A149C50B0D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49" name="3D Model 3048" descr="Sphere">
                          <a:extLst>
                            <a:ext uri="{FF2B5EF4-FFF2-40B4-BE49-F238E27FC236}">
                              <a16:creationId xmlns:a16="http://schemas.microsoft.com/office/drawing/2014/main" id="{364761B2-D1EB-4FB5-97BC-6EA3512AA3E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02951227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49" name="3D Model 3048" descr="Sphere">
                          <a:extLst>
                            <a:ext uri="{FF2B5EF4-FFF2-40B4-BE49-F238E27FC236}">
                              <a16:creationId xmlns:a16="http://schemas.microsoft.com/office/drawing/2014/main" id="{364761B2-D1EB-4FB5-97BC-6EA3512AA3E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440562" y="1792050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050" name="Flowchart: Connector 3049">
                      <a:extLst>
                        <a:ext uri="{FF2B5EF4-FFF2-40B4-BE49-F238E27FC236}">
                          <a16:creationId xmlns:a16="http://schemas.microsoft.com/office/drawing/2014/main" id="{E798D1A3-5C4B-427E-B5F2-75C50023E1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51" name="3D Model 3050" descr="Sphere">
                          <a:extLst>
                            <a:ext uri="{FF2B5EF4-FFF2-40B4-BE49-F238E27FC236}">
                              <a16:creationId xmlns:a16="http://schemas.microsoft.com/office/drawing/2014/main" id="{AD8F499F-40B7-429B-963C-EF4D1B72F68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82607627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51" name="3D Model 3050" descr="Sphere">
                          <a:extLst>
                            <a:ext uri="{FF2B5EF4-FFF2-40B4-BE49-F238E27FC236}">
                              <a16:creationId xmlns:a16="http://schemas.microsoft.com/office/drawing/2014/main" id="{AD8F499F-40B7-429B-963C-EF4D1B72F68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82449" y="180106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052" name="Flowchart: Connector 3051">
                      <a:extLst>
                        <a:ext uri="{FF2B5EF4-FFF2-40B4-BE49-F238E27FC236}">
                          <a16:creationId xmlns:a16="http://schemas.microsoft.com/office/drawing/2014/main" id="{4FC0B007-A934-4300-91E5-65FE91ABBD1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53" name="3D Model 3052" descr="Sphere">
                          <a:extLst>
                            <a:ext uri="{FF2B5EF4-FFF2-40B4-BE49-F238E27FC236}">
                              <a16:creationId xmlns:a16="http://schemas.microsoft.com/office/drawing/2014/main" id="{7A10AD88-C91D-4B06-9E43-8A8EFF0719C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0149470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53" name="3D Model 3052" descr="Sphere">
                          <a:extLst>
                            <a:ext uri="{FF2B5EF4-FFF2-40B4-BE49-F238E27FC236}">
                              <a16:creationId xmlns:a16="http://schemas.microsoft.com/office/drawing/2014/main" id="{7A10AD88-C91D-4B06-9E43-8A8EFF0719C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529075" y="1817460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2943" name="Group 2942">
                  <a:extLst>
                    <a:ext uri="{FF2B5EF4-FFF2-40B4-BE49-F238E27FC236}">
                      <a16:creationId xmlns:a16="http://schemas.microsoft.com/office/drawing/2014/main" id="{2FF9C506-ABCF-4A91-8F2B-F2AA61C58369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13" name="Freeform: Shape 3012">
                    <a:extLst>
                      <a:ext uri="{FF2B5EF4-FFF2-40B4-BE49-F238E27FC236}">
                        <a16:creationId xmlns:a16="http://schemas.microsoft.com/office/drawing/2014/main" id="{8CCDD412-5D69-4953-AB7E-13959D08E22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14" name="Rectangle: Rounded Corners 3013">
                    <a:extLst>
                      <a:ext uri="{FF2B5EF4-FFF2-40B4-BE49-F238E27FC236}">
                        <a16:creationId xmlns:a16="http://schemas.microsoft.com/office/drawing/2014/main" id="{99A3A29D-8B92-447F-AD01-796114CDB72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4" name="Group 2943">
                  <a:extLst>
                    <a:ext uri="{FF2B5EF4-FFF2-40B4-BE49-F238E27FC236}">
                      <a16:creationId xmlns:a16="http://schemas.microsoft.com/office/drawing/2014/main" id="{24F7E85B-59AC-4CB5-982D-E266C30D8F4E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11" name="Freeform: Shape 3010">
                    <a:extLst>
                      <a:ext uri="{FF2B5EF4-FFF2-40B4-BE49-F238E27FC236}">
                        <a16:creationId xmlns:a16="http://schemas.microsoft.com/office/drawing/2014/main" id="{7C44B410-1063-4BC9-BB78-5EDCC964B4B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12" name="Rectangle: Rounded Corners 3011">
                    <a:extLst>
                      <a:ext uri="{FF2B5EF4-FFF2-40B4-BE49-F238E27FC236}">
                        <a16:creationId xmlns:a16="http://schemas.microsoft.com/office/drawing/2014/main" id="{B4DAA80B-0DF0-40FE-861E-446E39E61D3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5" name="Group 2944">
                  <a:extLst>
                    <a:ext uri="{FF2B5EF4-FFF2-40B4-BE49-F238E27FC236}">
                      <a16:creationId xmlns:a16="http://schemas.microsoft.com/office/drawing/2014/main" id="{42D539F0-9AC8-48D7-928A-A76CC712E150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3009" name="Freeform: Shape 3008">
                    <a:extLst>
                      <a:ext uri="{FF2B5EF4-FFF2-40B4-BE49-F238E27FC236}">
                        <a16:creationId xmlns:a16="http://schemas.microsoft.com/office/drawing/2014/main" id="{F033E666-A705-4D8E-83BA-E5328E5859F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10" name="Rectangle: Rounded Corners 3009">
                    <a:extLst>
                      <a:ext uri="{FF2B5EF4-FFF2-40B4-BE49-F238E27FC236}">
                        <a16:creationId xmlns:a16="http://schemas.microsoft.com/office/drawing/2014/main" id="{7C023E89-CFEA-4CD4-9263-9E0E50C7280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6" name="Group 2945">
                  <a:extLst>
                    <a:ext uri="{FF2B5EF4-FFF2-40B4-BE49-F238E27FC236}">
                      <a16:creationId xmlns:a16="http://schemas.microsoft.com/office/drawing/2014/main" id="{9A3E0965-B15C-4F7F-9277-7389D79F8D91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07" name="Freeform: Shape 3006">
                    <a:extLst>
                      <a:ext uri="{FF2B5EF4-FFF2-40B4-BE49-F238E27FC236}">
                        <a16:creationId xmlns:a16="http://schemas.microsoft.com/office/drawing/2014/main" id="{A41E554E-7D47-4E3B-93E8-9A1982F2713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8" name="Rectangle: Rounded Corners 3007">
                    <a:extLst>
                      <a:ext uri="{FF2B5EF4-FFF2-40B4-BE49-F238E27FC236}">
                        <a16:creationId xmlns:a16="http://schemas.microsoft.com/office/drawing/2014/main" id="{B0E1737B-A6B7-4524-A84B-06C70C5E88B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7" name="Group 2946">
                  <a:extLst>
                    <a:ext uri="{FF2B5EF4-FFF2-40B4-BE49-F238E27FC236}">
                      <a16:creationId xmlns:a16="http://schemas.microsoft.com/office/drawing/2014/main" id="{849AD37E-3F3B-49D7-AE5E-346D3E832F6A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05" name="Freeform: Shape 3004">
                    <a:extLst>
                      <a:ext uri="{FF2B5EF4-FFF2-40B4-BE49-F238E27FC236}">
                        <a16:creationId xmlns:a16="http://schemas.microsoft.com/office/drawing/2014/main" id="{34CC5C06-DEDB-42CB-81CC-1ADC87597B2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6" name="Rectangle: Rounded Corners 3005">
                    <a:extLst>
                      <a:ext uri="{FF2B5EF4-FFF2-40B4-BE49-F238E27FC236}">
                        <a16:creationId xmlns:a16="http://schemas.microsoft.com/office/drawing/2014/main" id="{D09EC589-A61E-422C-B764-20FF0323284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8" name="Group 2947">
                  <a:extLst>
                    <a:ext uri="{FF2B5EF4-FFF2-40B4-BE49-F238E27FC236}">
                      <a16:creationId xmlns:a16="http://schemas.microsoft.com/office/drawing/2014/main" id="{9EC1A1E2-BAC9-49CA-93BE-5AABB936A64C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003" name="Freeform: Shape 3002">
                    <a:extLst>
                      <a:ext uri="{FF2B5EF4-FFF2-40B4-BE49-F238E27FC236}">
                        <a16:creationId xmlns:a16="http://schemas.microsoft.com/office/drawing/2014/main" id="{730939F7-D59B-4499-9E7A-02245854FEE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4" name="Rectangle: Rounded Corners 3003">
                    <a:extLst>
                      <a:ext uri="{FF2B5EF4-FFF2-40B4-BE49-F238E27FC236}">
                        <a16:creationId xmlns:a16="http://schemas.microsoft.com/office/drawing/2014/main" id="{76ACAB0B-57EA-4CA8-9608-265824ACD47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9" name="Group 2948">
                  <a:extLst>
                    <a:ext uri="{FF2B5EF4-FFF2-40B4-BE49-F238E27FC236}">
                      <a16:creationId xmlns:a16="http://schemas.microsoft.com/office/drawing/2014/main" id="{733AB4BA-11E6-4024-8682-047F07356E20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01" name="Freeform: Shape 3000">
                    <a:extLst>
                      <a:ext uri="{FF2B5EF4-FFF2-40B4-BE49-F238E27FC236}">
                        <a16:creationId xmlns:a16="http://schemas.microsoft.com/office/drawing/2014/main" id="{6E08D195-AD5A-4FD7-BD8A-F534B7A1445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2" name="Rectangle: Rounded Corners 3001">
                    <a:extLst>
                      <a:ext uri="{FF2B5EF4-FFF2-40B4-BE49-F238E27FC236}">
                        <a16:creationId xmlns:a16="http://schemas.microsoft.com/office/drawing/2014/main" id="{4733EC4F-3967-46AD-8F84-54D7A8DA210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0" name="Group 2949">
                  <a:extLst>
                    <a:ext uri="{FF2B5EF4-FFF2-40B4-BE49-F238E27FC236}">
                      <a16:creationId xmlns:a16="http://schemas.microsoft.com/office/drawing/2014/main" id="{93A1ADCC-7670-4A1C-BFFC-0A83C37AF3A4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99" name="Freeform: Shape 2998">
                    <a:extLst>
                      <a:ext uri="{FF2B5EF4-FFF2-40B4-BE49-F238E27FC236}">
                        <a16:creationId xmlns:a16="http://schemas.microsoft.com/office/drawing/2014/main" id="{FB58A132-9259-4F96-8F01-91695998742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0" name="Rectangle: Rounded Corners 2999">
                    <a:extLst>
                      <a:ext uri="{FF2B5EF4-FFF2-40B4-BE49-F238E27FC236}">
                        <a16:creationId xmlns:a16="http://schemas.microsoft.com/office/drawing/2014/main" id="{2F75F7E5-861E-4A3C-812F-2FB801186E6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1" name="Group 2950">
                  <a:extLst>
                    <a:ext uri="{FF2B5EF4-FFF2-40B4-BE49-F238E27FC236}">
                      <a16:creationId xmlns:a16="http://schemas.microsoft.com/office/drawing/2014/main" id="{E602638D-30B6-4F56-9763-CF004C8B7538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997" name="Freeform: Shape 2996">
                    <a:extLst>
                      <a:ext uri="{FF2B5EF4-FFF2-40B4-BE49-F238E27FC236}">
                        <a16:creationId xmlns:a16="http://schemas.microsoft.com/office/drawing/2014/main" id="{48082415-E1F6-482D-8863-D28FBAF5FF1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8" name="Rectangle: Rounded Corners 2997">
                    <a:extLst>
                      <a:ext uri="{FF2B5EF4-FFF2-40B4-BE49-F238E27FC236}">
                        <a16:creationId xmlns:a16="http://schemas.microsoft.com/office/drawing/2014/main" id="{A21E58E4-4CF5-4263-98B2-68CD1DDBAA4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2" name="Group 2951">
                  <a:extLst>
                    <a:ext uri="{FF2B5EF4-FFF2-40B4-BE49-F238E27FC236}">
                      <a16:creationId xmlns:a16="http://schemas.microsoft.com/office/drawing/2014/main" id="{B600A8EC-F580-4187-9C26-8C43504C8A53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2995" name="Freeform: Shape 2994">
                    <a:extLst>
                      <a:ext uri="{FF2B5EF4-FFF2-40B4-BE49-F238E27FC236}">
                        <a16:creationId xmlns:a16="http://schemas.microsoft.com/office/drawing/2014/main" id="{A2840531-8349-40D1-81DB-12108456750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6" name="Rectangle: Rounded Corners 2995">
                    <a:extLst>
                      <a:ext uri="{FF2B5EF4-FFF2-40B4-BE49-F238E27FC236}">
                        <a16:creationId xmlns:a16="http://schemas.microsoft.com/office/drawing/2014/main" id="{BE58C2F7-6625-4C71-AF21-B1C098648BF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3" name="Group 2952">
                  <a:extLst>
                    <a:ext uri="{FF2B5EF4-FFF2-40B4-BE49-F238E27FC236}">
                      <a16:creationId xmlns:a16="http://schemas.microsoft.com/office/drawing/2014/main" id="{1D151E3D-B5A9-455B-9C98-F5DF49B2615D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93" name="Freeform: Shape 2992">
                    <a:extLst>
                      <a:ext uri="{FF2B5EF4-FFF2-40B4-BE49-F238E27FC236}">
                        <a16:creationId xmlns:a16="http://schemas.microsoft.com/office/drawing/2014/main" id="{5BBBA705-EE70-49C4-A114-B3509E82CFC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4" name="Rectangle: Rounded Corners 2993">
                    <a:extLst>
                      <a:ext uri="{FF2B5EF4-FFF2-40B4-BE49-F238E27FC236}">
                        <a16:creationId xmlns:a16="http://schemas.microsoft.com/office/drawing/2014/main" id="{30F63B42-A52E-4F4C-870E-0DF787665AE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4" name="Group 2953">
                  <a:extLst>
                    <a:ext uri="{FF2B5EF4-FFF2-40B4-BE49-F238E27FC236}">
                      <a16:creationId xmlns:a16="http://schemas.microsoft.com/office/drawing/2014/main" id="{C0314772-4442-4AEF-B4DF-4CB36F6F4CBA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91" name="Freeform: Shape 2990">
                    <a:extLst>
                      <a:ext uri="{FF2B5EF4-FFF2-40B4-BE49-F238E27FC236}">
                        <a16:creationId xmlns:a16="http://schemas.microsoft.com/office/drawing/2014/main" id="{BD69C868-7779-4A7D-85D9-12F4B46A6DB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2" name="Rectangle: Rounded Corners 2991">
                    <a:extLst>
                      <a:ext uri="{FF2B5EF4-FFF2-40B4-BE49-F238E27FC236}">
                        <a16:creationId xmlns:a16="http://schemas.microsoft.com/office/drawing/2014/main" id="{3132B85C-590D-4FD4-BB94-D8DEE62B207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5" name="Group 2954">
                  <a:extLst>
                    <a:ext uri="{FF2B5EF4-FFF2-40B4-BE49-F238E27FC236}">
                      <a16:creationId xmlns:a16="http://schemas.microsoft.com/office/drawing/2014/main" id="{E8F043D5-7622-41F2-883A-6349CA1AC551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89" name="Freeform: Shape 2988">
                    <a:extLst>
                      <a:ext uri="{FF2B5EF4-FFF2-40B4-BE49-F238E27FC236}">
                        <a16:creationId xmlns:a16="http://schemas.microsoft.com/office/drawing/2014/main" id="{B8CEDDD1-DC3B-4239-9BF0-146C163D12B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0" name="Rectangle: Rounded Corners 2989">
                    <a:extLst>
                      <a:ext uri="{FF2B5EF4-FFF2-40B4-BE49-F238E27FC236}">
                        <a16:creationId xmlns:a16="http://schemas.microsoft.com/office/drawing/2014/main" id="{8BFC6AE1-FBF4-4A9D-8D72-802AB14D873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6" name="Group 2955">
                  <a:extLst>
                    <a:ext uri="{FF2B5EF4-FFF2-40B4-BE49-F238E27FC236}">
                      <a16:creationId xmlns:a16="http://schemas.microsoft.com/office/drawing/2014/main" id="{FE63F76E-DF62-4F43-9815-34FB1E890998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87" name="Freeform: Shape 2986">
                    <a:extLst>
                      <a:ext uri="{FF2B5EF4-FFF2-40B4-BE49-F238E27FC236}">
                        <a16:creationId xmlns:a16="http://schemas.microsoft.com/office/drawing/2014/main" id="{B35C0E1F-CA86-4185-9383-149C98BEC2C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8" name="Rectangle: Rounded Corners 2987">
                    <a:extLst>
                      <a:ext uri="{FF2B5EF4-FFF2-40B4-BE49-F238E27FC236}">
                        <a16:creationId xmlns:a16="http://schemas.microsoft.com/office/drawing/2014/main" id="{65B8BBF3-C511-46F3-BC38-B7E813B4274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7" name="Group 2956">
                  <a:extLst>
                    <a:ext uri="{FF2B5EF4-FFF2-40B4-BE49-F238E27FC236}">
                      <a16:creationId xmlns:a16="http://schemas.microsoft.com/office/drawing/2014/main" id="{2B56985D-6D0C-4EA2-A791-6D788CD92261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85" name="Freeform: Shape 2984">
                    <a:extLst>
                      <a:ext uri="{FF2B5EF4-FFF2-40B4-BE49-F238E27FC236}">
                        <a16:creationId xmlns:a16="http://schemas.microsoft.com/office/drawing/2014/main" id="{065898FC-98CC-4DE5-A4EE-EAC95162779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6" name="Rectangle: Rounded Corners 2985">
                    <a:extLst>
                      <a:ext uri="{FF2B5EF4-FFF2-40B4-BE49-F238E27FC236}">
                        <a16:creationId xmlns:a16="http://schemas.microsoft.com/office/drawing/2014/main" id="{DF0F8FEB-D57E-4AE0-88CD-C3521342988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8" name="Group 2957">
                  <a:extLst>
                    <a:ext uri="{FF2B5EF4-FFF2-40B4-BE49-F238E27FC236}">
                      <a16:creationId xmlns:a16="http://schemas.microsoft.com/office/drawing/2014/main" id="{95758235-E754-4B4F-99DF-B538B2E87D47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83" name="Freeform: Shape 2982">
                    <a:extLst>
                      <a:ext uri="{FF2B5EF4-FFF2-40B4-BE49-F238E27FC236}">
                        <a16:creationId xmlns:a16="http://schemas.microsoft.com/office/drawing/2014/main" id="{BA687FA9-380E-48A4-8CB7-ED62103040D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4" name="Rectangle: Rounded Corners 2983">
                    <a:extLst>
                      <a:ext uri="{FF2B5EF4-FFF2-40B4-BE49-F238E27FC236}">
                        <a16:creationId xmlns:a16="http://schemas.microsoft.com/office/drawing/2014/main" id="{31F009B8-08E1-49E5-A2A4-CB7DE5B6A3B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9" name="Group 2958">
                  <a:extLst>
                    <a:ext uri="{FF2B5EF4-FFF2-40B4-BE49-F238E27FC236}">
                      <a16:creationId xmlns:a16="http://schemas.microsoft.com/office/drawing/2014/main" id="{E0D823EC-9C5C-471A-9FDA-387474AEFFA5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81" name="Freeform: Shape 2980">
                    <a:extLst>
                      <a:ext uri="{FF2B5EF4-FFF2-40B4-BE49-F238E27FC236}">
                        <a16:creationId xmlns:a16="http://schemas.microsoft.com/office/drawing/2014/main" id="{498FC840-B56F-4E5D-80D8-740219E9AA8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2" name="Rectangle: Rounded Corners 2981">
                    <a:extLst>
                      <a:ext uri="{FF2B5EF4-FFF2-40B4-BE49-F238E27FC236}">
                        <a16:creationId xmlns:a16="http://schemas.microsoft.com/office/drawing/2014/main" id="{4647402E-6D5F-46DB-A946-836739944B1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0" name="Group 2959">
                  <a:extLst>
                    <a:ext uri="{FF2B5EF4-FFF2-40B4-BE49-F238E27FC236}">
                      <a16:creationId xmlns:a16="http://schemas.microsoft.com/office/drawing/2014/main" id="{03971BEC-CA73-494E-99C1-0B4ECFD966B1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79" name="Freeform: Shape 2978">
                    <a:extLst>
                      <a:ext uri="{FF2B5EF4-FFF2-40B4-BE49-F238E27FC236}">
                        <a16:creationId xmlns:a16="http://schemas.microsoft.com/office/drawing/2014/main" id="{D20AAC56-BDD6-447A-AD5C-45AB65A560D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0" name="Rectangle: Rounded Corners 2979">
                    <a:extLst>
                      <a:ext uri="{FF2B5EF4-FFF2-40B4-BE49-F238E27FC236}">
                        <a16:creationId xmlns:a16="http://schemas.microsoft.com/office/drawing/2014/main" id="{59BFC530-A19B-43AE-9DC0-CB536024F55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1" name="Group 2960">
                  <a:extLst>
                    <a:ext uri="{FF2B5EF4-FFF2-40B4-BE49-F238E27FC236}">
                      <a16:creationId xmlns:a16="http://schemas.microsoft.com/office/drawing/2014/main" id="{3B3E6A5A-883C-47BB-B529-1BE2694251F7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77" name="Freeform: Shape 2976">
                    <a:extLst>
                      <a:ext uri="{FF2B5EF4-FFF2-40B4-BE49-F238E27FC236}">
                        <a16:creationId xmlns:a16="http://schemas.microsoft.com/office/drawing/2014/main" id="{BD99F4BA-BA42-4353-9431-4AA313F9252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8" name="Rectangle: Rounded Corners 2977">
                    <a:extLst>
                      <a:ext uri="{FF2B5EF4-FFF2-40B4-BE49-F238E27FC236}">
                        <a16:creationId xmlns:a16="http://schemas.microsoft.com/office/drawing/2014/main" id="{5F6556D2-F6F5-4220-886E-D3C4DE02FB2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2" name="Group 2961">
                  <a:extLst>
                    <a:ext uri="{FF2B5EF4-FFF2-40B4-BE49-F238E27FC236}">
                      <a16:creationId xmlns:a16="http://schemas.microsoft.com/office/drawing/2014/main" id="{F0C8EBD5-EF31-48B8-960B-03B0F51B7032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75" name="Freeform: Shape 2974">
                    <a:extLst>
                      <a:ext uri="{FF2B5EF4-FFF2-40B4-BE49-F238E27FC236}">
                        <a16:creationId xmlns:a16="http://schemas.microsoft.com/office/drawing/2014/main" id="{FA643F39-5017-42E8-BDA7-062995B6552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6" name="Rectangle: Rounded Corners 2975">
                    <a:extLst>
                      <a:ext uri="{FF2B5EF4-FFF2-40B4-BE49-F238E27FC236}">
                        <a16:creationId xmlns:a16="http://schemas.microsoft.com/office/drawing/2014/main" id="{FC98D317-D678-4A83-B86A-B5D5B129FF8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3" name="Group 2962">
                  <a:extLst>
                    <a:ext uri="{FF2B5EF4-FFF2-40B4-BE49-F238E27FC236}">
                      <a16:creationId xmlns:a16="http://schemas.microsoft.com/office/drawing/2014/main" id="{F313A456-6598-4510-8791-FAE272F22D7B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973" name="Freeform: Shape 2972">
                    <a:extLst>
                      <a:ext uri="{FF2B5EF4-FFF2-40B4-BE49-F238E27FC236}">
                        <a16:creationId xmlns:a16="http://schemas.microsoft.com/office/drawing/2014/main" id="{F0E3A292-D425-425B-AC14-153D8B7792B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4" name="Rectangle: Rounded Corners 2973">
                    <a:extLst>
                      <a:ext uri="{FF2B5EF4-FFF2-40B4-BE49-F238E27FC236}">
                        <a16:creationId xmlns:a16="http://schemas.microsoft.com/office/drawing/2014/main" id="{13F2A233-F59C-450A-809C-5059B52FC93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4" name="Group 2963">
                  <a:extLst>
                    <a:ext uri="{FF2B5EF4-FFF2-40B4-BE49-F238E27FC236}">
                      <a16:creationId xmlns:a16="http://schemas.microsoft.com/office/drawing/2014/main" id="{903BB31C-119A-4FF3-BB6D-1E7B7BFBF094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71" name="Freeform: Shape 2970">
                    <a:extLst>
                      <a:ext uri="{FF2B5EF4-FFF2-40B4-BE49-F238E27FC236}">
                        <a16:creationId xmlns:a16="http://schemas.microsoft.com/office/drawing/2014/main" id="{37E46110-FA6C-4AA8-8996-DB362065394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2" name="Rectangle: Rounded Corners 2971">
                    <a:extLst>
                      <a:ext uri="{FF2B5EF4-FFF2-40B4-BE49-F238E27FC236}">
                        <a16:creationId xmlns:a16="http://schemas.microsoft.com/office/drawing/2014/main" id="{5D6B3409-8A3B-4584-A958-2A016F2420C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5" name="Group 2964">
                  <a:extLst>
                    <a:ext uri="{FF2B5EF4-FFF2-40B4-BE49-F238E27FC236}">
                      <a16:creationId xmlns:a16="http://schemas.microsoft.com/office/drawing/2014/main" id="{7B954D14-B4FE-406D-8BC7-EC62D0CDA961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69" name="Freeform: Shape 2968">
                    <a:extLst>
                      <a:ext uri="{FF2B5EF4-FFF2-40B4-BE49-F238E27FC236}">
                        <a16:creationId xmlns:a16="http://schemas.microsoft.com/office/drawing/2014/main" id="{3A26D4FB-8114-4F2D-8922-575BBBE47F6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0" name="Rectangle: Rounded Corners 2969">
                    <a:extLst>
                      <a:ext uri="{FF2B5EF4-FFF2-40B4-BE49-F238E27FC236}">
                        <a16:creationId xmlns:a16="http://schemas.microsoft.com/office/drawing/2014/main" id="{C6BF5481-4A14-4BCD-A5C4-EAF0B3015A6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6" name="Group 2965">
                  <a:extLst>
                    <a:ext uri="{FF2B5EF4-FFF2-40B4-BE49-F238E27FC236}">
                      <a16:creationId xmlns:a16="http://schemas.microsoft.com/office/drawing/2014/main" id="{D547E020-747C-4161-97DE-A714EDE976A8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967" name="Freeform: Shape 2966">
                    <a:extLst>
                      <a:ext uri="{FF2B5EF4-FFF2-40B4-BE49-F238E27FC236}">
                        <a16:creationId xmlns:a16="http://schemas.microsoft.com/office/drawing/2014/main" id="{BB8A533A-422E-4753-82BE-C61CD0054D6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68" name="Rectangle: Rounded Corners 2967">
                    <a:extLst>
                      <a:ext uri="{FF2B5EF4-FFF2-40B4-BE49-F238E27FC236}">
                        <a16:creationId xmlns:a16="http://schemas.microsoft.com/office/drawing/2014/main" id="{74AEA410-5600-4498-B26D-5ADD487B6FF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9C206049-75FC-4E0F-B4C2-16852737E169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C200B036-85F7-4148-B603-7DFCE760C484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04BE8EA1-4C55-4BEA-94AF-5895A4A0B5F0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301" name="Group 3300">
              <a:extLst>
                <a:ext uri="{FF2B5EF4-FFF2-40B4-BE49-F238E27FC236}">
                  <a16:creationId xmlns:a16="http://schemas.microsoft.com/office/drawing/2014/main" id="{C929D0A8-E8BB-4858-A79D-B96FB462BA6A}"/>
                </a:ext>
              </a:extLst>
            </p:cNvPr>
            <p:cNvGrpSpPr/>
            <p:nvPr/>
          </p:nvGrpSpPr>
          <p:grpSpPr>
            <a:xfrm>
              <a:off x="4486928" y="2248065"/>
              <a:ext cx="531923" cy="573923"/>
              <a:chOff x="163719" y="1822501"/>
              <a:chExt cx="3062199" cy="3047160"/>
            </a:xfrm>
          </p:grpSpPr>
          <p:grpSp>
            <p:nvGrpSpPr>
              <p:cNvPr id="3302" name="Group 3301">
                <a:extLst>
                  <a:ext uri="{FF2B5EF4-FFF2-40B4-BE49-F238E27FC236}">
                    <a16:creationId xmlns:a16="http://schemas.microsoft.com/office/drawing/2014/main" id="{D5A68B74-3D66-43F6-9C12-435527FE3C7E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3306" name="Group 3305">
                  <a:extLst>
                    <a:ext uri="{FF2B5EF4-FFF2-40B4-BE49-F238E27FC236}">
                      <a16:creationId xmlns:a16="http://schemas.microsoft.com/office/drawing/2014/main" id="{8A95DF54-F915-4665-88F4-5798DA3BEB69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665" name="Freeform: Shape 3664">
                    <a:extLst>
                      <a:ext uri="{FF2B5EF4-FFF2-40B4-BE49-F238E27FC236}">
                        <a16:creationId xmlns:a16="http://schemas.microsoft.com/office/drawing/2014/main" id="{DC255256-4409-48A8-8533-FB08891D82E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666" name="Rectangle: Rounded Corners 3665">
                    <a:extLst>
                      <a:ext uri="{FF2B5EF4-FFF2-40B4-BE49-F238E27FC236}">
                        <a16:creationId xmlns:a16="http://schemas.microsoft.com/office/drawing/2014/main" id="{B238A963-42B0-4778-8677-F9263AF7F94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07" name="Group 3306">
                  <a:extLst>
                    <a:ext uri="{FF2B5EF4-FFF2-40B4-BE49-F238E27FC236}">
                      <a16:creationId xmlns:a16="http://schemas.microsoft.com/office/drawing/2014/main" id="{6892F60C-E48B-49F2-AD53-8B0C6919E8B0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663" name="Freeform: Shape 3662">
                    <a:extLst>
                      <a:ext uri="{FF2B5EF4-FFF2-40B4-BE49-F238E27FC236}">
                        <a16:creationId xmlns:a16="http://schemas.microsoft.com/office/drawing/2014/main" id="{325790A0-255D-4810-8768-CDB86AD390A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664" name="Rectangle: Rounded Corners 3663">
                    <a:extLst>
                      <a:ext uri="{FF2B5EF4-FFF2-40B4-BE49-F238E27FC236}">
                        <a16:creationId xmlns:a16="http://schemas.microsoft.com/office/drawing/2014/main" id="{BC36D9B5-E305-4538-BA3F-2D6CF4828AC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08" name="Group 3307">
                  <a:extLst>
                    <a:ext uri="{FF2B5EF4-FFF2-40B4-BE49-F238E27FC236}">
                      <a16:creationId xmlns:a16="http://schemas.microsoft.com/office/drawing/2014/main" id="{3D2DADEB-1FFA-4C85-9D3F-9C110D6583E5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3381" name="Group 3380">
                    <a:extLst>
                      <a:ext uri="{FF2B5EF4-FFF2-40B4-BE49-F238E27FC236}">
                        <a16:creationId xmlns:a16="http://schemas.microsoft.com/office/drawing/2014/main" id="{8F79E574-979B-4B0E-877E-A6A3F112C073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3602" name="Group 3601">
                      <a:extLst>
                        <a:ext uri="{FF2B5EF4-FFF2-40B4-BE49-F238E27FC236}">
                          <a16:creationId xmlns:a16="http://schemas.microsoft.com/office/drawing/2014/main" id="{BE2AE36E-5508-4727-8AD8-9E029259B0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3659" name="Flowchart: Connector 3658">
                        <a:extLst>
                          <a:ext uri="{FF2B5EF4-FFF2-40B4-BE49-F238E27FC236}">
                            <a16:creationId xmlns:a16="http://schemas.microsoft.com/office/drawing/2014/main" id="{4D99806B-5DA4-4865-A0E2-3B8FCF2A69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60" name="Flowchart: Connector 3659">
                        <a:extLst>
                          <a:ext uri="{FF2B5EF4-FFF2-40B4-BE49-F238E27FC236}">
                            <a16:creationId xmlns:a16="http://schemas.microsoft.com/office/drawing/2014/main" id="{B2B9CBD9-9C4E-4A29-BB4D-B4241A068F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61" name="Flowchart: Connector 3660">
                        <a:extLst>
                          <a:ext uri="{FF2B5EF4-FFF2-40B4-BE49-F238E27FC236}">
                            <a16:creationId xmlns:a16="http://schemas.microsoft.com/office/drawing/2014/main" id="{811FAE59-E6DC-48B1-AB30-E01EDD963B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62" name="Flowchart: Connector 3661">
                        <a:extLst>
                          <a:ext uri="{FF2B5EF4-FFF2-40B4-BE49-F238E27FC236}">
                            <a16:creationId xmlns:a16="http://schemas.microsoft.com/office/drawing/2014/main" id="{731435B5-73CD-42D1-9028-74AE90E8FD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603" name="Group 3602">
                      <a:extLst>
                        <a:ext uri="{FF2B5EF4-FFF2-40B4-BE49-F238E27FC236}">
                          <a16:creationId xmlns:a16="http://schemas.microsoft.com/office/drawing/2014/main" id="{58C2F3EF-6388-4CBB-9917-C35E229F1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3604" name="Group 3603">
                        <a:extLst>
                          <a:ext uri="{FF2B5EF4-FFF2-40B4-BE49-F238E27FC236}">
                            <a16:creationId xmlns:a16="http://schemas.microsoft.com/office/drawing/2014/main" id="{DCD14449-4F96-4BF5-8A01-2D79719F06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2" name="3D Model 3651" descr="Sphere">
                              <a:extLst>
                                <a:ext uri="{FF2B5EF4-FFF2-40B4-BE49-F238E27FC236}">
                                  <a16:creationId xmlns:a16="http://schemas.microsoft.com/office/drawing/2014/main" id="{6E8053CA-3BFD-436F-9770-FD96E3BEA50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701850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3" name="Flowchart: Connector 3652">
                          <a:extLst>
                            <a:ext uri="{FF2B5EF4-FFF2-40B4-BE49-F238E27FC236}">
                              <a16:creationId xmlns:a16="http://schemas.microsoft.com/office/drawing/2014/main" id="{73BCC50E-6D7F-4253-9FEC-FF8784063EC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4" name="3D Model 3653" descr="Sphere">
                              <a:extLst>
                                <a:ext uri="{FF2B5EF4-FFF2-40B4-BE49-F238E27FC236}">
                                  <a16:creationId xmlns:a16="http://schemas.microsoft.com/office/drawing/2014/main" id="{CC479B81-3BD0-4FB7-8B71-9E9F6D40A46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00481492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5" name="Flowchart: Connector 3654">
                          <a:extLst>
                            <a:ext uri="{FF2B5EF4-FFF2-40B4-BE49-F238E27FC236}">
                              <a16:creationId xmlns:a16="http://schemas.microsoft.com/office/drawing/2014/main" id="{375123EF-27E2-413B-A28C-082420E847B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6" name="3D Model 3655" descr="Sphere">
                              <a:extLst>
                                <a:ext uri="{FF2B5EF4-FFF2-40B4-BE49-F238E27FC236}">
                                  <a16:creationId xmlns:a16="http://schemas.microsoft.com/office/drawing/2014/main" id="{D33F7EC1-1B52-4A38-A425-3BAD0E9DB4E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682821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7" name="Flowchart: Connector 3656">
                          <a:extLst>
                            <a:ext uri="{FF2B5EF4-FFF2-40B4-BE49-F238E27FC236}">
                              <a16:creationId xmlns:a16="http://schemas.microsoft.com/office/drawing/2014/main" id="{FCEC0F11-8ECB-4162-9A57-BB56184D285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8" name="3D Model 3657" descr="Sphere">
                              <a:extLst>
                                <a:ext uri="{FF2B5EF4-FFF2-40B4-BE49-F238E27FC236}">
                                  <a16:creationId xmlns:a16="http://schemas.microsoft.com/office/drawing/2014/main" id="{80D008AE-0EFB-46E5-86B6-0FAB8A47883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047274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605" name="Group 3604">
                        <a:extLst>
                          <a:ext uri="{FF2B5EF4-FFF2-40B4-BE49-F238E27FC236}">
                            <a16:creationId xmlns:a16="http://schemas.microsoft.com/office/drawing/2014/main" id="{E070E7D3-4B54-4753-9F9E-3C98403179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637" name="Flowchart: Connector 3636">
                          <a:extLst>
                            <a:ext uri="{FF2B5EF4-FFF2-40B4-BE49-F238E27FC236}">
                              <a16:creationId xmlns:a16="http://schemas.microsoft.com/office/drawing/2014/main" id="{53022E0A-1F71-4176-8AA0-3E274EFBF8D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38" name="Flowchart: Connector 3637">
                          <a:extLst>
                            <a:ext uri="{FF2B5EF4-FFF2-40B4-BE49-F238E27FC236}">
                              <a16:creationId xmlns:a16="http://schemas.microsoft.com/office/drawing/2014/main" id="{81EB6499-6F01-405F-B702-B9B60954EBF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39" name="Flowchart: Connector 3638">
                          <a:extLst>
                            <a:ext uri="{FF2B5EF4-FFF2-40B4-BE49-F238E27FC236}">
                              <a16:creationId xmlns:a16="http://schemas.microsoft.com/office/drawing/2014/main" id="{9CEAD4AC-9FC9-41AE-95C2-B3F213B3E78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0" name="Flowchart: Connector 3639">
                          <a:extLst>
                            <a:ext uri="{FF2B5EF4-FFF2-40B4-BE49-F238E27FC236}">
                              <a16:creationId xmlns:a16="http://schemas.microsoft.com/office/drawing/2014/main" id="{98AD9388-C4BF-499B-897D-D0D618F2E48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1" name="Flowchart: Connector 3640">
                          <a:extLst>
                            <a:ext uri="{FF2B5EF4-FFF2-40B4-BE49-F238E27FC236}">
                              <a16:creationId xmlns:a16="http://schemas.microsoft.com/office/drawing/2014/main" id="{681B78E8-2954-4471-8AA9-D34777C5D86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2" name="Flowchart: Connector 3641">
                          <a:extLst>
                            <a:ext uri="{FF2B5EF4-FFF2-40B4-BE49-F238E27FC236}">
                              <a16:creationId xmlns:a16="http://schemas.microsoft.com/office/drawing/2014/main" id="{A3BFDF18-D2BE-4365-8AF9-ABC48B3F51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3" name="Flowchart: Connector 3642">
                          <a:extLst>
                            <a:ext uri="{FF2B5EF4-FFF2-40B4-BE49-F238E27FC236}">
                              <a16:creationId xmlns:a16="http://schemas.microsoft.com/office/drawing/2014/main" id="{B5964685-0544-4726-8407-9B22AC66A18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4" name="Flowchart: Connector 3643">
                          <a:extLst>
                            <a:ext uri="{FF2B5EF4-FFF2-40B4-BE49-F238E27FC236}">
                              <a16:creationId xmlns:a16="http://schemas.microsoft.com/office/drawing/2014/main" id="{BFBD02B9-6386-4A0F-B2C6-742700496AD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45" name="3D Model 3644" descr="Sphere">
                              <a:extLst>
                                <a:ext uri="{FF2B5EF4-FFF2-40B4-BE49-F238E27FC236}">
                                  <a16:creationId xmlns:a16="http://schemas.microsoft.com/office/drawing/2014/main" id="{9CC57CA5-E627-4090-9B97-8F6B0346529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52868128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46" name="Flowchart: Connector 3645">
                          <a:extLst>
                            <a:ext uri="{FF2B5EF4-FFF2-40B4-BE49-F238E27FC236}">
                              <a16:creationId xmlns:a16="http://schemas.microsoft.com/office/drawing/2014/main" id="{430E1209-72AD-47BC-8B40-0CF02BDEF07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47" name="3D Model 3646" descr="Sphere">
                              <a:extLst>
                                <a:ext uri="{FF2B5EF4-FFF2-40B4-BE49-F238E27FC236}">
                                  <a16:creationId xmlns:a16="http://schemas.microsoft.com/office/drawing/2014/main" id="{DCADA53E-2459-4245-9AE8-A12E246AAD9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20062225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48" name="Flowchart: Connector 3647">
                          <a:extLst>
                            <a:ext uri="{FF2B5EF4-FFF2-40B4-BE49-F238E27FC236}">
                              <a16:creationId xmlns:a16="http://schemas.microsoft.com/office/drawing/2014/main" id="{7D484663-DA4E-487F-B0C0-850AD27B54B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49" name="3D Model 3648" descr="Sphere">
                              <a:extLst>
                                <a:ext uri="{FF2B5EF4-FFF2-40B4-BE49-F238E27FC236}">
                                  <a16:creationId xmlns:a16="http://schemas.microsoft.com/office/drawing/2014/main" id="{08FBD888-B2CC-4D98-84F2-51050AA2BB9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997227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0" name="Flowchart: Connector 3649">
                          <a:extLst>
                            <a:ext uri="{FF2B5EF4-FFF2-40B4-BE49-F238E27FC236}">
                              <a16:creationId xmlns:a16="http://schemas.microsoft.com/office/drawing/2014/main" id="{E534F6A4-AC8F-4B47-B67E-B8184ED713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1" name="3D Model 3650" descr="Sphere">
                              <a:extLst>
                                <a:ext uri="{FF2B5EF4-FFF2-40B4-BE49-F238E27FC236}">
                                  <a16:creationId xmlns:a16="http://schemas.microsoft.com/office/drawing/2014/main" id="{280E842A-BCD1-4EE7-AAAE-389339925D6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27648252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606" name="Group 3605">
                        <a:extLst>
                          <a:ext uri="{FF2B5EF4-FFF2-40B4-BE49-F238E27FC236}">
                            <a16:creationId xmlns:a16="http://schemas.microsoft.com/office/drawing/2014/main" id="{000063D4-EBBA-41C2-B04F-60A11F548C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622" name="Flowchart: Connector 3621">
                          <a:extLst>
                            <a:ext uri="{FF2B5EF4-FFF2-40B4-BE49-F238E27FC236}">
                              <a16:creationId xmlns:a16="http://schemas.microsoft.com/office/drawing/2014/main" id="{9474F0C6-3888-4765-8B51-2A89824A36F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3" name="Flowchart: Connector 3622">
                          <a:extLst>
                            <a:ext uri="{FF2B5EF4-FFF2-40B4-BE49-F238E27FC236}">
                              <a16:creationId xmlns:a16="http://schemas.microsoft.com/office/drawing/2014/main" id="{73EEBC42-DF0C-4FA4-A356-6B32C8CBE4A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4" name="Flowchart: Connector 3623">
                          <a:extLst>
                            <a:ext uri="{FF2B5EF4-FFF2-40B4-BE49-F238E27FC236}">
                              <a16:creationId xmlns:a16="http://schemas.microsoft.com/office/drawing/2014/main" id="{259A95B1-CF4C-461D-B264-999A725DD44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5" name="Flowchart: Connector 3624">
                          <a:extLst>
                            <a:ext uri="{FF2B5EF4-FFF2-40B4-BE49-F238E27FC236}">
                              <a16:creationId xmlns:a16="http://schemas.microsoft.com/office/drawing/2014/main" id="{96CE428F-8170-472F-AA9C-B1F9BD6A5E3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6" name="Flowchart: Connector 3625">
                          <a:extLst>
                            <a:ext uri="{FF2B5EF4-FFF2-40B4-BE49-F238E27FC236}">
                              <a16:creationId xmlns:a16="http://schemas.microsoft.com/office/drawing/2014/main" id="{EF42300E-F2D3-4650-BC64-C2AAD39D593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7" name="Flowchart: Connector 3626">
                          <a:extLst>
                            <a:ext uri="{FF2B5EF4-FFF2-40B4-BE49-F238E27FC236}">
                              <a16:creationId xmlns:a16="http://schemas.microsoft.com/office/drawing/2014/main" id="{0C08A78D-0CE3-49FF-9264-45D9BA82462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8" name="Flowchart: Connector 3627">
                          <a:extLst>
                            <a:ext uri="{FF2B5EF4-FFF2-40B4-BE49-F238E27FC236}">
                              <a16:creationId xmlns:a16="http://schemas.microsoft.com/office/drawing/2014/main" id="{3A1C88FD-4BAD-40DC-9FE3-01B01440F70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9" name="Flowchart: Connector 3628">
                          <a:extLst>
                            <a:ext uri="{FF2B5EF4-FFF2-40B4-BE49-F238E27FC236}">
                              <a16:creationId xmlns:a16="http://schemas.microsoft.com/office/drawing/2014/main" id="{03C3DAE3-525F-47A7-B031-7F05879781F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0" name="3D Model 3629" descr="Sphere">
                              <a:extLst>
                                <a:ext uri="{FF2B5EF4-FFF2-40B4-BE49-F238E27FC236}">
                                  <a16:creationId xmlns:a16="http://schemas.microsoft.com/office/drawing/2014/main" id="{BB8983D0-C098-4A0B-9811-F10046B6061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9510453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31" name="Flowchart: Connector 3630">
                          <a:extLst>
                            <a:ext uri="{FF2B5EF4-FFF2-40B4-BE49-F238E27FC236}">
                              <a16:creationId xmlns:a16="http://schemas.microsoft.com/office/drawing/2014/main" id="{1F3CEB6D-AA2F-4E7E-A2E2-F1169F95621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2" name="3D Model 3631" descr="Sphere">
                              <a:extLst>
                                <a:ext uri="{FF2B5EF4-FFF2-40B4-BE49-F238E27FC236}">
                                  <a16:creationId xmlns:a16="http://schemas.microsoft.com/office/drawing/2014/main" id="{2DD8DFBE-041D-425B-AD5E-3A28740712B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7716400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33" name="Flowchart: Connector 3632">
                          <a:extLst>
                            <a:ext uri="{FF2B5EF4-FFF2-40B4-BE49-F238E27FC236}">
                              <a16:creationId xmlns:a16="http://schemas.microsoft.com/office/drawing/2014/main" id="{E7A1D20D-5EB5-4BEA-918A-EEB549DDC38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4" name="3D Model 3633" descr="Sphere">
                              <a:extLst>
                                <a:ext uri="{FF2B5EF4-FFF2-40B4-BE49-F238E27FC236}">
                                  <a16:creationId xmlns:a16="http://schemas.microsoft.com/office/drawing/2014/main" id="{473673B2-AE77-498E-8F03-02D50BB0DB1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4261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35" name="Flowchart: Connector 3634">
                          <a:extLst>
                            <a:ext uri="{FF2B5EF4-FFF2-40B4-BE49-F238E27FC236}">
                              <a16:creationId xmlns:a16="http://schemas.microsoft.com/office/drawing/2014/main" id="{B5B8C8E7-0F5E-47F1-9531-1B96226F011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6" name="3D Model 3635" descr="Sphere">
                              <a:extLst>
                                <a:ext uri="{FF2B5EF4-FFF2-40B4-BE49-F238E27FC236}">
                                  <a16:creationId xmlns:a16="http://schemas.microsoft.com/office/drawing/2014/main" id="{A0666441-BBE2-41E5-8877-1CA9B46F7D1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375347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607" name="Flowchart: Connector 3606">
                        <a:extLst>
                          <a:ext uri="{FF2B5EF4-FFF2-40B4-BE49-F238E27FC236}">
                            <a16:creationId xmlns:a16="http://schemas.microsoft.com/office/drawing/2014/main" id="{6726A5BD-7D09-4743-BE47-E6BC2F3318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08" name="Flowchart: Connector 3607">
                        <a:extLst>
                          <a:ext uri="{FF2B5EF4-FFF2-40B4-BE49-F238E27FC236}">
                            <a16:creationId xmlns:a16="http://schemas.microsoft.com/office/drawing/2014/main" id="{AB77C1A6-9593-495A-B686-266A79DC02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09" name="Flowchart: Connector 3608">
                        <a:extLst>
                          <a:ext uri="{FF2B5EF4-FFF2-40B4-BE49-F238E27FC236}">
                            <a16:creationId xmlns:a16="http://schemas.microsoft.com/office/drawing/2014/main" id="{96C4423B-8457-469D-83CD-698F1889E8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0" name="Flowchart: Connector 3609">
                        <a:extLst>
                          <a:ext uri="{FF2B5EF4-FFF2-40B4-BE49-F238E27FC236}">
                            <a16:creationId xmlns:a16="http://schemas.microsoft.com/office/drawing/2014/main" id="{E6541742-BD9B-431A-B70B-BC7DC5FB3E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1" name="Flowchart: Connector 3610">
                        <a:extLst>
                          <a:ext uri="{FF2B5EF4-FFF2-40B4-BE49-F238E27FC236}">
                            <a16:creationId xmlns:a16="http://schemas.microsoft.com/office/drawing/2014/main" id="{BA94CC32-F791-413D-B55E-E8877D9DD33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2" name="Flowchart: Connector 3611">
                        <a:extLst>
                          <a:ext uri="{FF2B5EF4-FFF2-40B4-BE49-F238E27FC236}">
                            <a16:creationId xmlns:a16="http://schemas.microsoft.com/office/drawing/2014/main" id="{6C4CEB09-F70F-4D25-B6EE-1D9D598F00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3" name="Flowchart: Connector 3612">
                        <a:extLst>
                          <a:ext uri="{FF2B5EF4-FFF2-40B4-BE49-F238E27FC236}">
                            <a16:creationId xmlns:a16="http://schemas.microsoft.com/office/drawing/2014/main" id="{637B2E53-ECBD-44DB-9A34-C021D8AF032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4" name="Flowchart: Connector 3613">
                        <a:extLst>
                          <a:ext uri="{FF2B5EF4-FFF2-40B4-BE49-F238E27FC236}">
                            <a16:creationId xmlns:a16="http://schemas.microsoft.com/office/drawing/2014/main" id="{BC5D2DA9-0A86-4987-BBFE-B04ECCCC7F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15" name="3D Model 3614" descr="Sphere">
                            <a:extLst>
                              <a:ext uri="{FF2B5EF4-FFF2-40B4-BE49-F238E27FC236}">
                                <a16:creationId xmlns:a16="http://schemas.microsoft.com/office/drawing/2014/main" id="{1099B962-5622-472A-9C6A-3290666F7F4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9527262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15" name="3D Model 3614" descr="Sphere">
                            <a:extLst>
                              <a:ext uri="{FF2B5EF4-FFF2-40B4-BE49-F238E27FC236}">
                                <a16:creationId xmlns:a16="http://schemas.microsoft.com/office/drawing/2014/main" id="{1099B962-5622-472A-9C6A-3290666F7F4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89319" y="170250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616" name="Flowchart: Connector 3615">
                        <a:extLst>
                          <a:ext uri="{FF2B5EF4-FFF2-40B4-BE49-F238E27FC236}">
                            <a16:creationId xmlns:a16="http://schemas.microsoft.com/office/drawing/2014/main" id="{40A203C8-00D9-425F-9507-A0CB245006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17" name="3D Model 3616" descr="Sphere">
                            <a:extLst>
                              <a:ext uri="{FF2B5EF4-FFF2-40B4-BE49-F238E27FC236}">
                                <a16:creationId xmlns:a16="http://schemas.microsoft.com/office/drawing/2014/main" id="{489FB02C-8C7A-482F-91B2-F89AF949A04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46249049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17" name="3D Model 3616" descr="Sphere">
                            <a:extLst>
                              <a:ext uri="{FF2B5EF4-FFF2-40B4-BE49-F238E27FC236}">
                                <a16:creationId xmlns:a16="http://schemas.microsoft.com/office/drawing/2014/main" id="{489FB02C-8C7A-482F-91B2-F89AF949A04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30447" y="171318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618" name="Flowchart: Connector 3617">
                        <a:extLst>
                          <a:ext uri="{FF2B5EF4-FFF2-40B4-BE49-F238E27FC236}">
                            <a16:creationId xmlns:a16="http://schemas.microsoft.com/office/drawing/2014/main" id="{46AE7968-C1C4-49D6-9AC3-E923209940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19" name="3D Model 3618" descr="Sphere">
                            <a:extLst>
                              <a:ext uri="{FF2B5EF4-FFF2-40B4-BE49-F238E27FC236}">
                                <a16:creationId xmlns:a16="http://schemas.microsoft.com/office/drawing/2014/main" id="{61617DF2-8A1C-4F57-B1FB-962462263D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28574655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19" name="3D Model 3618" descr="Sphere">
                            <a:extLst>
                              <a:ext uri="{FF2B5EF4-FFF2-40B4-BE49-F238E27FC236}">
                                <a16:creationId xmlns:a16="http://schemas.microsoft.com/office/drawing/2014/main" id="{61617DF2-8A1C-4F57-B1FB-962462263D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71766" y="172482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620" name="Flowchart: Connector 3619">
                        <a:extLst>
                          <a:ext uri="{FF2B5EF4-FFF2-40B4-BE49-F238E27FC236}">
                            <a16:creationId xmlns:a16="http://schemas.microsoft.com/office/drawing/2014/main" id="{5FE4F599-6BDA-488B-93C0-3DFDD3A9B0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21" name="3D Model 3620" descr="Sphere">
                            <a:extLst>
                              <a:ext uri="{FF2B5EF4-FFF2-40B4-BE49-F238E27FC236}">
                                <a16:creationId xmlns:a16="http://schemas.microsoft.com/office/drawing/2014/main" id="{FA52B62F-77AA-4464-9E9D-7DCB79726DA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5235729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21" name="3D Model 3620" descr="Sphere">
                            <a:extLst>
                              <a:ext uri="{FF2B5EF4-FFF2-40B4-BE49-F238E27FC236}">
                                <a16:creationId xmlns:a16="http://schemas.microsoft.com/office/drawing/2014/main" id="{FA52B62F-77AA-4464-9E9D-7DCB79726DA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018392" y="1741218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382" name="Group 3381">
                    <a:extLst>
                      <a:ext uri="{FF2B5EF4-FFF2-40B4-BE49-F238E27FC236}">
                        <a16:creationId xmlns:a16="http://schemas.microsoft.com/office/drawing/2014/main" id="{BAA8ACEB-C576-4AC0-92D4-43632629E2EB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599" name="Flowchart: Connector 3598">
                      <a:extLst>
                        <a:ext uri="{FF2B5EF4-FFF2-40B4-BE49-F238E27FC236}">
                          <a16:creationId xmlns:a16="http://schemas.microsoft.com/office/drawing/2014/main" id="{14787AB0-6618-4332-A1DF-450BE908F9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00" name="Flowchart: Connector 3599">
                      <a:extLst>
                        <a:ext uri="{FF2B5EF4-FFF2-40B4-BE49-F238E27FC236}">
                          <a16:creationId xmlns:a16="http://schemas.microsoft.com/office/drawing/2014/main" id="{7A4FFE48-40B2-4CF9-B938-FAD05BC7B3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01" name="Flowchart: Connector 3600">
                      <a:extLst>
                        <a:ext uri="{FF2B5EF4-FFF2-40B4-BE49-F238E27FC236}">
                          <a16:creationId xmlns:a16="http://schemas.microsoft.com/office/drawing/2014/main" id="{6FC4B0BA-71D7-4153-A289-BA188825E1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383" name="Flowchart: Connector 3382">
                    <a:extLst>
                      <a:ext uri="{FF2B5EF4-FFF2-40B4-BE49-F238E27FC236}">
                        <a16:creationId xmlns:a16="http://schemas.microsoft.com/office/drawing/2014/main" id="{C8A92B6B-BF86-4C80-A2B1-4F36A8C6BD8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384" name="Flowchart: Connector 3383">
                    <a:extLst>
                      <a:ext uri="{FF2B5EF4-FFF2-40B4-BE49-F238E27FC236}">
                        <a16:creationId xmlns:a16="http://schemas.microsoft.com/office/drawing/2014/main" id="{6E2CEFC5-9C01-41BD-B4D4-F8641AC719A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385" name="Group 3384">
                    <a:extLst>
                      <a:ext uri="{FF2B5EF4-FFF2-40B4-BE49-F238E27FC236}">
                        <a16:creationId xmlns:a16="http://schemas.microsoft.com/office/drawing/2014/main" id="{80830944-2360-46D7-A078-3658AF448153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3596" name="Flowchart: Connector 3595">
                      <a:extLst>
                        <a:ext uri="{FF2B5EF4-FFF2-40B4-BE49-F238E27FC236}">
                          <a16:creationId xmlns:a16="http://schemas.microsoft.com/office/drawing/2014/main" id="{D215F2DD-5376-4B21-9C1E-EB54713A32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97" name="Flowchart: Connector 3596">
                      <a:extLst>
                        <a:ext uri="{FF2B5EF4-FFF2-40B4-BE49-F238E27FC236}">
                          <a16:creationId xmlns:a16="http://schemas.microsoft.com/office/drawing/2014/main" id="{07EBEA42-FD47-4199-AC38-BC7A2B5721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98" name="Flowchart: Connector 3597">
                      <a:extLst>
                        <a:ext uri="{FF2B5EF4-FFF2-40B4-BE49-F238E27FC236}">
                          <a16:creationId xmlns:a16="http://schemas.microsoft.com/office/drawing/2014/main" id="{2162A477-54B2-46F0-87B9-7525E72D70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386" name="Group 3385">
                    <a:extLst>
                      <a:ext uri="{FF2B5EF4-FFF2-40B4-BE49-F238E27FC236}">
                        <a16:creationId xmlns:a16="http://schemas.microsoft.com/office/drawing/2014/main" id="{6F6E2FAE-11D6-4FAD-8647-BBFDB16FE78F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3531" name="Group 3530">
                      <a:extLst>
                        <a:ext uri="{FF2B5EF4-FFF2-40B4-BE49-F238E27FC236}">
                          <a16:creationId xmlns:a16="http://schemas.microsoft.com/office/drawing/2014/main" id="{D5056678-CD9A-48C2-BAC6-28D5974A46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3592" name="Flowchart: Connector 3591">
                        <a:extLst>
                          <a:ext uri="{FF2B5EF4-FFF2-40B4-BE49-F238E27FC236}">
                            <a16:creationId xmlns:a16="http://schemas.microsoft.com/office/drawing/2014/main" id="{233E1AD7-95AB-419E-8ACD-E3A3C66E1A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93" name="Flowchart: Connector 3592">
                        <a:extLst>
                          <a:ext uri="{FF2B5EF4-FFF2-40B4-BE49-F238E27FC236}">
                            <a16:creationId xmlns:a16="http://schemas.microsoft.com/office/drawing/2014/main" id="{215FC898-41D6-41D9-A07D-84A7746A27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94" name="Flowchart: Connector 3593">
                        <a:extLst>
                          <a:ext uri="{FF2B5EF4-FFF2-40B4-BE49-F238E27FC236}">
                            <a16:creationId xmlns:a16="http://schemas.microsoft.com/office/drawing/2014/main" id="{D22D9E41-3CC3-4E24-BC25-EC8720AE37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95" name="Flowchart: Connector 3594">
                        <a:extLst>
                          <a:ext uri="{FF2B5EF4-FFF2-40B4-BE49-F238E27FC236}">
                            <a16:creationId xmlns:a16="http://schemas.microsoft.com/office/drawing/2014/main" id="{1D4DAA39-A1E9-4DEC-96EF-F6BB490836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532" name="Group 3531">
                      <a:extLst>
                        <a:ext uri="{FF2B5EF4-FFF2-40B4-BE49-F238E27FC236}">
                          <a16:creationId xmlns:a16="http://schemas.microsoft.com/office/drawing/2014/main" id="{7EB10802-57D7-4313-AAD4-D30B9C6252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3533" name="Group 3532">
                        <a:extLst>
                          <a:ext uri="{FF2B5EF4-FFF2-40B4-BE49-F238E27FC236}">
                            <a16:creationId xmlns:a16="http://schemas.microsoft.com/office/drawing/2014/main" id="{4C4D82FA-20DC-4CB1-BBAB-406DA2DC4EF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584" name="Flowchart: Connector 3583">
                          <a:extLst>
                            <a:ext uri="{FF2B5EF4-FFF2-40B4-BE49-F238E27FC236}">
                              <a16:creationId xmlns:a16="http://schemas.microsoft.com/office/drawing/2014/main" id="{BAD3D4C2-B63E-49E8-B161-78429E6AF8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5" name="3D Model 3584" descr="Sphere">
                              <a:extLst>
                                <a:ext uri="{FF2B5EF4-FFF2-40B4-BE49-F238E27FC236}">
                                  <a16:creationId xmlns:a16="http://schemas.microsoft.com/office/drawing/2014/main" id="{B9434530-1BB2-4C55-9DA1-217832DED5D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0231935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6" name="Flowchart: Connector 3585">
                          <a:extLst>
                            <a:ext uri="{FF2B5EF4-FFF2-40B4-BE49-F238E27FC236}">
                              <a16:creationId xmlns:a16="http://schemas.microsoft.com/office/drawing/2014/main" id="{0F3789F4-C403-4DC3-985C-7710762CE39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7" name="3D Model 3586" descr="Sphere">
                              <a:extLst>
                                <a:ext uri="{FF2B5EF4-FFF2-40B4-BE49-F238E27FC236}">
                                  <a16:creationId xmlns:a16="http://schemas.microsoft.com/office/drawing/2014/main" id="{F05D8634-9DAE-48D0-8AE9-048B66B9B0A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9598071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8" name="Flowchart: Connector 3587">
                          <a:extLst>
                            <a:ext uri="{FF2B5EF4-FFF2-40B4-BE49-F238E27FC236}">
                              <a16:creationId xmlns:a16="http://schemas.microsoft.com/office/drawing/2014/main" id="{7822B762-2C20-4F2D-911B-318A79F179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9" name="3D Model 3588" descr="Sphere">
                              <a:extLst>
                                <a:ext uri="{FF2B5EF4-FFF2-40B4-BE49-F238E27FC236}">
                                  <a16:creationId xmlns:a16="http://schemas.microsoft.com/office/drawing/2014/main" id="{8D7A6DB5-DDA5-44DE-8063-8B209B6D2C6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6094879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90" name="Flowchart: Connector 3589">
                          <a:extLst>
                            <a:ext uri="{FF2B5EF4-FFF2-40B4-BE49-F238E27FC236}">
                              <a16:creationId xmlns:a16="http://schemas.microsoft.com/office/drawing/2014/main" id="{88C51F16-2D49-4686-8D9F-F1B97C17E4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91" name="3D Model 3590" descr="Sphere">
                              <a:extLst>
                                <a:ext uri="{FF2B5EF4-FFF2-40B4-BE49-F238E27FC236}">
                                  <a16:creationId xmlns:a16="http://schemas.microsoft.com/office/drawing/2014/main" id="{2B980B1F-44A0-48B1-8413-1F9C187676D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481616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534" name="Group 3533">
                        <a:extLst>
                          <a:ext uri="{FF2B5EF4-FFF2-40B4-BE49-F238E27FC236}">
                            <a16:creationId xmlns:a16="http://schemas.microsoft.com/office/drawing/2014/main" id="{7D02F9FA-3A36-4F2D-9C16-ECAE833A42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568" name="Flowchart: Connector 3567">
                          <a:extLst>
                            <a:ext uri="{FF2B5EF4-FFF2-40B4-BE49-F238E27FC236}">
                              <a16:creationId xmlns:a16="http://schemas.microsoft.com/office/drawing/2014/main" id="{B2272865-946F-42F3-A5AB-10A9537CF95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69" name="Flowchart: Connector 3568">
                          <a:extLst>
                            <a:ext uri="{FF2B5EF4-FFF2-40B4-BE49-F238E27FC236}">
                              <a16:creationId xmlns:a16="http://schemas.microsoft.com/office/drawing/2014/main" id="{23BE393B-8A0F-4C15-B6B1-F9DA1290587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0" name="Flowchart: Connector 3569">
                          <a:extLst>
                            <a:ext uri="{FF2B5EF4-FFF2-40B4-BE49-F238E27FC236}">
                              <a16:creationId xmlns:a16="http://schemas.microsoft.com/office/drawing/2014/main" id="{76CE06D9-CDDC-4AD5-9B0D-F85D57FD61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1" name="Flowchart: Connector 3570">
                          <a:extLst>
                            <a:ext uri="{FF2B5EF4-FFF2-40B4-BE49-F238E27FC236}">
                              <a16:creationId xmlns:a16="http://schemas.microsoft.com/office/drawing/2014/main" id="{2DF98B65-59A8-45AB-BA7A-F84772B5D0F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2" name="Flowchart: Connector 3571">
                          <a:extLst>
                            <a:ext uri="{FF2B5EF4-FFF2-40B4-BE49-F238E27FC236}">
                              <a16:creationId xmlns:a16="http://schemas.microsoft.com/office/drawing/2014/main" id="{412305B2-ABB9-4562-BEDC-044D0DC66D0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3" name="Flowchart: Connector 3572">
                          <a:extLst>
                            <a:ext uri="{FF2B5EF4-FFF2-40B4-BE49-F238E27FC236}">
                              <a16:creationId xmlns:a16="http://schemas.microsoft.com/office/drawing/2014/main" id="{CF5A7381-C9D5-4359-9317-40B573B66F4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4" name="Flowchart: Connector 3573">
                          <a:extLst>
                            <a:ext uri="{FF2B5EF4-FFF2-40B4-BE49-F238E27FC236}">
                              <a16:creationId xmlns:a16="http://schemas.microsoft.com/office/drawing/2014/main" id="{3E1061C7-B829-4623-A01B-97AC60DAFFD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5" name="Flowchart: Connector 3574">
                          <a:extLst>
                            <a:ext uri="{FF2B5EF4-FFF2-40B4-BE49-F238E27FC236}">
                              <a16:creationId xmlns:a16="http://schemas.microsoft.com/office/drawing/2014/main" id="{DF0ABB9C-9557-4DBE-BCAF-AB68264B1A7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6" name="Flowchart: Connector 3575">
                          <a:extLst>
                            <a:ext uri="{FF2B5EF4-FFF2-40B4-BE49-F238E27FC236}">
                              <a16:creationId xmlns:a16="http://schemas.microsoft.com/office/drawing/2014/main" id="{B87566CC-CC57-4DE3-965E-818C3E4E13E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77" name="3D Model 3576" descr="Sphere">
                              <a:extLst>
                                <a:ext uri="{FF2B5EF4-FFF2-40B4-BE49-F238E27FC236}">
                                  <a16:creationId xmlns:a16="http://schemas.microsoft.com/office/drawing/2014/main" id="{722D0E7F-1E96-4645-AF81-54F66F29772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4993919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78" name="Flowchart: Connector 3577">
                          <a:extLst>
                            <a:ext uri="{FF2B5EF4-FFF2-40B4-BE49-F238E27FC236}">
                              <a16:creationId xmlns:a16="http://schemas.microsoft.com/office/drawing/2014/main" id="{BBAD8A26-E38D-44BD-9E99-727A17895FC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79" name="3D Model 3578" descr="Sphere">
                              <a:extLst>
                                <a:ext uri="{FF2B5EF4-FFF2-40B4-BE49-F238E27FC236}">
                                  <a16:creationId xmlns:a16="http://schemas.microsoft.com/office/drawing/2014/main" id="{6165C0AD-D631-480B-98EF-232B114372A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1015220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0" name="Flowchart: Connector 3579">
                          <a:extLst>
                            <a:ext uri="{FF2B5EF4-FFF2-40B4-BE49-F238E27FC236}">
                              <a16:creationId xmlns:a16="http://schemas.microsoft.com/office/drawing/2014/main" id="{958674E8-6086-4AFE-9A4D-81552FA6F8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1" name="3D Model 3580" descr="Sphere">
                              <a:extLst>
                                <a:ext uri="{FF2B5EF4-FFF2-40B4-BE49-F238E27FC236}">
                                  <a16:creationId xmlns:a16="http://schemas.microsoft.com/office/drawing/2014/main" id="{D10B7CF4-AE0A-4EF5-92EE-66C65ABBE5C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3198211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2" name="Flowchart: Connector 3581">
                          <a:extLst>
                            <a:ext uri="{FF2B5EF4-FFF2-40B4-BE49-F238E27FC236}">
                              <a16:creationId xmlns:a16="http://schemas.microsoft.com/office/drawing/2014/main" id="{4A010AEE-DF19-4834-B50E-9D985DB0BB5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3" name="3D Model 3582" descr="Sphere">
                              <a:extLst>
                                <a:ext uri="{FF2B5EF4-FFF2-40B4-BE49-F238E27FC236}">
                                  <a16:creationId xmlns:a16="http://schemas.microsoft.com/office/drawing/2014/main" id="{44880C9D-C03C-4A07-B368-A1F54139950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4412880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535" name="Group 3534">
                        <a:extLst>
                          <a:ext uri="{FF2B5EF4-FFF2-40B4-BE49-F238E27FC236}">
                            <a16:creationId xmlns:a16="http://schemas.microsoft.com/office/drawing/2014/main" id="{AE73DF5C-E456-45A2-9994-FFE6EB1119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552" name="Flowchart: Connector 3551">
                          <a:extLst>
                            <a:ext uri="{FF2B5EF4-FFF2-40B4-BE49-F238E27FC236}">
                              <a16:creationId xmlns:a16="http://schemas.microsoft.com/office/drawing/2014/main" id="{B07FCD6F-FDA7-43B6-84EB-62D91CB292E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3" name="Flowchart: Connector 3552">
                          <a:extLst>
                            <a:ext uri="{FF2B5EF4-FFF2-40B4-BE49-F238E27FC236}">
                              <a16:creationId xmlns:a16="http://schemas.microsoft.com/office/drawing/2014/main" id="{174BD280-8FB3-42D2-8C52-A2EC09911A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4" name="Flowchart: Connector 3553">
                          <a:extLst>
                            <a:ext uri="{FF2B5EF4-FFF2-40B4-BE49-F238E27FC236}">
                              <a16:creationId xmlns:a16="http://schemas.microsoft.com/office/drawing/2014/main" id="{EBB423B2-CF08-4B97-93EE-F84CE031E7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5" name="Flowchart: Connector 3554">
                          <a:extLst>
                            <a:ext uri="{FF2B5EF4-FFF2-40B4-BE49-F238E27FC236}">
                              <a16:creationId xmlns:a16="http://schemas.microsoft.com/office/drawing/2014/main" id="{ABBEF802-BEFF-4182-9479-FC31B6E0B35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6" name="Flowchart: Connector 3555">
                          <a:extLst>
                            <a:ext uri="{FF2B5EF4-FFF2-40B4-BE49-F238E27FC236}">
                              <a16:creationId xmlns:a16="http://schemas.microsoft.com/office/drawing/2014/main" id="{F3BD8B3A-C3A1-41FC-A8CB-1D4E00EC6F9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7" name="Flowchart: Connector 3556">
                          <a:extLst>
                            <a:ext uri="{FF2B5EF4-FFF2-40B4-BE49-F238E27FC236}">
                              <a16:creationId xmlns:a16="http://schemas.microsoft.com/office/drawing/2014/main" id="{0AD52B91-4132-4922-AE24-4F4C0F0BE5B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8" name="Flowchart: Connector 3557">
                          <a:extLst>
                            <a:ext uri="{FF2B5EF4-FFF2-40B4-BE49-F238E27FC236}">
                              <a16:creationId xmlns:a16="http://schemas.microsoft.com/office/drawing/2014/main" id="{4D699800-0540-4E1C-91EE-C7FF390BDAB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9" name="Flowchart: Connector 3558">
                          <a:extLst>
                            <a:ext uri="{FF2B5EF4-FFF2-40B4-BE49-F238E27FC236}">
                              <a16:creationId xmlns:a16="http://schemas.microsoft.com/office/drawing/2014/main" id="{A5471F7B-7340-4511-94FB-003C4334FCF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60" name="Flowchart: Connector 3559">
                          <a:extLst>
                            <a:ext uri="{FF2B5EF4-FFF2-40B4-BE49-F238E27FC236}">
                              <a16:creationId xmlns:a16="http://schemas.microsoft.com/office/drawing/2014/main" id="{034B32CF-D996-4EDF-BE49-17074D377A0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1" name="3D Model 3560" descr="Sphere">
                              <a:extLst>
                                <a:ext uri="{FF2B5EF4-FFF2-40B4-BE49-F238E27FC236}">
                                  <a16:creationId xmlns:a16="http://schemas.microsoft.com/office/drawing/2014/main" id="{35771629-9D56-487B-9B90-1B77B7A77B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6560715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62" name="Flowchart: Connector 3561">
                          <a:extLst>
                            <a:ext uri="{FF2B5EF4-FFF2-40B4-BE49-F238E27FC236}">
                              <a16:creationId xmlns:a16="http://schemas.microsoft.com/office/drawing/2014/main" id="{EACFFB64-6551-4DCB-BE3B-0BA3B8D93AC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3" name="3D Model 3562" descr="Sphere">
                              <a:extLst>
                                <a:ext uri="{FF2B5EF4-FFF2-40B4-BE49-F238E27FC236}">
                                  <a16:creationId xmlns:a16="http://schemas.microsoft.com/office/drawing/2014/main" id="{D42D035C-007E-4A8D-92E5-754BB6ECE10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1709508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64" name="Flowchart: Connector 3563">
                          <a:extLst>
                            <a:ext uri="{FF2B5EF4-FFF2-40B4-BE49-F238E27FC236}">
                              <a16:creationId xmlns:a16="http://schemas.microsoft.com/office/drawing/2014/main" id="{8EC1C5F5-FCB7-4268-8178-7F3B72A735A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5" name="3D Model 3564" descr="Sphere">
                              <a:extLst>
                                <a:ext uri="{FF2B5EF4-FFF2-40B4-BE49-F238E27FC236}">
                                  <a16:creationId xmlns:a16="http://schemas.microsoft.com/office/drawing/2014/main" id="{9CD546FC-11A5-4816-BA0D-E54460E833B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8628044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66" name="Flowchart: Connector 3565">
                          <a:extLst>
                            <a:ext uri="{FF2B5EF4-FFF2-40B4-BE49-F238E27FC236}">
                              <a16:creationId xmlns:a16="http://schemas.microsoft.com/office/drawing/2014/main" id="{0C8026DF-AE4A-4E39-91FF-49A4502947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7" name="3D Model 3566" descr="Sphere">
                              <a:extLst>
                                <a:ext uri="{FF2B5EF4-FFF2-40B4-BE49-F238E27FC236}">
                                  <a16:creationId xmlns:a16="http://schemas.microsoft.com/office/drawing/2014/main" id="{97791054-1B28-453B-AFE0-8AC5AC5D68A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1804002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536" name="Flowchart: Connector 3535">
                        <a:extLst>
                          <a:ext uri="{FF2B5EF4-FFF2-40B4-BE49-F238E27FC236}">
                            <a16:creationId xmlns:a16="http://schemas.microsoft.com/office/drawing/2014/main" id="{0A4ADC4C-C30D-4E0C-A7E4-B14718F394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37" name="Flowchart: Connector 3536">
                        <a:extLst>
                          <a:ext uri="{FF2B5EF4-FFF2-40B4-BE49-F238E27FC236}">
                            <a16:creationId xmlns:a16="http://schemas.microsoft.com/office/drawing/2014/main" id="{511412D5-8C39-4C62-B6BB-FFBACC2687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38" name="Flowchart: Connector 3537">
                        <a:extLst>
                          <a:ext uri="{FF2B5EF4-FFF2-40B4-BE49-F238E27FC236}">
                            <a16:creationId xmlns:a16="http://schemas.microsoft.com/office/drawing/2014/main" id="{57FA5B7B-6B5B-4E4C-A049-5ABBD670CE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39" name="Flowchart: Connector 3538">
                        <a:extLst>
                          <a:ext uri="{FF2B5EF4-FFF2-40B4-BE49-F238E27FC236}">
                            <a16:creationId xmlns:a16="http://schemas.microsoft.com/office/drawing/2014/main" id="{AC3C2992-5FC8-4784-BF96-4D78AA2726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0" name="Flowchart: Connector 3539">
                        <a:extLst>
                          <a:ext uri="{FF2B5EF4-FFF2-40B4-BE49-F238E27FC236}">
                            <a16:creationId xmlns:a16="http://schemas.microsoft.com/office/drawing/2014/main" id="{71AC6CB6-1023-48F6-BA86-D8F1667D51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1" name="Flowchart: Connector 3540">
                        <a:extLst>
                          <a:ext uri="{FF2B5EF4-FFF2-40B4-BE49-F238E27FC236}">
                            <a16:creationId xmlns:a16="http://schemas.microsoft.com/office/drawing/2014/main" id="{B02B5D40-3794-47E2-B904-7F7AE726444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2" name="Flowchart: Connector 3541">
                        <a:extLst>
                          <a:ext uri="{FF2B5EF4-FFF2-40B4-BE49-F238E27FC236}">
                            <a16:creationId xmlns:a16="http://schemas.microsoft.com/office/drawing/2014/main" id="{ACD37F0D-8B76-4956-BC20-6EB9C66D73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3" name="Flowchart: Connector 3542">
                        <a:extLst>
                          <a:ext uri="{FF2B5EF4-FFF2-40B4-BE49-F238E27FC236}">
                            <a16:creationId xmlns:a16="http://schemas.microsoft.com/office/drawing/2014/main" id="{4674CD11-BD5B-43DB-A29E-7A2AC1BF85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4" name="Flowchart: Connector 3543">
                        <a:extLst>
                          <a:ext uri="{FF2B5EF4-FFF2-40B4-BE49-F238E27FC236}">
                            <a16:creationId xmlns:a16="http://schemas.microsoft.com/office/drawing/2014/main" id="{AD27170A-366D-4BCC-8408-EEAE03433F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5" name="3D Model 3544" descr="Sphere">
                            <a:extLst>
                              <a:ext uri="{FF2B5EF4-FFF2-40B4-BE49-F238E27FC236}">
                                <a16:creationId xmlns:a16="http://schemas.microsoft.com/office/drawing/2014/main" id="{D16C6D22-8AA6-4A4E-B483-82B8D3B36B0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36497425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45" name="3D Model 3544" descr="Sphere">
                            <a:extLst>
                              <a:ext uri="{FF2B5EF4-FFF2-40B4-BE49-F238E27FC236}">
                                <a16:creationId xmlns:a16="http://schemas.microsoft.com/office/drawing/2014/main" id="{D16C6D22-8AA6-4A4E-B483-82B8D3B36B0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49286" y="172238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46" name="Flowchart: Connector 3545">
                        <a:extLst>
                          <a:ext uri="{FF2B5EF4-FFF2-40B4-BE49-F238E27FC236}">
                            <a16:creationId xmlns:a16="http://schemas.microsoft.com/office/drawing/2014/main" id="{B152304C-D237-4E27-B397-098B0A7E99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7" name="3D Model 3546" descr="Sphere">
                            <a:extLst>
                              <a:ext uri="{FF2B5EF4-FFF2-40B4-BE49-F238E27FC236}">
                                <a16:creationId xmlns:a16="http://schemas.microsoft.com/office/drawing/2014/main" id="{BB78C7FD-C537-48F0-B891-E7E82FD30DD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28347421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47" name="3D Model 3546" descr="Sphere">
                            <a:extLst>
                              <a:ext uri="{FF2B5EF4-FFF2-40B4-BE49-F238E27FC236}">
                                <a16:creationId xmlns:a16="http://schemas.microsoft.com/office/drawing/2014/main" id="{BB78C7FD-C537-48F0-B891-E7E82FD30DD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91110" y="173707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48" name="Flowchart: Connector 3547">
                        <a:extLst>
                          <a:ext uri="{FF2B5EF4-FFF2-40B4-BE49-F238E27FC236}">
                            <a16:creationId xmlns:a16="http://schemas.microsoft.com/office/drawing/2014/main" id="{3ADD51E4-20B0-4ADA-8C7C-BB12EB3A645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9" name="3D Model 3548" descr="Sphere">
                            <a:extLst>
                              <a:ext uri="{FF2B5EF4-FFF2-40B4-BE49-F238E27FC236}">
                                <a16:creationId xmlns:a16="http://schemas.microsoft.com/office/drawing/2014/main" id="{54FE4386-63BC-4A25-B7D7-BA6EBBB8ED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73527030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49" name="3D Model 3548" descr="Sphere">
                            <a:extLst>
                              <a:ext uri="{FF2B5EF4-FFF2-40B4-BE49-F238E27FC236}">
                                <a16:creationId xmlns:a16="http://schemas.microsoft.com/office/drawing/2014/main" id="{54FE4386-63BC-4A25-B7D7-BA6EBBB8EDC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35882" y="174808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50" name="Flowchart: Connector 3549">
                        <a:extLst>
                          <a:ext uri="{FF2B5EF4-FFF2-40B4-BE49-F238E27FC236}">
                            <a16:creationId xmlns:a16="http://schemas.microsoft.com/office/drawing/2014/main" id="{84806AD5-DFA4-4668-8CFC-939499406B2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51" name="3D Model 3550" descr="Sphere">
                            <a:extLst>
                              <a:ext uri="{FF2B5EF4-FFF2-40B4-BE49-F238E27FC236}">
                                <a16:creationId xmlns:a16="http://schemas.microsoft.com/office/drawing/2014/main" id="{9EDBFEF5-4ADC-475C-BE25-76191575F10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8114624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51" name="3D Model 3550" descr="Sphere">
                            <a:extLst>
                              <a:ext uri="{FF2B5EF4-FFF2-40B4-BE49-F238E27FC236}">
                                <a16:creationId xmlns:a16="http://schemas.microsoft.com/office/drawing/2014/main" id="{9EDBFEF5-4ADC-475C-BE25-76191575F10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980206" y="1765103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387" name="Group 3386">
                    <a:extLst>
                      <a:ext uri="{FF2B5EF4-FFF2-40B4-BE49-F238E27FC236}">
                        <a16:creationId xmlns:a16="http://schemas.microsoft.com/office/drawing/2014/main" id="{3C355659-5925-4441-BBC8-988FE19612A0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528" name="Flowchart: Connector 3527">
                      <a:extLst>
                        <a:ext uri="{FF2B5EF4-FFF2-40B4-BE49-F238E27FC236}">
                          <a16:creationId xmlns:a16="http://schemas.microsoft.com/office/drawing/2014/main" id="{4BAC7858-D448-4250-9BBD-B07C5646F7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9" name="Flowchart: Connector 3528">
                      <a:extLst>
                        <a:ext uri="{FF2B5EF4-FFF2-40B4-BE49-F238E27FC236}">
                          <a16:creationId xmlns:a16="http://schemas.microsoft.com/office/drawing/2014/main" id="{A05225C0-AC27-4856-8DE4-1B53A2DC5D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30" name="Flowchart: Connector 3529">
                      <a:extLst>
                        <a:ext uri="{FF2B5EF4-FFF2-40B4-BE49-F238E27FC236}">
                          <a16:creationId xmlns:a16="http://schemas.microsoft.com/office/drawing/2014/main" id="{9412250C-CF8D-420A-9D1D-51D10FA510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388" name="Flowchart: Connector 3387">
                    <a:extLst>
                      <a:ext uri="{FF2B5EF4-FFF2-40B4-BE49-F238E27FC236}">
                        <a16:creationId xmlns:a16="http://schemas.microsoft.com/office/drawing/2014/main" id="{5256F3F0-38B8-4B03-B9BA-6AA63C38501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389" name="Flowchart: Connector 3388">
                    <a:extLst>
                      <a:ext uri="{FF2B5EF4-FFF2-40B4-BE49-F238E27FC236}">
                        <a16:creationId xmlns:a16="http://schemas.microsoft.com/office/drawing/2014/main" id="{D9897218-A403-476B-AFEB-4610B76FA48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390" name="Group 3389">
                    <a:extLst>
                      <a:ext uri="{FF2B5EF4-FFF2-40B4-BE49-F238E27FC236}">
                        <a16:creationId xmlns:a16="http://schemas.microsoft.com/office/drawing/2014/main" id="{6F66C426-157F-40EC-9B60-65745BE043DC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3525" name="Flowchart: Connector 3524">
                      <a:extLst>
                        <a:ext uri="{FF2B5EF4-FFF2-40B4-BE49-F238E27FC236}">
                          <a16:creationId xmlns:a16="http://schemas.microsoft.com/office/drawing/2014/main" id="{1857B3BB-9EF6-4179-A664-61E3AB986A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6" name="Flowchart: Connector 3525">
                      <a:extLst>
                        <a:ext uri="{FF2B5EF4-FFF2-40B4-BE49-F238E27FC236}">
                          <a16:creationId xmlns:a16="http://schemas.microsoft.com/office/drawing/2014/main" id="{1694042B-A3E5-4C83-9707-07C5E92C96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7" name="Flowchart: Connector 3526">
                      <a:extLst>
                        <a:ext uri="{FF2B5EF4-FFF2-40B4-BE49-F238E27FC236}">
                          <a16:creationId xmlns:a16="http://schemas.microsoft.com/office/drawing/2014/main" id="{DF655C06-F2F9-42E3-9E0E-D4BB06ECCC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391" name="Group 3390">
                    <a:extLst>
                      <a:ext uri="{FF2B5EF4-FFF2-40B4-BE49-F238E27FC236}">
                        <a16:creationId xmlns:a16="http://schemas.microsoft.com/office/drawing/2014/main" id="{63734BFA-1638-4BDE-BD16-54E0211DC588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3460" name="Group 3459">
                      <a:extLst>
                        <a:ext uri="{FF2B5EF4-FFF2-40B4-BE49-F238E27FC236}">
                          <a16:creationId xmlns:a16="http://schemas.microsoft.com/office/drawing/2014/main" id="{84950B12-7670-422F-A4B4-0565E93B57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3521" name="Flowchart: Connector 3520">
                        <a:extLst>
                          <a:ext uri="{FF2B5EF4-FFF2-40B4-BE49-F238E27FC236}">
                            <a16:creationId xmlns:a16="http://schemas.microsoft.com/office/drawing/2014/main" id="{68DCDDAC-6EB5-4FF1-870F-95773077F6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22" name="Flowchart: Connector 3521">
                        <a:extLst>
                          <a:ext uri="{FF2B5EF4-FFF2-40B4-BE49-F238E27FC236}">
                            <a16:creationId xmlns:a16="http://schemas.microsoft.com/office/drawing/2014/main" id="{E1C08D53-0DF0-4656-A47E-5679D89743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23" name="Flowchart: Connector 3522">
                        <a:extLst>
                          <a:ext uri="{FF2B5EF4-FFF2-40B4-BE49-F238E27FC236}">
                            <a16:creationId xmlns:a16="http://schemas.microsoft.com/office/drawing/2014/main" id="{650EEFED-C9B4-4E2F-881F-C4916BAF2B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24" name="Flowchart: Connector 3523">
                        <a:extLst>
                          <a:ext uri="{FF2B5EF4-FFF2-40B4-BE49-F238E27FC236}">
                            <a16:creationId xmlns:a16="http://schemas.microsoft.com/office/drawing/2014/main" id="{E9D3B41D-02AF-411A-ABD5-AEF88BE1B3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461" name="Group 3460">
                      <a:extLst>
                        <a:ext uri="{FF2B5EF4-FFF2-40B4-BE49-F238E27FC236}">
                          <a16:creationId xmlns:a16="http://schemas.microsoft.com/office/drawing/2014/main" id="{016EB2C0-60CC-437D-8A20-8D7CED2F5B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3462" name="Group 3461">
                        <a:extLst>
                          <a:ext uri="{FF2B5EF4-FFF2-40B4-BE49-F238E27FC236}">
                            <a16:creationId xmlns:a16="http://schemas.microsoft.com/office/drawing/2014/main" id="{4AD8B523-E454-4CC0-839E-A90B6405F5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513" name="Flowchart: Connector 3512">
                          <a:extLst>
                            <a:ext uri="{FF2B5EF4-FFF2-40B4-BE49-F238E27FC236}">
                              <a16:creationId xmlns:a16="http://schemas.microsoft.com/office/drawing/2014/main" id="{DCF244B9-B53F-4651-A3C3-962F869B15A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4" name="3D Model 3513" descr="Sphere">
                              <a:extLst>
                                <a:ext uri="{FF2B5EF4-FFF2-40B4-BE49-F238E27FC236}">
                                  <a16:creationId xmlns:a16="http://schemas.microsoft.com/office/drawing/2014/main" id="{EF633FD6-FB25-491C-8255-BEF8905EB02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7540041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5" name="Flowchart: Connector 3514">
                          <a:extLst>
                            <a:ext uri="{FF2B5EF4-FFF2-40B4-BE49-F238E27FC236}">
                              <a16:creationId xmlns:a16="http://schemas.microsoft.com/office/drawing/2014/main" id="{4C855A82-26B6-45FD-B82D-6F38CE1899D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6" name="3D Model 3515" descr="Sphere">
                              <a:extLst>
                                <a:ext uri="{FF2B5EF4-FFF2-40B4-BE49-F238E27FC236}">
                                  <a16:creationId xmlns:a16="http://schemas.microsoft.com/office/drawing/2014/main" id="{3E84E9A9-89BF-432D-9293-6A6CBE18ED2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3865847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7" name="Flowchart: Connector 3516">
                          <a:extLst>
                            <a:ext uri="{FF2B5EF4-FFF2-40B4-BE49-F238E27FC236}">
                              <a16:creationId xmlns:a16="http://schemas.microsoft.com/office/drawing/2014/main" id="{8DBE2B73-9CE2-4DAF-989B-E04061B8322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8" name="3D Model 3517" descr="Sphere">
                              <a:extLst>
                                <a:ext uri="{FF2B5EF4-FFF2-40B4-BE49-F238E27FC236}">
                                  <a16:creationId xmlns:a16="http://schemas.microsoft.com/office/drawing/2014/main" id="{2F034DC9-9D2C-46DF-BA80-200030C14A3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1444463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9" name="Flowchart: Connector 3518">
                          <a:extLst>
                            <a:ext uri="{FF2B5EF4-FFF2-40B4-BE49-F238E27FC236}">
                              <a16:creationId xmlns:a16="http://schemas.microsoft.com/office/drawing/2014/main" id="{67A08A08-2250-417A-9E99-87B2B7201BB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20" name="3D Model 3519" descr="Sphere">
                              <a:extLst>
                                <a:ext uri="{FF2B5EF4-FFF2-40B4-BE49-F238E27FC236}">
                                  <a16:creationId xmlns:a16="http://schemas.microsoft.com/office/drawing/2014/main" id="{D263784F-309E-4C5A-88A8-2A04B32DBA2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6265229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463" name="Group 3462">
                        <a:extLst>
                          <a:ext uri="{FF2B5EF4-FFF2-40B4-BE49-F238E27FC236}">
                            <a16:creationId xmlns:a16="http://schemas.microsoft.com/office/drawing/2014/main" id="{D9F2A5A0-FDE5-47A5-BF60-863B5F3783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497" name="Flowchart: Connector 3496">
                          <a:extLst>
                            <a:ext uri="{FF2B5EF4-FFF2-40B4-BE49-F238E27FC236}">
                              <a16:creationId xmlns:a16="http://schemas.microsoft.com/office/drawing/2014/main" id="{F5FB19CA-0F0F-40BD-A266-7D110088E77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98" name="Flowchart: Connector 3497">
                          <a:extLst>
                            <a:ext uri="{FF2B5EF4-FFF2-40B4-BE49-F238E27FC236}">
                              <a16:creationId xmlns:a16="http://schemas.microsoft.com/office/drawing/2014/main" id="{1518559E-F334-4F64-8397-448E7303742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99" name="Flowchart: Connector 3498">
                          <a:extLst>
                            <a:ext uri="{FF2B5EF4-FFF2-40B4-BE49-F238E27FC236}">
                              <a16:creationId xmlns:a16="http://schemas.microsoft.com/office/drawing/2014/main" id="{BA37D7F1-00F9-4CE2-89FC-AD5E14FA32D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0" name="Flowchart: Connector 3499">
                          <a:extLst>
                            <a:ext uri="{FF2B5EF4-FFF2-40B4-BE49-F238E27FC236}">
                              <a16:creationId xmlns:a16="http://schemas.microsoft.com/office/drawing/2014/main" id="{1F4C5534-A364-4545-BB1A-670B7D45911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1" name="Flowchart: Connector 3500">
                          <a:extLst>
                            <a:ext uri="{FF2B5EF4-FFF2-40B4-BE49-F238E27FC236}">
                              <a16:creationId xmlns:a16="http://schemas.microsoft.com/office/drawing/2014/main" id="{DEA392D9-6B00-4C2C-B607-B99C9AE5388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2" name="Flowchart: Connector 3501">
                          <a:extLst>
                            <a:ext uri="{FF2B5EF4-FFF2-40B4-BE49-F238E27FC236}">
                              <a16:creationId xmlns:a16="http://schemas.microsoft.com/office/drawing/2014/main" id="{FC3874F4-A800-496F-863C-3D4CCE06304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3" name="Flowchart: Connector 3502">
                          <a:extLst>
                            <a:ext uri="{FF2B5EF4-FFF2-40B4-BE49-F238E27FC236}">
                              <a16:creationId xmlns:a16="http://schemas.microsoft.com/office/drawing/2014/main" id="{A362DEC5-9564-4D84-AA96-3BC6758E53A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4" name="Flowchart: Connector 3503">
                          <a:extLst>
                            <a:ext uri="{FF2B5EF4-FFF2-40B4-BE49-F238E27FC236}">
                              <a16:creationId xmlns:a16="http://schemas.microsoft.com/office/drawing/2014/main" id="{D9F1F78B-F8BB-4FDB-B63C-B95E41B169D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5" name="Flowchart: Connector 3504">
                          <a:extLst>
                            <a:ext uri="{FF2B5EF4-FFF2-40B4-BE49-F238E27FC236}">
                              <a16:creationId xmlns:a16="http://schemas.microsoft.com/office/drawing/2014/main" id="{1F142726-A885-4109-AC49-1F5AFD13A7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06" name="3D Model 3505" descr="Sphere">
                              <a:extLst>
                                <a:ext uri="{FF2B5EF4-FFF2-40B4-BE49-F238E27FC236}">
                                  <a16:creationId xmlns:a16="http://schemas.microsoft.com/office/drawing/2014/main" id="{161F8E29-B643-4033-B236-E67971B876E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79138121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07" name="Flowchart: Connector 3506">
                          <a:extLst>
                            <a:ext uri="{FF2B5EF4-FFF2-40B4-BE49-F238E27FC236}">
                              <a16:creationId xmlns:a16="http://schemas.microsoft.com/office/drawing/2014/main" id="{4E4CA688-4653-4585-BC10-DC088E6D5AD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08" name="3D Model 3507" descr="Sphere">
                              <a:extLst>
                                <a:ext uri="{FF2B5EF4-FFF2-40B4-BE49-F238E27FC236}">
                                  <a16:creationId xmlns:a16="http://schemas.microsoft.com/office/drawing/2014/main" id="{8815D796-2B06-44C8-99AA-2261DE5885B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1023232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09" name="Flowchart: Connector 3508">
                          <a:extLst>
                            <a:ext uri="{FF2B5EF4-FFF2-40B4-BE49-F238E27FC236}">
                              <a16:creationId xmlns:a16="http://schemas.microsoft.com/office/drawing/2014/main" id="{B5D14826-CB16-4D13-B142-467FFB29C85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0" name="3D Model 3509" descr="Sphere">
                              <a:extLst>
                                <a:ext uri="{FF2B5EF4-FFF2-40B4-BE49-F238E27FC236}">
                                  <a16:creationId xmlns:a16="http://schemas.microsoft.com/office/drawing/2014/main" id="{666E4E30-2996-4AB8-8ED1-3689F889AD2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91502922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1" name="Flowchart: Connector 3510">
                          <a:extLst>
                            <a:ext uri="{FF2B5EF4-FFF2-40B4-BE49-F238E27FC236}">
                              <a16:creationId xmlns:a16="http://schemas.microsoft.com/office/drawing/2014/main" id="{0FBAA364-421C-4116-BBE6-A6CF470929C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2" name="3D Model 3511" descr="Sphere">
                              <a:extLst>
                                <a:ext uri="{FF2B5EF4-FFF2-40B4-BE49-F238E27FC236}">
                                  <a16:creationId xmlns:a16="http://schemas.microsoft.com/office/drawing/2014/main" id="{73CE5426-1660-4E00-B6A1-91803C82813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8352640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464" name="Group 3463">
                        <a:extLst>
                          <a:ext uri="{FF2B5EF4-FFF2-40B4-BE49-F238E27FC236}">
                            <a16:creationId xmlns:a16="http://schemas.microsoft.com/office/drawing/2014/main" id="{A0B89AF8-F136-4B99-82A0-F92F66F3E52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481" name="Flowchart: Connector 3480">
                          <a:extLst>
                            <a:ext uri="{FF2B5EF4-FFF2-40B4-BE49-F238E27FC236}">
                              <a16:creationId xmlns:a16="http://schemas.microsoft.com/office/drawing/2014/main" id="{71C0037D-600C-40C5-B7E0-31144E228F8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2" name="Flowchart: Connector 3481">
                          <a:extLst>
                            <a:ext uri="{FF2B5EF4-FFF2-40B4-BE49-F238E27FC236}">
                              <a16:creationId xmlns:a16="http://schemas.microsoft.com/office/drawing/2014/main" id="{921FB1D2-E698-4FD1-9314-5A10D8A5325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3" name="Flowchart: Connector 3482">
                          <a:extLst>
                            <a:ext uri="{FF2B5EF4-FFF2-40B4-BE49-F238E27FC236}">
                              <a16:creationId xmlns:a16="http://schemas.microsoft.com/office/drawing/2014/main" id="{1F725CD6-E92A-4276-A143-A9D47AEE77C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4" name="Flowchart: Connector 3483">
                          <a:extLst>
                            <a:ext uri="{FF2B5EF4-FFF2-40B4-BE49-F238E27FC236}">
                              <a16:creationId xmlns:a16="http://schemas.microsoft.com/office/drawing/2014/main" id="{48688CE5-C749-4E7F-82C0-45A6D29B1D9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5" name="Flowchart: Connector 3484">
                          <a:extLst>
                            <a:ext uri="{FF2B5EF4-FFF2-40B4-BE49-F238E27FC236}">
                              <a16:creationId xmlns:a16="http://schemas.microsoft.com/office/drawing/2014/main" id="{29285E02-994C-4486-97CB-0F04C150289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6" name="Flowchart: Connector 3485">
                          <a:extLst>
                            <a:ext uri="{FF2B5EF4-FFF2-40B4-BE49-F238E27FC236}">
                              <a16:creationId xmlns:a16="http://schemas.microsoft.com/office/drawing/2014/main" id="{2409AC5A-7821-4A4C-A68A-EEDC4941FA4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7" name="Flowchart: Connector 3486">
                          <a:extLst>
                            <a:ext uri="{FF2B5EF4-FFF2-40B4-BE49-F238E27FC236}">
                              <a16:creationId xmlns:a16="http://schemas.microsoft.com/office/drawing/2014/main" id="{AF4E7EBF-F0EF-4D1F-82E9-6B0CF3F01E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8" name="Flowchart: Connector 3487">
                          <a:extLst>
                            <a:ext uri="{FF2B5EF4-FFF2-40B4-BE49-F238E27FC236}">
                              <a16:creationId xmlns:a16="http://schemas.microsoft.com/office/drawing/2014/main" id="{E0D5EA83-ED8E-41FF-89AE-78485BC533C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9" name="Flowchart: Connector 3488">
                          <a:extLst>
                            <a:ext uri="{FF2B5EF4-FFF2-40B4-BE49-F238E27FC236}">
                              <a16:creationId xmlns:a16="http://schemas.microsoft.com/office/drawing/2014/main" id="{8591C0BC-7882-4E52-82D2-26F6C063EED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0" name="3D Model 3489" descr="Sphere">
                              <a:extLst>
                                <a:ext uri="{FF2B5EF4-FFF2-40B4-BE49-F238E27FC236}">
                                  <a16:creationId xmlns:a16="http://schemas.microsoft.com/office/drawing/2014/main" id="{10691695-3CC3-4AC4-B682-7EDDA9252CD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3170293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491" name="Flowchart: Connector 3490">
                          <a:extLst>
                            <a:ext uri="{FF2B5EF4-FFF2-40B4-BE49-F238E27FC236}">
                              <a16:creationId xmlns:a16="http://schemas.microsoft.com/office/drawing/2014/main" id="{0A1B8138-0465-4ECD-9D2B-F61C1F87319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2" name="3D Model 3491" descr="Sphere">
                              <a:extLst>
                                <a:ext uri="{FF2B5EF4-FFF2-40B4-BE49-F238E27FC236}">
                                  <a16:creationId xmlns:a16="http://schemas.microsoft.com/office/drawing/2014/main" id="{675BB4C4-6E2C-40B9-9C4A-B0EF13193B4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6455856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493" name="Flowchart: Connector 3492">
                          <a:extLst>
                            <a:ext uri="{FF2B5EF4-FFF2-40B4-BE49-F238E27FC236}">
                              <a16:creationId xmlns:a16="http://schemas.microsoft.com/office/drawing/2014/main" id="{20F7647B-C569-4363-AE1F-8022F10CE4A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4" name="3D Model 3493" descr="Sphere">
                              <a:extLst>
                                <a:ext uri="{FF2B5EF4-FFF2-40B4-BE49-F238E27FC236}">
                                  <a16:creationId xmlns:a16="http://schemas.microsoft.com/office/drawing/2014/main" id="{2716B3B4-24AF-48D2-9A5B-99A7FD35A5D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5526711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495" name="Flowchart: Connector 3494">
                          <a:extLst>
                            <a:ext uri="{FF2B5EF4-FFF2-40B4-BE49-F238E27FC236}">
                              <a16:creationId xmlns:a16="http://schemas.microsoft.com/office/drawing/2014/main" id="{86543252-E1D5-4B9C-BB76-7D2A4852E8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6" name="3D Model 3495" descr="Sphere">
                              <a:extLst>
                                <a:ext uri="{FF2B5EF4-FFF2-40B4-BE49-F238E27FC236}">
                                  <a16:creationId xmlns:a16="http://schemas.microsoft.com/office/drawing/2014/main" id="{557B5719-FBC0-4C8D-A14B-74B2400A489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5529933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465" name="Flowchart: Connector 3464">
                        <a:extLst>
                          <a:ext uri="{FF2B5EF4-FFF2-40B4-BE49-F238E27FC236}">
                            <a16:creationId xmlns:a16="http://schemas.microsoft.com/office/drawing/2014/main" id="{9F9D7662-5F46-4779-A834-62C82DC9837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6" name="Flowchart: Connector 3465">
                        <a:extLst>
                          <a:ext uri="{FF2B5EF4-FFF2-40B4-BE49-F238E27FC236}">
                            <a16:creationId xmlns:a16="http://schemas.microsoft.com/office/drawing/2014/main" id="{9107D1FB-80E8-449F-88D7-DC1B1929FB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7" name="Flowchart: Connector 3466">
                        <a:extLst>
                          <a:ext uri="{FF2B5EF4-FFF2-40B4-BE49-F238E27FC236}">
                            <a16:creationId xmlns:a16="http://schemas.microsoft.com/office/drawing/2014/main" id="{BA82A4D5-873F-486A-9CD3-CBB0B8D374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8" name="Flowchart: Connector 3467">
                        <a:extLst>
                          <a:ext uri="{FF2B5EF4-FFF2-40B4-BE49-F238E27FC236}">
                            <a16:creationId xmlns:a16="http://schemas.microsoft.com/office/drawing/2014/main" id="{73484EE5-3CBF-4964-AB88-F9F28F7DFC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9" name="Flowchart: Connector 3468">
                        <a:extLst>
                          <a:ext uri="{FF2B5EF4-FFF2-40B4-BE49-F238E27FC236}">
                            <a16:creationId xmlns:a16="http://schemas.microsoft.com/office/drawing/2014/main" id="{644ABC26-63BD-4DEF-86E1-10AAA7CA54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0" name="Flowchart: Connector 3469">
                        <a:extLst>
                          <a:ext uri="{FF2B5EF4-FFF2-40B4-BE49-F238E27FC236}">
                            <a16:creationId xmlns:a16="http://schemas.microsoft.com/office/drawing/2014/main" id="{30A1FE01-2521-4EDB-B3E3-A8C16F2D3F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1" name="Flowchart: Connector 3470">
                        <a:extLst>
                          <a:ext uri="{FF2B5EF4-FFF2-40B4-BE49-F238E27FC236}">
                            <a16:creationId xmlns:a16="http://schemas.microsoft.com/office/drawing/2014/main" id="{4956E2B4-11D7-4C46-926C-BA80CF7871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2" name="Flowchart: Connector 3471">
                        <a:extLst>
                          <a:ext uri="{FF2B5EF4-FFF2-40B4-BE49-F238E27FC236}">
                            <a16:creationId xmlns:a16="http://schemas.microsoft.com/office/drawing/2014/main" id="{7CA8CC84-4A60-41F9-8620-51B9C31D85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3" name="Flowchart: Connector 3472">
                        <a:extLst>
                          <a:ext uri="{FF2B5EF4-FFF2-40B4-BE49-F238E27FC236}">
                            <a16:creationId xmlns:a16="http://schemas.microsoft.com/office/drawing/2014/main" id="{C7DF9ABA-125E-413A-B9F1-DFED204695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4" name="3D Model 3473" descr="Sphere">
                            <a:extLst>
                              <a:ext uri="{FF2B5EF4-FFF2-40B4-BE49-F238E27FC236}">
                                <a16:creationId xmlns:a16="http://schemas.microsoft.com/office/drawing/2014/main" id="{4CE99ACF-C632-4FA0-9F44-FD2303A597A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67320790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74" name="3D Model 3473" descr="Sphere">
                            <a:extLst>
                              <a:ext uri="{FF2B5EF4-FFF2-40B4-BE49-F238E27FC236}">
                                <a16:creationId xmlns:a16="http://schemas.microsoft.com/office/drawing/2014/main" id="{4CE99ACF-C632-4FA0-9F44-FD2303A597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810930" y="1742147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5" name="Flowchart: Connector 3474">
                        <a:extLst>
                          <a:ext uri="{FF2B5EF4-FFF2-40B4-BE49-F238E27FC236}">
                            <a16:creationId xmlns:a16="http://schemas.microsoft.com/office/drawing/2014/main" id="{F0507CA9-BD0A-4597-A992-D483A7AD8C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6" name="3D Model 3475" descr="Sphere">
                            <a:extLst>
                              <a:ext uri="{FF2B5EF4-FFF2-40B4-BE49-F238E27FC236}">
                                <a16:creationId xmlns:a16="http://schemas.microsoft.com/office/drawing/2014/main" id="{692C40BC-0271-4888-AF49-C7901BCF8FC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90234558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76" name="3D Model 3475" descr="Sphere">
                            <a:extLst>
                              <a:ext uri="{FF2B5EF4-FFF2-40B4-BE49-F238E27FC236}">
                                <a16:creationId xmlns:a16="http://schemas.microsoft.com/office/drawing/2014/main" id="{692C40BC-0271-4888-AF49-C7901BCF8FC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52170" y="175421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7" name="Flowchart: Connector 3476">
                        <a:extLst>
                          <a:ext uri="{FF2B5EF4-FFF2-40B4-BE49-F238E27FC236}">
                            <a16:creationId xmlns:a16="http://schemas.microsoft.com/office/drawing/2014/main" id="{76E13B07-873E-4E72-82F0-F475EF171F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8" name="3D Model 3477" descr="Sphere">
                            <a:extLst>
                              <a:ext uri="{FF2B5EF4-FFF2-40B4-BE49-F238E27FC236}">
                                <a16:creationId xmlns:a16="http://schemas.microsoft.com/office/drawing/2014/main" id="{709E90ED-2132-4948-8940-AC08E78533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17584401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78" name="3D Model 3477" descr="Sphere">
                            <a:extLst>
                              <a:ext uri="{FF2B5EF4-FFF2-40B4-BE49-F238E27FC236}">
                                <a16:creationId xmlns:a16="http://schemas.microsoft.com/office/drawing/2014/main" id="{709E90ED-2132-4948-8940-AC08E785336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94640" y="176716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9" name="Flowchart: Connector 3478">
                        <a:extLst>
                          <a:ext uri="{FF2B5EF4-FFF2-40B4-BE49-F238E27FC236}">
                            <a16:creationId xmlns:a16="http://schemas.microsoft.com/office/drawing/2014/main" id="{8D105109-64FB-4306-9698-64EE50C62B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80" name="3D Model 3479" descr="Sphere">
                            <a:extLst>
                              <a:ext uri="{FF2B5EF4-FFF2-40B4-BE49-F238E27FC236}">
                                <a16:creationId xmlns:a16="http://schemas.microsoft.com/office/drawing/2014/main" id="{AF59051D-0F7F-4E74-88B7-9C850835AB5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8102323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80" name="3D Model 3479" descr="Sphere">
                            <a:extLst>
                              <a:ext uri="{FF2B5EF4-FFF2-40B4-BE49-F238E27FC236}">
                                <a16:creationId xmlns:a16="http://schemas.microsoft.com/office/drawing/2014/main" id="{AF59051D-0F7F-4E74-88B7-9C850835AB5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941266" y="1782245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3392" name="Flowchart: Connector 3391">
                    <a:extLst>
                      <a:ext uri="{FF2B5EF4-FFF2-40B4-BE49-F238E27FC236}">
                        <a16:creationId xmlns:a16="http://schemas.microsoft.com/office/drawing/2014/main" id="{E1A0FD5F-8CE2-463E-9112-1271E0402C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3" name="Flowchart: Connector 3392">
                    <a:extLst>
                      <a:ext uri="{FF2B5EF4-FFF2-40B4-BE49-F238E27FC236}">
                        <a16:creationId xmlns:a16="http://schemas.microsoft.com/office/drawing/2014/main" id="{7CFF8B19-4E8A-433F-B61B-E258D2CD4E5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4" name="Flowchart: Connector 3393">
                    <a:extLst>
                      <a:ext uri="{FF2B5EF4-FFF2-40B4-BE49-F238E27FC236}">
                        <a16:creationId xmlns:a16="http://schemas.microsoft.com/office/drawing/2014/main" id="{7336C3EB-4689-41EC-BAAC-715B7089D6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5" name="Flowchart: Connector 3394">
                    <a:extLst>
                      <a:ext uri="{FF2B5EF4-FFF2-40B4-BE49-F238E27FC236}">
                        <a16:creationId xmlns:a16="http://schemas.microsoft.com/office/drawing/2014/main" id="{713EF392-E25B-4BEE-9766-2D2E703CB5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6" name="Flowchart: Connector 3395">
                    <a:extLst>
                      <a:ext uri="{FF2B5EF4-FFF2-40B4-BE49-F238E27FC236}">
                        <a16:creationId xmlns:a16="http://schemas.microsoft.com/office/drawing/2014/main" id="{F365E01E-7820-488F-AE02-BD0EE4449C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7" name="Flowchart: Connector 3396">
                    <a:extLst>
                      <a:ext uri="{FF2B5EF4-FFF2-40B4-BE49-F238E27FC236}">
                        <a16:creationId xmlns:a16="http://schemas.microsoft.com/office/drawing/2014/main" id="{7902EF3B-4FE1-49DD-81BE-698396EBDAB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398" name="Flowchart: Connector 3397">
                    <a:extLst>
                      <a:ext uri="{FF2B5EF4-FFF2-40B4-BE49-F238E27FC236}">
                        <a16:creationId xmlns:a16="http://schemas.microsoft.com/office/drawing/2014/main" id="{C8C1B174-E741-4F45-872F-0139B5EE54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9" name="Flowchart: Connector 3398">
                    <a:extLst>
                      <a:ext uri="{FF2B5EF4-FFF2-40B4-BE49-F238E27FC236}">
                        <a16:creationId xmlns:a16="http://schemas.microsoft.com/office/drawing/2014/main" id="{B6F4FA11-A591-4C83-B5D4-A4139C486E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3400" name="Group 3399">
                    <a:extLst>
                      <a:ext uri="{FF2B5EF4-FFF2-40B4-BE49-F238E27FC236}">
                        <a16:creationId xmlns:a16="http://schemas.microsoft.com/office/drawing/2014/main" id="{E3BAB9EB-D50F-4421-9156-8A9AEE8D151D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3401" name="Group 3400">
                      <a:extLst>
                        <a:ext uri="{FF2B5EF4-FFF2-40B4-BE49-F238E27FC236}">
                          <a16:creationId xmlns:a16="http://schemas.microsoft.com/office/drawing/2014/main" id="{00FDFB69-3314-49D7-9358-0A896DF9D2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3452" name="Flowchart: Connector 3451">
                        <a:extLst>
                          <a:ext uri="{FF2B5EF4-FFF2-40B4-BE49-F238E27FC236}">
                            <a16:creationId xmlns:a16="http://schemas.microsoft.com/office/drawing/2014/main" id="{9F2B0F69-526E-490B-8E8B-538D24C23F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3" name="3D Model 3452" descr="Sphere">
                            <a:extLst>
                              <a:ext uri="{FF2B5EF4-FFF2-40B4-BE49-F238E27FC236}">
                                <a16:creationId xmlns:a16="http://schemas.microsoft.com/office/drawing/2014/main" id="{5CDCBB35-2CA6-4CD6-90D4-D41D1CFA4C6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22289327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53" name="3D Model 3452" descr="Sphere">
                            <a:extLst>
                              <a:ext uri="{FF2B5EF4-FFF2-40B4-BE49-F238E27FC236}">
                                <a16:creationId xmlns:a16="http://schemas.microsoft.com/office/drawing/2014/main" id="{5CDCBB35-2CA6-4CD6-90D4-D41D1CFA4C6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771100" y="1949949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4" name="Flowchart: Connector 3453">
                        <a:extLst>
                          <a:ext uri="{FF2B5EF4-FFF2-40B4-BE49-F238E27FC236}">
                            <a16:creationId xmlns:a16="http://schemas.microsoft.com/office/drawing/2014/main" id="{5F8597A6-EF2C-4AC8-BAA4-1D09A8E656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5" name="3D Model 3454" descr="Sphere">
                            <a:extLst>
                              <a:ext uri="{FF2B5EF4-FFF2-40B4-BE49-F238E27FC236}">
                                <a16:creationId xmlns:a16="http://schemas.microsoft.com/office/drawing/2014/main" id="{02C4B775-A206-4403-83E0-7630AF71D02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8577636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6" name="Flowchart: Connector 3455">
                        <a:extLst>
                          <a:ext uri="{FF2B5EF4-FFF2-40B4-BE49-F238E27FC236}">
                            <a16:creationId xmlns:a16="http://schemas.microsoft.com/office/drawing/2014/main" id="{99303E4E-9B49-46C3-B241-04E5226F8D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7" name="3D Model 3456" descr="Sphere">
                            <a:extLst>
                              <a:ext uri="{FF2B5EF4-FFF2-40B4-BE49-F238E27FC236}">
                                <a16:creationId xmlns:a16="http://schemas.microsoft.com/office/drawing/2014/main" id="{77D11052-3C5C-4CAE-AE77-EF2D35C9CBA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5369979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8" name="Flowchart: Connector 3457">
                        <a:extLst>
                          <a:ext uri="{FF2B5EF4-FFF2-40B4-BE49-F238E27FC236}">
                            <a16:creationId xmlns:a16="http://schemas.microsoft.com/office/drawing/2014/main" id="{6EEC7B3A-371F-4B63-AEBB-67E7E7A7AD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9" name="3D Model 3458" descr="Sphere">
                            <a:extLst>
                              <a:ext uri="{FF2B5EF4-FFF2-40B4-BE49-F238E27FC236}">
                                <a16:creationId xmlns:a16="http://schemas.microsoft.com/office/drawing/2014/main" id="{8005F848-24B4-4A6A-9DD3-7873DBCC80D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3934104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02" name="Group 3401">
                      <a:extLst>
                        <a:ext uri="{FF2B5EF4-FFF2-40B4-BE49-F238E27FC236}">
                          <a16:creationId xmlns:a16="http://schemas.microsoft.com/office/drawing/2014/main" id="{239A9D10-C580-45F9-9268-5866DA5862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3436" name="Flowchart: Connector 3435">
                        <a:extLst>
                          <a:ext uri="{FF2B5EF4-FFF2-40B4-BE49-F238E27FC236}">
                            <a16:creationId xmlns:a16="http://schemas.microsoft.com/office/drawing/2014/main" id="{F559A8A4-D383-4262-8915-020949953E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7" name="Flowchart: Connector 3436">
                        <a:extLst>
                          <a:ext uri="{FF2B5EF4-FFF2-40B4-BE49-F238E27FC236}">
                            <a16:creationId xmlns:a16="http://schemas.microsoft.com/office/drawing/2014/main" id="{7195576E-BC60-4ACC-B391-7050EC5E73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8" name="Flowchart: Connector 3437">
                        <a:extLst>
                          <a:ext uri="{FF2B5EF4-FFF2-40B4-BE49-F238E27FC236}">
                            <a16:creationId xmlns:a16="http://schemas.microsoft.com/office/drawing/2014/main" id="{F31056B8-5456-4EDA-AF7F-BC6D8DA2AB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9" name="Flowchart: Connector 3438">
                        <a:extLst>
                          <a:ext uri="{FF2B5EF4-FFF2-40B4-BE49-F238E27FC236}">
                            <a16:creationId xmlns:a16="http://schemas.microsoft.com/office/drawing/2014/main" id="{90D9C3BB-6207-42F2-968B-5789788023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0" name="Flowchart: Connector 3439">
                        <a:extLst>
                          <a:ext uri="{FF2B5EF4-FFF2-40B4-BE49-F238E27FC236}">
                            <a16:creationId xmlns:a16="http://schemas.microsoft.com/office/drawing/2014/main" id="{D2078202-432A-4D4C-8C19-1472AF5E95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1" name="Flowchart: Connector 3440">
                        <a:extLst>
                          <a:ext uri="{FF2B5EF4-FFF2-40B4-BE49-F238E27FC236}">
                            <a16:creationId xmlns:a16="http://schemas.microsoft.com/office/drawing/2014/main" id="{3C0E8C20-9FD3-4719-BB0F-E7BA5C7DEF5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2" name="Flowchart: Connector 3441">
                        <a:extLst>
                          <a:ext uri="{FF2B5EF4-FFF2-40B4-BE49-F238E27FC236}">
                            <a16:creationId xmlns:a16="http://schemas.microsoft.com/office/drawing/2014/main" id="{EE4894EE-9E6F-4D28-98B1-21005A701B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3" name="Flowchart: Connector 3442">
                        <a:extLst>
                          <a:ext uri="{FF2B5EF4-FFF2-40B4-BE49-F238E27FC236}">
                            <a16:creationId xmlns:a16="http://schemas.microsoft.com/office/drawing/2014/main" id="{205998F4-43E9-4D9E-A4C4-F39B9F4121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4" name="Flowchart: Connector 3443">
                        <a:extLst>
                          <a:ext uri="{FF2B5EF4-FFF2-40B4-BE49-F238E27FC236}">
                            <a16:creationId xmlns:a16="http://schemas.microsoft.com/office/drawing/2014/main" id="{B0D37AC2-AE6C-45C9-94C2-3A0138682B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45" name="3D Model 3444" descr="Sphere">
                            <a:extLst>
                              <a:ext uri="{FF2B5EF4-FFF2-40B4-BE49-F238E27FC236}">
                                <a16:creationId xmlns:a16="http://schemas.microsoft.com/office/drawing/2014/main" id="{0F5311A9-D479-43F6-A9A1-D8F957E7A1B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9769500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45" name="3D Model 3444" descr="Sphere">
                            <a:extLst>
                              <a:ext uri="{FF2B5EF4-FFF2-40B4-BE49-F238E27FC236}">
                                <a16:creationId xmlns:a16="http://schemas.microsoft.com/office/drawing/2014/main" id="{0F5311A9-D479-43F6-A9A1-D8F957E7A1B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70516" y="188711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46" name="Flowchart: Connector 3445">
                        <a:extLst>
                          <a:ext uri="{FF2B5EF4-FFF2-40B4-BE49-F238E27FC236}">
                            <a16:creationId xmlns:a16="http://schemas.microsoft.com/office/drawing/2014/main" id="{04B4E8D8-37D3-4CA6-9E8F-3EB6886D626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47" name="3D Model 3446" descr="Sphere">
                            <a:extLst>
                              <a:ext uri="{FF2B5EF4-FFF2-40B4-BE49-F238E27FC236}">
                                <a16:creationId xmlns:a16="http://schemas.microsoft.com/office/drawing/2014/main" id="{8A79BCD1-2C7D-4228-9904-6CB7E7EF8C5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4539066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48" name="Flowchart: Connector 3447">
                        <a:extLst>
                          <a:ext uri="{FF2B5EF4-FFF2-40B4-BE49-F238E27FC236}">
                            <a16:creationId xmlns:a16="http://schemas.microsoft.com/office/drawing/2014/main" id="{856C28ED-E426-4857-A99B-8921ED6C7C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49" name="3D Model 3448" descr="Sphere">
                            <a:extLst>
                              <a:ext uri="{FF2B5EF4-FFF2-40B4-BE49-F238E27FC236}">
                                <a16:creationId xmlns:a16="http://schemas.microsoft.com/office/drawing/2014/main" id="{3BD1C8F5-7C72-4415-B0D1-FB87FE130C4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967543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0" name="Flowchart: Connector 3449">
                        <a:extLst>
                          <a:ext uri="{FF2B5EF4-FFF2-40B4-BE49-F238E27FC236}">
                            <a16:creationId xmlns:a16="http://schemas.microsoft.com/office/drawing/2014/main" id="{A34A824E-40C4-40E3-BBD8-1A330CFA13B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1" name="3D Model 3450" descr="Sphere">
                            <a:extLst>
                              <a:ext uri="{FF2B5EF4-FFF2-40B4-BE49-F238E27FC236}">
                                <a16:creationId xmlns:a16="http://schemas.microsoft.com/office/drawing/2014/main" id="{2000D4F1-F931-4354-90A1-D98E31DBC34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9949671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03" name="Group 3402">
                      <a:extLst>
                        <a:ext uri="{FF2B5EF4-FFF2-40B4-BE49-F238E27FC236}">
                          <a16:creationId xmlns:a16="http://schemas.microsoft.com/office/drawing/2014/main" id="{772B7AFF-7BE6-4100-A773-C882843388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3420" name="Flowchart: Connector 3419">
                        <a:extLst>
                          <a:ext uri="{FF2B5EF4-FFF2-40B4-BE49-F238E27FC236}">
                            <a16:creationId xmlns:a16="http://schemas.microsoft.com/office/drawing/2014/main" id="{B975F01B-2B8E-4DAC-8A50-A5659313A4B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1" name="Flowchart: Connector 3420">
                        <a:extLst>
                          <a:ext uri="{FF2B5EF4-FFF2-40B4-BE49-F238E27FC236}">
                            <a16:creationId xmlns:a16="http://schemas.microsoft.com/office/drawing/2014/main" id="{C7550911-AD87-412A-8498-D187E32AA2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2" name="Flowchart: Connector 3421">
                        <a:extLst>
                          <a:ext uri="{FF2B5EF4-FFF2-40B4-BE49-F238E27FC236}">
                            <a16:creationId xmlns:a16="http://schemas.microsoft.com/office/drawing/2014/main" id="{DB133FA7-B21D-4A89-9034-4B1779558B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3" name="Flowchart: Connector 3422">
                        <a:extLst>
                          <a:ext uri="{FF2B5EF4-FFF2-40B4-BE49-F238E27FC236}">
                            <a16:creationId xmlns:a16="http://schemas.microsoft.com/office/drawing/2014/main" id="{76B0A28D-0925-49A5-9F06-0AC24E7B71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4" name="Flowchart: Connector 3423">
                        <a:extLst>
                          <a:ext uri="{FF2B5EF4-FFF2-40B4-BE49-F238E27FC236}">
                            <a16:creationId xmlns:a16="http://schemas.microsoft.com/office/drawing/2014/main" id="{35EB2F3F-2D70-485C-9661-4130A1B869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5" name="Flowchart: Connector 3424">
                        <a:extLst>
                          <a:ext uri="{FF2B5EF4-FFF2-40B4-BE49-F238E27FC236}">
                            <a16:creationId xmlns:a16="http://schemas.microsoft.com/office/drawing/2014/main" id="{40F167F4-E7B8-4B99-8B08-9154504512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6" name="Flowchart: Connector 3425">
                        <a:extLst>
                          <a:ext uri="{FF2B5EF4-FFF2-40B4-BE49-F238E27FC236}">
                            <a16:creationId xmlns:a16="http://schemas.microsoft.com/office/drawing/2014/main" id="{4B4704B9-7AC8-4237-8504-D52127D279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7" name="Flowchart: Connector 3426">
                        <a:extLst>
                          <a:ext uri="{FF2B5EF4-FFF2-40B4-BE49-F238E27FC236}">
                            <a16:creationId xmlns:a16="http://schemas.microsoft.com/office/drawing/2014/main" id="{18FB679E-6921-4B17-841C-EDD019D1C5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8" name="Flowchart: Connector 3427">
                        <a:extLst>
                          <a:ext uri="{FF2B5EF4-FFF2-40B4-BE49-F238E27FC236}">
                            <a16:creationId xmlns:a16="http://schemas.microsoft.com/office/drawing/2014/main" id="{E968A621-854A-4CE8-A021-67F0D869A76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29" name="3D Model 3428" descr="Sphere">
                            <a:extLst>
                              <a:ext uri="{FF2B5EF4-FFF2-40B4-BE49-F238E27FC236}">
                                <a16:creationId xmlns:a16="http://schemas.microsoft.com/office/drawing/2014/main" id="{D5081142-9F98-4C5C-A397-536A3004471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05526532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29" name="3D Model 3428" descr="Sphere">
                            <a:extLst>
                              <a:ext uri="{FF2B5EF4-FFF2-40B4-BE49-F238E27FC236}">
                                <a16:creationId xmlns:a16="http://schemas.microsoft.com/office/drawing/2014/main" id="{D5081142-9F98-4C5C-A397-536A3004471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68835" y="182624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30" name="Flowchart: Connector 3429">
                        <a:extLst>
                          <a:ext uri="{FF2B5EF4-FFF2-40B4-BE49-F238E27FC236}">
                            <a16:creationId xmlns:a16="http://schemas.microsoft.com/office/drawing/2014/main" id="{D4E50C35-9DDA-47A0-8518-3CAF0179A3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31" name="3D Model 3430" descr="Sphere">
                            <a:extLst>
                              <a:ext uri="{FF2B5EF4-FFF2-40B4-BE49-F238E27FC236}">
                                <a16:creationId xmlns:a16="http://schemas.microsoft.com/office/drawing/2014/main" id="{6A1F2106-B4AB-4120-8ECA-D7C4E3CCB1F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0533178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31" name="3D Model 3430" descr="Sphere">
                            <a:extLst>
                              <a:ext uri="{FF2B5EF4-FFF2-40B4-BE49-F238E27FC236}">
                                <a16:creationId xmlns:a16="http://schemas.microsoft.com/office/drawing/2014/main" id="{6A1F2106-B4AB-4120-8ECA-D7C4E3CCB1F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10536" y="184211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32" name="Flowchart: Connector 3431">
                        <a:extLst>
                          <a:ext uri="{FF2B5EF4-FFF2-40B4-BE49-F238E27FC236}">
                            <a16:creationId xmlns:a16="http://schemas.microsoft.com/office/drawing/2014/main" id="{9E11FF52-4D9F-431B-8ED1-AC0CCF1252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33" name="3D Model 3432" descr="Sphere">
                            <a:extLst>
                              <a:ext uri="{FF2B5EF4-FFF2-40B4-BE49-F238E27FC236}">
                                <a16:creationId xmlns:a16="http://schemas.microsoft.com/office/drawing/2014/main" id="{3615FF11-5C30-49F6-AC7C-2C50F8F55C7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125012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34" name="Flowchart: Connector 3433">
                        <a:extLst>
                          <a:ext uri="{FF2B5EF4-FFF2-40B4-BE49-F238E27FC236}">
                            <a16:creationId xmlns:a16="http://schemas.microsoft.com/office/drawing/2014/main" id="{49722911-394C-4C33-8F2B-336A16E970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35" name="3D Model 3434" descr="Sphere">
                            <a:extLst>
                              <a:ext uri="{FF2B5EF4-FFF2-40B4-BE49-F238E27FC236}">
                                <a16:creationId xmlns:a16="http://schemas.microsoft.com/office/drawing/2014/main" id="{0960D3AA-6156-48BC-BD04-6F640F1439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0226942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404" name="Flowchart: Connector 3403">
                      <a:extLst>
                        <a:ext uri="{FF2B5EF4-FFF2-40B4-BE49-F238E27FC236}">
                          <a16:creationId xmlns:a16="http://schemas.microsoft.com/office/drawing/2014/main" id="{31982531-9313-4FA4-B658-512B1F59C3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5" name="Flowchart: Connector 3404">
                      <a:extLst>
                        <a:ext uri="{FF2B5EF4-FFF2-40B4-BE49-F238E27FC236}">
                          <a16:creationId xmlns:a16="http://schemas.microsoft.com/office/drawing/2014/main" id="{EE008A87-A682-460D-BA75-78AF1592F8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6" name="Flowchart: Connector 3405">
                      <a:extLst>
                        <a:ext uri="{FF2B5EF4-FFF2-40B4-BE49-F238E27FC236}">
                          <a16:creationId xmlns:a16="http://schemas.microsoft.com/office/drawing/2014/main" id="{DBA6E773-E37F-4E8E-8620-5DE1A221AA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7" name="Flowchart: Connector 3406">
                      <a:extLst>
                        <a:ext uri="{FF2B5EF4-FFF2-40B4-BE49-F238E27FC236}">
                          <a16:creationId xmlns:a16="http://schemas.microsoft.com/office/drawing/2014/main" id="{3D4F8F2C-F809-413C-8FDF-5040F43547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8" name="Flowchart: Connector 3407">
                      <a:extLst>
                        <a:ext uri="{FF2B5EF4-FFF2-40B4-BE49-F238E27FC236}">
                          <a16:creationId xmlns:a16="http://schemas.microsoft.com/office/drawing/2014/main" id="{0A6248D0-8846-401D-B7A4-3F0F7AFDB1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9" name="Flowchart: Connector 3408">
                      <a:extLst>
                        <a:ext uri="{FF2B5EF4-FFF2-40B4-BE49-F238E27FC236}">
                          <a16:creationId xmlns:a16="http://schemas.microsoft.com/office/drawing/2014/main" id="{2033826A-733C-4168-9148-3320E4B417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0" name="Flowchart: Connector 3409">
                      <a:extLst>
                        <a:ext uri="{FF2B5EF4-FFF2-40B4-BE49-F238E27FC236}">
                          <a16:creationId xmlns:a16="http://schemas.microsoft.com/office/drawing/2014/main" id="{6F453131-59FC-413E-9A6E-1CA87B3134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1" name="Flowchart: Connector 3410">
                      <a:extLst>
                        <a:ext uri="{FF2B5EF4-FFF2-40B4-BE49-F238E27FC236}">
                          <a16:creationId xmlns:a16="http://schemas.microsoft.com/office/drawing/2014/main" id="{7A7F149E-EB05-4AC6-B91C-5070F9DF7D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2" name="Flowchart: Connector 3411">
                      <a:extLst>
                        <a:ext uri="{FF2B5EF4-FFF2-40B4-BE49-F238E27FC236}">
                          <a16:creationId xmlns:a16="http://schemas.microsoft.com/office/drawing/2014/main" id="{49C95351-6066-443D-A374-55401EE301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3" name="3D Model 3412" descr="Sphere">
                          <a:extLst>
                            <a:ext uri="{FF2B5EF4-FFF2-40B4-BE49-F238E27FC236}">
                              <a16:creationId xmlns:a16="http://schemas.microsoft.com/office/drawing/2014/main" id="{F8906471-C7C7-4764-A2EC-EEA8E61DC6A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63158592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3" name="3D Model 3412" descr="Sphere">
                          <a:extLst>
                            <a:ext uri="{FF2B5EF4-FFF2-40B4-BE49-F238E27FC236}">
                              <a16:creationId xmlns:a16="http://schemas.microsoft.com/office/drawing/2014/main" id="{F8906471-C7C7-4764-A2EC-EEA8E61DC6A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770077" y="1767124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414" name="Flowchart: Connector 3413">
                      <a:extLst>
                        <a:ext uri="{FF2B5EF4-FFF2-40B4-BE49-F238E27FC236}">
                          <a16:creationId xmlns:a16="http://schemas.microsoft.com/office/drawing/2014/main" id="{1E6F0772-04D6-49F0-A4BE-E24E0B9765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5" name="3D Model 3414" descr="Sphere">
                          <a:extLst>
                            <a:ext uri="{FF2B5EF4-FFF2-40B4-BE49-F238E27FC236}">
                              <a16:creationId xmlns:a16="http://schemas.microsoft.com/office/drawing/2014/main" id="{CDC3EA35-CD92-432A-A628-60CC0199A98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5030106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5" name="3D Model 3414" descr="Sphere">
                          <a:extLst>
                            <a:ext uri="{FF2B5EF4-FFF2-40B4-BE49-F238E27FC236}">
                              <a16:creationId xmlns:a16="http://schemas.microsoft.com/office/drawing/2014/main" id="{CDC3EA35-CD92-432A-A628-60CC0199A98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812801" y="1784136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416" name="Flowchart: Connector 3415">
                      <a:extLst>
                        <a:ext uri="{FF2B5EF4-FFF2-40B4-BE49-F238E27FC236}">
                          <a16:creationId xmlns:a16="http://schemas.microsoft.com/office/drawing/2014/main" id="{AAD269DF-EF14-4DD8-8B39-77617AE601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7" name="3D Model 3416" descr="Sphere">
                          <a:extLst>
                            <a:ext uri="{FF2B5EF4-FFF2-40B4-BE49-F238E27FC236}">
                              <a16:creationId xmlns:a16="http://schemas.microsoft.com/office/drawing/2014/main" id="{FA9C4EEF-54B6-47A3-8814-29CB2DA5169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81640766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7" name="3D Model 3416" descr="Sphere">
                          <a:extLst>
                            <a:ext uri="{FF2B5EF4-FFF2-40B4-BE49-F238E27FC236}">
                              <a16:creationId xmlns:a16="http://schemas.microsoft.com/office/drawing/2014/main" id="{FA9C4EEF-54B6-47A3-8814-29CB2DA5169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54688" y="179315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418" name="Flowchart: Connector 3417">
                      <a:extLst>
                        <a:ext uri="{FF2B5EF4-FFF2-40B4-BE49-F238E27FC236}">
                          <a16:creationId xmlns:a16="http://schemas.microsoft.com/office/drawing/2014/main" id="{49D5A715-0B3D-4F08-AB7F-62FE5C78D5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9" name="3D Model 3418" descr="Sphere">
                          <a:extLst>
                            <a:ext uri="{FF2B5EF4-FFF2-40B4-BE49-F238E27FC236}">
                              <a16:creationId xmlns:a16="http://schemas.microsoft.com/office/drawing/2014/main" id="{9AB81818-D675-4A7F-9F46-4F851D7BDB3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7608847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9" name="3D Model 3418" descr="Sphere">
                          <a:extLst>
                            <a:ext uri="{FF2B5EF4-FFF2-40B4-BE49-F238E27FC236}">
                              <a16:creationId xmlns:a16="http://schemas.microsoft.com/office/drawing/2014/main" id="{9AB81818-D675-4A7F-9F46-4F851D7BDB3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901314" y="1809546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3309" name="Group 3308">
                  <a:extLst>
                    <a:ext uri="{FF2B5EF4-FFF2-40B4-BE49-F238E27FC236}">
                      <a16:creationId xmlns:a16="http://schemas.microsoft.com/office/drawing/2014/main" id="{3955766B-F47E-4D49-B5E3-89D67B82565E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9" name="Freeform: Shape 3378">
                    <a:extLst>
                      <a:ext uri="{FF2B5EF4-FFF2-40B4-BE49-F238E27FC236}">
                        <a16:creationId xmlns:a16="http://schemas.microsoft.com/office/drawing/2014/main" id="{DEC014DB-429E-4A70-9EAB-9FC26B43299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80" name="Rectangle: Rounded Corners 3379">
                    <a:extLst>
                      <a:ext uri="{FF2B5EF4-FFF2-40B4-BE49-F238E27FC236}">
                        <a16:creationId xmlns:a16="http://schemas.microsoft.com/office/drawing/2014/main" id="{240F25F4-5E4F-42FF-A2DD-A5C17D0E331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0" name="Group 3309">
                  <a:extLst>
                    <a:ext uri="{FF2B5EF4-FFF2-40B4-BE49-F238E27FC236}">
                      <a16:creationId xmlns:a16="http://schemas.microsoft.com/office/drawing/2014/main" id="{7B1E5465-437B-425F-8FA7-DC45463F3C19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7" name="Freeform: Shape 3376">
                    <a:extLst>
                      <a:ext uri="{FF2B5EF4-FFF2-40B4-BE49-F238E27FC236}">
                        <a16:creationId xmlns:a16="http://schemas.microsoft.com/office/drawing/2014/main" id="{27F5FFA9-5568-42C7-A7A3-9B3917BF936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8" name="Rectangle: Rounded Corners 3377">
                    <a:extLst>
                      <a:ext uri="{FF2B5EF4-FFF2-40B4-BE49-F238E27FC236}">
                        <a16:creationId xmlns:a16="http://schemas.microsoft.com/office/drawing/2014/main" id="{6E4F2322-3A92-4E86-9840-2F73D72A915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1" name="Group 3310">
                  <a:extLst>
                    <a:ext uri="{FF2B5EF4-FFF2-40B4-BE49-F238E27FC236}">
                      <a16:creationId xmlns:a16="http://schemas.microsoft.com/office/drawing/2014/main" id="{7E447AFC-66A8-4B2D-8C12-4C83BF90F1DC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3375" name="Freeform: Shape 3374">
                    <a:extLst>
                      <a:ext uri="{FF2B5EF4-FFF2-40B4-BE49-F238E27FC236}">
                        <a16:creationId xmlns:a16="http://schemas.microsoft.com/office/drawing/2014/main" id="{49C378D0-73D7-4DF5-B063-3C34B5D1EF0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6" name="Rectangle: Rounded Corners 3375">
                    <a:extLst>
                      <a:ext uri="{FF2B5EF4-FFF2-40B4-BE49-F238E27FC236}">
                        <a16:creationId xmlns:a16="http://schemas.microsoft.com/office/drawing/2014/main" id="{2A0FDB2B-CCF8-443E-AEB1-95006761ACF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2" name="Group 3311">
                  <a:extLst>
                    <a:ext uri="{FF2B5EF4-FFF2-40B4-BE49-F238E27FC236}">
                      <a16:creationId xmlns:a16="http://schemas.microsoft.com/office/drawing/2014/main" id="{0A116F9B-4146-40CC-912C-512434DD4071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3" name="Freeform: Shape 3372">
                    <a:extLst>
                      <a:ext uri="{FF2B5EF4-FFF2-40B4-BE49-F238E27FC236}">
                        <a16:creationId xmlns:a16="http://schemas.microsoft.com/office/drawing/2014/main" id="{20443142-5F08-43E7-BCF4-3A764438515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4" name="Rectangle: Rounded Corners 3373">
                    <a:extLst>
                      <a:ext uri="{FF2B5EF4-FFF2-40B4-BE49-F238E27FC236}">
                        <a16:creationId xmlns:a16="http://schemas.microsoft.com/office/drawing/2014/main" id="{10A909E2-29FA-4FAD-9633-561320E8EB9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3" name="Group 3312">
                  <a:extLst>
                    <a:ext uri="{FF2B5EF4-FFF2-40B4-BE49-F238E27FC236}">
                      <a16:creationId xmlns:a16="http://schemas.microsoft.com/office/drawing/2014/main" id="{CCAF88BA-9E30-43D6-9006-741FB9BDDB6A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1" name="Freeform: Shape 3370">
                    <a:extLst>
                      <a:ext uri="{FF2B5EF4-FFF2-40B4-BE49-F238E27FC236}">
                        <a16:creationId xmlns:a16="http://schemas.microsoft.com/office/drawing/2014/main" id="{4177846E-E63B-4C51-B436-82D46DC162E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2" name="Rectangle: Rounded Corners 3371">
                    <a:extLst>
                      <a:ext uri="{FF2B5EF4-FFF2-40B4-BE49-F238E27FC236}">
                        <a16:creationId xmlns:a16="http://schemas.microsoft.com/office/drawing/2014/main" id="{778ABC8B-C648-4ED7-BA22-2093AC1B760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4" name="Group 3313">
                  <a:extLst>
                    <a:ext uri="{FF2B5EF4-FFF2-40B4-BE49-F238E27FC236}">
                      <a16:creationId xmlns:a16="http://schemas.microsoft.com/office/drawing/2014/main" id="{B16418E9-5F9A-4F65-A670-E9FAEE85985D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69" name="Freeform: Shape 3368">
                    <a:extLst>
                      <a:ext uri="{FF2B5EF4-FFF2-40B4-BE49-F238E27FC236}">
                        <a16:creationId xmlns:a16="http://schemas.microsoft.com/office/drawing/2014/main" id="{4DDB416C-BF10-44E5-82AE-E44939A90FE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0" name="Rectangle: Rounded Corners 3369">
                    <a:extLst>
                      <a:ext uri="{FF2B5EF4-FFF2-40B4-BE49-F238E27FC236}">
                        <a16:creationId xmlns:a16="http://schemas.microsoft.com/office/drawing/2014/main" id="{C3165820-0733-4B10-8FE9-DBDC0607CFE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5" name="Group 3314">
                  <a:extLst>
                    <a:ext uri="{FF2B5EF4-FFF2-40B4-BE49-F238E27FC236}">
                      <a16:creationId xmlns:a16="http://schemas.microsoft.com/office/drawing/2014/main" id="{9CBBF332-AD19-4ECB-8BCA-7EC44C619B0B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67" name="Freeform: Shape 3366">
                    <a:extLst>
                      <a:ext uri="{FF2B5EF4-FFF2-40B4-BE49-F238E27FC236}">
                        <a16:creationId xmlns:a16="http://schemas.microsoft.com/office/drawing/2014/main" id="{7DBF2D62-E3F2-49BD-B616-D996301D2A1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8" name="Rectangle: Rounded Corners 3367">
                    <a:extLst>
                      <a:ext uri="{FF2B5EF4-FFF2-40B4-BE49-F238E27FC236}">
                        <a16:creationId xmlns:a16="http://schemas.microsoft.com/office/drawing/2014/main" id="{EE666092-4B19-4CDC-B322-17034787314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6" name="Group 3315">
                  <a:extLst>
                    <a:ext uri="{FF2B5EF4-FFF2-40B4-BE49-F238E27FC236}">
                      <a16:creationId xmlns:a16="http://schemas.microsoft.com/office/drawing/2014/main" id="{001D1E51-ABFB-409B-8F2B-0089510E7B21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65" name="Freeform: Shape 3364">
                    <a:extLst>
                      <a:ext uri="{FF2B5EF4-FFF2-40B4-BE49-F238E27FC236}">
                        <a16:creationId xmlns:a16="http://schemas.microsoft.com/office/drawing/2014/main" id="{E8678ECD-3CA6-4FC8-841F-A17C3DBBD8B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6" name="Rectangle: Rounded Corners 3365">
                    <a:extLst>
                      <a:ext uri="{FF2B5EF4-FFF2-40B4-BE49-F238E27FC236}">
                        <a16:creationId xmlns:a16="http://schemas.microsoft.com/office/drawing/2014/main" id="{F8BBBFD2-AE6A-4E48-9133-3FD1EABB650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7" name="Group 3316">
                  <a:extLst>
                    <a:ext uri="{FF2B5EF4-FFF2-40B4-BE49-F238E27FC236}">
                      <a16:creationId xmlns:a16="http://schemas.microsoft.com/office/drawing/2014/main" id="{AB9F994F-804C-41D4-BA0E-DC2D5565AEB2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63" name="Freeform: Shape 3362">
                    <a:extLst>
                      <a:ext uri="{FF2B5EF4-FFF2-40B4-BE49-F238E27FC236}">
                        <a16:creationId xmlns:a16="http://schemas.microsoft.com/office/drawing/2014/main" id="{D4C38B93-4E29-4958-B8F8-795032BD6D9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4" name="Rectangle: Rounded Corners 3363">
                    <a:extLst>
                      <a:ext uri="{FF2B5EF4-FFF2-40B4-BE49-F238E27FC236}">
                        <a16:creationId xmlns:a16="http://schemas.microsoft.com/office/drawing/2014/main" id="{77FE2CF8-A751-446A-AAF5-D85BE8D794C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8" name="Group 3317">
                  <a:extLst>
                    <a:ext uri="{FF2B5EF4-FFF2-40B4-BE49-F238E27FC236}">
                      <a16:creationId xmlns:a16="http://schemas.microsoft.com/office/drawing/2014/main" id="{64F6C55B-93C4-42ED-B06F-5B00EE723020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3361" name="Freeform: Shape 3360">
                    <a:extLst>
                      <a:ext uri="{FF2B5EF4-FFF2-40B4-BE49-F238E27FC236}">
                        <a16:creationId xmlns:a16="http://schemas.microsoft.com/office/drawing/2014/main" id="{82F9A966-D485-4FAA-A723-3AA18DA2A37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2" name="Rectangle: Rounded Corners 3361">
                    <a:extLst>
                      <a:ext uri="{FF2B5EF4-FFF2-40B4-BE49-F238E27FC236}">
                        <a16:creationId xmlns:a16="http://schemas.microsoft.com/office/drawing/2014/main" id="{68CFDA7C-76B1-4BDA-9B59-B393F337389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9" name="Group 3318">
                  <a:extLst>
                    <a:ext uri="{FF2B5EF4-FFF2-40B4-BE49-F238E27FC236}">
                      <a16:creationId xmlns:a16="http://schemas.microsoft.com/office/drawing/2014/main" id="{000E1C0B-0FC6-4E14-9A87-59BDB5739698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9" name="Freeform: Shape 3358">
                    <a:extLst>
                      <a:ext uri="{FF2B5EF4-FFF2-40B4-BE49-F238E27FC236}">
                        <a16:creationId xmlns:a16="http://schemas.microsoft.com/office/drawing/2014/main" id="{1F085F04-49FC-4F42-9F63-263E8B2954F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0" name="Rectangle: Rounded Corners 3359">
                    <a:extLst>
                      <a:ext uri="{FF2B5EF4-FFF2-40B4-BE49-F238E27FC236}">
                        <a16:creationId xmlns:a16="http://schemas.microsoft.com/office/drawing/2014/main" id="{56ADD75D-CDD5-4547-A336-5C4EC87BC70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0" name="Group 3319">
                  <a:extLst>
                    <a:ext uri="{FF2B5EF4-FFF2-40B4-BE49-F238E27FC236}">
                      <a16:creationId xmlns:a16="http://schemas.microsoft.com/office/drawing/2014/main" id="{FE2FF2E7-56BD-4D62-9709-A0DF034879CD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7" name="Freeform: Shape 3356">
                    <a:extLst>
                      <a:ext uri="{FF2B5EF4-FFF2-40B4-BE49-F238E27FC236}">
                        <a16:creationId xmlns:a16="http://schemas.microsoft.com/office/drawing/2014/main" id="{B0D1CDDF-F863-459F-BDC1-E14ED095A24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8" name="Rectangle: Rounded Corners 3357">
                    <a:extLst>
                      <a:ext uri="{FF2B5EF4-FFF2-40B4-BE49-F238E27FC236}">
                        <a16:creationId xmlns:a16="http://schemas.microsoft.com/office/drawing/2014/main" id="{50B523A3-48DB-42F7-8202-4ECF493CBDE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1" name="Group 3320">
                  <a:extLst>
                    <a:ext uri="{FF2B5EF4-FFF2-40B4-BE49-F238E27FC236}">
                      <a16:creationId xmlns:a16="http://schemas.microsoft.com/office/drawing/2014/main" id="{48B75830-990A-4FC3-B138-35B06F74BF9E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5" name="Freeform: Shape 3354">
                    <a:extLst>
                      <a:ext uri="{FF2B5EF4-FFF2-40B4-BE49-F238E27FC236}">
                        <a16:creationId xmlns:a16="http://schemas.microsoft.com/office/drawing/2014/main" id="{3737602A-3F1A-4720-96B0-C6313F19C93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6" name="Rectangle: Rounded Corners 3355">
                    <a:extLst>
                      <a:ext uri="{FF2B5EF4-FFF2-40B4-BE49-F238E27FC236}">
                        <a16:creationId xmlns:a16="http://schemas.microsoft.com/office/drawing/2014/main" id="{890831C3-3E04-43F2-8FDB-EA8149A19E7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2" name="Group 3321">
                  <a:extLst>
                    <a:ext uri="{FF2B5EF4-FFF2-40B4-BE49-F238E27FC236}">
                      <a16:creationId xmlns:a16="http://schemas.microsoft.com/office/drawing/2014/main" id="{316B09B9-74BE-48F1-B2F1-D79C2FDD8B53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3" name="Freeform: Shape 3352">
                    <a:extLst>
                      <a:ext uri="{FF2B5EF4-FFF2-40B4-BE49-F238E27FC236}">
                        <a16:creationId xmlns:a16="http://schemas.microsoft.com/office/drawing/2014/main" id="{CADB08C4-25D2-410A-A66E-E4FEA9A5346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4" name="Rectangle: Rounded Corners 3353">
                    <a:extLst>
                      <a:ext uri="{FF2B5EF4-FFF2-40B4-BE49-F238E27FC236}">
                        <a16:creationId xmlns:a16="http://schemas.microsoft.com/office/drawing/2014/main" id="{0046FF86-FA8C-4D17-A0E9-2EE305F9003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3" name="Group 3322">
                  <a:extLst>
                    <a:ext uri="{FF2B5EF4-FFF2-40B4-BE49-F238E27FC236}">
                      <a16:creationId xmlns:a16="http://schemas.microsoft.com/office/drawing/2014/main" id="{660CEF9E-0050-44E0-840D-016C0A10A1B7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1" name="Freeform: Shape 3350">
                    <a:extLst>
                      <a:ext uri="{FF2B5EF4-FFF2-40B4-BE49-F238E27FC236}">
                        <a16:creationId xmlns:a16="http://schemas.microsoft.com/office/drawing/2014/main" id="{CA991BBA-DBE0-4075-AF24-DAC16F8E3B9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2" name="Rectangle: Rounded Corners 3351">
                    <a:extLst>
                      <a:ext uri="{FF2B5EF4-FFF2-40B4-BE49-F238E27FC236}">
                        <a16:creationId xmlns:a16="http://schemas.microsoft.com/office/drawing/2014/main" id="{B13EAE1F-B43F-400B-92BB-8DC392B8C16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4" name="Group 3323">
                  <a:extLst>
                    <a:ext uri="{FF2B5EF4-FFF2-40B4-BE49-F238E27FC236}">
                      <a16:creationId xmlns:a16="http://schemas.microsoft.com/office/drawing/2014/main" id="{D8296063-AC6E-4E8B-9D23-F301C875B884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9" name="Freeform: Shape 3348">
                    <a:extLst>
                      <a:ext uri="{FF2B5EF4-FFF2-40B4-BE49-F238E27FC236}">
                        <a16:creationId xmlns:a16="http://schemas.microsoft.com/office/drawing/2014/main" id="{6E91EE9D-1F6D-4B6F-A48E-54ABFFF54C7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0" name="Rectangle: Rounded Corners 3349">
                    <a:extLst>
                      <a:ext uri="{FF2B5EF4-FFF2-40B4-BE49-F238E27FC236}">
                        <a16:creationId xmlns:a16="http://schemas.microsoft.com/office/drawing/2014/main" id="{DB6375ED-8E65-4C2C-A069-AB58181948E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5" name="Group 3324">
                  <a:extLst>
                    <a:ext uri="{FF2B5EF4-FFF2-40B4-BE49-F238E27FC236}">
                      <a16:creationId xmlns:a16="http://schemas.microsoft.com/office/drawing/2014/main" id="{FFF4E529-3F76-4AF0-A725-8E4853B8713B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7" name="Freeform: Shape 3346">
                    <a:extLst>
                      <a:ext uri="{FF2B5EF4-FFF2-40B4-BE49-F238E27FC236}">
                        <a16:creationId xmlns:a16="http://schemas.microsoft.com/office/drawing/2014/main" id="{D7C937D5-1EF2-4BB5-8A91-CEDA4524205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8" name="Rectangle: Rounded Corners 3347">
                    <a:extLst>
                      <a:ext uri="{FF2B5EF4-FFF2-40B4-BE49-F238E27FC236}">
                        <a16:creationId xmlns:a16="http://schemas.microsoft.com/office/drawing/2014/main" id="{B1108B24-3E68-4D91-A8DD-EB8AE566EE6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6" name="Group 3325">
                  <a:extLst>
                    <a:ext uri="{FF2B5EF4-FFF2-40B4-BE49-F238E27FC236}">
                      <a16:creationId xmlns:a16="http://schemas.microsoft.com/office/drawing/2014/main" id="{CCF07BFF-AA76-47F9-9A0B-37B010FB2CA2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5" name="Freeform: Shape 3344">
                    <a:extLst>
                      <a:ext uri="{FF2B5EF4-FFF2-40B4-BE49-F238E27FC236}">
                        <a16:creationId xmlns:a16="http://schemas.microsoft.com/office/drawing/2014/main" id="{BFFCCF80-5219-470D-9E21-FE569C439E2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6" name="Rectangle: Rounded Corners 3345">
                    <a:extLst>
                      <a:ext uri="{FF2B5EF4-FFF2-40B4-BE49-F238E27FC236}">
                        <a16:creationId xmlns:a16="http://schemas.microsoft.com/office/drawing/2014/main" id="{FCA75050-8E11-4F95-9BAB-90BC9024B59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7" name="Group 3326">
                  <a:extLst>
                    <a:ext uri="{FF2B5EF4-FFF2-40B4-BE49-F238E27FC236}">
                      <a16:creationId xmlns:a16="http://schemas.microsoft.com/office/drawing/2014/main" id="{10227910-CBED-4950-A4C5-2CB87B889CB9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3" name="Freeform: Shape 3342">
                    <a:extLst>
                      <a:ext uri="{FF2B5EF4-FFF2-40B4-BE49-F238E27FC236}">
                        <a16:creationId xmlns:a16="http://schemas.microsoft.com/office/drawing/2014/main" id="{AAE08BD6-CC56-45CF-A618-71DA85B6E4C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4" name="Rectangle: Rounded Corners 3343">
                    <a:extLst>
                      <a:ext uri="{FF2B5EF4-FFF2-40B4-BE49-F238E27FC236}">
                        <a16:creationId xmlns:a16="http://schemas.microsoft.com/office/drawing/2014/main" id="{70D1F6B0-D750-4211-9143-5821D0652E2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8" name="Group 3327">
                  <a:extLst>
                    <a:ext uri="{FF2B5EF4-FFF2-40B4-BE49-F238E27FC236}">
                      <a16:creationId xmlns:a16="http://schemas.microsoft.com/office/drawing/2014/main" id="{8AC0BF5B-1493-4B0C-8F57-E75DBE09E3F7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41" name="Freeform: Shape 3340">
                    <a:extLst>
                      <a:ext uri="{FF2B5EF4-FFF2-40B4-BE49-F238E27FC236}">
                        <a16:creationId xmlns:a16="http://schemas.microsoft.com/office/drawing/2014/main" id="{18DC13FF-55F3-4E5C-A9CE-B6A1D240A1A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2" name="Rectangle: Rounded Corners 3341">
                    <a:extLst>
                      <a:ext uri="{FF2B5EF4-FFF2-40B4-BE49-F238E27FC236}">
                        <a16:creationId xmlns:a16="http://schemas.microsoft.com/office/drawing/2014/main" id="{0312B091-47F0-4709-A5D1-73F4888F455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9" name="Group 3328">
                  <a:extLst>
                    <a:ext uri="{FF2B5EF4-FFF2-40B4-BE49-F238E27FC236}">
                      <a16:creationId xmlns:a16="http://schemas.microsoft.com/office/drawing/2014/main" id="{009F0120-BEC6-4DE2-8C18-7BBFBEF539A7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39" name="Freeform: Shape 3338">
                    <a:extLst>
                      <a:ext uri="{FF2B5EF4-FFF2-40B4-BE49-F238E27FC236}">
                        <a16:creationId xmlns:a16="http://schemas.microsoft.com/office/drawing/2014/main" id="{9342CCD5-5275-4F61-8217-D67F651C21E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0" name="Rectangle: Rounded Corners 3339">
                    <a:extLst>
                      <a:ext uri="{FF2B5EF4-FFF2-40B4-BE49-F238E27FC236}">
                        <a16:creationId xmlns:a16="http://schemas.microsoft.com/office/drawing/2014/main" id="{D74AD564-A2AC-430B-92F2-D429CC26E9F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30" name="Group 3329">
                  <a:extLst>
                    <a:ext uri="{FF2B5EF4-FFF2-40B4-BE49-F238E27FC236}">
                      <a16:creationId xmlns:a16="http://schemas.microsoft.com/office/drawing/2014/main" id="{0E7AD4CE-140E-44F2-A07B-CE9ED237618A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37" name="Freeform: Shape 3336">
                    <a:extLst>
                      <a:ext uri="{FF2B5EF4-FFF2-40B4-BE49-F238E27FC236}">
                        <a16:creationId xmlns:a16="http://schemas.microsoft.com/office/drawing/2014/main" id="{EDD75B81-6A01-43AF-835C-CEBFAC9279E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38" name="Rectangle: Rounded Corners 3337">
                    <a:extLst>
                      <a:ext uri="{FF2B5EF4-FFF2-40B4-BE49-F238E27FC236}">
                        <a16:creationId xmlns:a16="http://schemas.microsoft.com/office/drawing/2014/main" id="{D03A3938-08CE-4BEA-8F22-633C41ED574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31" name="Group 3330">
                  <a:extLst>
                    <a:ext uri="{FF2B5EF4-FFF2-40B4-BE49-F238E27FC236}">
                      <a16:creationId xmlns:a16="http://schemas.microsoft.com/office/drawing/2014/main" id="{DB1619DF-4668-4CA4-A954-6EE138E9CCCD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35" name="Freeform: Shape 3334">
                    <a:extLst>
                      <a:ext uri="{FF2B5EF4-FFF2-40B4-BE49-F238E27FC236}">
                        <a16:creationId xmlns:a16="http://schemas.microsoft.com/office/drawing/2014/main" id="{33D20183-D135-4A92-838C-E22D16C6E99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36" name="Rectangle: Rounded Corners 3335">
                    <a:extLst>
                      <a:ext uri="{FF2B5EF4-FFF2-40B4-BE49-F238E27FC236}">
                        <a16:creationId xmlns:a16="http://schemas.microsoft.com/office/drawing/2014/main" id="{21FB15AC-5511-430B-9CF7-CD08B160AE0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32" name="Group 3331">
                  <a:extLst>
                    <a:ext uri="{FF2B5EF4-FFF2-40B4-BE49-F238E27FC236}">
                      <a16:creationId xmlns:a16="http://schemas.microsoft.com/office/drawing/2014/main" id="{1E16A704-8A20-46DA-B34D-11CACF77269E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33" name="Freeform: Shape 3332">
                    <a:extLst>
                      <a:ext uri="{FF2B5EF4-FFF2-40B4-BE49-F238E27FC236}">
                        <a16:creationId xmlns:a16="http://schemas.microsoft.com/office/drawing/2014/main" id="{9BEBF686-89CD-47FC-8247-9B847816AE2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34" name="Rectangle: Rounded Corners 3333">
                    <a:extLst>
                      <a:ext uri="{FF2B5EF4-FFF2-40B4-BE49-F238E27FC236}">
                        <a16:creationId xmlns:a16="http://schemas.microsoft.com/office/drawing/2014/main" id="{32E44B4F-331C-46DD-8380-E6BD9E0511F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3303" name="Freeform: Shape 3302">
                <a:extLst>
                  <a:ext uri="{FF2B5EF4-FFF2-40B4-BE49-F238E27FC236}">
                    <a16:creationId xmlns:a16="http://schemas.microsoft.com/office/drawing/2014/main" id="{9C179206-9070-476C-A0BD-E9BCF1C178C7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04" name="Freeform: Shape 3303">
                <a:extLst>
                  <a:ext uri="{FF2B5EF4-FFF2-40B4-BE49-F238E27FC236}">
                    <a16:creationId xmlns:a16="http://schemas.microsoft.com/office/drawing/2014/main" id="{9BBBA57A-EE53-4493-BF8A-EB54521A3DD2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05" name="Freeform: Shape 3304">
                <a:extLst>
                  <a:ext uri="{FF2B5EF4-FFF2-40B4-BE49-F238E27FC236}">
                    <a16:creationId xmlns:a16="http://schemas.microsoft.com/office/drawing/2014/main" id="{BD5C916C-791C-4B9D-BD62-FF3B79DA5E70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667" name="Group 3666">
              <a:extLst>
                <a:ext uri="{FF2B5EF4-FFF2-40B4-BE49-F238E27FC236}">
                  <a16:creationId xmlns:a16="http://schemas.microsoft.com/office/drawing/2014/main" id="{79C2FDE3-FD9A-44A3-A380-9CA086917B1A}"/>
                </a:ext>
              </a:extLst>
            </p:cNvPr>
            <p:cNvGrpSpPr/>
            <p:nvPr/>
          </p:nvGrpSpPr>
          <p:grpSpPr>
            <a:xfrm>
              <a:off x="4918372" y="2247626"/>
              <a:ext cx="531923" cy="573923"/>
              <a:chOff x="163719" y="1822501"/>
              <a:chExt cx="3062199" cy="3047160"/>
            </a:xfrm>
          </p:grpSpPr>
          <p:grpSp>
            <p:nvGrpSpPr>
              <p:cNvPr id="3668" name="Group 3667">
                <a:extLst>
                  <a:ext uri="{FF2B5EF4-FFF2-40B4-BE49-F238E27FC236}">
                    <a16:creationId xmlns:a16="http://schemas.microsoft.com/office/drawing/2014/main" id="{6A0B509A-D793-4A02-853F-B31B8C569F34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3672" name="Group 3671">
                  <a:extLst>
                    <a:ext uri="{FF2B5EF4-FFF2-40B4-BE49-F238E27FC236}">
                      <a16:creationId xmlns:a16="http://schemas.microsoft.com/office/drawing/2014/main" id="{D704FD73-3135-442C-8819-E604612F98D0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031" name="Freeform: Shape 4030">
                    <a:extLst>
                      <a:ext uri="{FF2B5EF4-FFF2-40B4-BE49-F238E27FC236}">
                        <a16:creationId xmlns:a16="http://schemas.microsoft.com/office/drawing/2014/main" id="{F4CEF31F-31E3-48AF-A468-7F364A7CDA8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032" name="Rectangle: Rounded Corners 4031">
                    <a:extLst>
                      <a:ext uri="{FF2B5EF4-FFF2-40B4-BE49-F238E27FC236}">
                        <a16:creationId xmlns:a16="http://schemas.microsoft.com/office/drawing/2014/main" id="{94987A6E-3BD3-4A5F-A74F-49776BD6839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3" name="Group 3672">
                  <a:extLst>
                    <a:ext uri="{FF2B5EF4-FFF2-40B4-BE49-F238E27FC236}">
                      <a16:creationId xmlns:a16="http://schemas.microsoft.com/office/drawing/2014/main" id="{0B81E841-97DA-40E1-AA8F-D3EF91351A39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029" name="Freeform: Shape 4028">
                    <a:extLst>
                      <a:ext uri="{FF2B5EF4-FFF2-40B4-BE49-F238E27FC236}">
                        <a16:creationId xmlns:a16="http://schemas.microsoft.com/office/drawing/2014/main" id="{6B3D47A2-5088-47D6-90CE-AC2A05C280C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030" name="Rectangle: Rounded Corners 4029">
                    <a:extLst>
                      <a:ext uri="{FF2B5EF4-FFF2-40B4-BE49-F238E27FC236}">
                        <a16:creationId xmlns:a16="http://schemas.microsoft.com/office/drawing/2014/main" id="{4D983A5E-BA1B-4031-AFE2-7963FA2734E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4" name="Group 3673">
                  <a:extLst>
                    <a:ext uri="{FF2B5EF4-FFF2-40B4-BE49-F238E27FC236}">
                      <a16:creationId xmlns:a16="http://schemas.microsoft.com/office/drawing/2014/main" id="{DE4C6962-1504-41F6-B554-CECFD91F5861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3747" name="Group 3746">
                    <a:extLst>
                      <a:ext uri="{FF2B5EF4-FFF2-40B4-BE49-F238E27FC236}">
                        <a16:creationId xmlns:a16="http://schemas.microsoft.com/office/drawing/2014/main" id="{3FD69042-E5E4-44B5-8EE6-48BE904CD536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3968" name="Group 3967">
                      <a:extLst>
                        <a:ext uri="{FF2B5EF4-FFF2-40B4-BE49-F238E27FC236}">
                          <a16:creationId xmlns:a16="http://schemas.microsoft.com/office/drawing/2014/main" id="{536E0CEF-25AD-4DF4-85F7-4EE953ECB8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4025" name="Flowchart: Connector 4024">
                        <a:extLst>
                          <a:ext uri="{FF2B5EF4-FFF2-40B4-BE49-F238E27FC236}">
                            <a16:creationId xmlns:a16="http://schemas.microsoft.com/office/drawing/2014/main" id="{01AF34A7-019E-4B12-9BBC-D4896FE29B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026" name="Flowchart: Connector 4025">
                        <a:extLst>
                          <a:ext uri="{FF2B5EF4-FFF2-40B4-BE49-F238E27FC236}">
                            <a16:creationId xmlns:a16="http://schemas.microsoft.com/office/drawing/2014/main" id="{5F8AAE83-099A-45D5-974E-E4EF603E672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027" name="Flowchart: Connector 4026">
                        <a:extLst>
                          <a:ext uri="{FF2B5EF4-FFF2-40B4-BE49-F238E27FC236}">
                            <a16:creationId xmlns:a16="http://schemas.microsoft.com/office/drawing/2014/main" id="{0553E025-1DB1-4290-B960-D6B782EA85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028" name="Flowchart: Connector 4027">
                        <a:extLst>
                          <a:ext uri="{FF2B5EF4-FFF2-40B4-BE49-F238E27FC236}">
                            <a16:creationId xmlns:a16="http://schemas.microsoft.com/office/drawing/2014/main" id="{C1283687-216A-454B-A9C3-0EE6FEDBDD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969" name="Group 3968">
                      <a:extLst>
                        <a:ext uri="{FF2B5EF4-FFF2-40B4-BE49-F238E27FC236}">
                          <a16:creationId xmlns:a16="http://schemas.microsoft.com/office/drawing/2014/main" id="{C9F38703-3948-44A1-AB4A-0AA74EB9B8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3970" name="Group 3969">
                        <a:extLst>
                          <a:ext uri="{FF2B5EF4-FFF2-40B4-BE49-F238E27FC236}">
                            <a16:creationId xmlns:a16="http://schemas.microsoft.com/office/drawing/2014/main" id="{F9F24B91-D755-4941-B6BE-3D7DF4A4D1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8" name="3D Model 4017" descr="Sphere">
                              <a:extLst>
                                <a:ext uri="{FF2B5EF4-FFF2-40B4-BE49-F238E27FC236}">
                                  <a16:creationId xmlns:a16="http://schemas.microsoft.com/office/drawing/2014/main" id="{6C78181A-EFCD-414F-93FD-0DA2D25300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2440434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9" name="Flowchart: Connector 4018">
                          <a:extLst>
                            <a:ext uri="{FF2B5EF4-FFF2-40B4-BE49-F238E27FC236}">
                              <a16:creationId xmlns:a16="http://schemas.microsoft.com/office/drawing/2014/main" id="{3F268BAC-22D5-4C5D-B6F1-5067AD70A64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20" name="3D Model 4019" descr="Sphere">
                              <a:extLst>
                                <a:ext uri="{FF2B5EF4-FFF2-40B4-BE49-F238E27FC236}">
                                  <a16:creationId xmlns:a16="http://schemas.microsoft.com/office/drawing/2014/main" id="{10B90766-15B1-44A9-8057-F3A78CFA429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0646081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21" name="Flowchart: Connector 4020">
                          <a:extLst>
                            <a:ext uri="{FF2B5EF4-FFF2-40B4-BE49-F238E27FC236}">
                              <a16:creationId xmlns:a16="http://schemas.microsoft.com/office/drawing/2014/main" id="{AD641395-F661-43AE-95B5-2EA98253AD1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22" name="3D Model 4021" descr="Sphere">
                              <a:extLst>
                                <a:ext uri="{FF2B5EF4-FFF2-40B4-BE49-F238E27FC236}">
                                  <a16:creationId xmlns:a16="http://schemas.microsoft.com/office/drawing/2014/main" id="{F0F2D05A-F2D8-443B-82D0-F9FB2ACBB39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7276150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23" name="Flowchart: Connector 4022">
                          <a:extLst>
                            <a:ext uri="{FF2B5EF4-FFF2-40B4-BE49-F238E27FC236}">
                              <a16:creationId xmlns:a16="http://schemas.microsoft.com/office/drawing/2014/main" id="{9D9F4B1A-AC63-4E75-9005-598A866286F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24" name="3D Model 4023" descr="Sphere">
                              <a:extLst>
                                <a:ext uri="{FF2B5EF4-FFF2-40B4-BE49-F238E27FC236}">
                                  <a16:creationId xmlns:a16="http://schemas.microsoft.com/office/drawing/2014/main" id="{00CC44F3-B733-4BAD-BA82-F497CE0147D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8126050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71" name="Group 3970">
                        <a:extLst>
                          <a:ext uri="{FF2B5EF4-FFF2-40B4-BE49-F238E27FC236}">
                            <a16:creationId xmlns:a16="http://schemas.microsoft.com/office/drawing/2014/main" id="{D75C2466-D31A-4CB6-ABEB-F8BC2572ED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4003" name="Flowchart: Connector 4002">
                          <a:extLst>
                            <a:ext uri="{FF2B5EF4-FFF2-40B4-BE49-F238E27FC236}">
                              <a16:creationId xmlns:a16="http://schemas.microsoft.com/office/drawing/2014/main" id="{0AE0D17F-2007-4E64-B0DF-4541D0C2E29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4" name="Flowchart: Connector 4003">
                          <a:extLst>
                            <a:ext uri="{FF2B5EF4-FFF2-40B4-BE49-F238E27FC236}">
                              <a16:creationId xmlns:a16="http://schemas.microsoft.com/office/drawing/2014/main" id="{F5E181A6-DD6E-4EC7-A356-795B4EF1499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5" name="Flowchart: Connector 4004">
                          <a:extLst>
                            <a:ext uri="{FF2B5EF4-FFF2-40B4-BE49-F238E27FC236}">
                              <a16:creationId xmlns:a16="http://schemas.microsoft.com/office/drawing/2014/main" id="{A0AA1386-1C0B-473B-A6BD-3ACF3ABC2BE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6" name="Flowchart: Connector 4005">
                          <a:extLst>
                            <a:ext uri="{FF2B5EF4-FFF2-40B4-BE49-F238E27FC236}">
                              <a16:creationId xmlns:a16="http://schemas.microsoft.com/office/drawing/2014/main" id="{ADD6D464-5DFF-4CAF-B6E8-1153D6A76B2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7" name="Flowchart: Connector 4006">
                          <a:extLst>
                            <a:ext uri="{FF2B5EF4-FFF2-40B4-BE49-F238E27FC236}">
                              <a16:creationId xmlns:a16="http://schemas.microsoft.com/office/drawing/2014/main" id="{D05E44F0-B436-4843-A172-D77410A3455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8" name="Flowchart: Connector 4007">
                          <a:extLst>
                            <a:ext uri="{FF2B5EF4-FFF2-40B4-BE49-F238E27FC236}">
                              <a16:creationId xmlns:a16="http://schemas.microsoft.com/office/drawing/2014/main" id="{08E224CA-D790-463E-A232-946EB9595E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9" name="Flowchart: Connector 4008">
                          <a:extLst>
                            <a:ext uri="{FF2B5EF4-FFF2-40B4-BE49-F238E27FC236}">
                              <a16:creationId xmlns:a16="http://schemas.microsoft.com/office/drawing/2014/main" id="{54126265-86C0-4BC2-BA03-22BE61E2A2E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10" name="Flowchart: Connector 4009">
                          <a:extLst>
                            <a:ext uri="{FF2B5EF4-FFF2-40B4-BE49-F238E27FC236}">
                              <a16:creationId xmlns:a16="http://schemas.microsoft.com/office/drawing/2014/main" id="{F4D68C6C-CA10-4B19-9A9F-55B7022AD7E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1" name="3D Model 4010" descr="Sphere">
                              <a:extLst>
                                <a:ext uri="{FF2B5EF4-FFF2-40B4-BE49-F238E27FC236}">
                                  <a16:creationId xmlns:a16="http://schemas.microsoft.com/office/drawing/2014/main" id="{5B7963AD-0983-402A-9555-10B146453CF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6867443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2" name="Flowchart: Connector 4011">
                          <a:extLst>
                            <a:ext uri="{FF2B5EF4-FFF2-40B4-BE49-F238E27FC236}">
                              <a16:creationId xmlns:a16="http://schemas.microsoft.com/office/drawing/2014/main" id="{E60B5F24-D560-4EAA-8ECC-05A556E869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3" name="3D Model 4012" descr="Sphere">
                              <a:extLst>
                                <a:ext uri="{FF2B5EF4-FFF2-40B4-BE49-F238E27FC236}">
                                  <a16:creationId xmlns:a16="http://schemas.microsoft.com/office/drawing/2014/main" id="{2C8948E0-001A-4161-8557-AD29AFEF7D8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3326902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4" name="Flowchart: Connector 4013">
                          <a:extLst>
                            <a:ext uri="{FF2B5EF4-FFF2-40B4-BE49-F238E27FC236}">
                              <a16:creationId xmlns:a16="http://schemas.microsoft.com/office/drawing/2014/main" id="{1F95A793-9AB7-44D3-8C3D-D2570CEA2C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5" name="3D Model 4014" descr="Sphere">
                              <a:extLst>
                                <a:ext uri="{FF2B5EF4-FFF2-40B4-BE49-F238E27FC236}">
                                  <a16:creationId xmlns:a16="http://schemas.microsoft.com/office/drawing/2014/main" id="{B73B6DFA-FC5B-4A1A-82AC-37B6C1EE796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9051315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6" name="Flowchart: Connector 4015">
                          <a:extLst>
                            <a:ext uri="{FF2B5EF4-FFF2-40B4-BE49-F238E27FC236}">
                              <a16:creationId xmlns:a16="http://schemas.microsoft.com/office/drawing/2014/main" id="{C5E9B8F2-35E4-4655-B4A8-52464A503F3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7" name="3D Model 4016" descr="Sphere">
                              <a:extLst>
                                <a:ext uri="{FF2B5EF4-FFF2-40B4-BE49-F238E27FC236}">
                                  <a16:creationId xmlns:a16="http://schemas.microsoft.com/office/drawing/2014/main" id="{AD0115A7-716F-4380-A19A-5B2F6960B1B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96472909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72" name="Group 3971">
                        <a:extLst>
                          <a:ext uri="{FF2B5EF4-FFF2-40B4-BE49-F238E27FC236}">
                            <a16:creationId xmlns:a16="http://schemas.microsoft.com/office/drawing/2014/main" id="{7183CF23-B1BA-4438-9A8B-05845EED970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988" name="Flowchart: Connector 3987">
                          <a:extLst>
                            <a:ext uri="{FF2B5EF4-FFF2-40B4-BE49-F238E27FC236}">
                              <a16:creationId xmlns:a16="http://schemas.microsoft.com/office/drawing/2014/main" id="{DDDF436F-6F41-42C4-8F19-96D8EF980FB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89" name="Flowchart: Connector 3988">
                          <a:extLst>
                            <a:ext uri="{FF2B5EF4-FFF2-40B4-BE49-F238E27FC236}">
                              <a16:creationId xmlns:a16="http://schemas.microsoft.com/office/drawing/2014/main" id="{C89188D4-86C8-49A1-8246-B550DBAE87B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0" name="Flowchart: Connector 3989">
                          <a:extLst>
                            <a:ext uri="{FF2B5EF4-FFF2-40B4-BE49-F238E27FC236}">
                              <a16:creationId xmlns:a16="http://schemas.microsoft.com/office/drawing/2014/main" id="{C4013266-3CB6-472E-9BE7-460170CB32C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1" name="Flowchart: Connector 3990">
                          <a:extLst>
                            <a:ext uri="{FF2B5EF4-FFF2-40B4-BE49-F238E27FC236}">
                              <a16:creationId xmlns:a16="http://schemas.microsoft.com/office/drawing/2014/main" id="{DD3A0000-AE1B-4F8C-9625-19B13D2B3C2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2" name="Flowchart: Connector 3991">
                          <a:extLst>
                            <a:ext uri="{FF2B5EF4-FFF2-40B4-BE49-F238E27FC236}">
                              <a16:creationId xmlns:a16="http://schemas.microsoft.com/office/drawing/2014/main" id="{CCB429AC-EE43-4CBC-82CE-07A939E6A8F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3" name="Flowchart: Connector 3992">
                          <a:extLst>
                            <a:ext uri="{FF2B5EF4-FFF2-40B4-BE49-F238E27FC236}">
                              <a16:creationId xmlns:a16="http://schemas.microsoft.com/office/drawing/2014/main" id="{CBED5453-2B1F-466B-AF88-EB4E9771E25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4" name="Flowchart: Connector 3993">
                          <a:extLst>
                            <a:ext uri="{FF2B5EF4-FFF2-40B4-BE49-F238E27FC236}">
                              <a16:creationId xmlns:a16="http://schemas.microsoft.com/office/drawing/2014/main" id="{70F17C98-FCA9-4452-B672-AFE446BC0C2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5" name="Flowchart: Connector 3994">
                          <a:extLst>
                            <a:ext uri="{FF2B5EF4-FFF2-40B4-BE49-F238E27FC236}">
                              <a16:creationId xmlns:a16="http://schemas.microsoft.com/office/drawing/2014/main" id="{44602752-8266-42B1-9D6A-8DA3BC60121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96" name="3D Model 3995" descr="Sphere">
                              <a:extLst>
                                <a:ext uri="{FF2B5EF4-FFF2-40B4-BE49-F238E27FC236}">
                                  <a16:creationId xmlns:a16="http://schemas.microsoft.com/office/drawing/2014/main" id="{2E46D8A1-6BD3-4EB7-8206-3D41AFC2E6A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702014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97" name="Flowchart: Connector 3996">
                          <a:extLst>
                            <a:ext uri="{FF2B5EF4-FFF2-40B4-BE49-F238E27FC236}">
                              <a16:creationId xmlns:a16="http://schemas.microsoft.com/office/drawing/2014/main" id="{227E812F-4B95-4993-9562-92F318090A2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98" name="3D Model 3997" descr="Sphere">
                              <a:extLst>
                                <a:ext uri="{FF2B5EF4-FFF2-40B4-BE49-F238E27FC236}">
                                  <a16:creationId xmlns:a16="http://schemas.microsoft.com/office/drawing/2014/main" id="{3FF788FE-C459-4B4F-9024-D9A771D7A53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9395998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99" name="Flowchart: Connector 3998">
                          <a:extLst>
                            <a:ext uri="{FF2B5EF4-FFF2-40B4-BE49-F238E27FC236}">
                              <a16:creationId xmlns:a16="http://schemas.microsoft.com/office/drawing/2014/main" id="{A01E3968-5393-4856-8610-9851A3EF0A7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00" name="3D Model 3999" descr="Sphere">
                              <a:extLst>
                                <a:ext uri="{FF2B5EF4-FFF2-40B4-BE49-F238E27FC236}">
                                  <a16:creationId xmlns:a16="http://schemas.microsoft.com/office/drawing/2014/main" id="{90920217-282D-4B21-940C-E0CDD8B66D1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9329600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01" name="Flowchart: Connector 4000">
                          <a:extLst>
                            <a:ext uri="{FF2B5EF4-FFF2-40B4-BE49-F238E27FC236}">
                              <a16:creationId xmlns:a16="http://schemas.microsoft.com/office/drawing/2014/main" id="{9369ABF6-C6EF-4C1B-8755-F8F8BA3E64E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02" name="3D Model 4001" descr="Sphere">
                              <a:extLst>
                                <a:ext uri="{FF2B5EF4-FFF2-40B4-BE49-F238E27FC236}">
                                  <a16:creationId xmlns:a16="http://schemas.microsoft.com/office/drawing/2014/main" id="{9915255F-A77B-40E1-B0B1-94E2B3CDCC9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3626619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973" name="Flowchart: Connector 3972">
                        <a:extLst>
                          <a:ext uri="{FF2B5EF4-FFF2-40B4-BE49-F238E27FC236}">
                            <a16:creationId xmlns:a16="http://schemas.microsoft.com/office/drawing/2014/main" id="{CFE7D641-87C4-468C-9D92-92514150D8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4" name="Flowchart: Connector 3973">
                        <a:extLst>
                          <a:ext uri="{FF2B5EF4-FFF2-40B4-BE49-F238E27FC236}">
                            <a16:creationId xmlns:a16="http://schemas.microsoft.com/office/drawing/2014/main" id="{85689A71-DA32-4A26-B43A-ABB930B8BE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5" name="Flowchart: Connector 3974">
                        <a:extLst>
                          <a:ext uri="{FF2B5EF4-FFF2-40B4-BE49-F238E27FC236}">
                            <a16:creationId xmlns:a16="http://schemas.microsoft.com/office/drawing/2014/main" id="{37EAAC59-EC8A-4133-883A-7C9B76EC22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6" name="Flowchart: Connector 3975">
                        <a:extLst>
                          <a:ext uri="{FF2B5EF4-FFF2-40B4-BE49-F238E27FC236}">
                            <a16:creationId xmlns:a16="http://schemas.microsoft.com/office/drawing/2014/main" id="{C5AD6CBC-C34D-4A30-9AD7-DAC0EB18CA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7" name="Flowchart: Connector 3976">
                        <a:extLst>
                          <a:ext uri="{FF2B5EF4-FFF2-40B4-BE49-F238E27FC236}">
                            <a16:creationId xmlns:a16="http://schemas.microsoft.com/office/drawing/2014/main" id="{9E72A597-A90F-4C4E-AF21-A7D8499326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8" name="Flowchart: Connector 3977">
                        <a:extLst>
                          <a:ext uri="{FF2B5EF4-FFF2-40B4-BE49-F238E27FC236}">
                            <a16:creationId xmlns:a16="http://schemas.microsoft.com/office/drawing/2014/main" id="{8B90C482-43D8-45A4-9BFB-11EF76A12A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9" name="Flowchart: Connector 3978">
                        <a:extLst>
                          <a:ext uri="{FF2B5EF4-FFF2-40B4-BE49-F238E27FC236}">
                            <a16:creationId xmlns:a16="http://schemas.microsoft.com/office/drawing/2014/main" id="{DD1DE96B-DF1A-4E90-B42F-FEB07D70DF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80" name="Flowchart: Connector 3979">
                        <a:extLst>
                          <a:ext uri="{FF2B5EF4-FFF2-40B4-BE49-F238E27FC236}">
                            <a16:creationId xmlns:a16="http://schemas.microsoft.com/office/drawing/2014/main" id="{95F2C5DF-2826-46BF-8D1B-DB8C9D3FB7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1" name="3D Model 3980" descr="Sphere">
                            <a:extLst>
                              <a:ext uri="{FF2B5EF4-FFF2-40B4-BE49-F238E27FC236}">
                                <a16:creationId xmlns:a16="http://schemas.microsoft.com/office/drawing/2014/main" id="{B14CACCB-BB2B-4162-B573-1E4C04114B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11367170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1" name="3D Model 3980" descr="Sphere">
                            <a:extLst>
                              <a:ext uri="{FF2B5EF4-FFF2-40B4-BE49-F238E27FC236}">
                                <a16:creationId xmlns:a16="http://schemas.microsoft.com/office/drawing/2014/main" id="{B14CACCB-BB2B-4162-B573-1E4C04114B9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20763" y="170206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82" name="Flowchart: Connector 3981">
                        <a:extLst>
                          <a:ext uri="{FF2B5EF4-FFF2-40B4-BE49-F238E27FC236}">
                            <a16:creationId xmlns:a16="http://schemas.microsoft.com/office/drawing/2014/main" id="{9D06357C-43B8-42F6-8809-7F76A083C0D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3" name="3D Model 3982" descr="Sphere">
                            <a:extLst>
                              <a:ext uri="{FF2B5EF4-FFF2-40B4-BE49-F238E27FC236}">
                                <a16:creationId xmlns:a16="http://schemas.microsoft.com/office/drawing/2014/main" id="{FD33DB4A-DEDB-4A67-95F4-F4B66D58F4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20174551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3" name="3D Model 3982" descr="Sphere">
                            <a:extLst>
                              <a:ext uri="{FF2B5EF4-FFF2-40B4-BE49-F238E27FC236}">
                                <a16:creationId xmlns:a16="http://schemas.microsoft.com/office/drawing/2014/main" id="{FD33DB4A-DEDB-4A67-95F4-F4B66D58F43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61891" y="171274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84" name="Flowchart: Connector 3983">
                        <a:extLst>
                          <a:ext uri="{FF2B5EF4-FFF2-40B4-BE49-F238E27FC236}">
                            <a16:creationId xmlns:a16="http://schemas.microsoft.com/office/drawing/2014/main" id="{7060629F-5684-414D-8FFA-962354D67D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5" name="3D Model 3984" descr="Sphere">
                            <a:extLst>
                              <a:ext uri="{FF2B5EF4-FFF2-40B4-BE49-F238E27FC236}">
                                <a16:creationId xmlns:a16="http://schemas.microsoft.com/office/drawing/2014/main" id="{44020B4E-B17C-4C86-B2AD-3FD38E0F10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15335649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5" name="3D Model 3984" descr="Sphere">
                            <a:extLst>
                              <a:ext uri="{FF2B5EF4-FFF2-40B4-BE49-F238E27FC236}">
                                <a16:creationId xmlns:a16="http://schemas.microsoft.com/office/drawing/2014/main" id="{44020B4E-B17C-4C86-B2AD-3FD38E0F10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03210" y="172438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86" name="Flowchart: Connector 3985">
                        <a:extLst>
                          <a:ext uri="{FF2B5EF4-FFF2-40B4-BE49-F238E27FC236}">
                            <a16:creationId xmlns:a16="http://schemas.microsoft.com/office/drawing/2014/main" id="{68B36DCF-F40F-4F0E-8D0A-A76189898A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7" name="3D Model 3986" descr="Sphere">
                            <a:extLst>
                              <a:ext uri="{FF2B5EF4-FFF2-40B4-BE49-F238E27FC236}">
                                <a16:creationId xmlns:a16="http://schemas.microsoft.com/office/drawing/2014/main" id="{EE6AD60F-2EFB-4601-8F57-E961B314C2E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5227546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7" name="3D Model 3986" descr="Sphere">
                            <a:extLst>
                              <a:ext uri="{FF2B5EF4-FFF2-40B4-BE49-F238E27FC236}">
                                <a16:creationId xmlns:a16="http://schemas.microsoft.com/office/drawing/2014/main" id="{EE6AD60F-2EFB-4601-8F57-E961B314C2E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449836" y="1740779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748" name="Group 3747">
                    <a:extLst>
                      <a:ext uri="{FF2B5EF4-FFF2-40B4-BE49-F238E27FC236}">
                        <a16:creationId xmlns:a16="http://schemas.microsoft.com/office/drawing/2014/main" id="{C294AF64-3A08-4508-A53D-3E04C4DB7C26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965" name="Flowchart: Connector 3964">
                      <a:extLst>
                        <a:ext uri="{FF2B5EF4-FFF2-40B4-BE49-F238E27FC236}">
                          <a16:creationId xmlns:a16="http://schemas.microsoft.com/office/drawing/2014/main" id="{5C3A71C5-8EE5-4F4B-BCDA-BC39DF018B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6" name="Flowchart: Connector 3965">
                      <a:extLst>
                        <a:ext uri="{FF2B5EF4-FFF2-40B4-BE49-F238E27FC236}">
                          <a16:creationId xmlns:a16="http://schemas.microsoft.com/office/drawing/2014/main" id="{A2640988-C131-483C-BB1B-8249579D8B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7" name="Flowchart: Connector 3966">
                      <a:extLst>
                        <a:ext uri="{FF2B5EF4-FFF2-40B4-BE49-F238E27FC236}">
                          <a16:creationId xmlns:a16="http://schemas.microsoft.com/office/drawing/2014/main" id="{C8661366-DA85-4A93-926A-350B9CADFB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749" name="Flowchart: Connector 3748">
                    <a:extLst>
                      <a:ext uri="{FF2B5EF4-FFF2-40B4-BE49-F238E27FC236}">
                        <a16:creationId xmlns:a16="http://schemas.microsoft.com/office/drawing/2014/main" id="{6965033E-5DBB-47E1-9362-D75EB693F3B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750" name="Flowchart: Connector 3749">
                    <a:extLst>
                      <a:ext uri="{FF2B5EF4-FFF2-40B4-BE49-F238E27FC236}">
                        <a16:creationId xmlns:a16="http://schemas.microsoft.com/office/drawing/2014/main" id="{9623D86C-D837-409D-9CD8-B870E923184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751" name="Group 3750">
                    <a:extLst>
                      <a:ext uri="{FF2B5EF4-FFF2-40B4-BE49-F238E27FC236}">
                        <a16:creationId xmlns:a16="http://schemas.microsoft.com/office/drawing/2014/main" id="{6A644604-2549-42A3-8B18-DBB22400132B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3962" name="Flowchart: Connector 3961">
                      <a:extLst>
                        <a:ext uri="{FF2B5EF4-FFF2-40B4-BE49-F238E27FC236}">
                          <a16:creationId xmlns:a16="http://schemas.microsoft.com/office/drawing/2014/main" id="{4E9A410C-A8B7-4D01-AC31-0149CDB46E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3" name="Flowchart: Connector 3962">
                      <a:extLst>
                        <a:ext uri="{FF2B5EF4-FFF2-40B4-BE49-F238E27FC236}">
                          <a16:creationId xmlns:a16="http://schemas.microsoft.com/office/drawing/2014/main" id="{B665F6A0-0928-4C18-958A-1FBD4E5B63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4" name="Flowchart: Connector 3963">
                      <a:extLst>
                        <a:ext uri="{FF2B5EF4-FFF2-40B4-BE49-F238E27FC236}">
                          <a16:creationId xmlns:a16="http://schemas.microsoft.com/office/drawing/2014/main" id="{4B7869BF-6B90-4090-A15B-4158A42FC4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752" name="Group 3751">
                    <a:extLst>
                      <a:ext uri="{FF2B5EF4-FFF2-40B4-BE49-F238E27FC236}">
                        <a16:creationId xmlns:a16="http://schemas.microsoft.com/office/drawing/2014/main" id="{41D26D40-E57C-488F-A5D5-1936729FB5A9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3897" name="Group 3896">
                      <a:extLst>
                        <a:ext uri="{FF2B5EF4-FFF2-40B4-BE49-F238E27FC236}">
                          <a16:creationId xmlns:a16="http://schemas.microsoft.com/office/drawing/2014/main" id="{789CD04D-F5AE-4A0E-87E9-3F93F6105C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3958" name="Flowchart: Connector 3957">
                        <a:extLst>
                          <a:ext uri="{FF2B5EF4-FFF2-40B4-BE49-F238E27FC236}">
                            <a16:creationId xmlns:a16="http://schemas.microsoft.com/office/drawing/2014/main" id="{E3850D74-D2E2-4ED8-B095-AD9B95FE056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59" name="Flowchart: Connector 3958">
                        <a:extLst>
                          <a:ext uri="{FF2B5EF4-FFF2-40B4-BE49-F238E27FC236}">
                            <a16:creationId xmlns:a16="http://schemas.microsoft.com/office/drawing/2014/main" id="{2AD5D43D-9079-4BF1-AA8B-2035896B4D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60" name="Flowchart: Connector 3959">
                        <a:extLst>
                          <a:ext uri="{FF2B5EF4-FFF2-40B4-BE49-F238E27FC236}">
                            <a16:creationId xmlns:a16="http://schemas.microsoft.com/office/drawing/2014/main" id="{08B82E4D-10AF-4FAC-8B7E-9DE06687D7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61" name="Flowchart: Connector 3960">
                        <a:extLst>
                          <a:ext uri="{FF2B5EF4-FFF2-40B4-BE49-F238E27FC236}">
                            <a16:creationId xmlns:a16="http://schemas.microsoft.com/office/drawing/2014/main" id="{CD993A01-16C2-4B7E-B745-4252D21980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898" name="Group 3897">
                      <a:extLst>
                        <a:ext uri="{FF2B5EF4-FFF2-40B4-BE49-F238E27FC236}">
                          <a16:creationId xmlns:a16="http://schemas.microsoft.com/office/drawing/2014/main" id="{F8E4D183-3740-430A-9DDE-720B37DC81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3899" name="Group 3898">
                        <a:extLst>
                          <a:ext uri="{FF2B5EF4-FFF2-40B4-BE49-F238E27FC236}">
                            <a16:creationId xmlns:a16="http://schemas.microsoft.com/office/drawing/2014/main" id="{E34DBD09-0778-404C-A208-F61AC87CEB8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950" name="Flowchart: Connector 3949">
                          <a:extLst>
                            <a:ext uri="{FF2B5EF4-FFF2-40B4-BE49-F238E27FC236}">
                              <a16:creationId xmlns:a16="http://schemas.microsoft.com/office/drawing/2014/main" id="{C44BD829-0F60-4F4B-B175-650FAF5992D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1" name="3D Model 3950" descr="Sphere">
                              <a:extLst>
                                <a:ext uri="{FF2B5EF4-FFF2-40B4-BE49-F238E27FC236}">
                                  <a16:creationId xmlns:a16="http://schemas.microsoft.com/office/drawing/2014/main" id="{CDE39004-4B69-4FAD-AAF3-4ABE1C55D22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1738235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52" name="Flowchart: Connector 3951">
                          <a:extLst>
                            <a:ext uri="{FF2B5EF4-FFF2-40B4-BE49-F238E27FC236}">
                              <a16:creationId xmlns:a16="http://schemas.microsoft.com/office/drawing/2014/main" id="{16B7CE67-1F73-40F1-B8AC-0E989F2CE2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3" name="3D Model 3952" descr="Sphere">
                              <a:extLst>
                                <a:ext uri="{FF2B5EF4-FFF2-40B4-BE49-F238E27FC236}">
                                  <a16:creationId xmlns:a16="http://schemas.microsoft.com/office/drawing/2014/main" id="{FCAB40C6-9034-43FB-B8E3-2D42A7ED966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0183604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54" name="Flowchart: Connector 3953">
                          <a:extLst>
                            <a:ext uri="{FF2B5EF4-FFF2-40B4-BE49-F238E27FC236}">
                              <a16:creationId xmlns:a16="http://schemas.microsoft.com/office/drawing/2014/main" id="{D9A753FB-720A-4C84-8BD3-30142FCAFC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5" name="3D Model 3954" descr="Sphere">
                              <a:extLst>
                                <a:ext uri="{FF2B5EF4-FFF2-40B4-BE49-F238E27FC236}">
                                  <a16:creationId xmlns:a16="http://schemas.microsoft.com/office/drawing/2014/main" id="{6FA57916-74C3-4E98-A89B-00E01124EB3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00924709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56" name="Flowchart: Connector 3955">
                          <a:extLst>
                            <a:ext uri="{FF2B5EF4-FFF2-40B4-BE49-F238E27FC236}">
                              <a16:creationId xmlns:a16="http://schemas.microsoft.com/office/drawing/2014/main" id="{C51A8682-8275-43E0-9D29-69BB08521BC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7" name="3D Model 3956" descr="Sphere">
                              <a:extLst>
                                <a:ext uri="{FF2B5EF4-FFF2-40B4-BE49-F238E27FC236}">
                                  <a16:creationId xmlns:a16="http://schemas.microsoft.com/office/drawing/2014/main" id="{8FE0BD25-FCDB-4329-A5ED-B18CC39E2B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439514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00" name="Group 3899">
                        <a:extLst>
                          <a:ext uri="{FF2B5EF4-FFF2-40B4-BE49-F238E27FC236}">
                            <a16:creationId xmlns:a16="http://schemas.microsoft.com/office/drawing/2014/main" id="{AD94E4C5-944A-43ED-95BB-878C195C3BD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934" name="Flowchart: Connector 3933">
                          <a:extLst>
                            <a:ext uri="{FF2B5EF4-FFF2-40B4-BE49-F238E27FC236}">
                              <a16:creationId xmlns:a16="http://schemas.microsoft.com/office/drawing/2014/main" id="{D5D99BCE-47F1-4FCC-A945-D7ECE5C1332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5" name="Flowchart: Connector 3934">
                          <a:extLst>
                            <a:ext uri="{FF2B5EF4-FFF2-40B4-BE49-F238E27FC236}">
                              <a16:creationId xmlns:a16="http://schemas.microsoft.com/office/drawing/2014/main" id="{26E89103-AD47-4D38-BC07-5A6B2D235B5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6" name="Flowchart: Connector 3935">
                          <a:extLst>
                            <a:ext uri="{FF2B5EF4-FFF2-40B4-BE49-F238E27FC236}">
                              <a16:creationId xmlns:a16="http://schemas.microsoft.com/office/drawing/2014/main" id="{861C1F80-74E6-4C69-AAE2-028597F54E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7" name="Flowchart: Connector 3936">
                          <a:extLst>
                            <a:ext uri="{FF2B5EF4-FFF2-40B4-BE49-F238E27FC236}">
                              <a16:creationId xmlns:a16="http://schemas.microsoft.com/office/drawing/2014/main" id="{AD994C13-34EC-4EA6-BBCE-7EC1BF5DB54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8" name="Flowchart: Connector 3937">
                          <a:extLst>
                            <a:ext uri="{FF2B5EF4-FFF2-40B4-BE49-F238E27FC236}">
                              <a16:creationId xmlns:a16="http://schemas.microsoft.com/office/drawing/2014/main" id="{3A1991DE-2AA4-4877-AA14-1515A2930E1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9" name="Flowchart: Connector 3938">
                          <a:extLst>
                            <a:ext uri="{FF2B5EF4-FFF2-40B4-BE49-F238E27FC236}">
                              <a16:creationId xmlns:a16="http://schemas.microsoft.com/office/drawing/2014/main" id="{86D79122-1B00-4E5A-A17E-48B479F1BD1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40" name="Flowchart: Connector 3939">
                          <a:extLst>
                            <a:ext uri="{FF2B5EF4-FFF2-40B4-BE49-F238E27FC236}">
                              <a16:creationId xmlns:a16="http://schemas.microsoft.com/office/drawing/2014/main" id="{B086A8F9-2FEC-4727-BA24-7D383CB8426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41" name="Flowchart: Connector 3940">
                          <a:extLst>
                            <a:ext uri="{FF2B5EF4-FFF2-40B4-BE49-F238E27FC236}">
                              <a16:creationId xmlns:a16="http://schemas.microsoft.com/office/drawing/2014/main" id="{E400B796-D587-4061-9541-C67AF9EA3EB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42" name="Flowchart: Connector 3941">
                          <a:extLst>
                            <a:ext uri="{FF2B5EF4-FFF2-40B4-BE49-F238E27FC236}">
                              <a16:creationId xmlns:a16="http://schemas.microsoft.com/office/drawing/2014/main" id="{68769515-7376-4A1F-B3B7-B8FE8E2B545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3" name="3D Model 3942" descr="Sphere">
                              <a:extLst>
                                <a:ext uri="{FF2B5EF4-FFF2-40B4-BE49-F238E27FC236}">
                                  <a16:creationId xmlns:a16="http://schemas.microsoft.com/office/drawing/2014/main" id="{BA8D54B2-1933-4607-8E38-F557ED1F14E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0800568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44" name="Flowchart: Connector 3943">
                          <a:extLst>
                            <a:ext uri="{FF2B5EF4-FFF2-40B4-BE49-F238E27FC236}">
                              <a16:creationId xmlns:a16="http://schemas.microsoft.com/office/drawing/2014/main" id="{D9936155-FE05-43DE-9AE1-0328685A1EB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5" name="3D Model 3944" descr="Sphere">
                              <a:extLst>
                                <a:ext uri="{FF2B5EF4-FFF2-40B4-BE49-F238E27FC236}">
                                  <a16:creationId xmlns:a16="http://schemas.microsoft.com/office/drawing/2014/main" id="{1DAC56B2-0553-402B-A508-D10CAD39E1A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23212422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46" name="Flowchart: Connector 3945">
                          <a:extLst>
                            <a:ext uri="{FF2B5EF4-FFF2-40B4-BE49-F238E27FC236}">
                              <a16:creationId xmlns:a16="http://schemas.microsoft.com/office/drawing/2014/main" id="{C23D244C-42FA-47D4-8EB0-38B3C96932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7" name="3D Model 3946" descr="Sphere">
                              <a:extLst>
                                <a:ext uri="{FF2B5EF4-FFF2-40B4-BE49-F238E27FC236}">
                                  <a16:creationId xmlns:a16="http://schemas.microsoft.com/office/drawing/2014/main" id="{DCDF37D3-7A6F-4521-9584-6CB3329B503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72770442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48" name="Flowchart: Connector 3947">
                          <a:extLst>
                            <a:ext uri="{FF2B5EF4-FFF2-40B4-BE49-F238E27FC236}">
                              <a16:creationId xmlns:a16="http://schemas.microsoft.com/office/drawing/2014/main" id="{AB258CF8-D3AE-4EFB-9607-156970117DB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9" name="3D Model 3948" descr="Sphere">
                              <a:extLst>
                                <a:ext uri="{FF2B5EF4-FFF2-40B4-BE49-F238E27FC236}">
                                  <a16:creationId xmlns:a16="http://schemas.microsoft.com/office/drawing/2014/main" id="{639B2352-4982-4A0B-B5C8-8E606989211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2405930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01" name="Group 3900">
                        <a:extLst>
                          <a:ext uri="{FF2B5EF4-FFF2-40B4-BE49-F238E27FC236}">
                            <a16:creationId xmlns:a16="http://schemas.microsoft.com/office/drawing/2014/main" id="{7C00FA05-000A-43DB-841E-90BC895B8CB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918" name="Flowchart: Connector 3917">
                          <a:extLst>
                            <a:ext uri="{FF2B5EF4-FFF2-40B4-BE49-F238E27FC236}">
                              <a16:creationId xmlns:a16="http://schemas.microsoft.com/office/drawing/2014/main" id="{670C30B8-D089-48D4-8FA3-E255E8A61AA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19" name="Flowchart: Connector 3918">
                          <a:extLst>
                            <a:ext uri="{FF2B5EF4-FFF2-40B4-BE49-F238E27FC236}">
                              <a16:creationId xmlns:a16="http://schemas.microsoft.com/office/drawing/2014/main" id="{1DF29242-A00C-485C-BAAA-E7679F6B82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0" name="Flowchart: Connector 3919">
                          <a:extLst>
                            <a:ext uri="{FF2B5EF4-FFF2-40B4-BE49-F238E27FC236}">
                              <a16:creationId xmlns:a16="http://schemas.microsoft.com/office/drawing/2014/main" id="{E3B895D5-15DD-42D9-8A28-2E64EAC00E9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1" name="Flowchart: Connector 3920">
                          <a:extLst>
                            <a:ext uri="{FF2B5EF4-FFF2-40B4-BE49-F238E27FC236}">
                              <a16:creationId xmlns:a16="http://schemas.microsoft.com/office/drawing/2014/main" id="{D8FF0952-7DCB-43C7-B082-F12690B77F6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2" name="Flowchart: Connector 3921">
                          <a:extLst>
                            <a:ext uri="{FF2B5EF4-FFF2-40B4-BE49-F238E27FC236}">
                              <a16:creationId xmlns:a16="http://schemas.microsoft.com/office/drawing/2014/main" id="{E13F2DC5-CF94-49A2-89D8-78667B26488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3" name="Flowchart: Connector 3922">
                          <a:extLst>
                            <a:ext uri="{FF2B5EF4-FFF2-40B4-BE49-F238E27FC236}">
                              <a16:creationId xmlns:a16="http://schemas.microsoft.com/office/drawing/2014/main" id="{D07FFF19-F03E-4761-AA17-4677632A281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4" name="Flowchart: Connector 3923">
                          <a:extLst>
                            <a:ext uri="{FF2B5EF4-FFF2-40B4-BE49-F238E27FC236}">
                              <a16:creationId xmlns:a16="http://schemas.microsoft.com/office/drawing/2014/main" id="{16E7BF31-BE9B-42EA-B6AB-088DBE5F62C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5" name="Flowchart: Connector 3924">
                          <a:extLst>
                            <a:ext uri="{FF2B5EF4-FFF2-40B4-BE49-F238E27FC236}">
                              <a16:creationId xmlns:a16="http://schemas.microsoft.com/office/drawing/2014/main" id="{58CB8A61-15D3-424C-9176-E2AE419B2CD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6" name="Flowchart: Connector 3925">
                          <a:extLst>
                            <a:ext uri="{FF2B5EF4-FFF2-40B4-BE49-F238E27FC236}">
                              <a16:creationId xmlns:a16="http://schemas.microsoft.com/office/drawing/2014/main" id="{627308EE-AE63-42E9-98A3-524ED4B9741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27" name="3D Model 3926" descr="Sphere">
                              <a:extLst>
                                <a:ext uri="{FF2B5EF4-FFF2-40B4-BE49-F238E27FC236}">
                                  <a16:creationId xmlns:a16="http://schemas.microsoft.com/office/drawing/2014/main" id="{88D22954-AE24-436B-80FD-87DC489CD02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0141894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28" name="Flowchart: Connector 3927">
                          <a:extLst>
                            <a:ext uri="{FF2B5EF4-FFF2-40B4-BE49-F238E27FC236}">
                              <a16:creationId xmlns:a16="http://schemas.microsoft.com/office/drawing/2014/main" id="{C529BB4B-529C-4702-A2D9-2DEC55D4ACC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29" name="3D Model 3928" descr="Sphere">
                              <a:extLst>
                                <a:ext uri="{FF2B5EF4-FFF2-40B4-BE49-F238E27FC236}">
                                  <a16:creationId xmlns:a16="http://schemas.microsoft.com/office/drawing/2014/main" id="{BC600E18-B444-429C-8478-278B8A705C2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9241960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30" name="Flowchart: Connector 3929">
                          <a:extLst>
                            <a:ext uri="{FF2B5EF4-FFF2-40B4-BE49-F238E27FC236}">
                              <a16:creationId xmlns:a16="http://schemas.microsoft.com/office/drawing/2014/main" id="{E3698F0B-C815-47BF-ABAF-933B4354146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31" name="3D Model 3930" descr="Sphere">
                              <a:extLst>
                                <a:ext uri="{FF2B5EF4-FFF2-40B4-BE49-F238E27FC236}">
                                  <a16:creationId xmlns:a16="http://schemas.microsoft.com/office/drawing/2014/main" id="{D6B5B146-E8B1-4214-A6DC-23F31CDB956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8228929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32" name="Flowchart: Connector 3931">
                          <a:extLst>
                            <a:ext uri="{FF2B5EF4-FFF2-40B4-BE49-F238E27FC236}">
                              <a16:creationId xmlns:a16="http://schemas.microsoft.com/office/drawing/2014/main" id="{7BF35381-688A-46D4-BFA5-DDB5EAA2DF7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33" name="3D Model 3932" descr="Sphere">
                              <a:extLst>
                                <a:ext uri="{FF2B5EF4-FFF2-40B4-BE49-F238E27FC236}">
                                  <a16:creationId xmlns:a16="http://schemas.microsoft.com/office/drawing/2014/main" id="{7B3CEF05-B5B3-40DE-BCE8-423C3FC1894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7056894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902" name="Flowchart: Connector 3901">
                        <a:extLst>
                          <a:ext uri="{FF2B5EF4-FFF2-40B4-BE49-F238E27FC236}">
                            <a16:creationId xmlns:a16="http://schemas.microsoft.com/office/drawing/2014/main" id="{F3829988-9EA9-4900-9F07-1DB801BA97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3" name="Flowchart: Connector 3902">
                        <a:extLst>
                          <a:ext uri="{FF2B5EF4-FFF2-40B4-BE49-F238E27FC236}">
                            <a16:creationId xmlns:a16="http://schemas.microsoft.com/office/drawing/2014/main" id="{6FCCF04F-30EC-4997-AB23-F9707B4A0C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4" name="Flowchart: Connector 3903">
                        <a:extLst>
                          <a:ext uri="{FF2B5EF4-FFF2-40B4-BE49-F238E27FC236}">
                            <a16:creationId xmlns:a16="http://schemas.microsoft.com/office/drawing/2014/main" id="{04D701B1-4231-40A2-ACD6-02D00187B7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5" name="Flowchart: Connector 3904">
                        <a:extLst>
                          <a:ext uri="{FF2B5EF4-FFF2-40B4-BE49-F238E27FC236}">
                            <a16:creationId xmlns:a16="http://schemas.microsoft.com/office/drawing/2014/main" id="{070FD018-9674-44C4-B0DC-766A549152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6" name="Flowchart: Connector 3905">
                        <a:extLst>
                          <a:ext uri="{FF2B5EF4-FFF2-40B4-BE49-F238E27FC236}">
                            <a16:creationId xmlns:a16="http://schemas.microsoft.com/office/drawing/2014/main" id="{8AC46636-5DE7-45C8-9BD4-9DEEB748CB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7" name="Flowchart: Connector 3906">
                        <a:extLst>
                          <a:ext uri="{FF2B5EF4-FFF2-40B4-BE49-F238E27FC236}">
                            <a16:creationId xmlns:a16="http://schemas.microsoft.com/office/drawing/2014/main" id="{20AD5D99-D572-403B-94E9-BA6BA905FC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8" name="Flowchart: Connector 3907">
                        <a:extLst>
                          <a:ext uri="{FF2B5EF4-FFF2-40B4-BE49-F238E27FC236}">
                            <a16:creationId xmlns:a16="http://schemas.microsoft.com/office/drawing/2014/main" id="{D7C666C0-27DC-457B-87E0-3893A935EB5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9" name="Flowchart: Connector 3908">
                        <a:extLst>
                          <a:ext uri="{FF2B5EF4-FFF2-40B4-BE49-F238E27FC236}">
                            <a16:creationId xmlns:a16="http://schemas.microsoft.com/office/drawing/2014/main" id="{0E28DB26-334F-4D73-AFAE-9B3300D2FCB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10" name="Flowchart: Connector 3909">
                        <a:extLst>
                          <a:ext uri="{FF2B5EF4-FFF2-40B4-BE49-F238E27FC236}">
                            <a16:creationId xmlns:a16="http://schemas.microsoft.com/office/drawing/2014/main" id="{5BE4D9E5-DC9C-4909-B9A2-F64B95A01A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1" name="3D Model 3910" descr="Sphere">
                            <a:extLst>
                              <a:ext uri="{FF2B5EF4-FFF2-40B4-BE49-F238E27FC236}">
                                <a16:creationId xmlns:a16="http://schemas.microsoft.com/office/drawing/2014/main" id="{B4F360D0-1252-4F46-859C-A5F8BDF24AB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54731047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1" name="3D Model 3910" descr="Sphere">
                            <a:extLst>
                              <a:ext uri="{FF2B5EF4-FFF2-40B4-BE49-F238E27FC236}">
                                <a16:creationId xmlns:a16="http://schemas.microsoft.com/office/drawing/2014/main" id="{B4F360D0-1252-4F46-859C-A5F8BDF24AB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80730" y="172194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12" name="Flowchart: Connector 3911">
                        <a:extLst>
                          <a:ext uri="{FF2B5EF4-FFF2-40B4-BE49-F238E27FC236}">
                            <a16:creationId xmlns:a16="http://schemas.microsoft.com/office/drawing/2014/main" id="{4E4DD146-9ED8-4BAE-A6AA-49938B584E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3" name="3D Model 3912" descr="Sphere">
                            <a:extLst>
                              <a:ext uri="{FF2B5EF4-FFF2-40B4-BE49-F238E27FC236}">
                                <a16:creationId xmlns:a16="http://schemas.microsoft.com/office/drawing/2014/main" id="{E8F198B2-5908-422A-96DB-BB393ADE110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1234676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3" name="3D Model 3912" descr="Sphere">
                            <a:extLst>
                              <a:ext uri="{FF2B5EF4-FFF2-40B4-BE49-F238E27FC236}">
                                <a16:creationId xmlns:a16="http://schemas.microsoft.com/office/drawing/2014/main" id="{E8F198B2-5908-422A-96DB-BB393ADE110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22554" y="173663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14" name="Flowchart: Connector 3913">
                        <a:extLst>
                          <a:ext uri="{FF2B5EF4-FFF2-40B4-BE49-F238E27FC236}">
                            <a16:creationId xmlns:a16="http://schemas.microsoft.com/office/drawing/2014/main" id="{20E21C21-FA94-44E3-A116-B14003A4C0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5" name="3D Model 3914" descr="Sphere">
                            <a:extLst>
                              <a:ext uri="{FF2B5EF4-FFF2-40B4-BE49-F238E27FC236}">
                                <a16:creationId xmlns:a16="http://schemas.microsoft.com/office/drawing/2014/main" id="{A7616C41-47F8-4A26-8225-0AA6901CBC5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4348183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5" name="3D Model 3914" descr="Sphere">
                            <a:extLst>
                              <a:ext uri="{FF2B5EF4-FFF2-40B4-BE49-F238E27FC236}">
                                <a16:creationId xmlns:a16="http://schemas.microsoft.com/office/drawing/2014/main" id="{A7616C41-47F8-4A26-8225-0AA6901CBC5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67326" y="174764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16" name="Flowchart: Connector 3915">
                        <a:extLst>
                          <a:ext uri="{FF2B5EF4-FFF2-40B4-BE49-F238E27FC236}">
                            <a16:creationId xmlns:a16="http://schemas.microsoft.com/office/drawing/2014/main" id="{E8D9D621-60DF-468C-B53F-C3C73DF7D8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7" name="3D Model 3916" descr="Sphere">
                            <a:extLst>
                              <a:ext uri="{FF2B5EF4-FFF2-40B4-BE49-F238E27FC236}">
                                <a16:creationId xmlns:a16="http://schemas.microsoft.com/office/drawing/2014/main" id="{B9534E1A-07FD-46D4-A63E-BD04377D714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6866257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7" name="3D Model 3916" descr="Sphere">
                            <a:extLst>
                              <a:ext uri="{FF2B5EF4-FFF2-40B4-BE49-F238E27FC236}">
                                <a16:creationId xmlns:a16="http://schemas.microsoft.com/office/drawing/2014/main" id="{B9534E1A-07FD-46D4-A63E-BD04377D714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411650" y="1764664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753" name="Group 3752">
                    <a:extLst>
                      <a:ext uri="{FF2B5EF4-FFF2-40B4-BE49-F238E27FC236}">
                        <a16:creationId xmlns:a16="http://schemas.microsoft.com/office/drawing/2014/main" id="{628A8615-5E26-4673-B5F3-3071AF8D0BC3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894" name="Flowchart: Connector 3893">
                      <a:extLst>
                        <a:ext uri="{FF2B5EF4-FFF2-40B4-BE49-F238E27FC236}">
                          <a16:creationId xmlns:a16="http://schemas.microsoft.com/office/drawing/2014/main" id="{705EA213-2F3F-4997-95C3-66161FD456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5" name="Flowchart: Connector 3894">
                      <a:extLst>
                        <a:ext uri="{FF2B5EF4-FFF2-40B4-BE49-F238E27FC236}">
                          <a16:creationId xmlns:a16="http://schemas.microsoft.com/office/drawing/2014/main" id="{6161543F-0FA5-4487-9383-8C4B3ECD8B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6" name="Flowchart: Connector 3895">
                      <a:extLst>
                        <a:ext uri="{FF2B5EF4-FFF2-40B4-BE49-F238E27FC236}">
                          <a16:creationId xmlns:a16="http://schemas.microsoft.com/office/drawing/2014/main" id="{FD92B98C-18B7-4192-BBED-56C116CEB7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754" name="Flowchart: Connector 3753">
                    <a:extLst>
                      <a:ext uri="{FF2B5EF4-FFF2-40B4-BE49-F238E27FC236}">
                        <a16:creationId xmlns:a16="http://schemas.microsoft.com/office/drawing/2014/main" id="{C0292C46-D423-40F6-82A6-32E007CD17F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755" name="Flowchart: Connector 3754">
                    <a:extLst>
                      <a:ext uri="{FF2B5EF4-FFF2-40B4-BE49-F238E27FC236}">
                        <a16:creationId xmlns:a16="http://schemas.microsoft.com/office/drawing/2014/main" id="{100A4A37-7E3A-4E14-8B5A-38D9CE3C41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756" name="Group 3755">
                    <a:extLst>
                      <a:ext uri="{FF2B5EF4-FFF2-40B4-BE49-F238E27FC236}">
                        <a16:creationId xmlns:a16="http://schemas.microsoft.com/office/drawing/2014/main" id="{29B5F784-E0A6-4951-A1E5-9FC196ECC3D3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3891" name="Flowchart: Connector 3890">
                      <a:extLst>
                        <a:ext uri="{FF2B5EF4-FFF2-40B4-BE49-F238E27FC236}">
                          <a16:creationId xmlns:a16="http://schemas.microsoft.com/office/drawing/2014/main" id="{E33A306D-4F99-4403-85D1-E35533486D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2" name="Flowchart: Connector 3891">
                      <a:extLst>
                        <a:ext uri="{FF2B5EF4-FFF2-40B4-BE49-F238E27FC236}">
                          <a16:creationId xmlns:a16="http://schemas.microsoft.com/office/drawing/2014/main" id="{82F5718D-18DF-4CE5-9B71-8A4EC559EA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3" name="Flowchart: Connector 3892">
                      <a:extLst>
                        <a:ext uri="{FF2B5EF4-FFF2-40B4-BE49-F238E27FC236}">
                          <a16:creationId xmlns:a16="http://schemas.microsoft.com/office/drawing/2014/main" id="{8C5698E7-2D76-423F-B2C5-FC6C696694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757" name="Group 3756">
                    <a:extLst>
                      <a:ext uri="{FF2B5EF4-FFF2-40B4-BE49-F238E27FC236}">
                        <a16:creationId xmlns:a16="http://schemas.microsoft.com/office/drawing/2014/main" id="{CAB2A5CB-2CDF-4F64-B957-623FFD818353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3826" name="Group 3825">
                      <a:extLst>
                        <a:ext uri="{FF2B5EF4-FFF2-40B4-BE49-F238E27FC236}">
                          <a16:creationId xmlns:a16="http://schemas.microsoft.com/office/drawing/2014/main" id="{D58ACC25-8176-415A-B61D-982A98474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3887" name="Flowchart: Connector 3886">
                        <a:extLst>
                          <a:ext uri="{FF2B5EF4-FFF2-40B4-BE49-F238E27FC236}">
                            <a16:creationId xmlns:a16="http://schemas.microsoft.com/office/drawing/2014/main" id="{2D1DCAE8-C32D-41CF-8944-88701A9888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88" name="Flowchart: Connector 3887">
                        <a:extLst>
                          <a:ext uri="{FF2B5EF4-FFF2-40B4-BE49-F238E27FC236}">
                            <a16:creationId xmlns:a16="http://schemas.microsoft.com/office/drawing/2014/main" id="{B9B81502-468A-4B93-8C2B-3685233CBC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89" name="Flowchart: Connector 3888">
                        <a:extLst>
                          <a:ext uri="{FF2B5EF4-FFF2-40B4-BE49-F238E27FC236}">
                            <a16:creationId xmlns:a16="http://schemas.microsoft.com/office/drawing/2014/main" id="{B02928FF-222A-427D-BC7A-E5A3A41E98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90" name="Flowchart: Connector 3889">
                        <a:extLst>
                          <a:ext uri="{FF2B5EF4-FFF2-40B4-BE49-F238E27FC236}">
                            <a16:creationId xmlns:a16="http://schemas.microsoft.com/office/drawing/2014/main" id="{1299F04F-2547-4BA1-9925-AC454A3CA1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827" name="Group 3826">
                      <a:extLst>
                        <a:ext uri="{FF2B5EF4-FFF2-40B4-BE49-F238E27FC236}">
                          <a16:creationId xmlns:a16="http://schemas.microsoft.com/office/drawing/2014/main" id="{2B1B3326-1025-4497-A22C-1257FAEB38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3828" name="Group 3827">
                        <a:extLst>
                          <a:ext uri="{FF2B5EF4-FFF2-40B4-BE49-F238E27FC236}">
                            <a16:creationId xmlns:a16="http://schemas.microsoft.com/office/drawing/2014/main" id="{33A3C848-FA8A-4156-8BF5-E8C864D3B52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879" name="Flowchart: Connector 3878">
                          <a:extLst>
                            <a:ext uri="{FF2B5EF4-FFF2-40B4-BE49-F238E27FC236}">
                              <a16:creationId xmlns:a16="http://schemas.microsoft.com/office/drawing/2014/main" id="{3A9DCDF1-7007-448F-8FEC-89C1EBB146D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0" name="3D Model 3879" descr="Sphere">
                              <a:extLst>
                                <a:ext uri="{FF2B5EF4-FFF2-40B4-BE49-F238E27FC236}">
                                  <a16:creationId xmlns:a16="http://schemas.microsoft.com/office/drawing/2014/main" id="{B0CD1323-5346-4C43-A3DA-3ED0DD1B8C8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4609128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81" name="Flowchart: Connector 3880">
                          <a:extLst>
                            <a:ext uri="{FF2B5EF4-FFF2-40B4-BE49-F238E27FC236}">
                              <a16:creationId xmlns:a16="http://schemas.microsoft.com/office/drawing/2014/main" id="{288394DC-C98B-4F5B-89BA-7D994A45749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2" name="3D Model 3881" descr="Sphere">
                              <a:extLst>
                                <a:ext uri="{FF2B5EF4-FFF2-40B4-BE49-F238E27FC236}">
                                  <a16:creationId xmlns:a16="http://schemas.microsoft.com/office/drawing/2014/main" id="{CF6B2718-0C87-4DBC-887B-C6BC9977239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0355333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83" name="Flowchart: Connector 3882">
                          <a:extLst>
                            <a:ext uri="{FF2B5EF4-FFF2-40B4-BE49-F238E27FC236}">
                              <a16:creationId xmlns:a16="http://schemas.microsoft.com/office/drawing/2014/main" id="{9F81C804-C26D-49A8-86F2-7D3DD1A43E1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4" name="3D Model 3883" descr="Sphere">
                              <a:extLst>
                                <a:ext uri="{FF2B5EF4-FFF2-40B4-BE49-F238E27FC236}">
                                  <a16:creationId xmlns:a16="http://schemas.microsoft.com/office/drawing/2014/main" id="{1ACDE87B-AC2B-4914-B5A3-2CB32167449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95520558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85" name="Flowchart: Connector 3884">
                          <a:extLst>
                            <a:ext uri="{FF2B5EF4-FFF2-40B4-BE49-F238E27FC236}">
                              <a16:creationId xmlns:a16="http://schemas.microsoft.com/office/drawing/2014/main" id="{3B5F1D1F-12BE-4F5C-A153-499EC4D63BB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6" name="3D Model 3885" descr="Sphere">
                              <a:extLst>
                                <a:ext uri="{FF2B5EF4-FFF2-40B4-BE49-F238E27FC236}">
                                  <a16:creationId xmlns:a16="http://schemas.microsoft.com/office/drawing/2014/main" id="{C9D2FCE7-F0E0-4590-82D1-AF2D4125C28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23131960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8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829" name="Group 3828">
                        <a:extLst>
                          <a:ext uri="{FF2B5EF4-FFF2-40B4-BE49-F238E27FC236}">
                            <a16:creationId xmlns:a16="http://schemas.microsoft.com/office/drawing/2014/main" id="{A0328973-CE94-4E6D-A645-DDC8D08F97D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863" name="Flowchart: Connector 3862">
                          <a:extLst>
                            <a:ext uri="{FF2B5EF4-FFF2-40B4-BE49-F238E27FC236}">
                              <a16:creationId xmlns:a16="http://schemas.microsoft.com/office/drawing/2014/main" id="{B91707CB-8D38-4621-86D7-39A92741C43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4" name="Flowchart: Connector 3863">
                          <a:extLst>
                            <a:ext uri="{FF2B5EF4-FFF2-40B4-BE49-F238E27FC236}">
                              <a16:creationId xmlns:a16="http://schemas.microsoft.com/office/drawing/2014/main" id="{7A2858F7-18C7-4374-897A-CE808E22F45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5" name="Flowchart: Connector 3864">
                          <a:extLst>
                            <a:ext uri="{FF2B5EF4-FFF2-40B4-BE49-F238E27FC236}">
                              <a16:creationId xmlns:a16="http://schemas.microsoft.com/office/drawing/2014/main" id="{2A7CD586-1D7D-499D-AE91-D8EF057F974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6" name="Flowchart: Connector 3865">
                          <a:extLst>
                            <a:ext uri="{FF2B5EF4-FFF2-40B4-BE49-F238E27FC236}">
                              <a16:creationId xmlns:a16="http://schemas.microsoft.com/office/drawing/2014/main" id="{6EA6C066-02BA-4152-95E9-8417709372B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7" name="Flowchart: Connector 3866">
                          <a:extLst>
                            <a:ext uri="{FF2B5EF4-FFF2-40B4-BE49-F238E27FC236}">
                              <a16:creationId xmlns:a16="http://schemas.microsoft.com/office/drawing/2014/main" id="{BE0606BE-628D-49D8-B0A4-5426FC05720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8" name="Flowchart: Connector 3867">
                          <a:extLst>
                            <a:ext uri="{FF2B5EF4-FFF2-40B4-BE49-F238E27FC236}">
                              <a16:creationId xmlns:a16="http://schemas.microsoft.com/office/drawing/2014/main" id="{D81DCBDA-1859-4132-AA06-2D7DD6F0164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9" name="Flowchart: Connector 3868">
                          <a:extLst>
                            <a:ext uri="{FF2B5EF4-FFF2-40B4-BE49-F238E27FC236}">
                              <a16:creationId xmlns:a16="http://schemas.microsoft.com/office/drawing/2014/main" id="{E65191E1-602C-4131-AB69-1A81649C40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70" name="Flowchart: Connector 3869">
                          <a:extLst>
                            <a:ext uri="{FF2B5EF4-FFF2-40B4-BE49-F238E27FC236}">
                              <a16:creationId xmlns:a16="http://schemas.microsoft.com/office/drawing/2014/main" id="{A46EBAFC-2393-4958-996B-E19993A71E0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71" name="Flowchart: Connector 3870">
                          <a:extLst>
                            <a:ext uri="{FF2B5EF4-FFF2-40B4-BE49-F238E27FC236}">
                              <a16:creationId xmlns:a16="http://schemas.microsoft.com/office/drawing/2014/main" id="{8095D34B-71E0-4D97-9EA9-AEAD53F7CE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2" name="3D Model 3871" descr="Sphere">
                              <a:extLst>
                                <a:ext uri="{FF2B5EF4-FFF2-40B4-BE49-F238E27FC236}">
                                  <a16:creationId xmlns:a16="http://schemas.microsoft.com/office/drawing/2014/main" id="{BE3686F7-0651-4F9D-B5CF-4BACAAD2A58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70254999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73" name="Flowchart: Connector 3872">
                          <a:extLst>
                            <a:ext uri="{FF2B5EF4-FFF2-40B4-BE49-F238E27FC236}">
                              <a16:creationId xmlns:a16="http://schemas.microsoft.com/office/drawing/2014/main" id="{4AD5317B-2825-4EB1-B288-348CE72945C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4" name="3D Model 3873" descr="Sphere">
                              <a:extLst>
                                <a:ext uri="{FF2B5EF4-FFF2-40B4-BE49-F238E27FC236}">
                                  <a16:creationId xmlns:a16="http://schemas.microsoft.com/office/drawing/2014/main" id="{C011BE06-DC07-4E64-BDFC-69368906213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005247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75" name="Flowchart: Connector 3874">
                          <a:extLst>
                            <a:ext uri="{FF2B5EF4-FFF2-40B4-BE49-F238E27FC236}">
                              <a16:creationId xmlns:a16="http://schemas.microsoft.com/office/drawing/2014/main" id="{0305FA55-18A9-4E71-B7FF-4C48104BAD6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6" name="3D Model 3875" descr="Sphere">
                              <a:extLst>
                                <a:ext uri="{FF2B5EF4-FFF2-40B4-BE49-F238E27FC236}">
                                  <a16:creationId xmlns:a16="http://schemas.microsoft.com/office/drawing/2014/main" id="{7AD0DE90-179B-4051-8A04-393130FB533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4877132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77" name="Flowchart: Connector 3876">
                          <a:extLst>
                            <a:ext uri="{FF2B5EF4-FFF2-40B4-BE49-F238E27FC236}">
                              <a16:creationId xmlns:a16="http://schemas.microsoft.com/office/drawing/2014/main" id="{B1D24A89-3949-4942-95A8-203CE0170DC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8" name="3D Model 3877" descr="Sphere">
                              <a:extLst>
                                <a:ext uri="{FF2B5EF4-FFF2-40B4-BE49-F238E27FC236}">
                                  <a16:creationId xmlns:a16="http://schemas.microsoft.com/office/drawing/2014/main" id="{75BED941-1557-4FCE-BB47-ED64AE740B1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6798434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830" name="Group 3829">
                        <a:extLst>
                          <a:ext uri="{FF2B5EF4-FFF2-40B4-BE49-F238E27FC236}">
                            <a16:creationId xmlns:a16="http://schemas.microsoft.com/office/drawing/2014/main" id="{913B582B-12E3-428A-AA55-428D695354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847" name="Flowchart: Connector 3846">
                          <a:extLst>
                            <a:ext uri="{FF2B5EF4-FFF2-40B4-BE49-F238E27FC236}">
                              <a16:creationId xmlns:a16="http://schemas.microsoft.com/office/drawing/2014/main" id="{66985189-010D-4D2F-9120-72DBE215854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48" name="Flowchart: Connector 3847">
                          <a:extLst>
                            <a:ext uri="{FF2B5EF4-FFF2-40B4-BE49-F238E27FC236}">
                              <a16:creationId xmlns:a16="http://schemas.microsoft.com/office/drawing/2014/main" id="{20F2C17C-67EA-43B4-BC31-98DF3C3C3F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49" name="Flowchart: Connector 3848">
                          <a:extLst>
                            <a:ext uri="{FF2B5EF4-FFF2-40B4-BE49-F238E27FC236}">
                              <a16:creationId xmlns:a16="http://schemas.microsoft.com/office/drawing/2014/main" id="{F0E3BC09-2A3F-4BA8-9691-2C800159B2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0" name="Flowchart: Connector 3849">
                          <a:extLst>
                            <a:ext uri="{FF2B5EF4-FFF2-40B4-BE49-F238E27FC236}">
                              <a16:creationId xmlns:a16="http://schemas.microsoft.com/office/drawing/2014/main" id="{8524A31C-067F-4255-9380-32D43A4B454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1" name="Flowchart: Connector 3850">
                          <a:extLst>
                            <a:ext uri="{FF2B5EF4-FFF2-40B4-BE49-F238E27FC236}">
                              <a16:creationId xmlns:a16="http://schemas.microsoft.com/office/drawing/2014/main" id="{21406DE8-99A8-412E-A6CE-CA11E2560C3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2" name="Flowchart: Connector 3851">
                          <a:extLst>
                            <a:ext uri="{FF2B5EF4-FFF2-40B4-BE49-F238E27FC236}">
                              <a16:creationId xmlns:a16="http://schemas.microsoft.com/office/drawing/2014/main" id="{EB40E945-53AA-4DC6-8C40-6A6CB4B314C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3" name="Flowchart: Connector 3852">
                          <a:extLst>
                            <a:ext uri="{FF2B5EF4-FFF2-40B4-BE49-F238E27FC236}">
                              <a16:creationId xmlns:a16="http://schemas.microsoft.com/office/drawing/2014/main" id="{E99A397F-AC75-4BD9-90C2-66BBA4236EF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4" name="Flowchart: Connector 3853">
                          <a:extLst>
                            <a:ext uri="{FF2B5EF4-FFF2-40B4-BE49-F238E27FC236}">
                              <a16:creationId xmlns:a16="http://schemas.microsoft.com/office/drawing/2014/main" id="{AC95A178-E162-4EE4-8F79-5AECA794F5B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5" name="Flowchart: Connector 3854">
                          <a:extLst>
                            <a:ext uri="{FF2B5EF4-FFF2-40B4-BE49-F238E27FC236}">
                              <a16:creationId xmlns:a16="http://schemas.microsoft.com/office/drawing/2014/main" id="{D91F2BD9-0334-46D0-9E55-3E12E6AF1FB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56" name="3D Model 3855" descr="Sphere">
                              <a:extLst>
                                <a:ext uri="{FF2B5EF4-FFF2-40B4-BE49-F238E27FC236}">
                                  <a16:creationId xmlns:a16="http://schemas.microsoft.com/office/drawing/2014/main" id="{6B34ECD5-7029-41CA-873E-F40F9960CD5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6918296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57" name="Flowchart: Connector 3856">
                          <a:extLst>
                            <a:ext uri="{FF2B5EF4-FFF2-40B4-BE49-F238E27FC236}">
                              <a16:creationId xmlns:a16="http://schemas.microsoft.com/office/drawing/2014/main" id="{F989B1D5-7C30-4F2A-B8EA-5E3D52D719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58" name="3D Model 3857" descr="Sphere">
                              <a:extLst>
                                <a:ext uri="{FF2B5EF4-FFF2-40B4-BE49-F238E27FC236}">
                                  <a16:creationId xmlns:a16="http://schemas.microsoft.com/office/drawing/2014/main" id="{DD672CED-EB40-43BE-B7BA-CE0AACBDE1A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31591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59" name="Flowchart: Connector 3858">
                          <a:extLst>
                            <a:ext uri="{FF2B5EF4-FFF2-40B4-BE49-F238E27FC236}">
                              <a16:creationId xmlns:a16="http://schemas.microsoft.com/office/drawing/2014/main" id="{95CD29EC-0EFC-49A9-AE0B-FC6A09A3139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60" name="3D Model 3859" descr="Sphere">
                              <a:extLst>
                                <a:ext uri="{FF2B5EF4-FFF2-40B4-BE49-F238E27FC236}">
                                  <a16:creationId xmlns:a16="http://schemas.microsoft.com/office/drawing/2014/main" id="{A05848C4-928F-4040-A8ED-A2C575F193B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38675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3235" cy="61702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0185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61" name="Flowchart: Connector 3860">
                          <a:extLst>
                            <a:ext uri="{FF2B5EF4-FFF2-40B4-BE49-F238E27FC236}">
                              <a16:creationId xmlns:a16="http://schemas.microsoft.com/office/drawing/2014/main" id="{4C5E4554-D9A4-4B7F-86EF-AF513A60FFD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62" name="3D Model 3861" descr="Sphere">
                              <a:extLst>
                                <a:ext uri="{FF2B5EF4-FFF2-40B4-BE49-F238E27FC236}">
                                  <a16:creationId xmlns:a16="http://schemas.microsoft.com/office/drawing/2014/main" id="{AC8A3CEC-C89D-418F-8CEB-D822979E20D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7124071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51046" cy="589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59556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831" name="Flowchart: Connector 3830">
                        <a:extLst>
                          <a:ext uri="{FF2B5EF4-FFF2-40B4-BE49-F238E27FC236}">
                            <a16:creationId xmlns:a16="http://schemas.microsoft.com/office/drawing/2014/main" id="{4D328AFD-D625-47E6-89A0-87A0DCEB21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2" name="Flowchart: Connector 3831">
                        <a:extLst>
                          <a:ext uri="{FF2B5EF4-FFF2-40B4-BE49-F238E27FC236}">
                            <a16:creationId xmlns:a16="http://schemas.microsoft.com/office/drawing/2014/main" id="{9DA33BD2-106B-4594-B58D-4523C85F3C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3" name="Flowchart: Connector 3832">
                        <a:extLst>
                          <a:ext uri="{FF2B5EF4-FFF2-40B4-BE49-F238E27FC236}">
                            <a16:creationId xmlns:a16="http://schemas.microsoft.com/office/drawing/2014/main" id="{F523C43C-51FC-4406-B883-6F2CDFFA4C2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4" name="Flowchart: Connector 3833">
                        <a:extLst>
                          <a:ext uri="{FF2B5EF4-FFF2-40B4-BE49-F238E27FC236}">
                            <a16:creationId xmlns:a16="http://schemas.microsoft.com/office/drawing/2014/main" id="{70FCBE6C-C24F-4A2F-97B3-288D36EB35D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5" name="Flowchart: Connector 3834">
                        <a:extLst>
                          <a:ext uri="{FF2B5EF4-FFF2-40B4-BE49-F238E27FC236}">
                            <a16:creationId xmlns:a16="http://schemas.microsoft.com/office/drawing/2014/main" id="{73A9AEA6-131F-4BF3-8D70-E0D1D20E76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6" name="Flowchart: Connector 3835">
                        <a:extLst>
                          <a:ext uri="{FF2B5EF4-FFF2-40B4-BE49-F238E27FC236}">
                            <a16:creationId xmlns:a16="http://schemas.microsoft.com/office/drawing/2014/main" id="{D2062480-5DDE-4728-8F6F-CC43B7BEC35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7" name="Flowchart: Connector 3836">
                        <a:extLst>
                          <a:ext uri="{FF2B5EF4-FFF2-40B4-BE49-F238E27FC236}">
                            <a16:creationId xmlns:a16="http://schemas.microsoft.com/office/drawing/2014/main" id="{71B639C5-76D0-47BF-BD7B-0DD7A9601C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8" name="Flowchart: Connector 3837">
                        <a:extLst>
                          <a:ext uri="{FF2B5EF4-FFF2-40B4-BE49-F238E27FC236}">
                            <a16:creationId xmlns:a16="http://schemas.microsoft.com/office/drawing/2014/main" id="{BB8C8828-2F62-48A1-AC0B-064CB19152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9" name="Flowchart: Connector 3838">
                        <a:extLst>
                          <a:ext uri="{FF2B5EF4-FFF2-40B4-BE49-F238E27FC236}">
                            <a16:creationId xmlns:a16="http://schemas.microsoft.com/office/drawing/2014/main" id="{7BE0AD59-64D5-4E8B-93C9-BB5F0F9FFA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0" name="3D Model 3839" descr="Sphere">
                            <a:extLst>
                              <a:ext uri="{FF2B5EF4-FFF2-40B4-BE49-F238E27FC236}">
                                <a16:creationId xmlns:a16="http://schemas.microsoft.com/office/drawing/2014/main" id="{74212E37-C076-4E63-8995-0D2D0495CC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0518559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7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4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0" name="3D Model 3839" descr="Sphere">
                            <a:extLst>
                              <a:ext uri="{FF2B5EF4-FFF2-40B4-BE49-F238E27FC236}">
                                <a16:creationId xmlns:a16="http://schemas.microsoft.com/office/drawing/2014/main" id="{74212E37-C076-4E63-8995-0D2D0495CC3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5242374" y="1741708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41" name="Flowchart: Connector 3840">
                        <a:extLst>
                          <a:ext uri="{FF2B5EF4-FFF2-40B4-BE49-F238E27FC236}">
                            <a16:creationId xmlns:a16="http://schemas.microsoft.com/office/drawing/2014/main" id="{0111A97C-5954-449B-A38B-223FE355E7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2" name="3D Model 3841" descr="Sphere">
                            <a:extLst>
                              <a:ext uri="{FF2B5EF4-FFF2-40B4-BE49-F238E27FC236}">
                                <a16:creationId xmlns:a16="http://schemas.microsoft.com/office/drawing/2014/main" id="{1297F433-B1C8-43ED-959D-F1901C7C6B9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39006118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2" name="3D Model 3841" descr="Sphere">
                            <a:extLst>
                              <a:ext uri="{FF2B5EF4-FFF2-40B4-BE49-F238E27FC236}">
                                <a16:creationId xmlns:a16="http://schemas.microsoft.com/office/drawing/2014/main" id="{1297F433-B1C8-43ED-959D-F1901C7C6B9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83614" y="175377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43" name="Flowchart: Connector 3842">
                        <a:extLst>
                          <a:ext uri="{FF2B5EF4-FFF2-40B4-BE49-F238E27FC236}">
                            <a16:creationId xmlns:a16="http://schemas.microsoft.com/office/drawing/2014/main" id="{0DE3DDAE-AD95-4B7E-893A-B09924534A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4" name="3D Model 3843" descr="Sphere">
                            <a:extLst>
                              <a:ext uri="{FF2B5EF4-FFF2-40B4-BE49-F238E27FC236}">
                                <a16:creationId xmlns:a16="http://schemas.microsoft.com/office/drawing/2014/main" id="{B1065901-9AA9-4E6B-ADCA-FEAFE8808B0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09098219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4" name="3D Model 3843" descr="Sphere">
                            <a:extLst>
                              <a:ext uri="{FF2B5EF4-FFF2-40B4-BE49-F238E27FC236}">
                                <a16:creationId xmlns:a16="http://schemas.microsoft.com/office/drawing/2014/main" id="{B1065901-9AA9-4E6B-ADCA-FEAFE8808B0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26084" y="176672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45" name="Flowchart: Connector 3844">
                        <a:extLst>
                          <a:ext uri="{FF2B5EF4-FFF2-40B4-BE49-F238E27FC236}">
                            <a16:creationId xmlns:a16="http://schemas.microsoft.com/office/drawing/2014/main" id="{7D5C8578-E0C7-464A-AA16-BA1BE13EA2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6" name="3D Model 3845" descr="Sphere">
                            <a:extLst>
                              <a:ext uri="{FF2B5EF4-FFF2-40B4-BE49-F238E27FC236}">
                                <a16:creationId xmlns:a16="http://schemas.microsoft.com/office/drawing/2014/main" id="{F1ECCABC-961F-4938-804F-6F4573797C6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5720844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6" name="3D Model 3845" descr="Sphere">
                            <a:extLst>
                              <a:ext uri="{FF2B5EF4-FFF2-40B4-BE49-F238E27FC236}">
                                <a16:creationId xmlns:a16="http://schemas.microsoft.com/office/drawing/2014/main" id="{F1ECCABC-961F-4938-804F-6F4573797C6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372710" y="1781806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3758" name="Flowchart: Connector 3757">
                    <a:extLst>
                      <a:ext uri="{FF2B5EF4-FFF2-40B4-BE49-F238E27FC236}">
                        <a16:creationId xmlns:a16="http://schemas.microsoft.com/office/drawing/2014/main" id="{B027C4EF-CE85-4176-9F50-97A27DBE08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59" name="Flowchart: Connector 3758">
                    <a:extLst>
                      <a:ext uri="{FF2B5EF4-FFF2-40B4-BE49-F238E27FC236}">
                        <a16:creationId xmlns:a16="http://schemas.microsoft.com/office/drawing/2014/main" id="{B46FD611-FDB0-4008-8EFD-F16ECD59DA5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0" name="Flowchart: Connector 3759">
                    <a:extLst>
                      <a:ext uri="{FF2B5EF4-FFF2-40B4-BE49-F238E27FC236}">
                        <a16:creationId xmlns:a16="http://schemas.microsoft.com/office/drawing/2014/main" id="{44E58908-7C0C-4AED-989D-F5F42BE7CD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1" name="Flowchart: Connector 3760">
                    <a:extLst>
                      <a:ext uri="{FF2B5EF4-FFF2-40B4-BE49-F238E27FC236}">
                        <a16:creationId xmlns:a16="http://schemas.microsoft.com/office/drawing/2014/main" id="{461C9654-79C1-4620-836E-C40E9AF167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2" name="Flowchart: Connector 3761">
                    <a:extLst>
                      <a:ext uri="{FF2B5EF4-FFF2-40B4-BE49-F238E27FC236}">
                        <a16:creationId xmlns:a16="http://schemas.microsoft.com/office/drawing/2014/main" id="{697871DF-88C1-433A-A1F9-E23A53E28C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3" name="Flowchart: Connector 3762">
                    <a:extLst>
                      <a:ext uri="{FF2B5EF4-FFF2-40B4-BE49-F238E27FC236}">
                        <a16:creationId xmlns:a16="http://schemas.microsoft.com/office/drawing/2014/main" id="{2374E703-120A-4318-AC43-164724546DE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764" name="Flowchart: Connector 3763">
                    <a:extLst>
                      <a:ext uri="{FF2B5EF4-FFF2-40B4-BE49-F238E27FC236}">
                        <a16:creationId xmlns:a16="http://schemas.microsoft.com/office/drawing/2014/main" id="{7393690C-892C-4B42-900B-FB5ECC3805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5" name="Flowchart: Connector 3764">
                    <a:extLst>
                      <a:ext uri="{FF2B5EF4-FFF2-40B4-BE49-F238E27FC236}">
                        <a16:creationId xmlns:a16="http://schemas.microsoft.com/office/drawing/2014/main" id="{A2CF2465-A11B-4887-AAE0-7253CAC890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3766" name="Group 3765">
                    <a:extLst>
                      <a:ext uri="{FF2B5EF4-FFF2-40B4-BE49-F238E27FC236}">
                        <a16:creationId xmlns:a16="http://schemas.microsoft.com/office/drawing/2014/main" id="{4682CF96-0935-40CE-B227-55119A5C0EAB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3767" name="Group 3766">
                      <a:extLst>
                        <a:ext uri="{FF2B5EF4-FFF2-40B4-BE49-F238E27FC236}">
                          <a16:creationId xmlns:a16="http://schemas.microsoft.com/office/drawing/2014/main" id="{CC6AA3A9-E524-4085-8679-E5A87B300C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3818" name="Flowchart: Connector 3817">
                        <a:extLst>
                          <a:ext uri="{FF2B5EF4-FFF2-40B4-BE49-F238E27FC236}">
                            <a16:creationId xmlns:a16="http://schemas.microsoft.com/office/drawing/2014/main" id="{8830B06B-593A-4079-9A55-41E6230012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9" name="3D Model 3818" descr="Sphere">
                            <a:extLst>
                              <a:ext uri="{FF2B5EF4-FFF2-40B4-BE49-F238E27FC236}">
                                <a16:creationId xmlns:a16="http://schemas.microsoft.com/office/drawing/2014/main" id="{7C02DEE5-8238-4416-BD61-D6E29819A14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63783384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2066" cy="56455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5886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19" name="3D Model 3818" descr="Sphere">
                            <a:extLst>
                              <a:ext uri="{FF2B5EF4-FFF2-40B4-BE49-F238E27FC236}">
                                <a16:creationId xmlns:a16="http://schemas.microsoft.com/office/drawing/2014/main" id="{7C02DEE5-8238-4416-BD61-D6E29819A14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5202544" y="1949510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20" name="Flowchart: Connector 3819">
                        <a:extLst>
                          <a:ext uri="{FF2B5EF4-FFF2-40B4-BE49-F238E27FC236}">
                            <a16:creationId xmlns:a16="http://schemas.microsoft.com/office/drawing/2014/main" id="{C66D2A3C-B537-4157-815F-E9368D5090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21" name="3D Model 3820" descr="Sphere">
                            <a:extLst>
                              <a:ext uri="{FF2B5EF4-FFF2-40B4-BE49-F238E27FC236}">
                                <a16:creationId xmlns:a16="http://schemas.microsoft.com/office/drawing/2014/main" id="{140AC69C-147D-40F0-A601-DC7A22305B6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4645136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22" name="Flowchart: Connector 3821">
                        <a:extLst>
                          <a:ext uri="{FF2B5EF4-FFF2-40B4-BE49-F238E27FC236}">
                            <a16:creationId xmlns:a16="http://schemas.microsoft.com/office/drawing/2014/main" id="{D43B09E1-B25B-4EB5-9A37-2468C99B35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23" name="3D Model 3822" descr="Sphere">
                            <a:extLst>
                              <a:ext uri="{FF2B5EF4-FFF2-40B4-BE49-F238E27FC236}">
                                <a16:creationId xmlns:a16="http://schemas.microsoft.com/office/drawing/2014/main" id="{357550D8-10F6-40B7-ABDF-F86EA69CCB4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597168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24" name="Flowchart: Connector 3823">
                        <a:extLst>
                          <a:ext uri="{FF2B5EF4-FFF2-40B4-BE49-F238E27FC236}">
                            <a16:creationId xmlns:a16="http://schemas.microsoft.com/office/drawing/2014/main" id="{90B84C79-B722-4507-957B-4B514A18D4E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25" name="3D Model 3824" descr="Sphere">
                            <a:extLst>
                              <a:ext uri="{FF2B5EF4-FFF2-40B4-BE49-F238E27FC236}">
                                <a16:creationId xmlns:a16="http://schemas.microsoft.com/office/drawing/2014/main" id="{0E208313-DE7D-4BEB-B494-6746BD0B58D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2651724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768" name="Group 3767">
                      <a:extLst>
                        <a:ext uri="{FF2B5EF4-FFF2-40B4-BE49-F238E27FC236}">
                          <a16:creationId xmlns:a16="http://schemas.microsoft.com/office/drawing/2014/main" id="{65B43E8C-E314-45D7-AA44-20931D4633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3802" name="Flowchart: Connector 3801">
                        <a:extLst>
                          <a:ext uri="{FF2B5EF4-FFF2-40B4-BE49-F238E27FC236}">
                            <a16:creationId xmlns:a16="http://schemas.microsoft.com/office/drawing/2014/main" id="{CB9B1F6C-E10F-47DB-ADD1-06C4BFD064D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3" name="Flowchart: Connector 3802">
                        <a:extLst>
                          <a:ext uri="{FF2B5EF4-FFF2-40B4-BE49-F238E27FC236}">
                            <a16:creationId xmlns:a16="http://schemas.microsoft.com/office/drawing/2014/main" id="{1A0A5C12-DFF0-40CF-A84F-50626A35D8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4" name="Flowchart: Connector 3803">
                        <a:extLst>
                          <a:ext uri="{FF2B5EF4-FFF2-40B4-BE49-F238E27FC236}">
                            <a16:creationId xmlns:a16="http://schemas.microsoft.com/office/drawing/2014/main" id="{17B04EE6-A0E4-4E1E-92AC-4C28873324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5" name="Flowchart: Connector 3804">
                        <a:extLst>
                          <a:ext uri="{FF2B5EF4-FFF2-40B4-BE49-F238E27FC236}">
                            <a16:creationId xmlns:a16="http://schemas.microsoft.com/office/drawing/2014/main" id="{68105396-B20C-462B-9391-DBEB4FA16F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6" name="Flowchart: Connector 3805">
                        <a:extLst>
                          <a:ext uri="{FF2B5EF4-FFF2-40B4-BE49-F238E27FC236}">
                            <a16:creationId xmlns:a16="http://schemas.microsoft.com/office/drawing/2014/main" id="{D477777B-B24E-463B-AFA1-3357C2A266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7" name="Flowchart: Connector 3806">
                        <a:extLst>
                          <a:ext uri="{FF2B5EF4-FFF2-40B4-BE49-F238E27FC236}">
                            <a16:creationId xmlns:a16="http://schemas.microsoft.com/office/drawing/2014/main" id="{F0F63887-2678-4B11-B6DF-996D30D1F8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8" name="Flowchart: Connector 3807">
                        <a:extLst>
                          <a:ext uri="{FF2B5EF4-FFF2-40B4-BE49-F238E27FC236}">
                            <a16:creationId xmlns:a16="http://schemas.microsoft.com/office/drawing/2014/main" id="{99B0FB7D-16A6-40F7-8DE3-F75D2F352B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9" name="Flowchart: Connector 3808">
                        <a:extLst>
                          <a:ext uri="{FF2B5EF4-FFF2-40B4-BE49-F238E27FC236}">
                            <a16:creationId xmlns:a16="http://schemas.microsoft.com/office/drawing/2014/main" id="{B833E5D1-11C1-46AC-8C39-2CDDFA1B64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10" name="Flowchart: Connector 3809">
                        <a:extLst>
                          <a:ext uri="{FF2B5EF4-FFF2-40B4-BE49-F238E27FC236}">
                            <a16:creationId xmlns:a16="http://schemas.microsoft.com/office/drawing/2014/main" id="{31596AD2-3E1F-4B9C-B758-D14FB63E40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1" name="3D Model 3810" descr="Sphere">
                            <a:extLst>
                              <a:ext uri="{FF2B5EF4-FFF2-40B4-BE49-F238E27FC236}">
                                <a16:creationId xmlns:a16="http://schemas.microsoft.com/office/drawing/2014/main" id="{E05204B0-F5A3-4210-AA38-51FF09A0430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20019570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11" name="3D Model 3810" descr="Sphere">
                            <a:extLst>
                              <a:ext uri="{FF2B5EF4-FFF2-40B4-BE49-F238E27FC236}">
                                <a16:creationId xmlns:a16="http://schemas.microsoft.com/office/drawing/2014/main" id="{E05204B0-F5A3-4210-AA38-51FF09A0430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01960" y="188667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12" name="Flowchart: Connector 3811">
                        <a:extLst>
                          <a:ext uri="{FF2B5EF4-FFF2-40B4-BE49-F238E27FC236}">
                            <a16:creationId xmlns:a16="http://schemas.microsoft.com/office/drawing/2014/main" id="{B6590C75-849F-471D-85E6-7F5BE05B83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3" name="3D Model 3812" descr="Sphere">
                            <a:extLst>
                              <a:ext uri="{FF2B5EF4-FFF2-40B4-BE49-F238E27FC236}">
                                <a16:creationId xmlns:a16="http://schemas.microsoft.com/office/drawing/2014/main" id="{D4B90526-314F-4C09-B007-4405C61AD9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5842005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14" name="Flowchart: Connector 3813">
                        <a:extLst>
                          <a:ext uri="{FF2B5EF4-FFF2-40B4-BE49-F238E27FC236}">
                            <a16:creationId xmlns:a16="http://schemas.microsoft.com/office/drawing/2014/main" id="{0E84D317-DDD9-432A-9790-465589A48A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5" name="3D Model 3814" descr="Sphere">
                            <a:extLst>
                              <a:ext uri="{FF2B5EF4-FFF2-40B4-BE49-F238E27FC236}">
                                <a16:creationId xmlns:a16="http://schemas.microsoft.com/office/drawing/2014/main" id="{C8C79E06-53F2-4365-8DC2-A014B5D6B47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4237673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16" name="Flowchart: Connector 3815">
                        <a:extLst>
                          <a:ext uri="{FF2B5EF4-FFF2-40B4-BE49-F238E27FC236}">
                            <a16:creationId xmlns:a16="http://schemas.microsoft.com/office/drawing/2014/main" id="{52C5EB95-112E-45E4-B447-61507C5E77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7" name="3D Model 3816" descr="Sphere">
                            <a:extLst>
                              <a:ext uri="{FF2B5EF4-FFF2-40B4-BE49-F238E27FC236}">
                                <a16:creationId xmlns:a16="http://schemas.microsoft.com/office/drawing/2014/main" id="{ABFE5A61-525A-429D-8CC4-ADFA24703A6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1282220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769" name="Group 3768">
                      <a:extLst>
                        <a:ext uri="{FF2B5EF4-FFF2-40B4-BE49-F238E27FC236}">
                          <a16:creationId xmlns:a16="http://schemas.microsoft.com/office/drawing/2014/main" id="{5BFCDDF1-286C-459D-A610-DE4C8EB9DD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3786" name="Flowchart: Connector 3785">
                        <a:extLst>
                          <a:ext uri="{FF2B5EF4-FFF2-40B4-BE49-F238E27FC236}">
                            <a16:creationId xmlns:a16="http://schemas.microsoft.com/office/drawing/2014/main" id="{5B5FDEBA-D8A9-4EF1-B584-052762354F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87" name="Flowchart: Connector 3786">
                        <a:extLst>
                          <a:ext uri="{FF2B5EF4-FFF2-40B4-BE49-F238E27FC236}">
                            <a16:creationId xmlns:a16="http://schemas.microsoft.com/office/drawing/2014/main" id="{D765E191-A642-4FD1-916F-06CC68AFA2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88" name="Flowchart: Connector 3787">
                        <a:extLst>
                          <a:ext uri="{FF2B5EF4-FFF2-40B4-BE49-F238E27FC236}">
                            <a16:creationId xmlns:a16="http://schemas.microsoft.com/office/drawing/2014/main" id="{6DC0F366-7F12-4628-B68B-006E81373A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89" name="Flowchart: Connector 3788">
                        <a:extLst>
                          <a:ext uri="{FF2B5EF4-FFF2-40B4-BE49-F238E27FC236}">
                            <a16:creationId xmlns:a16="http://schemas.microsoft.com/office/drawing/2014/main" id="{2FA78908-9A89-4CEB-B5BA-79361F642F4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0" name="Flowchart: Connector 3789">
                        <a:extLst>
                          <a:ext uri="{FF2B5EF4-FFF2-40B4-BE49-F238E27FC236}">
                            <a16:creationId xmlns:a16="http://schemas.microsoft.com/office/drawing/2014/main" id="{021733C7-BAFA-491D-A813-69ED66C035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1" name="Flowchart: Connector 3790">
                        <a:extLst>
                          <a:ext uri="{FF2B5EF4-FFF2-40B4-BE49-F238E27FC236}">
                            <a16:creationId xmlns:a16="http://schemas.microsoft.com/office/drawing/2014/main" id="{E851A123-45A8-4069-8E67-7FFE19231F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2" name="Flowchart: Connector 3791">
                        <a:extLst>
                          <a:ext uri="{FF2B5EF4-FFF2-40B4-BE49-F238E27FC236}">
                            <a16:creationId xmlns:a16="http://schemas.microsoft.com/office/drawing/2014/main" id="{9A52F99B-0DCE-4FD2-B47D-A7BD7E7537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3" name="Flowchart: Connector 3792">
                        <a:extLst>
                          <a:ext uri="{FF2B5EF4-FFF2-40B4-BE49-F238E27FC236}">
                            <a16:creationId xmlns:a16="http://schemas.microsoft.com/office/drawing/2014/main" id="{502D02B2-F641-45C1-A266-3CD144D878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4" name="Flowchart: Connector 3793">
                        <a:extLst>
                          <a:ext uri="{FF2B5EF4-FFF2-40B4-BE49-F238E27FC236}">
                            <a16:creationId xmlns:a16="http://schemas.microsoft.com/office/drawing/2014/main" id="{2C9C85B1-9554-4E75-9BB5-C32DFC6D2F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5" name="3D Model 3794" descr="Sphere">
                            <a:extLst>
                              <a:ext uri="{FF2B5EF4-FFF2-40B4-BE49-F238E27FC236}">
                                <a16:creationId xmlns:a16="http://schemas.microsoft.com/office/drawing/2014/main" id="{ACC1BE30-8F79-4600-9BC7-725FA8078FE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70453121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795" name="3D Model 3794" descr="Sphere">
                            <a:extLst>
                              <a:ext uri="{FF2B5EF4-FFF2-40B4-BE49-F238E27FC236}">
                                <a16:creationId xmlns:a16="http://schemas.microsoft.com/office/drawing/2014/main" id="{ACC1BE30-8F79-4600-9BC7-725FA8078FE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00279" y="182580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96" name="Flowchart: Connector 3795">
                        <a:extLst>
                          <a:ext uri="{FF2B5EF4-FFF2-40B4-BE49-F238E27FC236}">
                            <a16:creationId xmlns:a16="http://schemas.microsoft.com/office/drawing/2014/main" id="{9A72311C-EE77-4479-95C2-46FF95528D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7" name="3D Model 3796" descr="Sphere">
                            <a:extLst>
                              <a:ext uri="{FF2B5EF4-FFF2-40B4-BE49-F238E27FC236}">
                                <a16:creationId xmlns:a16="http://schemas.microsoft.com/office/drawing/2014/main" id="{4E122C72-9812-4F7F-82F7-CCDACC48EFB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025752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797" name="3D Model 3796" descr="Sphere">
                            <a:extLst>
                              <a:ext uri="{FF2B5EF4-FFF2-40B4-BE49-F238E27FC236}">
                                <a16:creationId xmlns:a16="http://schemas.microsoft.com/office/drawing/2014/main" id="{4E122C72-9812-4F7F-82F7-CCDACC48EFB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41980" y="184167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98" name="Flowchart: Connector 3797">
                        <a:extLst>
                          <a:ext uri="{FF2B5EF4-FFF2-40B4-BE49-F238E27FC236}">
                            <a16:creationId xmlns:a16="http://schemas.microsoft.com/office/drawing/2014/main" id="{A6CAE3CD-F6FE-4608-8BF9-C3DA1CF306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9" name="3D Model 3798" descr="Sphere">
                            <a:extLst>
                              <a:ext uri="{FF2B5EF4-FFF2-40B4-BE49-F238E27FC236}">
                                <a16:creationId xmlns:a16="http://schemas.microsoft.com/office/drawing/2014/main" id="{5A8E6BEF-487B-4DEC-A3C9-7339012936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05798918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00" name="Flowchart: Connector 3799">
                        <a:extLst>
                          <a:ext uri="{FF2B5EF4-FFF2-40B4-BE49-F238E27FC236}">
                            <a16:creationId xmlns:a16="http://schemas.microsoft.com/office/drawing/2014/main" id="{D10DB95B-DFC1-4103-B5CE-C6BB47B50A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01" name="3D Model 3800" descr="Sphere">
                            <a:extLst>
                              <a:ext uri="{FF2B5EF4-FFF2-40B4-BE49-F238E27FC236}">
                                <a16:creationId xmlns:a16="http://schemas.microsoft.com/office/drawing/2014/main" id="{539E5646-A104-4156-BC66-A9224D637EB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5423687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5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770" name="Flowchart: Connector 3769">
                      <a:extLst>
                        <a:ext uri="{FF2B5EF4-FFF2-40B4-BE49-F238E27FC236}">
                          <a16:creationId xmlns:a16="http://schemas.microsoft.com/office/drawing/2014/main" id="{0097CD33-3510-4EA1-9AAB-E4491C88FB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1" name="Flowchart: Connector 3770">
                      <a:extLst>
                        <a:ext uri="{FF2B5EF4-FFF2-40B4-BE49-F238E27FC236}">
                          <a16:creationId xmlns:a16="http://schemas.microsoft.com/office/drawing/2014/main" id="{9DE8498C-CD1A-4284-B771-4587537130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2" name="Flowchart: Connector 3771">
                      <a:extLst>
                        <a:ext uri="{FF2B5EF4-FFF2-40B4-BE49-F238E27FC236}">
                          <a16:creationId xmlns:a16="http://schemas.microsoft.com/office/drawing/2014/main" id="{61650D27-34CC-496C-BDDC-108D60EE5B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3" name="Flowchart: Connector 3772">
                      <a:extLst>
                        <a:ext uri="{FF2B5EF4-FFF2-40B4-BE49-F238E27FC236}">
                          <a16:creationId xmlns:a16="http://schemas.microsoft.com/office/drawing/2014/main" id="{6617E75C-1571-4AB4-9B96-04A463E8C3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4" name="Flowchart: Connector 3773">
                      <a:extLst>
                        <a:ext uri="{FF2B5EF4-FFF2-40B4-BE49-F238E27FC236}">
                          <a16:creationId xmlns:a16="http://schemas.microsoft.com/office/drawing/2014/main" id="{C1FBF846-69E4-4638-BD57-203E80F344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5" name="Flowchart: Connector 3774">
                      <a:extLst>
                        <a:ext uri="{FF2B5EF4-FFF2-40B4-BE49-F238E27FC236}">
                          <a16:creationId xmlns:a16="http://schemas.microsoft.com/office/drawing/2014/main" id="{D32E6360-918D-464A-A57F-F5C2FAEE92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6" name="Flowchart: Connector 3775">
                      <a:extLst>
                        <a:ext uri="{FF2B5EF4-FFF2-40B4-BE49-F238E27FC236}">
                          <a16:creationId xmlns:a16="http://schemas.microsoft.com/office/drawing/2014/main" id="{E21A7044-9FA5-40FA-9CF3-CC90BCDBE6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7" name="Flowchart: Connector 3776">
                      <a:extLst>
                        <a:ext uri="{FF2B5EF4-FFF2-40B4-BE49-F238E27FC236}">
                          <a16:creationId xmlns:a16="http://schemas.microsoft.com/office/drawing/2014/main" id="{111EEC75-F00B-4826-A7EF-190CF62755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8" name="Flowchart: Connector 3777">
                      <a:extLst>
                        <a:ext uri="{FF2B5EF4-FFF2-40B4-BE49-F238E27FC236}">
                          <a16:creationId xmlns:a16="http://schemas.microsoft.com/office/drawing/2014/main" id="{98D4E98F-AD26-46F2-94B0-57FC412634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79" name="3D Model 3778" descr="Sphere">
                          <a:extLst>
                            <a:ext uri="{FF2B5EF4-FFF2-40B4-BE49-F238E27FC236}">
                              <a16:creationId xmlns:a16="http://schemas.microsoft.com/office/drawing/2014/main" id="{8EC9F0A1-0560-4F1D-89D2-E61FAD07E04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5090257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4"/>
                            </am3d:raster>
                            <am3d:objViewport viewportSz="5757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79" name="3D Model 3778" descr="Sphere">
                          <a:extLst>
                            <a:ext uri="{FF2B5EF4-FFF2-40B4-BE49-F238E27FC236}">
                              <a16:creationId xmlns:a16="http://schemas.microsoft.com/office/drawing/2014/main" id="{8EC9F0A1-0560-4F1D-89D2-E61FAD07E04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201521" y="1766685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780" name="Flowchart: Connector 3779">
                      <a:extLst>
                        <a:ext uri="{FF2B5EF4-FFF2-40B4-BE49-F238E27FC236}">
                          <a16:creationId xmlns:a16="http://schemas.microsoft.com/office/drawing/2014/main" id="{8B4F9673-8B2D-4ED5-B49B-F869D972F2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81" name="3D Model 3780" descr="Sphere">
                          <a:extLst>
                            <a:ext uri="{FF2B5EF4-FFF2-40B4-BE49-F238E27FC236}">
                              <a16:creationId xmlns:a16="http://schemas.microsoft.com/office/drawing/2014/main" id="{DFB55B1D-EED3-4320-AD51-70AF26E406C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45488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81" name="3D Model 3780" descr="Sphere">
                          <a:extLst>
                            <a:ext uri="{FF2B5EF4-FFF2-40B4-BE49-F238E27FC236}">
                              <a16:creationId xmlns:a16="http://schemas.microsoft.com/office/drawing/2014/main" id="{DFB55B1D-EED3-4320-AD51-70AF26E406C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244245" y="1783697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782" name="Flowchart: Connector 3781">
                      <a:extLst>
                        <a:ext uri="{FF2B5EF4-FFF2-40B4-BE49-F238E27FC236}">
                          <a16:creationId xmlns:a16="http://schemas.microsoft.com/office/drawing/2014/main" id="{0BF940AA-91CF-4313-B925-1F800F676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83" name="3D Model 3782" descr="Sphere">
                          <a:extLst>
                            <a:ext uri="{FF2B5EF4-FFF2-40B4-BE49-F238E27FC236}">
                              <a16:creationId xmlns:a16="http://schemas.microsoft.com/office/drawing/2014/main" id="{9053F0FB-1ED3-4B63-B428-0830876B2ED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7857308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83" name="3D Model 3782" descr="Sphere">
                          <a:extLst>
                            <a:ext uri="{FF2B5EF4-FFF2-40B4-BE49-F238E27FC236}">
                              <a16:creationId xmlns:a16="http://schemas.microsoft.com/office/drawing/2014/main" id="{9053F0FB-1ED3-4B63-B428-0830876B2ED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86132" y="179271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784" name="Flowchart: Connector 3783">
                      <a:extLst>
                        <a:ext uri="{FF2B5EF4-FFF2-40B4-BE49-F238E27FC236}">
                          <a16:creationId xmlns:a16="http://schemas.microsoft.com/office/drawing/2014/main" id="{BDBDAEF3-E0D6-4E82-B56A-2F6CEE635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85" name="3D Model 3784" descr="Sphere">
                          <a:extLst>
                            <a:ext uri="{FF2B5EF4-FFF2-40B4-BE49-F238E27FC236}">
                              <a16:creationId xmlns:a16="http://schemas.microsoft.com/office/drawing/2014/main" id="{1C9C13FB-11EA-4866-B26A-DD61B49C70F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54435219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85" name="3D Model 3784" descr="Sphere">
                          <a:extLst>
                            <a:ext uri="{FF2B5EF4-FFF2-40B4-BE49-F238E27FC236}">
                              <a16:creationId xmlns:a16="http://schemas.microsoft.com/office/drawing/2014/main" id="{1C9C13FB-11EA-4866-B26A-DD61B49C70F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332758" y="1809107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3675" name="Group 3674">
                  <a:extLst>
                    <a:ext uri="{FF2B5EF4-FFF2-40B4-BE49-F238E27FC236}">
                      <a16:creationId xmlns:a16="http://schemas.microsoft.com/office/drawing/2014/main" id="{F9891BCE-525D-4306-98A1-29BE9819C4D5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45" name="Freeform: Shape 3744">
                    <a:extLst>
                      <a:ext uri="{FF2B5EF4-FFF2-40B4-BE49-F238E27FC236}">
                        <a16:creationId xmlns:a16="http://schemas.microsoft.com/office/drawing/2014/main" id="{4FF9244D-37C0-4C63-A546-AC71E52B07D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6" name="Rectangle: Rounded Corners 3745">
                    <a:extLst>
                      <a:ext uri="{FF2B5EF4-FFF2-40B4-BE49-F238E27FC236}">
                        <a16:creationId xmlns:a16="http://schemas.microsoft.com/office/drawing/2014/main" id="{D7E59F13-DCD4-438E-B475-4496DA44CDD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6" name="Group 3675">
                  <a:extLst>
                    <a:ext uri="{FF2B5EF4-FFF2-40B4-BE49-F238E27FC236}">
                      <a16:creationId xmlns:a16="http://schemas.microsoft.com/office/drawing/2014/main" id="{08D26676-B682-4050-A004-F52BB336BEB1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43" name="Freeform: Shape 3742">
                    <a:extLst>
                      <a:ext uri="{FF2B5EF4-FFF2-40B4-BE49-F238E27FC236}">
                        <a16:creationId xmlns:a16="http://schemas.microsoft.com/office/drawing/2014/main" id="{046E1EF1-852D-462C-ADA6-D8A0888E010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4" name="Rectangle: Rounded Corners 3743">
                    <a:extLst>
                      <a:ext uri="{FF2B5EF4-FFF2-40B4-BE49-F238E27FC236}">
                        <a16:creationId xmlns:a16="http://schemas.microsoft.com/office/drawing/2014/main" id="{19C1173E-1EB9-4E01-AD28-59605A69A75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7" name="Group 3676">
                  <a:extLst>
                    <a:ext uri="{FF2B5EF4-FFF2-40B4-BE49-F238E27FC236}">
                      <a16:creationId xmlns:a16="http://schemas.microsoft.com/office/drawing/2014/main" id="{ABCE1412-B990-4D14-BC4D-FF77A48BAC3B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3741" name="Freeform: Shape 3740">
                    <a:extLst>
                      <a:ext uri="{FF2B5EF4-FFF2-40B4-BE49-F238E27FC236}">
                        <a16:creationId xmlns:a16="http://schemas.microsoft.com/office/drawing/2014/main" id="{4E4F5F23-9D23-42B2-B653-61B2968812E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2" name="Rectangle: Rounded Corners 3741">
                    <a:extLst>
                      <a:ext uri="{FF2B5EF4-FFF2-40B4-BE49-F238E27FC236}">
                        <a16:creationId xmlns:a16="http://schemas.microsoft.com/office/drawing/2014/main" id="{E8B532E0-6A4E-4B36-AF82-DAA257FEC68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8" name="Group 3677">
                  <a:extLst>
                    <a:ext uri="{FF2B5EF4-FFF2-40B4-BE49-F238E27FC236}">
                      <a16:creationId xmlns:a16="http://schemas.microsoft.com/office/drawing/2014/main" id="{A30B3669-BDEF-465E-A54C-50AB3BFD53D9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39" name="Freeform: Shape 3738">
                    <a:extLst>
                      <a:ext uri="{FF2B5EF4-FFF2-40B4-BE49-F238E27FC236}">
                        <a16:creationId xmlns:a16="http://schemas.microsoft.com/office/drawing/2014/main" id="{EECD0E8F-7375-426A-ACC4-6D27D58353C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0" name="Rectangle: Rounded Corners 3739">
                    <a:extLst>
                      <a:ext uri="{FF2B5EF4-FFF2-40B4-BE49-F238E27FC236}">
                        <a16:creationId xmlns:a16="http://schemas.microsoft.com/office/drawing/2014/main" id="{CEE0667C-9160-4AAE-882C-9C440AC6C1F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9" name="Group 3678">
                  <a:extLst>
                    <a:ext uri="{FF2B5EF4-FFF2-40B4-BE49-F238E27FC236}">
                      <a16:creationId xmlns:a16="http://schemas.microsoft.com/office/drawing/2014/main" id="{3A2C7F74-8A39-45EE-BA44-3C0E01E51FF2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37" name="Freeform: Shape 3736">
                    <a:extLst>
                      <a:ext uri="{FF2B5EF4-FFF2-40B4-BE49-F238E27FC236}">
                        <a16:creationId xmlns:a16="http://schemas.microsoft.com/office/drawing/2014/main" id="{7F9916E6-8057-4226-AE6E-CFD6456FE5C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8" name="Rectangle: Rounded Corners 3737">
                    <a:extLst>
                      <a:ext uri="{FF2B5EF4-FFF2-40B4-BE49-F238E27FC236}">
                        <a16:creationId xmlns:a16="http://schemas.microsoft.com/office/drawing/2014/main" id="{C09BAD05-DBFF-4DB9-9F93-68349B79091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0" name="Group 3679">
                  <a:extLst>
                    <a:ext uri="{FF2B5EF4-FFF2-40B4-BE49-F238E27FC236}">
                      <a16:creationId xmlns:a16="http://schemas.microsoft.com/office/drawing/2014/main" id="{3D15000C-4B0D-4BDA-911A-847D7FDB0E1A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35" name="Freeform: Shape 3734">
                    <a:extLst>
                      <a:ext uri="{FF2B5EF4-FFF2-40B4-BE49-F238E27FC236}">
                        <a16:creationId xmlns:a16="http://schemas.microsoft.com/office/drawing/2014/main" id="{5812BB69-48F8-41F8-A8E0-A2F8D11FF98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6" name="Rectangle: Rounded Corners 3735">
                    <a:extLst>
                      <a:ext uri="{FF2B5EF4-FFF2-40B4-BE49-F238E27FC236}">
                        <a16:creationId xmlns:a16="http://schemas.microsoft.com/office/drawing/2014/main" id="{8122478A-D74E-4425-963E-47C41EC90AF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1" name="Group 3680">
                  <a:extLst>
                    <a:ext uri="{FF2B5EF4-FFF2-40B4-BE49-F238E27FC236}">
                      <a16:creationId xmlns:a16="http://schemas.microsoft.com/office/drawing/2014/main" id="{1A6BD781-E44C-44ED-9FE9-F67A04DE030B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33" name="Freeform: Shape 3732">
                    <a:extLst>
                      <a:ext uri="{FF2B5EF4-FFF2-40B4-BE49-F238E27FC236}">
                        <a16:creationId xmlns:a16="http://schemas.microsoft.com/office/drawing/2014/main" id="{4C50536F-1CFC-4EE5-9E2D-1BA1880BA4C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4" name="Rectangle: Rounded Corners 3733">
                    <a:extLst>
                      <a:ext uri="{FF2B5EF4-FFF2-40B4-BE49-F238E27FC236}">
                        <a16:creationId xmlns:a16="http://schemas.microsoft.com/office/drawing/2014/main" id="{E3D11DC5-564C-477E-BD41-A28D1A7D535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2" name="Group 3681">
                  <a:extLst>
                    <a:ext uri="{FF2B5EF4-FFF2-40B4-BE49-F238E27FC236}">
                      <a16:creationId xmlns:a16="http://schemas.microsoft.com/office/drawing/2014/main" id="{1C92811F-1071-47F3-A019-06A7B61AD647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31" name="Freeform: Shape 3730">
                    <a:extLst>
                      <a:ext uri="{FF2B5EF4-FFF2-40B4-BE49-F238E27FC236}">
                        <a16:creationId xmlns:a16="http://schemas.microsoft.com/office/drawing/2014/main" id="{9B7DE805-B14E-4DE2-95EE-9A27C8327B9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2" name="Rectangle: Rounded Corners 3731">
                    <a:extLst>
                      <a:ext uri="{FF2B5EF4-FFF2-40B4-BE49-F238E27FC236}">
                        <a16:creationId xmlns:a16="http://schemas.microsoft.com/office/drawing/2014/main" id="{50198F8B-788D-4B6D-998D-BEC60EABF31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3" name="Group 3682">
                  <a:extLst>
                    <a:ext uri="{FF2B5EF4-FFF2-40B4-BE49-F238E27FC236}">
                      <a16:creationId xmlns:a16="http://schemas.microsoft.com/office/drawing/2014/main" id="{403CAB26-2710-4133-8FD2-488A3FCC6587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29" name="Freeform: Shape 3728">
                    <a:extLst>
                      <a:ext uri="{FF2B5EF4-FFF2-40B4-BE49-F238E27FC236}">
                        <a16:creationId xmlns:a16="http://schemas.microsoft.com/office/drawing/2014/main" id="{E04CEBA3-6AE1-4134-BBA7-8D5A291E7C3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0" name="Rectangle: Rounded Corners 3729">
                    <a:extLst>
                      <a:ext uri="{FF2B5EF4-FFF2-40B4-BE49-F238E27FC236}">
                        <a16:creationId xmlns:a16="http://schemas.microsoft.com/office/drawing/2014/main" id="{D08EF9AF-F98A-4707-8673-48CF94D4DCF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4" name="Group 3683">
                  <a:extLst>
                    <a:ext uri="{FF2B5EF4-FFF2-40B4-BE49-F238E27FC236}">
                      <a16:creationId xmlns:a16="http://schemas.microsoft.com/office/drawing/2014/main" id="{46E6BD9D-16F0-42B5-ACBF-86316BE27E4D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3727" name="Freeform: Shape 3726">
                    <a:extLst>
                      <a:ext uri="{FF2B5EF4-FFF2-40B4-BE49-F238E27FC236}">
                        <a16:creationId xmlns:a16="http://schemas.microsoft.com/office/drawing/2014/main" id="{9BC89093-A86B-4CD5-B452-243E2CD3677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8" name="Rectangle: Rounded Corners 3727">
                    <a:extLst>
                      <a:ext uri="{FF2B5EF4-FFF2-40B4-BE49-F238E27FC236}">
                        <a16:creationId xmlns:a16="http://schemas.microsoft.com/office/drawing/2014/main" id="{A307E9EA-B2D6-490E-9D7D-853B7F63BFF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5" name="Group 3684">
                  <a:extLst>
                    <a:ext uri="{FF2B5EF4-FFF2-40B4-BE49-F238E27FC236}">
                      <a16:creationId xmlns:a16="http://schemas.microsoft.com/office/drawing/2014/main" id="{E8F8E848-8F29-4AE0-BB77-08014584EB72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25" name="Freeform: Shape 3724">
                    <a:extLst>
                      <a:ext uri="{FF2B5EF4-FFF2-40B4-BE49-F238E27FC236}">
                        <a16:creationId xmlns:a16="http://schemas.microsoft.com/office/drawing/2014/main" id="{A5FEB09A-5DB6-4DF9-94F6-0821AFDA7DA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6" name="Rectangle: Rounded Corners 3725">
                    <a:extLst>
                      <a:ext uri="{FF2B5EF4-FFF2-40B4-BE49-F238E27FC236}">
                        <a16:creationId xmlns:a16="http://schemas.microsoft.com/office/drawing/2014/main" id="{BB7D3F45-D218-40E8-A427-2256691B75F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6" name="Group 3685">
                  <a:extLst>
                    <a:ext uri="{FF2B5EF4-FFF2-40B4-BE49-F238E27FC236}">
                      <a16:creationId xmlns:a16="http://schemas.microsoft.com/office/drawing/2014/main" id="{473B0F4B-D3A1-42D4-B18B-65DC6A0E740B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23" name="Freeform: Shape 3722">
                    <a:extLst>
                      <a:ext uri="{FF2B5EF4-FFF2-40B4-BE49-F238E27FC236}">
                        <a16:creationId xmlns:a16="http://schemas.microsoft.com/office/drawing/2014/main" id="{537FF50C-21C4-4C4A-96EA-DCD0EACE46B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4" name="Rectangle: Rounded Corners 3723">
                    <a:extLst>
                      <a:ext uri="{FF2B5EF4-FFF2-40B4-BE49-F238E27FC236}">
                        <a16:creationId xmlns:a16="http://schemas.microsoft.com/office/drawing/2014/main" id="{98D52125-5A09-4D6C-AB29-B997F2D5BA2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7" name="Group 3686">
                  <a:extLst>
                    <a:ext uri="{FF2B5EF4-FFF2-40B4-BE49-F238E27FC236}">
                      <a16:creationId xmlns:a16="http://schemas.microsoft.com/office/drawing/2014/main" id="{72150550-F62D-4450-B105-87DDE408248C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21" name="Freeform: Shape 3720">
                    <a:extLst>
                      <a:ext uri="{FF2B5EF4-FFF2-40B4-BE49-F238E27FC236}">
                        <a16:creationId xmlns:a16="http://schemas.microsoft.com/office/drawing/2014/main" id="{915149FC-3121-4901-9541-78FEE877D4B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2" name="Rectangle: Rounded Corners 3721">
                    <a:extLst>
                      <a:ext uri="{FF2B5EF4-FFF2-40B4-BE49-F238E27FC236}">
                        <a16:creationId xmlns:a16="http://schemas.microsoft.com/office/drawing/2014/main" id="{1DB9FC70-1F3F-4DAE-AB42-F307662F95C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8" name="Group 3687">
                  <a:extLst>
                    <a:ext uri="{FF2B5EF4-FFF2-40B4-BE49-F238E27FC236}">
                      <a16:creationId xmlns:a16="http://schemas.microsoft.com/office/drawing/2014/main" id="{5F65F104-1FA4-4D62-96AA-7EDB5ECA540B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19" name="Freeform: Shape 3718">
                    <a:extLst>
                      <a:ext uri="{FF2B5EF4-FFF2-40B4-BE49-F238E27FC236}">
                        <a16:creationId xmlns:a16="http://schemas.microsoft.com/office/drawing/2014/main" id="{EC14BD0B-05DC-4520-A295-23CAE172797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0" name="Rectangle: Rounded Corners 3719">
                    <a:extLst>
                      <a:ext uri="{FF2B5EF4-FFF2-40B4-BE49-F238E27FC236}">
                        <a16:creationId xmlns:a16="http://schemas.microsoft.com/office/drawing/2014/main" id="{25F597B4-DA0C-451E-B5DC-B8E7D16782B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9" name="Group 3688">
                  <a:extLst>
                    <a:ext uri="{FF2B5EF4-FFF2-40B4-BE49-F238E27FC236}">
                      <a16:creationId xmlns:a16="http://schemas.microsoft.com/office/drawing/2014/main" id="{260C8CFA-3124-49ED-AC8A-5B54489F16C7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17" name="Freeform: Shape 3716">
                    <a:extLst>
                      <a:ext uri="{FF2B5EF4-FFF2-40B4-BE49-F238E27FC236}">
                        <a16:creationId xmlns:a16="http://schemas.microsoft.com/office/drawing/2014/main" id="{FDC67407-D999-4070-9737-757D2E1279D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8" name="Rectangle: Rounded Corners 3717">
                    <a:extLst>
                      <a:ext uri="{FF2B5EF4-FFF2-40B4-BE49-F238E27FC236}">
                        <a16:creationId xmlns:a16="http://schemas.microsoft.com/office/drawing/2014/main" id="{804FFF1B-50C0-4BC1-B54C-C086A24277B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0" name="Group 3689">
                  <a:extLst>
                    <a:ext uri="{FF2B5EF4-FFF2-40B4-BE49-F238E27FC236}">
                      <a16:creationId xmlns:a16="http://schemas.microsoft.com/office/drawing/2014/main" id="{C9563E68-AF6D-4A81-9B45-0D09D4B663BA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15" name="Freeform: Shape 3714">
                    <a:extLst>
                      <a:ext uri="{FF2B5EF4-FFF2-40B4-BE49-F238E27FC236}">
                        <a16:creationId xmlns:a16="http://schemas.microsoft.com/office/drawing/2014/main" id="{EA582802-405A-4A39-8372-4447232AD65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6" name="Rectangle: Rounded Corners 3715">
                    <a:extLst>
                      <a:ext uri="{FF2B5EF4-FFF2-40B4-BE49-F238E27FC236}">
                        <a16:creationId xmlns:a16="http://schemas.microsoft.com/office/drawing/2014/main" id="{9FE64D52-6680-4297-94C4-8587C87302E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1" name="Group 3690">
                  <a:extLst>
                    <a:ext uri="{FF2B5EF4-FFF2-40B4-BE49-F238E27FC236}">
                      <a16:creationId xmlns:a16="http://schemas.microsoft.com/office/drawing/2014/main" id="{B3A385D4-B0E9-4D20-9984-E1D22A7E98BF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13" name="Freeform: Shape 3712">
                    <a:extLst>
                      <a:ext uri="{FF2B5EF4-FFF2-40B4-BE49-F238E27FC236}">
                        <a16:creationId xmlns:a16="http://schemas.microsoft.com/office/drawing/2014/main" id="{4F65B218-B3D2-4636-8E12-23ED53FFAAC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4" name="Rectangle: Rounded Corners 3713">
                    <a:extLst>
                      <a:ext uri="{FF2B5EF4-FFF2-40B4-BE49-F238E27FC236}">
                        <a16:creationId xmlns:a16="http://schemas.microsoft.com/office/drawing/2014/main" id="{A0EDE49F-2D73-4D7E-B940-6EE75E4FA80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2" name="Group 3691">
                  <a:extLst>
                    <a:ext uri="{FF2B5EF4-FFF2-40B4-BE49-F238E27FC236}">
                      <a16:creationId xmlns:a16="http://schemas.microsoft.com/office/drawing/2014/main" id="{1B777DAE-4A6D-48C0-90AB-3DA5BCF1BD92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11" name="Freeform: Shape 3710">
                    <a:extLst>
                      <a:ext uri="{FF2B5EF4-FFF2-40B4-BE49-F238E27FC236}">
                        <a16:creationId xmlns:a16="http://schemas.microsoft.com/office/drawing/2014/main" id="{C5D7086C-5CCD-414C-8281-B0D7605778E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2" name="Rectangle: Rounded Corners 3711">
                    <a:extLst>
                      <a:ext uri="{FF2B5EF4-FFF2-40B4-BE49-F238E27FC236}">
                        <a16:creationId xmlns:a16="http://schemas.microsoft.com/office/drawing/2014/main" id="{68FF44D3-6C29-4145-8133-B3A95E251B2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3" name="Group 3692">
                  <a:extLst>
                    <a:ext uri="{FF2B5EF4-FFF2-40B4-BE49-F238E27FC236}">
                      <a16:creationId xmlns:a16="http://schemas.microsoft.com/office/drawing/2014/main" id="{D1BFF0AD-CF83-4CA5-9478-BBC2EF977ACB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09" name="Freeform: Shape 3708">
                    <a:extLst>
                      <a:ext uri="{FF2B5EF4-FFF2-40B4-BE49-F238E27FC236}">
                        <a16:creationId xmlns:a16="http://schemas.microsoft.com/office/drawing/2014/main" id="{4D44D76C-FE7A-4908-94FF-0361C8956E6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0" name="Rectangle: Rounded Corners 3709">
                    <a:extLst>
                      <a:ext uri="{FF2B5EF4-FFF2-40B4-BE49-F238E27FC236}">
                        <a16:creationId xmlns:a16="http://schemas.microsoft.com/office/drawing/2014/main" id="{8AE61000-F35B-49AE-99A2-6F941C7D014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4" name="Group 3693">
                  <a:extLst>
                    <a:ext uri="{FF2B5EF4-FFF2-40B4-BE49-F238E27FC236}">
                      <a16:creationId xmlns:a16="http://schemas.microsoft.com/office/drawing/2014/main" id="{DD5C9DF9-882E-487B-8D81-8D20958EA1FC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07" name="Freeform: Shape 3706">
                    <a:extLst>
                      <a:ext uri="{FF2B5EF4-FFF2-40B4-BE49-F238E27FC236}">
                        <a16:creationId xmlns:a16="http://schemas.microsoft.com/office/drawing/2014/main" id="{BB962DE3-2D2C-4655-A88A-A80ACAF84C6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8" name="Rectangle: Rounded Corners 3707">
                    <a:extLst>
                      <a:ext uri="{FF2B5EF4-FFF2-40B4-BE49-F238E27FC236}">
                        <a16:creationId xmlns:a16="http://schemas.microsoft.com/office/drawing/2014/main" id="{5E38E766-5163-480B-821F-F8C3CE75D2F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5" name="Group 3694">
                  <a:extLst>
                    <a:ext uri="{FF2B5EF4-FFF2-40B4-BE49-F238E27FC236}">
                      <a16:creationId xmlns:a16="http://schemas.microsoft.com/office/drawing/2014/main" id="{9DC79392-54DF-414C-9158-929FEAF4D670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05" name="Freeform: Shape 3704">
                    <a:extLst>
                      <a:ext uri="{FF2B5EF4-FFF2-40B4-BE49-F238E27FC236}">
                        <a16:creationId xmlns:a16="http://schemas.microsoft.com/office/drawing/2014/main" id="{826EF599-7F5E-4FE4-BFB7-D08B173A600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6" name="Rectangle: Rounded Corners 3705">
                    <a:extLst>
                      <a:ext uri="{FF2B5EF4-FFF2-40B4-BE49-F238E27FC236}">
                        <a16:creationId xmlns:a16="http://schemas.microsoft.com/office/drawing/2014/main" id="{3C8912CC-3DE3-425F-86A7-A3A8F4E3EEE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6" name="Group 3695">
                  <a:extLst>
                    <a:ext uri="{FF2B5EF4-FFF2-40B4-BE49-F238E27FC236}">
                      <a16:creationId xmlns:a16="http://schemas.microsoft.com/office/drawing/2014/main" id="{82DCA294-9D44-436B-A5F4-74820834BC72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03" name="Freeform: Shape 3702">
                    <a:extLst>
                      <a:ext uri="{FF2B5EF4-FFF2-40B4-BE49-F238E27FC236}">
                        <a16:creationId xmlns:a16="http://schemas.microsoft.com/office/drawing/2014/main" id="{66B69EFB-5494-4B0A-B979-3406E4306AE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4" name="Rectangle: Rounded Corners 3703">
                    <a:extLst>
                      <a:ext uri="{FF2B5EF4-FFF2-40B4-BE49-F238E27FC236}">
                        <a16:creationId xmlns:a16="http://schemas.microsoft.com/office/drawing/2014/main" id="{88D671D6-C0C8-46E1-BD74-796F67843F9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7" name="Group 3696">
                  <a:extLst>
                    <a:ext uri="{FF2B5EF4-FFF2-40B4-BE49-F238E27FC236}">
                      <a16:creationId xmlns:a16="http://schemas.microsoft.com/office/drawing/2014/main" id="{81993538-2F7B-4807-BAA7-55172B87EEE8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01" name="Freeform: Shape 3700">
                    <a:extLst>
                      <a:ext uri="{FF2B5EF4-FFF2-40B4-BE49-F238E27FC236}">
                        <a16:creationId xmlns:a16="http://schemas.microsoft.com/office/drawing/2014/main" id="{1C7EAFF8-4FA9-4A5F-A1B5-6FDE1036705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2" name="Rectangle: Rounded Corners 3701">
                    <a:extLst>
                      <a:ext uri="{FF2B5EF4-FFF2-40B4-BE49-F238E27FC236}">
                        <a16:creationId xmlns:a16="http://schemas.microsoft.com/office/drawing/2014/main" id="{DDFDD373-7B40-4621-A7B6-BB9023B0948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8" name="Group 3697">
                  <a:extLst>
                    <a:ext uri="{FF2B5EF4-FFF2-40B4-BE49-F238E27FC236}">
                      <a16:creationId xmlns:a16="http://schemas.microsoft.com/office/drawing/2014/main" id="{04417EE9-6BAE-4AC9-9EA8-E02C469E2894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699" name="Freeform: Shape 3698">
                    <a:extLst>
                      <a:ext uri="{FF2B5EF4-FFF2-40B4-BE49-F238E27FC236}">
                        <a16:creationId xmlns:a16="http://schemas.microsoft.com/office/drawing/2014/main" id="{405D75DE-1526-4420-A9C7-176A795513A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0" name="Rectangle: Rounded Corners 3699">
                    <a:extLst>
                      <a:ext uri="{FF2B5EF4-FFF2-40B4-BE49-F238E27FC236}">
                        <a16:creationId xmlns:a16="http://schemas.microsoft.com/office/drawing/2014/main" id="{37965E9D-A043-4CA4-AF9C-AE82B5C78C5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3669" name="Freeform: Shape 3668">
                <a:extLst>
                  <a:ext uri="{FF2B5EF4-FFF2-40B4-BE49-F238E27FC236}">
                    <a16:creationId xmlns:a16="http://schemas.microsoft.com/office/drawing/2014/main" id="{D462C22E-1B3F-4078-9832-BA81EEF707DB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70" name="Freeform: Shape 3669">
                <a:extLst>
                  <a:ext uri="{FF2B5EF4-FFF2-40B4-BE49-F238E27FC236}">
                    <a16:creationId xmlns:a16="http://schemas.microsoft.com/office/drawing/2014/main" id="{4638F4E3-E59A-44D0-85F0-C5905274B7E6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71" name="Freeform: Shape 3670">
                <a:extLst>
                  <a:ext uri="{FF2B5EF4-FFF2-40B4-BE49-F238E27FC236}">
                    <a16:creationId xmlns:a16="http://schemas.microsoft.com/office/drawing/2014/main" id="{29A5254E-85D6-4763-A6D1-FDC0EF2654C4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4034" name="Group 4033">
            <a:extLst>
              <a:ext uri="{FF2B5EF4-FFF2-40B4-BE49-F238E27FC236}">
                <a16:creationId xmlns:a16="http://schemas.microsoft.com/office/drawing/2014/main" id="{071131C4-9F57-469D-9A57-D6B7DC94C9B7}"/>
              </a:ext>
            </a:extLst>
          </p:cNvPr>
          <p:cNvGrpSpPr/>
          <p:nvPr/>
        </p:nvGrpSpPr>
        <p:grpSpPr>
          <a:xfrm>
            <a:off x="3348243" y="1613177"/>
            <a:ext cx="531923" cy="573923"/>
            <a:chOff x="163719" y="1822501"/>
            <a:chExt cx="3062199" cy="3047160"/>
          </a:xfrm>
        </p:grpSpPr>
        <p:grpSp>
          <p:nvGrpSpPr>
            <p:cNvPr id="4035" name="Group 4034">
              <a:extLst>
                <a:ext uri="{FF2B5EF4-FFF2-40B4-BE49-F238E27FC236}">
                  <a16:creationId xmlns:a16="http://schemas.microsoft.com/office/drawing/2014/main" id="{F4635B34-C7C1-4A48-BCEC-C69AFBFAF2EA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4039" name="Group 4038">
                <a:extLst>
                  <a:ext uri="{FF2B5EF4-FFF2-40B4-BE49-F238E27FC236}">
                    <a16:creationId xmlns:a16="http://schemas.microsoft.com/office/drawing/2014/main" id="{6AC580E6-70A6-43E0-A597-344B4049BB1F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4398" name="Freeform: Shape 4397">
                  <a:extLst>
                    <a:ext uri="{FF2B5EF4-FFF2-40B4-BE49-F238E27FC236}">
                      <a16:creationId xmlns:a16="http://schemas.microsoft.com/office/drawing/2014/main" id="{8FD98873-E138-4831-9EB1-C9F600B3A52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99" name="Rectangle: Rounded Corners 4398">
                  <a:extLst>
                    <a:ext uri="{FF2B5EF4-FFF2-40B4-BE49-F238E27FC236}">
                      <a16:creationId xmlns:a16="http://schemas.microsoft.com/office/drawing/2014/main" id="{FB8B5705-5A56-49BF-AA55-72325FA4917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0" name="Group 4039">
                <a:extLst>
                  <a:ext uri="{FF2B5EF4-FFF2-40B4-BE49-F238E27FC236}">
                    <a16:creationId xmlns:a16="http://schemas.microsoft.com/office/drawing/2014/main" id="{0A3C060F-34AB-4226-AF04-229A36591022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4396" name="Freeform: Shape 4395">
                  <a:extLst>
                    <a:ext uri="{FF2B5EF4-FFF2-40B4-BE49-F238E27FC236}">
                      <a16:creationId xmlns:a16="http://schemas.microsoft.com/office/drawing/2014/main" id="{C8CB180E-49E1-4383-8373-B10AF21212F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97" name="Rectangle: Rounded Corners 4396">
                  <a:extLst>
                    <a:ext uri="{FF2B5EF4-FFF2-40B4-BE49-F238E27FC236}">
                      <a16:creationId xmlns:a16="http://schemas.microsoft.com/office/drawing/2014/main" id="{667E34BB-1E92-4F12-8940-9BF3D645C50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1" name="Group 4040">
                <a:extLst>
                  <a:ext uri="{FF2B5EF4-FFF2-40B4-BE49-F238E27FC236}">
                    <a16:creationId xmlns:a16="http://schemas.microsoft.com/office/drawing/2014/main" id="{B82DDE57-300F-4DE8-A0C0-EDC6EF461771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4114" name="Group 4113">
                  <a:extLst>
                    <a:ext uri="{FF2B5EF4-FFF2-40B4-BE49-F238E27FC236}">
                      <a16:creationId xmlns:a16="http://schemas.microsoft.com/office/drawing/2014/main" id="{F9C56330-7C1E-47D4-8DC7-81814C17F759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4335" name="Group 4334">
                    <a:extLst>
                      <a:ext uri="{FF2B5EF4-FFF2-40B4-BE49-F238E27FC236}">
                        <a16:creationId xmlns:a16="http://schemas.microsoft.com/office/drawing/2014/main" id="{672CD568-E7EE-4549-A104-598E59411D23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4392" name="Flowchart: Connector 4391">
                      <a:extLst>
                        <a:ext uri="{FF2B5EF4-FFF2-40B4-BE49-F238E27FC236}">
                          <a16:creationId xmlns:a16="http://schemas.microsoft.com/office/drawing/2014/main" id="{376E4604-8CDF-4AAD-9DF4-7EE52136C5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93" name="Flowchart: Connector 4392">
                      <a:extLst>
                        <a:ext uri="{FF2B5EF4-FFF2-40B4-BE49-F238E27FC236}">
                          <a16:creationId xmlns:a16="http://schemas.microsoft.com/office/drawing/2014/main" id="{5E7DBEE5-6606-4775-BC73-F533BCD18E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94" name="Flowchart: Connector 4393">
                      <a:extLst>
                        <a:ext uri="{FF2B5EF4-FFF2-40B4-BE49-F238E27FC236}">
                          <a16:creationId xmlns:a16="http://schemas.microsoft.com/office/drawing/2014/main" id="{C4885035-7CC3-4EBB-A35C-FC815BA59E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95" name="Flowchart: Connector 4394">
                      <a:extLst>
                        <a:ext uri="{FF2B5EF4-FFF2-40B4-BE49-F238E27FC236}">
                          <a16:creationId xmlns:a16="http://schemas.microsoft.com/office/drawing/2014/main" id="{10CD00DE-8FA6-40B0-A0B2-7082A00AD7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336" name="Group 4335">
                    <a:extLst>
                      <a:ext uri="{FF2B5EF4-FFF2-40B4-BE49-F238E27FC236}">
                        <a16:creationId xmlns:a16="http://schemas.microsoft.com/office/drawing/2014/main" id="{6DAD4CEE-FE59-4C15-9962-E552C317D329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4337" name="Group 4336">
                      <a:extLst>
                        <a:ext uri="{FF2B5EF4-FFF2-40B4-BE49-F238E27FC236}">
                          <a16:creationId xmlns:a16="http://schemas.microsoft.com/office/drawing/2014/main" id="{B3928BCB-85AB-4F60-B0CA-CB5FAECA4E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5" name="3D Model 4384" descr="Sphere">
                            <a:extLst>
                              <a:ext uri="{FF2B5EF4-FFF2-40B4-BE49-F238E27FC236}">
                                <a16:creationId xmlns:a16="http://schemas.microsoft.com/office/drawing/2014/main" id="{ADB37DE6-61E2-4C7A-85A4-8E506510096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9978382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6" name="Flowchart: Connector 4385">
                        <a:extLst>
                          <a:ext uri="{FF2B5EF4-FFF2-40B4-BE49-F238E27FC236}">
                            <a16:creationId xmlns:a16="http://schemas.microsoft.com/office/drawing/2014/main" id="{E0B3BBDF-A308-46EC-9A9B-56867F43D7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7" name="3D Model 4386" descr="Sphere">
                            <a:extLst>
                              <a:ext uri="{FF2B5EF4-FFF2-40B4-BE49-F238E27FC236}">
                                <a16:creationId xmlns:a16="http://schemas.microsoft.com/office/drawing/2014/main" id="{2D2CA1CF-6410-4400-9538-490E7D46A7D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0044218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8" name="Flowchart: Connector 4387">
                        <a:extLst>
                          <a:ext uri="{FF2B5EF4-FFF2-40B4-BE49-F238E27FC236}">
                            <a16:creationId xmlns:a16="http://schemas.microsoft.com/office/drawing/2014/main" id="{96A67CC6-6A4C-42B3-AA40-0236ECE3CB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9" name="3D Model 4388" descr="Sphere">
                            <a:extLst>
                              <a:ext uri="{FF2B5EF4-FFF2-40B4-BE49-F238E27FC236}">
                                <a16:creationId xmlns:a16="http://schemas.microsoft.com/office/drawing/2014/main" id="{652C6CA8-CA2C-452F-8D2B-741285D6C1D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6290061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90" name="Flowchart: Connector 4389">
                        <a:extLst>
                          <a:ext uri="{FF2B5EF4-FFF2-40B4-BE49-F238E27FC236}">
                            <a16:creationId xmlns:a16="http://schemas.microsoft.com/office/drawing/2014/main" id="{32FFD74C-9F22-4228-A912-8595212FEEC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91" name="3D Model 4390" descr="Sphere">
                            <a:extLst>
                              <a:ext uri="{FF2B5EF4-FFF2-40B4-BE49-F238E27FC236}">
                                <a16:creationId xmlns:a16="http://schemas.microsoft.com/office/drawing/2014/main" id="{4DDECEE8-0BDD-4EAA-BC18-D6FEFAFEDB6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8107947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338" name="Group 4337">
                      <a:extLst>
                        <a:ext uri="{FF2B5EF4-FFF2-40B4-BE49-F238E27FC236}">
                          <a16:creationId xmlns:a16="http://schemas.microsoft.com/office/drawing/2014/main" id="{4300C94C-CF34-4ED4-B6A2-ED87DB90EA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4370" name="Flowchart: Connector 4369">
                        <a:extLst>
                          <a:ext uri="{FF2B5EF4-FFF2-40B4-BE49-F238E27FC236}">
                            <a16:creationId xmlns:a16="http://schemas.microsoft.com/office/drawing/2014/main" id="{BD67F9A7-F7CE-4485-AB8F-B88A24F3D9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1" name="Flowchart: Connector 4370">
                        <a:extLst>
                          <a:ext uri="{FF2B5EF4-FFF2-40B4-BE49-F238E27FC236}">
                            <a16:creationId xmlns:a16="http://schemas.microsoft.com/office/drawing/2014/main" id="{E99E1176-FEBB-46B8-AAA9-549B611E2A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2" name="Flowchart: Connector 4371">
                        <a:extLst>
                          <a:ext uri="{FF2B5EF4-FFF2-40B4-BE49-F238E27FC236}">
                            <a16:creationId xmlns:a16="http://schemas.microsoft.com/office/drawing/2014/main" id="{034B75D5-4ED2-45CF-A02D-2B2A14DA4D1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3" name="Flowchart: Connector 4372">
                        <a:extLst>
                          <a:ext uri="{FF2B5EF4-FFF2-40B4-BE49-F238E27FC236}">
                            <a16:creationId xmlns:a16="http://schemas.microsoft.com/office/drawing/2014/main" id="{11E12BD9-BF72-4599-A519-23DC1B08B4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4" name="Flowchart: Connector 4373">
                        <a:extLst>
                          <a:ext uri="{FF2B5EF4-FFF2-40B4-BE49-F238E27FC236}">
                            <a16:creationId xmlns:a16="http://schemas.microsoft.com/office/drawing/2014/main" id="{E0752A02-ECE2-4ACE-845A-86EC7FF4EAF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5" name="Flowchart: Connector 4374">
                        <a:extLst>
                          <a:ext uri="{FF2B5EF4-FFF2-40B4-BE49-F238E27FC236}">
                            <a16:creationId xmlns:a16="http://schemas.microsoft.com/office/drawing/2014/main" id="{92B96BDC-FA20-40CA-AD09-17A965B6CD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6" name="Flowchart: Connector 4375">
                        <a:extLst>
                          <a:ext uri="{FF2B5EF4-FFF2-40B4-BE49-F238E27FC236}">
                            <a16:creationId xmlns:a16="http://schemas.microsoft.com/office/drawing/2014/main" id="{3C19E633-E518-4995-AB15-2B313E4BAA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7" name="Flowchart: Connector 4376">
                        <a:extLst>
                          <a:ext uri="{FF2B5EF4-FFF2-40B4-BE49-F238E27FC236}">
                            <a16:creationId xmlns:a16="http://schemas.microsoft.com/office/drawing/2014/main" id="{5EFAFE4F-EE5B-4BE4-BD35-527820870B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78" name="3D Model 4377" descr="Sphere">
                            <a:extLst>
                              <a:ext uri="{FF2B5EF4-FFF2-40B4-BE49-F238E27FC236}">
                                <a16:creationId xmlns:a16="http://schemas.microsoft.com/office/drawing/2014/main" id="{60904C0B-1B78-4622-AE8A-C9B3A785322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9128808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79" name="Flowchart: Connector 4378">
                        <a:extLst>
                          <a:ext uri="{FF2B5EF4-FFF2-40B4-BE49-F238E27FC236}">
                            <a16:creationId xmlns:a16="http://schemas.microsoft.com/office/drawing/2014/main" id="{8BE53F3F-3BF8-4361-B96A-0941C06F9B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0" name="3D Model 4379" descr="Sphere">
                            <a:extLst>
                              <a:ext uri="{FF2B5EF4-FFF2-40B4-BE49-F238E27FC236}">
                                <a16:creationId xmlns:a16="http://schemas.microsoft.com/office/drawing/2014/main" id="{1C91E759-7750-4970-B1ED-9E564572FA8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7715231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1" name="Flowchart: Connector 4380">
                        <a:extLst>
                          <a:ext uri="{FF2B5EF4-FFF2-40B4-BE49-F238E27FC236}">
                            <a16:creationId xmlns:a16="http://schemas.microsoft.com/office/drawing/2014/main" id="{EEAC2FA2-74D7-48DF-9DAC-2CD803112F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2" name="3D Model 4381" descr="Sphere">
                            <a:extLst>
                              <a:ext uri="{FF2B5EF4-FFF2-40B4-BE49-F238E27FC236}">
                                <a16:creationId xmlns:a16="http://schemas.microsoft.com/office/drawing/2014/main" id="{78889526-F6CA-4A78-B6CA-CB618AA222C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6749410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3" name="Flowchart: Connector 4382">
                        <a:extLst>
                          <a:ext uri="{FF2B5EF4-FFF2-40B4-BE49-F238E27FC236}">
                            <a16:creationId xmlns:a16="http://schemas.microsoft.com/office/drawing/2014/main" id="{246A540D-A3A6-40E8-814C-348174EDED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4" name="3D Model 4383" descr="Sphere">
                            <a:extLst>
                              <a:ext uri="{FF2B5EF4-FFF2-40B4-BE49-F238E27FC236}">
                                <a16:creationId xmlns:a16="http://schemas.microsoft.com/office/drawing/2014/main" id="{2DF113A6-9ADE-45AA-8E35-5A1887FA78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7120024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339" name="Group 4338">
                      <a:extLst>
                        <a:ext uri="{FF2B5EF4-FFF2-40B4-BE49-F238E27FC236}">
                          <a16:creationId xmlns:a16="http://schemas.microsoft.com/office/drawing/2014/main" id="{9855CC71-8630-4925-B6B2-2A2B95FB2C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4355" name="Flowchart: Connector 4354">
                        <a:extLst>
                          <a:ext uri="{FF2B5EF4-FFF2-40B4-BE49-F238E27FC236}">
                            <a16:creationId xmlns:a16="http://schemas.microsoft.com/office/drawing/2014/main" id="{B8E5FE41-D7B9-498F-8672-8628C49030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6" name="Flowchart: Connector 4355">
                        <a:extLst>
                          <a:ext uri="{FF2B5EF4-FFF2-40B4-BE49-F238E27FC236}">
                            <a16:creationId xmlns:a16="http://schemas.microsoft.com/office/drawing/2014/main" id="{A1420E8C-F50A-41F8-AE9D-7E974B51B3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7" name="Flowchart: Connector 4356">
                        <a:extLst>
                          <a:ext uri="{FF2B5EF4-FFF2-40B4-BE49-F238E27FC236}">
                            <a16:creationId xmlns:a16="http://schemas.microsoft.com/office/drawing/2014/main" id="{54C5B6F0-807B-4794-9F50-19320B6C3C1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8" name="Flowchart: Connector 4357">
                        <a:extLst>
                          <a:ext uri="{FF2B5EF4-FFF2-40B4-BE49-F238E27FC236}">
                            <a16:creationId xmlns:a16="http://schemas.microsoft.com/office/drawing/2014/main" id="{2439B3C6-87E4-4929-A301-1E9D706524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9" name="Flowchart: Connector 4358">
                        <a:extLst>
                          <a:ext uri="{FF2B5EF4-FFF2-40B4-BE49-F238E27FC236}">
                            <a16:creationId xmlns:a16="http://schemas.microsoft.com/office/drawing/2014/main" id="{1043B173-9F77-4972-ABCA-9A3C5BBC45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60" name="Flowchart: Connector 4359">
                        <a:extLst>
                          <a:ext uri="{FF2B5EF4-FFF2-40B4-BE49-F238E27FC236}">
                            <a16:creationId xmlns:a16="http://schemas.microsoft.com/office/drawing/2014/main" id="{1EE14E8A-CCA2-4446-9AA1-B5D717D71D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61" name="Flowchart: Connector 4360">
                        <a:extLst>
                          <a:ext uri="{FF2B5EF4-FFF2-40B4-BE49-F238E27FC236}">
                            <a16:creationId xmlns:a16="http://schemas.microsoft.com/office/drawing/2014/main" id="{203B9518-1E67-4BD2-80F4-0D5B775A71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62" name="Flowchart: Connector 4361">
                        <a:extLst>
                          <a:ext uri="{FF2B5EF4-FFF2-40B4-BE49-F238E27FC236}">
                            <a16:creationId xmlns:a16="http://schemas.microsoft.com/office/drawing/2014/main" id="{87F6D61D-238D-4662-9882-345DADFBD9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3" name="3D Model 4362" descr="Sphere">
                            <a:extLst>
                              <a:ext uri="{FF2B5EF4-FFF2-40B4-BE49-F238E27FC236}">
                                <a16:creationId xmlns:a16="http://schemas.microsoft.com/office/drawing/2014/main" id="{4881AEC1-0CB4-4D46-92A2-B947D304E3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886328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64" name="Flowchart: Connector 4363">
                        <a:extLst>
                          <a:ext uri="{FF2B5EF4-FFF2-40B4-BE49-F238E27FC236}">
                            <a16:creationId xmlns:a16="http://schemas.microsoft.com/office/drawing/2014/main" id="{72533B39-1BD2-4930-8613-DB38F347B6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5" name="3D Model 4364" descr="Sphere">
                            <a:extLst>
                              <a:ext uri="{FF2B5EF4-FFF2-40B4-BE49-F238E27FC236}">
                                <a16:creationId xmlns:a16="http://schemas.microsoft.com/office/drawing/2014/main" id="{FF0C5E60-EF07-4165-8F16-CAA00FDA332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0172302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66" name="Flowchart: Connector 4365">
                        <a:extLst>
                          <a:ext uri="{FF2B5EF4-FFF2-40B4-BE49-F238E27FC236}">
                            <a16:creationId xmlns:a16="http://schemas.microsoft.com/office/drawing/2014/main" id="{7FA9C56A-17A6-40F0-A522-0A98F9CD86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7" name="3D Model 4366" descr="Sphere">
                            <a:extLst>
                              <a:ext uri="{FF2B5EF4-FFF2-40B4-BE49-F238E27FC236}">
                                <a16:creationId xmlns:a16="http://schemas.microsoft.com/office/drawing/2014/main" id="{D77ABCE7-A0B4-4E71-86B8-7D1DE217E11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1531790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68" name="Flowchart: Connector 4367">
                        <a:extLst>
                          <a:ext uri="{FF2B5EF4-FFF2-40B4-BE49-F238E27FC236}">
                            <a16:creationId xmlns:a16="http://schemas.microsoft.com/office/drawing/2014/main" id="{A33F3099-8263-43A1-98CB-9F88E89917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9" name="3D Model 4368" descr="Sphere">
                            <a:extLst>
                              <a:ext uri="{FF2B5EF4-FFF2-40B4-BE49-F238E27FC236}">
                                <a16:creationId xmlns:a16="http://schemas.microsoft.com/office/drawing/2014/main" id="{C0B4BB17-9295-4339-8429-678F52D3DD7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827181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4340" name="Flowchart: Connector 4339">
                      <a:extLst>
                        <a:ext uri="{FF2B5EF4-FFF2-40B4-BE49-F238E27FC236}">
                          <a16:creationId xmlns:a16="http://schemas.microsoft.com/office/drawing/2014/main" id="{22E16C61-9B12-4D6C-A46A-47B1813356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1" name="Flowchart: Connector 4340">
                      <a:extLst>
                        <a:ext uri="{FF2B5EF4-FFF2-40B4-BE49-F238E27FC236}">
                          <a16:creationId xmlns:a16="http://schemas.microsoft.com/office/drawing/2014/main" id="{F375330A-3D14-4E62-BC97-9E76062E5A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2" name="Flowchart: Connector 4341">
                      <a:extLst>
                        <a:ext uri="{FF2B5EF4-FFF2-40B4-BE49-F238E27FC236}">
                          <a16:creationId xmlns:a16="http://schemas.microsoft.com/office/drawing/2014/main" id="{6A6C2AE8-8C21-4281-B4C6-12090E36D5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3" name="Flowchart: Connector 4342">
                      <a:extLst>
                        <a:ext uri="{FF2B5EF4-FFF2-40B4-BE49-F238E27FC236}">
                          <a16:creationId xmlns:a16="http://schemas.microsoft.com/office/drawing/2014/main" id="{F4E6D580-28DE-4D11-BB85-ECF9417189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4" name="Flowchart: Connector 4343">
                      <a:extLst>
                        <a:ext uri="{FF2B5EF4-FFF2-40B4-BE49-F238E27FC236}">
                          <a16:creationId xmlns:a16="http://schemas.microsoft.com/office/drawing/2014/main" id="{3DCB6E6E-BF73-4E18-9E35-62BC7BEB41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5" name="Flowchart: Connector 4344">
                      <a:extLst>
                        <a:ext uri="{FF2B5EF4-FFF2-40B4-BE49-F238E27FC236}">
                          <a16:creationId xmlns:a16="http://schemas.microsoft.com/office/drawing/2014/main" id="{B0059A6E-3A78-4DDD-93C1-F7D22F1E0D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6" name="Flowchart: Connector 4345">
                      <a:extLst>
                        <a:ext uri="{FF2B5EF4-FFF2-40B4-BE49-F238E27FC236}">
                          <a16:creationId xmlns:a16="http://schemas.microsoft.com/office/drawing/2014/main" id="{FCF3CCDB-DECC-4E44-9264-07249CD305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7" name="Flowchart: Connector 4346">
                      <a:extLst>
                        <a:ext uri="{FF2B5EF4-FFF2-40B4-BE49-F238E27FC236}">
                          <a16:creationId xmlns:a16="http://schemas.microsoft.com/office/drawing/2014/main" id="{55711485-F368-4871-B491-ADF656514B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48" name="3D Model 4347" descr="Sphere">
                          <a:extLst>
                            <a:ext uri="{FF2B5EF4-FFF2-40B4-BE49-F238E27FC236}">
                              <a16:creationId xmlns:a16="http://schemas.microsoft.com/office/drawing/2014/main" id="{DA084EFD-55CB-4824-8542-51647368EB5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1294769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48" name="3D Model 4347" descr="Sphere">
                          <a:extLst>
                            <a:ext uri="{FF2B5EF4-FFF2-40B4-BE49-F238E27FC236}">
                              <a16:creationId xmlns:a16="http://schemas.microsoft.com/office/drawing/2014/main" id="{DA084EFD-55CB-4824-8542-51647368EB5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89721" y="171536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349" name="Flowchart: Connector 4348">
                      <a:extLst>
                        <a:ext uri="{FF2B5EF4-FFF2-40B4-BE49-F238E27FC236}">
                          <a16:creationId xmlns:a16="http://schemas.microsoft.com/office/drawing/2014/main" id="{1495B0C6-C1F8-409E-862D-BF4D6FD88B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50" name="3D Model 4349" descr="Sphere">
                          <a:extLst>
                            <a:ext uri="{FF2B5EF4-FFF2-40B4-BE49-F238E27FC236}">
                              <a16:creationId xmlns:a16="http://schemas.microsoft.com/office/drawing/2014/main" id="{76089F68-A27A-4930-9CD8-56386087F1C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22658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50" name="3D Model 4349" descr="Sphere">
                          <a:extLst>
                            <a:ext uri="{FF2B5EF4-FFF2-40B4-BE49-F238E27FC236}">
                              <a16:creationId xmlns:a16="http://schemas.microsoft.com/office/drawing/2014/main" id="{76089F68-A27A-4930-9CD8-56386087F1C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30849" y="172604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351" name="Flowchart: Connector 4350">
                      <a:extLst>
                        <a:ext uri="{FF2B5EF4-FFF2-40B4-BE49-F238E27FC236}">
                          <a16:creationId xmlns:a16="http://schemas.microsoft.com/office/drawing/2014/main" id="{58CF4F7E-27CE-4985-8A19-C31246A057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52" name="3D Model 4351" descr="Sphere">
                          <a:extLst>
                            <a:ext uri="{FF2B5EF4-FFF2-40B4-BE49-F238E27FC236}">
                              <a16:creationId xmlns:a16="http://schemas.microsoft.com/office/drawing/2014/main" id="{5208C6B2-1417-4C42-A217-8E8F4A9EB9A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02822217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52" name="3D Model 4351" descr="Sphere">
                          <a:extLst>
                            <a:ext uri="{FF2B5EF4-FFF2-40B4-BE49-F238E27FC236}">
                              <a16:creationId xmlns:a16="http://schemas.microsoft.com/office/drawing/2014/main" id="{5208C6B2-1417-4C42-A217-8E8F4A9EB9A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72168" y="173768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353" name="Flowchart: Connector 4352">
                      <a:extLst>
                        <a:ext uri="{FF2B5EF4-FFF2-40B4-BE49-F238E27FC236}">
                          <a16:creationId xmlns:a16="http://schemas.microsoft.com/office/drawing/2014/main" id="{9C416203-89F0-49A9-B622-B9B7DF96A9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54" name="3D Model 4353" descr="Sphere">
                          <a:extLst>
                            <a:ext uri="{FF2B5EF4-FFF2-40B4-BE49-F238E27FC236}">
                              <a16:creationId xmlns:a16="http://schemas.microsoft.com/office/drawing/2014/main" id="{F17A33D9-D6F2-454C-BC85-23BDCCAFE17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84740144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6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6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54" name="3D Model 4353" descr="Sphere">
                          <a:extLst>
                            <a:ext uri="{FF2B5EF4-FFF2-40B4-BE49-F238E27FC236}">
                              <a16:creationId xmlns:a16="http://schemas.microsoft.com/office/drawing/2014/main" id="{F17A33D9-D6F2-454C-BC85-23BDCCAFE1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718794" y="1754079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4115" name="Group 4114">
                  <a:extLst>
                    <a:ext uri="{FF2B5EF4-FFF2-40B4-BE49-F238E27FC236}">
                      <a16:creationId xmlns:a16="http://schemas.microsoft.com/office/drawing/2014/main" id="{140DFCDF-9AAF-4EEB-924A-FC39C924489D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332" name="Flowchart: Connector 4331">
                    <a:extLst>
                      <a:ext uri="{FF2B5EF4-FFF2-40B4-BE49-F238E27FC236}">
                        <a16:creationId xmlns:a16="http://schemas.microsoft.com/office/drawing/2014/main" id="{7872C917-5AA2-42E6-93F7-20DBDF877C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3" name="Flowchart: Connector 4332">
                    <a:extLst>
                      <a:ext uri="{FF2B5EF4-FFF2-40B4-BE49-F238E27FC236}">
                        <a16:creationId xmlns:a16="http://schemas.microsoft.com/office/drawing/2014/main" id="{FE9FAAFE-79AB-4E12-85D8-B3C3A9723A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4" name="Flowchart: Connector 4333">
                    <a:extLst>
                      <a:ext uri="{FF2B5EF4-FFF2-40B4-BE49-F238E27FC236}">
                        <a16:creationId xmlns:a16="http://schemas.microsoft.com/office/drawing/2014/main" id="{D3140374-E8BC-4C49-A723-A587B517FD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116" name="Flowchart: Connector 4115">
                  <a:extLst>
                    <a:ext uri="{FF2B5EF4-FFF2-40B4-BE49-F238E27FC236}">
                      <a16:creationId xmlns:a16="http://schemas.microsoft.com/office/drawing/2014/main" id="{1822CBF5-2B81-417E-9CC3-EFD2DD4095C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117" name="Flowchart: Connector 4116">
                  <a:extLst>
                    <a:ext uri="{FF2B5EF4-FFF2-40B4-BE49-F238E27FC236}">
                      <a16:creationId xmlns:a16="http://schemas.microsoft.com/office/drawing/2014/main" id="{55E44950-B29C-4C16-BD95-0DCB37A2A3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118" name="Group 4117">
                  <a:extLst>
                    <a:ext uri="{FF2B5EF4-FFF2-40B4-BE49-F238E27FC236}">
                      <a16:creationId xmlns:a16="http://schemas.microsoft.com/office/drawing/2014/main" id="{FD63D11E-33BC-4EB4-BA86-FB827F1A6DE4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4329" name="Flowchart: Connector 4328">
                    <a:extLst>
                      <a:ext uri="{FF2B5EF4-FFF2-40B4-BE49-F238E27FC236}">
                        <a16:creationId xmlns:a16="http://schemas.microsoft.com/office/drawing/2014/main" id="{269848CC-C73A-4ABF-A714-A4E132F9D3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0" name="Flowchart: Connector 4329">
                    <a:extLst>
                      <a:ext uri="{FF2B5EF4-FFF2-40B4-BE49-F238E27FC236}">
                        <a16:creationId xmlns:a16="http://schemas.microsoft.com/office/drawing/2014/main" id="{6D29ADFC-95AA-47DC-A8AB-4292EE5EA8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1" name="Flowchart: Connector 4330">
                    <a:extLst>
                      <a:ext uri="{FF2B5EF4-FFF2-40B4-BE49-F238E27FC236}">
                        <a16:creationId xmlns:a16="http://schemas.microsoft.com/office/drawing/2014/main" id="{2DD7F926-DF1A-43B8-A23F-1239C2993E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4119" name="Group 4118">
                  <a:extLst>
                    <a:ext uri="{FF2B5EF4-FFF2-40B4-BE49-F238E27FC236}">
                      <a16:creationId xmlns:a16="http://schemas.microsoft.com/office/drawing/2014/main" id="{75E1F13D-8C5E-40A2-A18C-6DE79D63648D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4264" name="Group 4263">
                    <a:extLst>
                      <a:ext uri="{FF2B5EF4-FFF2-40B4-BE49-F238E27FC236}">
                        <a16:creationId xmlns:a16="http://schemas.microsoft.com/office/drawing/2014/main" id="{0FF35E00-9C8B-4881-B33D-C81ECA1BCAC7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4325" name="Flowchart: Connector 4324">
                      <a:extLst>
                        <a:ext uri="{FF2B5EF4-FFF2-40B4-BE49-F238E27FC236}">
                          <a16:creationId xmlns:a16="http://schemas.microsoft.com/office/drawing/2014/main" id="{54C9C4C7-50B2-4302-8BBE-BE24BDE113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26" name="Flowchart: Connector 4325">
                      <a:extLst>
                        <a:ext uri="{FF2B5EF4-FFF2-40B4-BE49-F238E27FC236}">
                          <a16:creationId xmlns:a16="http://schemas.microsoft.com/office/drawing/2014/main" id="{F70A34CF-ED62-444C-AC06-A899F1AF40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27" name="Flowchart: Connector 4326">
                      <a:extLst>
                        <a:ext uri="{FF2B5EF4-FFF2-40B4-BE49-F238E27FC236}">
                          <a16:creationId xmlns:a16="http://schemas.microsoft.com/office/drawing/2014/main" id="{CADE142D-8DDA-4106-B765-C52198E6F5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28" name="Flowchart: Connector 4327">
                      <a:extLst>
                        <a:ext uri="{FF2B5EF4-FFF2-40B4-BE49-F238E27FC236}">
                          <a16:creationId xmlns:a16="http://schemas.microsoft.com/office/drawing/2014/main" id="{560DADF0-03A3-4447-A80F-0BAE6AD65D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265" name="Group 4264">
                    <a:extLst>
                      <a:ext uri="{FF2B5EF4-FFF2-40B4-BE49-F238E27FC236}">
                        <a16:creationId xmlns:a16="http://schemas.microsoft.com/office/drawing/2014/main" id="{E3D749A4-4A2E-4C01-8931-7D43DC6F75C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4266" name="Group 4265">
                      <a:extLst>
                        <a:ext uri="{FF2B5EF4-FFF2-40B4-BE49-F238E27FC236}">
                          <a16:creationId xmlns:a16="http://schemas.microsoft.com/office/drawing/2014/main" id="{8B918B59-5947-430E-8064-F2DE916AB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4317" name="Flowchart: Connector 4316">
                        <a:extLst>
                          <a:ext uri="{FF2B5EF4-FFF2-40B4-BE49-F238E27FC236}">
                            <a16:creationId xmlns:a16="http://schemas.microsoft.com/office/drawing/2014/main" id="{043CBF51-BDE5-4F24-A032-35C6BDFADB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8" name="3D Model 4317" descr="Sphere">
                            <a:extLst>
                              <a:ext uri="{FF2B5EF4-FFF2-40B4-BE49-F238E27FC236}">
                                <a16:creationId xmlns:a16="http://schemas.microsoft.com/office/drawing/2014/main" id="{06F35E85-AC05-4728-AE61-F91631F78D5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9624147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9" name="Flowchart: Connector 4318">
                        <a:extLst>
                          <a:ext uri="{FF2B5EF4-FFF2-40B4-BE49-F238E27FC236}">
                            <a16:creationId xmlns:a16="http://schemas.microsoft.com/office/drawing/2014/main" id="{B9E79C88-78F3-4FCE-B98F-E1F98CF65C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20" name="3D Model 4319" descr="Sphere">
                            <a:extLst>
                              <a:ext uri="{FF2B5EF4-FFF2-40B4-BE49-F238E27FC236}">
                                <a16:creationId xmlns:a16="http://schemas.microsoft.com/office/drawing/2014/main" id="{B9E69BB4-4E7B-4C21-B2A7-437A0EC6D2F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054977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21" name="Flowchart: Connector 4320">
                        <a:extLst>
                          <a:ext uri="{FF2B5EF4-FFF2-40B4-BE49-F238E27FC236}">
                            <a16:creationId xmlns:a16="http://schemas.microsoft.com/office/drawing/2014/main" id="{437497A7-63AB-4AA3-AB6A-F3B6E152522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22" name="3D Model 4321" descr="Sphere">
                            <a:extLst>
                              <a:ext uri="{FF2B5EF4-FFF2-40B4-BE49-F238E27FC236}">
                                <a16:creationId xmlns:a16="http://schemas.microsoft.com/office/drawing/2014/main" id="{15A8D496-E7D5-44B2-AA49-3616B33EDD7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1667273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23" name="Flowchart: Connector 4322">
                        <a:extLst>
                          <a:ext uri="{FF2B5EF4-FFF2-40B4-BE49-F238E27FC236}">
                            <a16:creationId xmlns:a16="http://schemas.microsoft.com/office/drawing/2014/main" id="{6B786F48-2F31-42FD-83BD-0CFBBA0C485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24" name="3D Model 4323" descr="Sphere">
                            <a:extLst>
                              <a:ext uri="{FF2B5EF4-FFF2-40B4-BE49-F238E27FC236}">
                                <a16:creationId xmlns:a16="http://schemas.microsoft.com/office/drawing/2014/main" id="{E07EDDE9-D411-430E-9A3B-F1B052A5160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629110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267" name="Group 4266">
                      <a:extLst>
                        <a:ext uri="{FF2B5EF4-FFF2-40B4-BE49-F238E27FC236}">
                          <a16:creationId xmlns:a16="http://schemas.microsoft.com/office/drawing/2014/main" id="{8606A68F-E88F-43CE-8408-0744CE6581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301" name="Flowchart: Connector 4300">
                        <a:extLst>
                          <a:ext uri="{FF2B5EF4-FFF2-40B4-BE49-F238E27FC236}">
                            <a16:creationId xmlns:a16="http://schemas.microsoft.com/office/drawing/2014/main" id="{34BE1706-AEF8-4B6F-A80B-D25413044D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2" name="Flowchart: Connector 4301">
                        <a:extLst>
                          <a:ext uri="{FF2B5EF4-FFF2-40B4-BE49-F238E27FC236}">
                            <a16:creationId xmlns:a16="http://schemas.microsoft.com/office/drawing/2014/main" id="{593056BB-8B71-471D-9D4A-35B2CC6647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3" name="Flowchart: Connector 4302">
                        <a:extLst>
                          <a:ext uri="{FF2B5EF4-FFF2-40B4-BE49-F238E27FC236}">
                            <a16:creationId xmlns:a16="http://schemas.microsoft.com/office/drawing/2014/main" id="{AE77F6E0-4DD8-4E7F-A28B-A0CFACA98BB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4" name="Flowchart: Connector 4303">
                        <a:extLst>
                          <a:ext uri="{FF2B5EF4-FFF2-40B4-BE49-F238E27FC236}">
                            <a16:creationId xmlns:a16="http://schemas.microsoft.com/office/drawing/2014/main" id="{A791BC98-BEC6-4733-9100-EBA48DA05F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5" name="Flowchart: Connector 4304">
                        <a:extLst>
                          <a:ext uri="{FF2B5EF4-FFF2-40B4-BE49-F238E27FC236}">
                            <a16:creationId xmlns:a16="http://schemas.microsoft.com/office/drawing/2014/main" id="{255596A5-0D32-449B-A0FD-10FA8E6E52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6" name="Flowchart: Connector 4305">
                        <a:extLst>
                          <a:ext uri="{FF2B5EF4-FFF2-40B4-BE49-F238E27FC236}">
                            <a16:creationId xmlns:a16="http://schemas.microsoft.com/office/drawing/2014/main" id="{8854CEEC-AB43-4E81-87FE-84F4374F519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7" name="Flowchart: Connector 4306">
                        <a:extLst>
                          <a:ext uri="{FF2B5EF4-FFF2-40B4-BE49-F238E27FC236}">
                            <a16:creationId xmlns:a16="http://schemas.microsoft.com/office/drawing/2014/main" id="{108DF453-2C3F-45FA-9277-582F1B26D7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8" name="Flowchart: Connector 4307">
                        <a:extLst>
                          <a:ext uri="{FF2B5EF4-FFF2-40B4-BE49-F238E27FC236}">
                            <a16:creationId xmlns:a16="http://schemas.microsoft.com/office/drawing/2014/main" id="{FCF3D90F-60DF-4D31-8E72-B02BF35844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9" name="Flowchart: Connector 4308">
                        <a:extLst>
                          <a:ext uri="{FF2B5EF4-FFF2-40B4-BE49-F238E27FC236}">
                            <a16:creationId xmlns:a16="http://schemas.microsoft.com/office/drawing/2014/main" id="{83882D1B-2E58-44F9-8D58-789F4CA25A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0" name="3D Model 4309" descr="Sphere">
                            <a:extLst>
                              <a:ext uri="{FF2B5EF4-FFF2-40B4-BE49-F238E27FC236}">
                                <a16:creationId xmlns:a16="http://schemas.microsoft.com/office/drawing/2014/main" id="{56928563-B2D6-4438-A325-FF09C6433F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0376823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1" name="Flowchart: Connector 4310">
                        <a:extLst>
                          <a:ext uri="{FF2B5EF4-FFF2-40B4-BE49-F238E27FC236}">
                            <a16:creationId xmlns:a16="http://schemas.microsoft.com/office/drawing/2014/main" id="{ED7DCE60-58D4-4CA4-9DBB-A7E0E4EFC0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2" name="3D Model 4311" descr="Sphere">
                            <a:extLst>
                              <a:ext uri="{FF2B5EF4-FFF2-40B4-BE49-F238E27FC236}">
                                <a16:creationId xmlns:a16="http://schemas.microsoft.com/office/drawing/2014/main" id="{8A553142-DB93-4BAB-8AA6-548FF575D90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4492913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3" name="Flowchart: Connector 4312">
                        <a:extLst>
                          <a:ext uri="{FF2B5EF4-FFF2-40B4-BE49-F238E27FC236}">
                            <a16:creationId xmlns:a16="http://schemas.microsoft.com/office/drawing/2014/main" id="{974C487A-4B7C-44A8-BDA1-20AA8C4AB5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4" name="3D Model 4313" descr="Sphere">
                            <a:extLst>
                              <a:ext uri="{FF2B5EF4-FFF2-40B4-BE49-F238E27FC236}">
                                <a16:creationId xmlns:a16="http://schemas.microsoft.com/office/drawing/2014/main" id="{9954D1B1-2599-48E1-AD43-EA5DF24B218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1648448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5" name="Flowchart: Connector 4314">
                        <a:extLst>
                          <a:ext uri="{FF2B5EF4-FFF2-40B4-BE49-F238E27FC236}">
                            <a16:creationId xmlns:a16="http://schemas.microsoft.com/office/drawing/2014/main" id="{428FA7F6-A800-484D-AD82-4971B65624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6" name="3D Model 4315" descr="Sphere">
                            <a:extLst>
                              <a:ext uri="{FF2B5EF4-FFF2-40B4-BE49-F238E27FC236}">
                                <a16:creationId xmlns:a16="http://schemas.microsoft.com/office/drawing/2014/main" id="{0B01632E-DB64-4515-A237-0E4B97EE5C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6309675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268" name="Group 4267">
                      <a:extLst>
                        <a:ext uri="{FF2B5EF4-FFF2-40B4-BE49-F238E27FC236}">
                          <a16:creationId xmlns:a16="http://schemas.microsoft.com/office/drawing/2014/main" id="{00C8A62F-A013-4025-A406-C547433906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285" name="Flowchart: Connector 4284">
                        <a:extLst>
                          <a:ext uri="{FF2B5EF4-FFF2-40B4-BE49-F238E27FC236}">
                            <a16:creationId xmlns:a16="http://schemas.microsoft.com/office/drawing/2014/main" id="{E383AD39-1E2A-4241-B566-37FAF5EC65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6" name="Flowchart: Connector 4285">
                        <a:extLst>
                          <a:ext uri="{FF2B5EF4-FFF2-40B4-BE49-F238E27FC236}">
                            <a16:creationId xmlns:a16="http://schemas.microsoft.com/office/drawing/2014/main" id="{3E3A7E81-F655-4E74-8C87-AB4C319E66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7" name="Flowchart: Connector 4286">
                        <a:extLst>
                          <a:ext uri="{FF2B5EF4-FFF2-40B4-BE49-F238E27FC236}">
                            <a16:creationId xmlns:a16="http://schemas.microsoft.com/office/drawing/2014/main" id="{1E462739-BF31-4576-B8A4-96BF6A94D8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8" name="Flowchart: Connector 4287">
                        <a:extLst>
                          <a:ext uri="{FF2B5EF4-FFF2-40B4-BE49-F238E27FC236}">
                            <a16:creationId xmlns:a16="http://schemas.microsoft.com/office/drawing/2014/main" id="{A27EE9B4-46FB-423C-A636-B4498A8859E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9" name="Flowchart: Connector 4288">
                        <a:extLst>
                          <a:ext uri="{FF2B5EF4-FFF2-40B4-BE49-F238E27FC236}">
                            <a16:creationId xmlns:a16="http://schemas.microsoft.com/office/drawing/2014/main" id="{FC9AAA8D-8A5D-4DFB-85CA-34CCBA782A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0" name="Flowchart: Connector 4289">
                        <a:extLst>
                          <a:ext uri="{FF2B5EF4-FFF2-40B4-BE49-F238E27FC236}">
                            <a16:creationId xmlns:a16="http://schemas.microsoft.com/office/drawing/2014/main" id="{E2B7C149-B447-4085-AEA8-CBC4CB0886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1" name="Flowchart: Connector 4290">
                        <a:extLst>
                          <a:ext uri="{FF2B5EF4-FFF2-40B4-BE49-F238E27FC236}">
                            <a16:creationId xmlns:a16="http://schemas.microsoft.com/office/drawing/2014/main" id="{69872952-C104-4C18-B72C-E79CEB01A8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2" name="Flowchart: Connector 4291">
                        <a:extLst>
                          <a:ext uri="{FF2B5EF4-FFF2-40B4-BE49-F238E27FC236}">
                            <a16:creationId xmlns:a16="http://schemas.microsoft.com/office/drawing/2014/main" id="{29C07596-086A-4587-968B-BF53B3471D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3" name="Flowchart: Connector 4292">
                        <a:extLst>
                          <a:ext uri="{FF2B5EF4-FFF2-40B4-BE49-F238E27FC236}">
                            <a16:creationId xmlns:a16="http://schemas.microsoft.com/office/drawing/2014/main" id="{30DBC42C-780A-4D84-BACF-32885B8C3A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94" name="3D Model 4293" descr="Sphere">
                            <a:extLst>
                              <a:ext uri="{FF2B5EF4-FFF2-40B4-BE49-F238E27FC236}">
                                <a16:creationId xmlns:a16="http://schemas.microsoft.com/office/drawing/2014/main" id="{A08C7201-03B1-48C4-A626-FFCCB1FAF18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004200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95" name="Flowchart: Connector 4294">
                        <a:extLst>
                          <a:ext uri="{FF2B5EF4-FFF2-40B4-BE49-F238E27FC236}">
                            <a16:creationId xmlns:a16="http://schemas.microsoft.com/office/drawing/2014/main" id="{FAC01617-0DDF-4A1D-BF03-A1193096AB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96" name="3D Model 4295" descr="Sphere">
                            <a:extLst>
                              <a:ext uri="{FF2B5EF4-FFF2-40B4-BE49-F238E27FC236}">
                                <a16:creationId xmlns:a16="http://schemas.microsoft.com/office/drawing/2014/main" id="{06AD139C-FF19-4733-AC5D-08162FE2364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0200111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97" name="Flowchart: Connector 4296">
                        <a:extLst>
                          <a:ext uri="{FF2B5EF4-FFF2-40B4-BE49-F238E27FC236}">
                            <a16:creationId xmlns:a16="http://schemas.microsoft.com/office/drawing/2014/main" id="{4941278E-8F72-4238-8AD9-44632798C7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98" name="3D Model 4297" descr="Sphere">
                            <a:extLst>
                              <a:ext uri="{FF2B5EF4-FFF2-40B4-BE49-F238E27FC236}">
                                <a16:creationId xmlns:a16="http://schemas.microsoft.com/office/drawing/2014/main" id="{D73BD7D7-1BCC-45A3-B7EA-2ABB38074AE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8520112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99" name="Flowchart: Connector 4298">
                        <a:extLst>
                          <a:ext uri="{FF2B5EF4-FFF2-40B4-BE49-F238E27FC236}">
                            <a16:creationId xmlns:a16="http://schemas.microsoft.com/office/drawing/2014/main" id="{BAD42A62-4096-444C-AA79-7A9D8A97A1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00" name="3D Model 4299" descr="Sphere">
                            <a:extLst>
                              <a:ext uri="{FF2B5EF4-FFF2-40B4-BE49-F238E27FC236}">
                                <a16:creationId xmlns:a16="http://schemas.microsoft.com/office/drawing/2014/main" id="{7E6CAF7B-EB52-4927-8A6A-8B196674CD0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8833445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4269" name="Flowchart: Connector 4268">
                      <a:extLst>
                        <a:ext uri="{FF2B5EF4-FFF2-40B4-BE49-F238E27FC236}">
                          <a16:creationId xmlns:a16="http://schemas.microsoft.com/office/drawing/2014/main" id="{4A0EDF7D-D1EC-4C29-9676-6B5C7B5B62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0" name="Flowchart: Connector 4269">
                      <a:extLst>
                        <a:ext uri="{FF2B5EF4-FFF2-40B4-BE49-F238E27FC236}">
                          <a16:creationId xmlns:a16="http://schemas.microsoft.com/office/drawing/2014/main" id="{A224A2A1-4338-4252-92BB-CC2E34351B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1" name="Flowchart: Connector 4270">
                      <a:extLst>
                        <a:ext uri="{FF2B5EF4-FFF2-40B4-BE49-F238E27FC236}">
                          <a16:creationId xmlns:a16="http://schemas.microsoft.com/office/drawing/2014/main" id="{2604FED7-419C-4E83-A144-A77B4A49F7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2" name="Flowchart: Connector 4271">
                      <a:extLst>
                        <a:ext uri="{FF2B5EF4-FFF2-40B4-BE49-F238E27FC236}">
                          <a16:creationId xmlns:a16="http://schemas.microsoft.com/office/drawing/2014/main" id="{A97554C6-7140-44A0-90FF-7417FEADBA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3" name="Flowchart: Connector 4272">
                      <a:extLst>
                        <a:ext uri="{FF2B5EF4-FFF2-40B4-BE49-F238E27FC236}">
                          <a16:creationId xmlns:a16="http://schemas.microsoft.com/office/drawing/2014/main" id="{B3D50275-9FDE-4A84-96F9-68D73F9711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4" name="Flowchart: Connector 4273">
                      <a:extLst>
                        <a:ext uri="{FF2B5EF4-FFF2-40B4-BE49-F238E27FC236}">
                          <a16:creationId xmlns:a16="http://schemas.microsoft.com/office/drawing/2014/main" id="{7B182A2F-7033-4EC5-BA05-50C76C28DF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5" name="Flowchart: Connector 4274">
                      <a:extLst>
                        <a:ext uri="{FF2B5EF4-FFF2-40B4-BE49-F238E27FC236}">
                          <a16:creationId xmlns:a16="http://schemas.microsoft.com/office/drawing/2014/main" id="{0AA700FC-A9EE-4A22-8193-F76AA7EFFA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6" name="Flowchart: Connector 4275">
                      <a:extLst>
                        <a:ext uri="{FF2B5EF4-FFF2-40B4-BE49-F238E27FC236}">
                          <a16:creationId xmlns:a16="http://schemas.microsoft.com/office/drawing/2014/main" id="{E0094226-14D1-4FE8-9A5F-528638724E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7" name="Flowchart: Connector 4276">
                      <a:extLst>
                        <a:ext uri="{FF2B5EF4-FFF2-40B4-BE49-F238E27FC236}">
                          <a16:creationId xmlns:a16="http://schemas.microsoft.com/office/drawing/2014/main" id="{A75E0290-F4A3-43B8-992C-B230D40190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78" name="3D Model 4277" descr="Sphere">
                          <a:extLst>
                            <a:ext uri="{FF2B5EF4-FFF2-40B4-BE49-F238E27FC236}">
                              <a16:creationId xmlns:a16="http://schemas.microsoft.com/office/drawing/2014/main" id="{355DC22D-65EF-4248-B112-88E4513DFB5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23112602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78" name="3D Model 4277" descr="Sphere">
                          <a:extLst>
                            <a:ext uri="{FF2B5EF4-FFF2-40B4-BE49-F238E27FC236}">
                              <a16:creationId xmlns:a16="http://schemas.microsoft.com/office/drawing/2014/main" id="{355DC22D-65EF-4248-B112-88E4513DFB5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49688" y="173524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79" name="Flowchart: Connector 4278">
                      <a:extLst>
                        <a:ext uri="{FF2B5EF4-FFF2-40B4-BE49-F238E27FC236}">
                          <a16:creationId xmlns:a16="http://schemas.microsoft.com/office/drawing/2014/main" id="{5B912F1A-2511-4721-82CA-D42841925A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80" name="3D Model 4279" descr="Sphere">
                          <a:extLst>
                            <a:ext uri="{FF2B5EF4-FFF2-40B4-BE49-F238E27FC236}">
                              <a16:creationId xmlns:a16="http://schemas.microsoft.com/office/drawing/2014/main" id="{FE1DD0E0-9679-4695-8527-2EB1016F368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3968463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80" name="3D Model 4279" descr="Sphere">
                          <a:extLst>
                            <a:ext uri="{FF2B5EF4-FFF2-40B4-BE49-F238E27FC236}">
                              <a16:creationId xmlns:a16="http://schemas.microsoft.com/office/drawing/2014/main" id="{FE1DD0E0-9679-4695-8527-2EB1016F368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91512" y="174993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81" name="Flowchart: Connector 4280">
                      <a:extLst>
                        <a:ext uri="{FF2B5EF4-FFF2-40B4-BE49-F238E27FC236}">
                          <a16:creationId xmlns:a16="http://schemas.microsoft.com/office/drawing/2014/main" id="{D4F0D444-C3E1-4222-8682-2AC1BE82B1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82" name="3D Model 4281" descr="Sphere">
                          <a:extLst>
                            <a:ext uri="{FF2B5EF4-FFF2-40B4-BE49-F238E27FC236}">
                              <a16:creationId xmlns:a16="http://schemas.microsoft.com/office/drawing/2014/main" id="{16F536B3-82E2-4DEA-B33F-EA59213BF9C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8808252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82" name="3D Model 4281" descr="Sphere">
                          <a:extLst>
                            <a:ext uri="{FF2B5EF4-FFF2-40B4-BE49-F238E27FC236}">
                              <a16:creationId xmlns:a16="http://schemas.microsoft.com/office/drawing/2014/main" id="{16F536B3-82E2-4DEA-B33F-EA59213BF9C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36284" y="176094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83" name="Flowchart: Connector 4282">
                      <a:extLst>
                        <a:ext uri="{FF2B5EF4-FFF2-40B4-BE49-F238E27FC236}">
                          <a16:creationId xmlns:a16="http://schemas.microsoft.com/office/drawing/2014/main" id="{2B124499-30F8-4524-87E1-CCE2C4520E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84" name="3D Model 4283" descr="Sphere">
                          <a:extLst>
                            <a:ext uri="{FF2B5EF4-FFF2-40B4-BE49-F238E27FC236}">
                              <a16:creationId xmlns:a16="http://schemas.microsoft.com/office/drawing/2014/main" id="{6AF2651D-258B-40BE-B2E9-21DB18BA0A8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6622073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84" name="3D Model 4283" descr="Sphere">
                          <a:extLst>
                            <a:ext uri="{FF2B5EF4-FFF2-40B4-BE49-F238E27FC236}">
                              <a16:creationId xmlns:a16="http://schemas.microsoft.com/office/drawing/2014/main" id="{6AF2651D-258B-40BE-B2E9-21DB18BA0A8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680608" y="1777964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4120" name="Group 4119">
                  <a:extLst>
                    <a:ext uri="{FF2B5EF4-FFF2-40B4-BE49-F238E27FC236}">
                      <a16:creationId xmlns:a16="http://schemas.microsoft.com/office/drawing/2014/main" id="{91DDD4B8-4B35-4902-B046-51DD6B710730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261" name="Flowchart: Connector 4260">
                    <a:extLst>
                      <a:ext uri="{FF2B5EF4-FFF2-40B4-BE49-F238E27FC236}">
                        <a16:creationId xmlns:a16="http://schemas.microsoft.com/office/drawing/2014/main" id="{1194B533-62D0-43D9-A6CD-D14E6ED596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2" name="Flowchart: Connector 4261">
                    <a:extLst>
                      <a:ext uri="{FF2B5EF4-FFF2-40B4-BE49-F238E27FC236}">
                        <a16:creationId xmlns:a16="http://schemas.microsoft.com/office/drawing/2014/main" id="{E5BFD43C-470F-4C4C-B88E-7200AA1E0F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3" name="Flowchart: Connector 4262">
                    <a:extLst>
                      <a:ext uri="{FF2B5EF4-FFF2-40B4-BE49-F238E27FC236}">
                        <a16:creationId xmlns:a16="http://schemas.microsoft.com/office/drawing/2014/main" id="{7E8C5F6E-B5B4-4298-B77D-D3CBA738B3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121" name="Flowchart: Connector 4120">
                  <a:extLst>
                    <a:ext uri="{FF2B5EF4-FFF2-40B4-BE49-F238E27FC236}">
                      <a16:creationId xmlns:a16="http://schemas.microsoft.com/office/drawing/2014/main" id="{CEAA240F-91F9-4597-B647-BD081E93D35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122" name="Flowchart: Connector 4121">
                  <a:extLst>
                    <a:ext uri="{FF2B5EF4-FFF2-40B4-BE49-F238E27FC236}">
                      <a16:creationId xmlns:a16="http://schemas.microsoft.com/office/drawing/2014/main" id="{8B296336-15B1-4E14-BE6A-E69C6A60B2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123" name="Group 4122">
                  <a:extLst>
                    <a:ext uri="{FF2B5EF4-FFF2-40B4-BE49-F238E27FC236}">
                      <a16:creationId xmlns:a16="http://schemas.microsoft.com/office/drawing/2014/main" id="{04D9DCDC-68C8-4665-B909-EEECCA4D371F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4258" name="Flowchart: Connector 4257">
                    <a:extLst>
                      <a:ext uri="{FF2B5EF4-FFF2-40B4-BE49-F238E27FC236}">
                        <a16:creationId xmlns:a16="http://schemas.microsoft.com/office/drawing/2014/main" id="{48A3049C-3B91-4E26-8098-A9BD6465CE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59" name="Flowchart: Connector 4258">
                    <a:extLst>
                      <a:ext uri="{FF2B5EF4-FFF2-40B4-BE49-F238E27FC236}">
                        <a16:creationId xmlns:a16="http://schemas.microsoft.com/office/drawing/2014/main" id="{CFC48048-BF60-4982-9099-5A87CB9825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0" name="Flowchart: Connector 4259">
                    <a:extLst>
                      <a:ext uri="{FF2B5EF4-FFF2-40B4-BE49-F238E27FC236}">
                        <a16:creationId xmlns:a16="http://schemas.microsoft.com/office/drawing/2014/main" id="{334179C5-2E7C-4F8C-AF24-7770CFA3AF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4124" name="Group 4123">
                  <a:extLst>
                    <a:ext uri="{FF2B5EF4-FFF2-40B4-BE49-F238E27FC236}">
                      <a16:creationId xmlns:a16="http://schemas.microsoft.com/office/drawing/2014/main" id="{946F4E9D-0E4D-4AD3-A597-F2D17CFCA73C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4193" name="Group 4192">
                    <a:extLst>
                      <a:ext uri="{FF2B5EF4-FFF2-40B4-BE49-F238E27FC236}">
                        <a16:creationId xmlns:a16="http://schemas.microsoft.com/office/drawing/2014/main" id="{8C48500B-5980-434E-8966-3B5FBD9EED6B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4254" name="Flowchart: Connector 4253">
                      <a:extLst>
                        <a:ext uri="{FF2B5EF4-FFF2-40B4-BE49-F238E27FC236}">
                          <a16:creationId xmlns:a16="http://schemas.microsoft.com/office/drawing/2014/main" id="{6816CC99-4649-463F-B18E-0F58B7980A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55" name="Flowchart: Connector 4254">
                      <a:extLst>
                        <a:ext uri="{FF2B5EF4-FFF2-40B4-BE49-F238E27FC236}">
                          <a16:creationId xmlns:a16="http://schemas.microsoft.com/office/drawing/2014/main" id="{28CD2AA9-68FF-4787-8315-A1B108ED44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56" name="Flowchart: Connector 4255">
                      <a:extLst>
                        <a:ext uri="{FF2B5EF4-FFF2-40B4-BE49-F238E27FC236}">
                          <a16:creationId xmlns:a16="http://schemas.microsoft.com/office/drawing/2014/main" id="{41B55A75-4DA0-4568-811A-7817ED685A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57" name="Flowchart: Connector 4256">
                      <a:extLst>
                        <a:ext uri="{FF2B5EF4-FFF2-40B4-BE49-F238E27FC236}">
                          <a16:creationId xmlns:a16="http://schemas.microsoft.com/office/drawing/2014/main" id="{43760955-15C2-473C-A647-4BD9CED0B3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194" name="Group 4193">
                    <a:extLst>
                      <a:ext uri="{FF2B5EF4-FFF2-40B4-BE49-F238E27FC236}">
                        <a16:creationId xmlns:a16="http://schemas.microsoft.com/office/drawing/2014/main" id="{7CEF69F2-456D-445F-A104-6F828B12D86F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4195" name="Group 4194">
                      <a:extLst>
                        <a:ext uri="{FF2B5EF4-FFF2-40B4-BE49-F238E27FC236}">
                          <a16:creationId xmlns:a16="http://schemas.microsoft.com/office/drawing/2014/main" id="{326A1A62-2FBA-4DFE-AA0F-14BC4593C7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4246" name="Flowchart: Connector 4245">
                        <a:extLst>
                          <a:ext uri="{FF2B5EF4-FFF2-40B4-BE49-F238E27FC236}">
                            <a16:creationId xmlns:a16="http://schemas.microsoft.com/office/drawing/2014/main" id="{04604138-2A50-4657-B7D1-A689744AEC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7" name="3D Model 4246" descr="Sphere">
                            <a:extLst>
                              <a:ext uri="{FF2B5EF4-FFF2-40B4-BE49-F238E27FC236}">
                                <a16:creationId xmlns:a16="http://schemas.microsoft.com/office/drawing/2014/main" id="{2DF9B6B3-0732-47E3-BEF0-32A497452AA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481066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8" name="Flowchart: Connector 4247">
                        <a:extLst>
                          <a:ext uri="{FF2B5EF4-FFF2-40B4-BE49-F238E27FC236}">
                            <a16:creationId xmlns:a16="http://schemas.microsoft.com/office/drawing/2014/main" id="{A4E08CB4-A7EB-4947-A55A-F9E08DF69C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9" name="3D Model 4248" descr="Sphere">
                            <a:extLst>
                              <a:ext uri="{FF2B5EF4-FFF2-40B4-BE49-F238E27FC236}">
                                <a16:creationId xmlns:a16="http://schemas.microsoft.com/office/drawing/2014/main" id="{FC584538-AA1E-45C7-9787-F71BD84A7CA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5644675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50" name="Flowchart: Connector 4249">
                        <a:extLst>
                          <a:ext uri="{FF2B5EF4-FFF2-40B4-BE49-F238E27FC236}">
                            <a16:creationId xmlns:a16="http://schemas.microsoft.com/office/drawing/2014/main" id="{BA8E5673-012D-4E1C-8936-C8074CF2BB1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51" name="3D Model 4250" descr="Sphere">
                            <a:extLst>
                              <a:ext uri="{FF2B5EF4-FFF2-40B4-BE49-F238E27FC236}">
                                <a16:creationId xmlns:a16="http://schemas.microsoft.com/office/drawing/2014/main" id="{A3FE41EF-F789-44D0-8E85-A04B8AFA52F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45282108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52" name="Flowchart: Connector 4251">
                        <a:extLst>
                          <a:ext uri="{FF2B5EF4-FFF2-40B4-BE49-F238E27FC236}">
                            <a16:creationId xmlns:a16="http://schemas.microsoft.com/office/drawing/2014/main" id="{BAC49D2B-D6B3-4408-9FA9-E58394F08A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53" name="3D Model 4252" descr="Sphere">
                            <a:extLst>
                              <a:ext uri="{FF2B5EF4-FFF2-40B4-BE49-F238E27FC236}">
                                <a16:creationId xmlns:a16="http://schemas.microsoft.com/office/drawing/2014/main" id="{EECF1203-DD0A-4396-A62F-88F58BFF9E8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2999698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196" name="Group 4195">
                      <a:extLst>
                        <a:ext uri="{FF2B5EF4-FFF2-40B4-BE49-F238E27FC236}">
                          <a16:creationId xmlns:a16="http://schemas.microsoft.com/office/drawing/2014/main" id="{C2018004-CD46-4880-823E-83D0D12A99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230" name="Flowchart: Connector 4229">
                        <a:extLst>
                          <a:ext uri="{FF2B5EF4-FFF2-40B4-BE49-F238E27FC236}">
                            <a16:creationId xmlns:a16="http://schemas.microsoft.com/office/drawing/2014/main" id="{1C2EDED7-391D-46E9-AABE-12BC0F0B1A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1" name="Flowchart: Connector 4230">
                        <a:extLst>
                          <a:ext uri="{FF2B5EF4-FFF2-40B4-BE49-F238E27FC236}">
                            <a16:creationId xmlns:a16="http://schemas.microsoft.com/office/drawing/2014/main" id="{6EFD6C3B-A6D2-4F6F-AD23-E3422CEDCD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2" name="Flowchart: Connector 4231">
                        <a:extLst>
                          <a:ext uri="{FF2B5EF4-FFF2-40B4-BE49-F238E27FC236}">
                            <a16:creationId xmlns:a16="http://schemas.microsoft.com/office/drawing/2014/main" id="{0D31BEE7-3188-44E5-A7DB-32D3E4AA27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3" name="Flowchart: Connector 4232">
                        <a:extLst>
                          <a:ext uri="{FF2B5EF4-FFF2-40B4-BE49-F238E27FC236}">
                            <a16:creationId xmlns:a16="http://schemas.microsoft.com/office/drawing/2014/main" id="{BC8E0901-0C32-4018-97F7-36D67CD03F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4" name="Flowchart: Connector 4233">
                        <a:extLst>
                          <a:ext uri="{FF2B5EF4-FFF2-40B4-BE49-F238E27FC236}">
                            <a16:creationId xmlns:a16="http://schemas.microsoft.com/office/drawing/2014/main" id="{136F9BFA-8B60-4927-84D9-CCC277E4E9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5" name="Flowchart: Connector 4234">
                        <a:extLst>
                          <a:ext uri="{FF2B5EF4-FFF2-40B4-BE49-F238E27FC236}">
                            <a16:creationId xmlns:a16="http://schemas.microsoft.com/office/drawing/2014/main" id="{BC34E618-BF50-4DCC-8606-DB2A7D31BC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6" name="Flowchart: Connector 4235">
                        <a:extLst>
                          <a:ext uri="{FF2B5EF4-FFF2-40B4-BE49-F238E27FC236}">
                            <a16:creationId xmlns:a16="http://schemas.microsoft.com/office/drawing/2014/main" id="{331C756C-222C-41A3-B3AA-340E6E13A6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7" name="Flowchart: Connector 4236">
                        <a:extLst>
                          <a:ext uri="{FF2B5EF4-FFF2-40B4-BE49-F238E27FC236}">
                            <a16:creationId xmlns:a16="http://schemas.microsoft.com/office/drawing/2014/main" id="{AB3DCCF4-BFFB-4173-A012-D0BB95105E6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8" name="Flowchart: Connector 4237">
                        <a:extLst>
                          <a:ext uri="{FF2B5EF4-FFF2-40B4-BE49-F238E27FC236}">
                            <a16:creationId xmlns:a16="http://schemas.microsoft.com/office/drawing/2014/main" id="{70C2CB35-3366-4E31-824A-9B85230830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39" name="3D Model 4238" descr="Sphere">
                            <a:extLst>
                              <a:ext uri="{FF2B5EF4-FFF2-40B4-BE49-F238E27FC236}">
                                <a16:creationId xmlns:a16="http://schemas.microsoft.com/office/drawing/2014/main" id="{F8AF2F6E-4F66-408B-A630-C8A44663EBC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585125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0" name="Flowchart: Connector 4239">
                        <a:extLst>
                          <a:ext uri="{FF2B5EF4-FFF2-40B4-BE49-F238E27FC236}">
                            <a16:creationId xmlns:a16="http://schemas.microsoft.com/office/drawing/2014/main" id="{3510EC6E-C483-4814-AF90-9E0FE9A223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1" name="3D Model 4240" descr="Sphere">
                            <a:extLst>
                              <a:ext uri="{FF2B5EF4-FFF2-40B4-BE49-F238E27FC236}">
                                <a16:creationId xmlns:a16="http://schemas.microsoft.com/office/drawing/2014/main" id="{FF868CF4-8A27-4586-82CD-E9AEA2F14F9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462362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2" name="Flowchart: Connector 4241">
                        <a:extLst>
                          <a:ext uri="{FF2B5EF4-FFF2-40B4-BE49-F238E27FC236}">
                            <a16:creationId xmlns:a16="http://schemas.microsoft.com/office/drawing/2014/main" id="{A808649C-4E43-4A85-B6B1-9B9FBF9205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3" name="3D Model 4242" descr="Sphere">
                            <a:extLst>
                              <a:ext uri="{FF2B5EF4-FFF2-40B4-BE49-F238E27FC236}">
                                <a16:creationId xmlns:a16="http://schemas.microsoft.com/office/drawing/2014/main" id="{9132FD2A-AD58-428D-9D08-8FC42A92E01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0027912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4" name="Flowchart: Connector 4243">
                        <a:extLst>
                          <a:ext uri="{FF2B5EF4-FFF2-40B4-BE49-F238E27FC236}">
                            <a16:creationId xmlns:a16="http://schemas.microsoft.com/office/drawing/2014/main" id="{887A24C3-5626-4C7B-BB7F-F46D2B3559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5" name="3D Model 4244" descr="Sphere">
                            <a:extLst>
                              <a:ext uri="{FF2B5EF4-FFF2-40B4-BE49-F238E27FC236}">
                                <a16:creationId xmlns:a16="http://schemas.microsoft.com/office/drawing/2014/main" id="{D4F51601-F23E-4BBA-973D-C9B7E89310C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1923285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197" name="Group 4196">
                      <a:extLst>
                        <a:ext uri="{FF2B5EF4-FFF2-40B4-BE49-F238E27FC236}">
                          <a16:creationId xmlns:a16="http://schemas.microsoft.com/office/drawing/2014/main" id="{5EF52B32-E192-4D16-BC85-4AAFE8720C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214" name="Flowchart: Connector 4213">
                        <a:extLst>
                          <a:ext uri="{FF2B5EF4-FFF2-40B4-BE49-F238E27FC236}">
                            <a16:creationId xmlns:a16="http://schemas.microsoft.com/office/drawing/2014/main" id="{A5468F54-E335-41DE-B071-922624B760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5" name="Flowchart: Connector 4214">
                        <a:extLst>
                          <a:ext uri="{FF2B5EF4-FFF2-40B4-BE49-F238E27FC236}">
                            <a16:creationId xmlns:a16="http://schemas.microsoft.com/office/drawing/2014/main" id="{46E4B007-4519-439D-8029-37A260B85D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6" name="Flowchart: Connector 4215">
                        <a:extLst>
                          <a:ext uri="{FF2B5EF4-FFF2-40B4-BE49-F238E27FC236}">
                            <a16:creationId xmlns:a16="http://schemas.microsoft.com/office/drawing/2014/main" id="{414E2C36-AC29-4F64-B641-21DC88241F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7" name="Flowchart: Connector 4216">
                        <a:extLst>
                          <a:ext uri="{FF2B5EF4-FFF2-40B4-BE49-F238E27FC236}">
                            <a16:creationId xmlns:a16="http://schemas.microsoft.com/office/drawing/2014/main" id="{D2EE5F2E-CEB0-4989-8205-8ACB127A68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8" name="Flowchart: Connector 4217">
                        <a:extLst>
                          <a:ext uri="{FF2B5EF4-FFF2-40B4-BE49-F238E27FC236}">
                            <a16:creationId xmlns:a16="http://schemas.microsoft.com/office/drawing/2014/main" id="{63620C72-71C1-431B-8986-1FEEBF0778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9" name="Flowchart: Connector 4218">
                        <a:extLst>
                          <a:ext uri="{FF2B5EF4-FFF2-40B4-BE49-F238E27FC236}">
                            <a16:creationId xmlns:a16="http://schemas.microsoft.com/office/drawing/2014/main" id="{74648707-56E4-4D84-95F5-3B41517A6B3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20" name="Flowchart: Connector 4219">
                        <a:extLst>
                          <a:ext uri="{FF2B5EF4-FFF2-40B4-BE49-F238E27FC236}">
                            <a16:creationId xmlns:a16="http://schemas.microsoft.com/office/drawing/2014/main" id="{AE23FE5F-D2E0-4B2B-8BFF-D9BB2657CE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21" name="Flowchart: Connector 4220">
                        <a:extLst>
                          <a:ext uri="{FF2B5EF4-FFF2-40B4-BE49-F238E27FC236}">
                            <a16:creationId xmlns:a16="http://schemas.microsoft.com/office/drawing/2014/main" id="{09143AC1-6017-4FD4-BA71-BD3C82BB5D9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22" name="Flowchart: Connector 4221">
                        <a:extLst>
                          <a:ext uri="{FF2B5EF4-FFF2-40B4-BE49-F238E27FC236}">
                            <a16:creationId xmlns:a16="http://schemas.microsoft.com/office/drawing/2014/main" id="{AD499747-E5C0-4CA6-BE4F-05691090D0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3" name="3D Model 4222" descr="Sphere">
                            <a:extLst>
                              <a:ext uri="{FF2B5EF4-FFF2-40B4-BE49-F238E27FC236}">
                                <a16:creationId xmlns:a16="http://schemas.microsoft.com/office/drawing/2014/main" id="{B2526914-3289-4C5B-9DB3-F13B1C837EE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077207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24" name="Flowchart: Connector 4223">
                        <a:extLst>
                          <a:ext uri="{FF2B5EF4-FFF2-40B4-BE49-F238E27FC236}">
                            <a16:creationId xmlns:a16="http://schemas.microsoft.com/office/drawing/2014/main" id="{FE5CCE55-EFD6-439D-B44D-A688DC06E5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5" name="3D Model 4224" descr="Sphere">
                            <a:extLst>
                              <a:ext uri="{FF2B5EF4-FFF2-40B4-BE49-F238E27FC236}">
                                <a16:creationId xmlns:a16="http://schemas.microsoft.com/office/drawing/2014/main" id="{A1C01BBF-35F3-4E30-BDDF-62A186F7E69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8482861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26" name="Flowchart: Connector 4225">
                        <a:extLst>
                          <a:ext uri="{FF2B5EF4-FFF2-40B4-BE49-F238E27FC236}">
                            <a16:creationId xmlns:a16="http://schemas.microsoft.com/office/drawing/2014/main" id="{A99AA486-4CE5-4E44-A27E-B0788EAA07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7" name="3D Model 4226" descr="Sphere">
                            <a:extLst>
                              <a:ext uri="{FF2B5EF4-FFF2-40B4-BE49-F238E27FC236}">
                                <a16:creationId xmlns:a16="http://schemas.microsoft.com/office/drawing/2014/main" id="{9159C4FB-A621-4E76-9E58-8270C8D6335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0636112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3235" cy="61702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0185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28" name="Flowchart: Connector 4227">
                        <a:extLst>
                          <a:ext uri="{FF2B5EF4-FFF2-40B4-BE49-F238E27FC236}">
                            <a16:creationId xmlns:a16="http://schemas.microsoft.com/office/drawing/2014/main" id="{43E2DCD2-2D9F-4EFC-82D5-9014949880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9" name="3D Model 4228" descr="Sphere">
                            <a:extLst>
                              <a:ext uri="{FF2B5EF4-FFF2-40B4-BE49-F238E27FC236}">
                                <a16:creationId xmlns:a16="http://schemas.microsoft.com/office/drawing/2014/main" id="{C25017E4-1D4A-4DA7-8C52-575967C0B9B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436980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51046" cy="589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59556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4198" name="Flowchart: Connector 4197">
                      <a:extLst>
                        <a:ext uri="{FF2B5EF4-FFF2-40B4-BE49-F238E27FC236}">
                          <a16:creationId xmlns:a16="http://schemas.microsoft.com/office/drawing/2014/main" id="{3D057156-3EDA-47C6-8CB2-EDDC5EBF36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99" name="Flowchart: Connector 4198">
                      <a:extLst>
                        <a:ext uri="{FF2B5EF4-FFF2-40B4-BE49-F238E27FC236}">
                          <a16:creationId xmlns:a16="http://schemas.microsoft.com/office/drawing/2014/main" id="{BE1B49F8-9F94-4E68-A8F9-A0844CD111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0" name="Flowchart: Connector 4199">
                      <a:extLst>
                        <a:ext uri="{FF2B5EF4-FFF2-40B4-BE49-F238E27FC236}">
                          <a16:creationId xmlns:a16="http://schemas.microsoft.com/office/drawing/2014/main" id="{1790017F-43F4-4299-BCA0-7FB33F53BE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1" name="Flowchart: Connector 4200">
                      <a:extLst>
                        <a:ext uri="{FF2B5EF4-FFF2-40B4-BE49-F238E27FC236}">
                          <a16:creationId xmlns:a16="http://schemas.microsoft.com/office/drawing/2014/main" id="{A5D79378-0FE0-40BE-BA9D-ED32806683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2" name="Flowchart: Connector 4201">
                      <a:extLst>
                        <a:ext uri="{FF2B5EF4-FFF2-40B4-BE49-F238E27FC236}">
                          <a16:creationId xmlns:a16="http://schemas.microsoft.com/office/drawing/2014/main" id="{D0F49AC6-3F68-4C13-811F-BD68251E37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3" name="Flowchart: Connector 4202">
                      <a:extLst>
                        <a:ext uri="{FF2B5EF4-FFF2-40B4-BE49-F238E27FC236}">
                          <a16:creationId xmlns:a16="http://schemas.microsoft.com/office/drawing/2014/main" id="{92E3A4A9-54EE-4830-BDB5-3D1B7AE2BF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4" name="Flowchart: Connector 4203">
                      <a:extLst>
                        <a:ext uri="{FF2B5EF4-FFF2-40B4-BE49-F238E27FC236}">
                          <a16:creationId xmlns:a16="http://schemas.microsoft.com/office/drawing/2014/main" id="{1FCA6B1F-6053-411E-B402-90091B8B30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5" name="Flowchart: Connector 4204">
                      <a:extLst>
                        <a:ext uri="{FF2B5EF4-FFF2-40B4-BE49-F238E27FC236}">
                          <a16:creationId xmlns:a16="http://schemas.microsoft.com/office/drawing/2014/main" id="{013B1A90-A218-4D4E-B119-3103807862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6" name="Flowchart: Connector 4205">
                      <a:extLst>
                        <a:ext uri="{FF2B5EF4-FFF2-40B4-BE49-F238E27FC236}">
                          <a16:creationId xmlns:a16="http://schemas.microsoft.com/office/drawing/2014/main" id="{F0661FA1-72AE-43A0-9C54-C80288F2A9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07" name="3D Model 4206" descr="Sphere">
                          <a:extLst>
                            <a:ext uri="{FF2B5EF4-FFF2-40B4-BE49-F238E27FC236}">
                              <a16:creationId xmlns:a16="http://schemas.microsoft.com/office/drawing/2014/main" id="{BB9E6F7A-57F6-42F9-A746-18754D5A6C0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56070502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7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4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07" name="3D Model 4206" descr="Sphere">
                          <a:extLst>
                            <a:ext uri="{FF2B5EF4-FFF2-40B4-BE49-F238E27FC236}">
                              <a16:creationId xmlns:a16="http://schemas.microsoft.com/office/drawing/2014/main" id="{BB9E6F7A-57F6-42F9-A746-18754D5A6C0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511332" y="1755008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08" name="Flowchart: Connector 4207">
                      <a:extLst>
                        <a:ext uri="{FF2B5EF4-FFF2-40B4-BE49-F238E27FC236}">
                          <a16:creationId xmlns:a16="http://schemas.microsoft.com/office/drawing/2014/main" id="{F4AA31FC-5B21-455B-841A-CAC50C77017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09" name="3D Model 4208" descr="Sphere">
                          <a:extLst>
                            <a:ext uri="{FF2B5EF4-FFF2-40B4-BE49-F238E27FC236}">
                              <a16:creationId xmlns:a16="http://schemas.microsoft.com/office/drawing/2014/main" id="{EA151442-3281-4D7A-B835-3EFEE68D20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03168929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09" name="3D Model 4208" descr="Sphere">
                          <a:extLst>
                            <a:ext uri="{FF2B5EF4-FFF2-40B4-BE49-F238E27FC236}">
                              <a16:creationId xmlns:a16="http://schemas.microsoft.com/office/drawing/2014/main" id="{EA151442-3281-4D7A-B835-3EFEE68D205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52572" y="176707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10" name="Flowchart: Connector 4209">
                      <a:extLst>
                        <a:ext uri="{FF2B5EF4-FFF2-40B4-BE49-F238E27FC236}">
                          <a16:creationId xmlns:a16="http://schemas.microsoft.com/office/drawing/2014/main" id="{8FDEE74E-7319-4736-AE24-79178DB01CD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11" name="3D Model 4210" descr="Sphere">
                          <a:extLst>
                            <a:ext uri="{FF2B5EF4-FFF2-40B4-BE49-F238E27FC236}">
                              <a16:creationId xmlns:a16="http://schemas.microsoft.com/office/drawing/2014/main" id="{DB8625E7-D918-47FB-8BFB-C1DB52125D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47902357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11" name="3D Model 4210" descr="Sphere">
                          <a:extLst>
                            <a:ext uri="{FF2B5EF4-FFF2-40B4-BE49-F238E27FC236}">
                              <a16:creationId xmlns:a16="http://schemas.microsoft.com/office/drawing/2014/main" id="{DB8625E7-D918-47FB-8BFB-C1DB52125D0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95042" y="178002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12" name="Flowchart: Connector 4211">
                      <a:extLst>
                        <a:ext uri="{FF2B5EF4-FFF2-40B4-BE49-F238E27FC236}">
                          <a16:creationId xmlns:a16="http://schemas.microsoft.com/office/drawing/2014/main" id="{82800DA7-A445-4171-8164-4855B993C4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13" name="3D Model 4212" descr="Sphere">
                          <a:extLst>
                            <a:ext uri="{FF2B5EF4-FFF2-40B4-BE49-F238E27FC236}">
                              <a16:creationId xmlns:a16="http://schemas.microsoft.com/office/drawing/2014/main" id="{B5CBC88C-A1D8-4D4A-9AA2-5B26D7A941E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9895856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13" name="3D Model 4212" descr="Sphere">
                          <a:extLst>
                            <a:ext uri="{FF2B5EF4-FFF2-40B4-BE49-F238E27FC236}">
                              <a16:creationId xmlns:a16="http://schemas.microsoft.com/office/drawing/2014/main" id="{B5CBC88C-A1D8-4D4A-9AA2-5B26D7A941E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641668" y="1795106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4125" name="Flowchart: Connector 4124">
                  <a:extLst>
                    <a:ext uri="{FF2B5EF4-FFF2-40B4-BE49-F238E27FC236}">
                      <a16:creationId xmlns:a16="http://schemas.microsoft.com/office/drawing/2014/main" id="{269AF33D-40E0-4959-971F-1653636DE0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6" name="Flowchart: Connector 4125">
                  <a:extLst>
                    <a:ext uri="{FF2B5EF4-FFF2-40B4-BE49-F238E27FC236}">
                      <a16:creationId xmlns:a16="http://schemas.microsoft.com/office/drawing/2014/main" id="{C7A18DC3-EC26-4FF7-A464-ACDB8475C4E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7" name="Flowchart: Connector 4126">
                  <a:extLst>
                    <a:ext uri="{FF2B5EF4-FFF2-40B4-BE49-F238E27FC236}">
                      <a16:creationId xmlns:a16="http://schemas.microsoft.com/office/drawing/2014/main" id="{15E29AAF-AB9A-4A26-80DD-4C10FCCB352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8" name="Flowchart: Connector 4127">
                  <a:extLst>
                    <a:ext uri="{FF2B5EF4-FFF2-40B4-BE49-F238E27FC236}">
                      <a16:creationId xmlns:a16="http://schemas.microsoft.com/office/drawing/2014/main" id="{F5E779E3-928D-4EA9-89BE-88CB572956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9" name="Flowchart: Connector 4128">
                  <a:extLst>
                    <a:ext uri="{FF2B5EF4-FFF2-40B4-BE49-F238E27FC236}">
                      <a16:creationId xmlns:a16="http://schemas.microsoft.com/office/drawing/2014/main" id="{142ED37C-B03A-4089-B0E9-6A04203666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30" name="Flowchart: Connector 4129">
                  <a:extLst>
                    <a:ext uri="{FF2B5EF4-FFF2-40B4-BE49-F238E27FC236}">
                      <a16:creationId xmlns:a16="http://schemas.microsoft.com/office/drawing/2014/main" id="{D3CF09B6-AA61-49FB-B963-C9F5B94A786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131" name="Flowchart: Connector 4130">
                  <a:extLst>
                    <a:ext uri="{FF2B5EF4-FFF2-40B4-BE49-F238E27FC236}">
                      <a16:creationId xmlns:a16="http://schemas.microsoft.com/office/drawing/2014/main" id="{30D0F813-FBEC-4619-9FAC-0BFD353DE8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32" name="Flowchart: Connector 4131">
                  <a:extLst>
                    <a:ext uri="{FF2B5EF4-FFF2-40B4-BE49-F238E27FC236}">
                      <a16:creationId xmlns:a16="http://schemas.microsoft.com/office/drawing/2014/main" id="{D3EAFBAC-5295-4769-8D0C-E3CA36F9CB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4133" name="Group 4132">
                  <a:extLst>
                    <a:ext uri="{FF2B5EF4-FFF2-40B4-BE49-F238E27FC236}">
                      <a16:creationId xmlns:a16="http://schemas.microsoft.com/office/drawing/2014/main" id="{4350B33B-49E9-4720-9A2C-F88B84032D8F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4134" name="Group 4133">
                    <a:extLst>
                      <a:ext uri="{FF2B5EF4-FFF2-40B4-BE49-F238E27FC236}">
                        <a16:creationId xmlns:a16="http://schemas.microsoft.com/office/drawing/2014/main" id="{2688C50B-540F-4982-9C42-F9B926F4F927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4185" name="Flowchart: Connector 4184">
                      <a:extLst>
                        <a:ext uri="{FF2B5EF4-FFF2-40B4-BE49-F238E27FC236}">
                          <a16:creationId xmlns:a16="http://schemas.microsoft.com/office/drawing/2014/main" id="{B3E47C98-9085-4EBB-878D-0374083B11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6" name="3D Model 4185" descr="Sphere">
                          <a:extLst>
                            <a:ext uri="{FF2B5EF4-FFF2-40B4-BE49-F238E27FC236}">
                              <a16:creationId xmlns:a16="http://schemas.microsoft.com/office/drawing/2014/main" id="{F50D5BC3-2410-49EE-8259-A38DBB822ED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88054123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2066" cy="56455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5886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86" name="3D Model 4185" descr="Sphere">
                          <a:extLst>
                            <a:ext uri="{FF2B5EF4-FFF2-40B4-BE49-F238E27FC236}">
                              <a16:creationId xmlns:a16="http://schemas.microsoft.com/office/drawing/2014/main" id="{F50D5BC3-2410-49EE-8259-A38DBB822ED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471502" y="1962810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7" name="Flowchart: Connector 4186">
                      <a:extLst>
                        <a:ext uri="{FF2B5EF4-FFF2-40B4-BE49-F238E27FC236}">
                          <a16:creationId xmlns:a16="http://schemas.microsoft.com/office/drawing/2014/main" id="{A5A36563-5F2A-4D5F-AA04-D49604FE1D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8" name="3D Model 4187" descr="Sphere">
                          <a:extLst>
                            <a:ext uri="{FF2B5EF4-FFF2-40B4-BE49-F238E27FC236}">
                              <a16:creationId xmlns:a16="http://schemas.microsoft.com/office/drawing/2014/main" id="{F22AFC2E-0F9D-40F4-A6BF-5F4513DAFF9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73161228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9" name="Flowchart: Connector 4188">
                      <a:extLst>
                        <a:ext uri="{FF2B5EF4-FFF2-40B4-BE49-F238E27FC236}">
                          <a16:creationId xmlns:a16="http://schemas.microsoft.com/office/drawing/2014/main" id="{F1D49110-70DF-4B1A-ABDC-C6222102F3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90" name="3D Model 4189" descr="Sphere">
                          <a:extLst>
                            <a:ext uri="{FF2B5EF4-FFF2-40B4-BE49-F238E27FC236}">
                              <a16:creationId xmlns:a16="http://schemas.microsoft.com/office/drawing/2014/main" id="{81C4D200-9E60-487C-8791-4DC6DE2E77F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2525230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91" name="Flowchart: Connector 4190">
                      <a:extLst>
                        <a:ext uri="{FF2B5EF4-FFF2-40B4-BE49-F238E27FC236}">
                          <a16:creationId xmlns:a16="http://schemas.microsoft.com/office/drawing/2014/main" id="{C2D238F3-D05A-4854-BED8-D36E120631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92" name="3D Model 4191" descr="Sphere">
                          <a:extLst>
                            <a:ext uri="{FF2B5EF4-FFF2-40B4-BE49-F238E27FC236}">
                              <a16:creationId xmlns:a16="http://schemas.microsoft.com/office/drawing/2014/main" id="{7F4E1E54-4E47-486A-A068-F3F7A200215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11896254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4135" name="Group 4134">
                    <a:extLst>
                      <a:ext uri="{FF2B5EF4-FFF2-40B4-BE49-F238E27FC236}">
                        <a16:creationId xmlns:a16="http://schemas.microsoft.com/office/drawing/2014/main" id="{8F039EF4-AD16-4D3D-B83D-EB24F84DDBA4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4169" name="Flowchart: Connector 4168">
                      <a:extLst>
                        <a:ext uri="{FF2B5EF4-FFF2-40B4-BE49-F238E27FC236}">
                          <a16:creationId xmlns:a16="http://schemas.microsoft.com/office/drawing/2014/main" id="{7D99009E-C9CB-4C03-AA66-1B16F7AABF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0" name="Flowchart: Connector 4169">
                      <a:extLst>
                        <a:ext uri="{FF2B5EF4-FFF2-40B4-BE49-F238E27FC236}">
                          <a16:creationId xmlns:a16="http://schemas.microsoft.com/office/drawing/2014/main" id="{FC584612-063F-4D3D-BB00-529273E375D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1" name="Flowchart: Connector 4170">
                      <a:extLst>
                        <a:ext uri="{FF2B5EF4-FFF2-40B4-BE49-F238E27FC236}">
                          <a16:creationId xmlns:a16="http://schemas.microsoft.com/office/drawing/2014/main" id="{1E24787D-3858-475D-B33C-51389733FB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2" name="Flowchart: Connector 4171">
                      <a:extLst>
                        <a:ext uri="{FF2B5EF4-FFF2-40B4-BE49-F238E27FC236}">
                          <a16:creationId xmlns:a16="http://schemas.microsoft.com/office/drawing/2014/main" id="{4EBB2E7F-D54F-404F-AA48-C4A5784B20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3" name="Flowchart: Connector 4172">
                      <a:extLst>
                        <a:ext uri="{FF2B5EF4-FFF2-40B4-BE49-F238E27FC236}">
                          <a16:creationId xmlns:a16="http://schemas.microsoft.com/office/drawing/2014/main" id="{BF2CFD7F-2CCA-469C-92B7-E717E8D772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4" name="Flowchart: Connector 4173">
                      <a:extLst>
                        <a:ext uri="{FF2B5EF4-FFF2-40B4-BE49-F238E27FC236}">
                          <a16:creationId xmlns:a16="http://schemas.microsoft.com/office/drawing/2014/main" id="{542EB72F-26C4-4CA4-A171-ED0303E9F9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5" name="Flowchart: Connector 4174">
                      <a:extLst>
                        <a:ext uri="{FF2B5EF4-FFF2-40B4-BE49-F238E27FC236}">
                          <a16:creationId xmlns:a16="http://schemas.microsoft.com/office/drawing/2014/main" id="{B44246B6-E21F-476B-A830-18F660EEBF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6" name="Flowchart: Connector 4175">
                      <a:extLst>
                        <a:ext uri="{FF2B5EF4-FFF2-40B4-BE49-F238E27FC236}">
                          <a16:creationId xmlns:a16="http://schemas.microsoft.com/office/drawing/2014/main" id="{3488FFE8-AE31-4752-A806-179137A782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7" name="Flowchart: Connector 4176">
                      <a:extLst>
                        <a:ext uri="{FF2B5EF4-FFF2-40B4-BE49-F238E27FC236}">
                          <a16:creationId xmlns:a16="http://schemas.microsoft.com/office/drawing/2014/main" id="{153E6680-F507-42B2-A234-9D684BDAE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78" name="3D Model 4177" descr="Sphere">
                          <a:extLst>
                            <a:ext uri="{FF2B5EF4-FFF2-40B4-BE49-F238E27FC236}">
                              <a16:creationId xmlns:a16="http://schemas.microsoft.com/office/drawing/2014/main" id="{F82A72D6-48B3-435B-B4C4-C78B02A3CC8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63680149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78" name="3D Model 4177" descr="Sphere">
                          <a:extLst>
                            <a:ext uri="{FF2B5EF4-FFF2-40B4-BE49-F238E27FC236}">
                              <a16:creationId xmlns:a16="http://schemas.microsoft.com/office/drawing/2014/main" id="{F82A72D6-48B3-435B-B4C4-C78B02A3CC8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70918" y="189997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79" name="Flowchart: Connector 4178">
                      <a:extLst>
                        <a:ext uri="{FF2B5EF4-FFF2-40B4-BE49-F238E27FC236}">
                          <a16:creationId xmlns:a16="http://schemas.microsoft.com/office/drawing/2014/main" id="{6872C27A-FDDA-48CF-8437-83F5191C05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0" name="3D Model 4179" descr="Sphere">
                          <a:extLst>
                            <a:ext uri="{FF2B5EF4-FFF2-40B4-BE49-F238E27FC236}">
                              <a16:creationId xmlns:a16="http://schemas.microsoft.com/office/drawing/2014/main" id="{8D16D968-1965-447A-BB94-2AB0188B7A6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09491529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1" name="Flowchart: Connector 4180">
                      <a:extLst>
                        <a:ext uri="{FF2B5EF4-FFF2-40B4-BE49-F238E27FC236}">
                          <a16:creationId xmlns:a16="http://schemas.microsoft.com/office/drawing/2014/main" id="{596632FC-48AA-4F56-BEEA-8E9B7DB236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2" name="3D Model 4181" descr="Sphere">
                          <a:extLst>
                            <a:ext uri="{FF2B5EF4-FFF2-40B4-BE49-F238E27FC236}">
                              <a16:creationId xmlns:a16="http://schemas.microsoft.com/office/drawing/2014/main" id="{884E4404-EF43-4E92-AFBC-21BF66E5363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4906212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3" name="Flowchart: Connector 4182">
                      <a:extLst>
                        <a:ext uri="{FF2B5EF4-FFF2-40B4-BE49-F238E27FC236}">
                          <a16:creationId xmlns:a16="http://schemas.microsoft.com/office/drawing/2014/main" id="{825C6A15-E080-48B5-ACB4-1AA278CB7B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4" name="3D Model 4183" descr="Sphere">
                          <a:extLst>
                            <a:ext uri="{FF2B5EF4-FFF2-40B4-BE49-F238E27FC236}">
                              <a16:creationId xmlns:a16="http://schemas.microsoft.com/office/drawing/2014/main" id="{E9804E3B-711C-4712-AF47-2C83A2431F0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2188937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4136" name="Group 4135">
                    <a:extLst>
                      <a:ext uri="{FF2B5EF4-FFF2-40B4-BE49-F238E27FC236}">
                        <a16:creationId xmlns:a16="http://schemas.microsoft.com/office/drawing/2014/main" id="{A661FEEA-A2FD-4A56-8D38-430556F58F5E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4153" name="Flowchart: Connector 4152">
                      <a:extLst>
                        <a:ext uri="{FF2B5EF4-FFF2-40B4-BE49-F238E27FC236}">
                          <a16:creationId xmlns:a16="http://schemas.microsoft.com/office/drawing/2014/main" id="{38225AD1-F97B-4478-877F-8C35569866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4" name="Flowchart: Connector 4153">
                      <a:extLst>
                        <a:ext uri="{FF2B5EF4-FFF2-40B4-BE49-F238E27FC236}">
                          <a16:creationId xmlns:a16="http://schemas.microsoft.com/office/drawing/2014/main" id="{D4294F39-A9C7-428E-878E-E87C9AF540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5" name="Flowchart: Connector 4154">
                      <a:extLst>
                        <a:ext uri="{FF2B5EF4-FFF2-40B4-BE49-F238E27FC236}">
                          <a16:creationId xmlns:a16="http://schemas.microsoft.com/office/drawing/2014/main" id="{A49ED923-37B6-4F12-A80E-7F189324F7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6" name="Flowchart: Connector 4155">
                      <a:extLst>
                        <a:ext uri="{FF2B5EF4-FFF2-40B4-BE49-F238E27FC236}">
                          <a16:creationId xmlns:a16="http://schemas.microsoft.com/office/drawing/2014/main" id="{D3DDD43B-F849-477B-96EA-086682FDB1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7" name="Flowchart: Connector 4156">
                      <a:extLst>
                        <a:ext uri="{FF2B5EF4-FFF2-40B4-BE49-F238E27FC236}">
                          <a16:creationId xmlns:a16="http://schemas.microsoft.com/office/drawing/2014/main" id="{1ABA126C-B2B4-4C0F-92FA-9D183B4514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8" name="Flowchart: Connector 4157">
                      <a:extLst>
                        <a:ext uri="{FF2B5EF4-FFF2-40B4-BE49-F238E27FC236}">
                          <a16:creationId xmlns:a16="http://schemas.microsoft.com/office/drawing/2014/main" id="{FA32E9F3-9C56-42CD-AED2-17ABE8F6F2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9" name="Flowchart: Connector 4158">
                      <a:extLst>
                        <a:ext uri="{FF2B5EF4-FFF2-40B4-BE49-F238E27FC236}">
                          <a16:creationId xmlns:a16="http://schemas.microsoft.com/office/drawing/2014/main" id="{55E9334C-5D39-46AB-88D8-C51FA19115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60" name="Flowchart: Connector 4159">
                      <a:extLst>
                        <a:ext uri="{FF2B5EF4-FFF2-40B4-BE49-F238E27FC236}">
                          <a16:creationId xmlns:a16="http://schemas.microsoft.com/office/drawing/2014/main" id="{4AEA231D-BC8F-4E5A-80E9-22677ECEA5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61" name="Flowchart: Connector 4160">
                      <a:extLst>
                        <a:ext uri="{FF2B5EF4-FFF2-40B4-BE49-F238E27FC236}">
                          <a16:creationId xmlns:a16="http://schemas.microsoft.com/office/drawing/2014/main" id="{D6765C25-80EB-4538-899D-9601B49760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2" name="3D Model 4161" descr="Sphere">
                          <a:extLst>
                            <a:ext uri="{FF2B5EF4-FFF2-40B4-BE49-F238E27FC236}">
                              <a16:creationId xmlns:a16="http://schemas.microsoft.com/office/drawing/2014/main" id="{D43015C9-2E01-446B-B07A-2C0EFFFED42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07073704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62" name="3D Model 4161" descr="Sphere">
                          <a:extLst>
                            <a:ext uri="{FF2B5EF4-FFF2-40B4-BE49-F238E27FC236}">
                              <a16:creationId xmlns:a16="http://schemas.microsoft.com/office/drawing/2014/main" id="{D43015C9-2E01-446B-B07A-2C0EFFFED42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69237" y="183910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63" name="Flowchart: Connector 4162">
                      <a:extLst>
                        <a:ext uri="{FF2B5EF4-FFF2-40B4-BE49-F238E27FC236}">
                          <a16:creationId xmlns:a16="http://schemas.microsoft.com/office/drawing/2014/main" id="{00C8057E-4205-4780-B310-C0EE299225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4" name="3D Model 4163" descr="Sphere">
                          <a:extLst>
                            <a:ext uri="{FF2B5EF4-FFF2-40B4-BE49-F238E27FC236}">
                              <a16:creationId xmlns:a16="http://schemas.microsoft.com/office/drawing/2014/main" id="{0692E2F8-9E3D-4BB8-9016-BC084AE7E1F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2989140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64" name="3D Model 4163" descr="Sphere">
                          <a:extLst>
                            <a:ext uri="{FF2B5EF4-FFF2-40B4-BE49-F238E27FC236}">
                              <a16:creationId xmlns:a16="http://schemas.microsoft.com/office/drawing/2014/main" id="{0692E2F8-9E3D-4BB8-9016-BC084AE7E1F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10938" y="185497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65" name="Flowchart: Connector 4164">
                      <a:extLst>
                        <a:ext uri="{FF2B5EF4-FFF2-40B4-BE49-F238E27FC236}">
                          <a16:creationId xmlns:a16="http://schemas.microsoft.com/office/drawing/2014/main" id="{BFDC80A0-6C60-4018-8588-A9B16D4BB5C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6" name="3D Model 4165" descr="Sphere">
                          <a:extLst>
                            <a:ext uri="{FF2B5EF4-FFF2-40B4-BE49-F238E27FC236}">
                              <a16:creationId xmlns:a16="http://schemas.microsoft.com/office/drawing/2014/main" id="{C75CB425-B1FF-4E0C-930A-D131EB96445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763514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3235" cy="61702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018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67" name="Flowchart: Connector 4166">
                      <a:extLst>
                        <a:ext uri="{FF2B5EF4-FFF2-40B4-BE49-F238E27FC236}">
                          <a16:creationId xmlns:a16="http://schemas.microsoft.com/office/drawing/2014/main" id="{3519F79D-A4A0-4B0A-964A-C75E682FC7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8" name="3D Model 4167" descr="Sphere">
                          <a:extLst>
                            <a:ext uri="{FF2B5EF4-FFF2-40B4-BE49-F238E27FC236}">
                              <a16:creationId xmlns:a16="http://schemas.microsoft.com/office/drawing/2014/main" id="{A740580D-98DF-4ECC-9A43-B29BE775DE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8029415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51045" cy="589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59555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4137" name="Flowchart: Connector 4136">
                    <a:extLst>
                      <a:ext uri="{FF2B5EF4-FFF2-40B4-BE49-F238E27FC236}">
                        <a16:creationId xmlns:a16="http://schemas.microsoft.com/office/drawing/2014/main" id="{539325CE-25E4-4270-AF88-FB44A54A8BA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38" name="Flowchart: Connector 4137">
                    <a:extLst>
                      <a:ext uri="{FF2B5EF4-FFF2-40B4-BE49-F238E27FC236}">
                        <a16:creationId xmlns:a16="http://schemas.microsoft.com/office/drawing/2014/main" id="{5FAB43A4-B226-4772-89C0-2DCE2075639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39" name="Flowchart: Connector 4138">
                    <a:extLst>
                      <a:ext uri="{FF2B5EF4-FFF2-40B4-BE49-F238E27FC236}">
                        <a16:creationId xmlns:a16="http://schemas.microsoft.com/office/drawing/2014/main" id="{61FC4645-086C-4171-B2AB-A4FAA5AB71E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0" name="Flowchart: Connector 4139">
                    <a:extLst>
                      <a:ext uri="{FF2B5EF4-FFF2-40B4-BE49-F238E27FC236}">
                        <a16:creationId xmlns:a16="http://schemas.microsoft.com/office/drawing/2014/main" id="{A1F8C8F8-76C6-4F17-8F9B-CE1D9DC6A4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1" name="Flowchart: Connector 4140">
                    <a:extLst>
                      <a:ext uri="{FF2B5EF4-FFF2-40B4-BE49-F238E27FC236}">
                        <a16:creationId xmlns:a16="http://schemas.microsoft.com/office/drawing/2014/main" id="{222ABD31-46B4-41F5-85C4-DA21B66CC0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2" name="Flowchart: Connector 4141">
                    <a:extLst>
                      <a:ext uri="{FF2B5EF4-FFF2-40B4-BE49-F238E27FC236}">
                        <a16:creationId xmlns:a16="http://schemas.microsoft.com/office/drawing/2014/main" id="{2EB3F642-1029-46B2-98D3-68A6252799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3" name="Flowchart: Connector 4142">
                    <a:extLst>
                      <a:ext uri="{FF2B5EF4-FFF2-40B4-BE49-F238E27FC236}">
                        <a16:creationId xmlns:a16="http://schemas.microsoft.com/office/drawing/2014/main" id="{7A9758FB-455B-427D-AFB1-CDAE5FA7F3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4" name="Flowchart: Connector 4143">
                    <a:extLst>
                      <a:ext uri="{FF2B5EF4-FFF2-40B4-BE49-F238E27FC236}">
                        <a16:creationId xmlns:a16="http://schemas.microsoft.com/office/drawing/2014/main" id="{9C9F3D6C-A318-461B-BD1F-4D959E86DE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5" name="Flowchart: Connector 4144">
                    <a:extLst>
                      <a:ext uri="{FF2B5EF4-FFF2-40B4-BE49-F238E27FC236}">
                        <a16:creationId xmlns:a16="http://schemas.microsoft.com/office/drawing/2014/main" id="{985AB71F-0252-4DB2-AD10-42C889A34B9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46" name="3D Model 4145" descr="Sphere">
                        <a:extLst>
                          <a:ext uri="{FF2B5EF4-FFF2-40B4-BE49-F238E27FC236}">
                            <a16:creationId xmlns:a16="http://schemas.microsoft.com/office/drawing/2014/main" id="{9DD67246-9E2A-4DA2-A58F-52ACA22B59D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770862594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52066" cy="56455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4"/>
                          </am3d:raster>
                          <am3d:objViewport viewportSz="57575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46" name="3D Model 4145" descr="Sphere">
                        <a:extLst>
                          <a:ext uri="{FF2B5EF4-FFF2-40B4-BE49-F238E27FC236}">
                            <a16:creationId xmlns:a16="http://schemas.microsoft.com/office/drawing/2014/main" id="{9DD67246-9E2A-4DA2-A58F-52ACA22B59D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470479" y="1779985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147" name="Flowchart: Connector 4146">
                    <a:extLst>
                      <a:ext uri="{FF2B5EF4-FFF2-40B4-BE49-F238E27FC236}">
                        <a16:creationId xmlns:a16="http://schemas.microsoft.com/office/drawing/2014/main" id="{0B21B1CA-7A23-4CD6-B64B-DF215383122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48" name="3D Model 4147" descr="Sphere">
                        <a:extLst>
                          <a:ext uri="{FF2B5EF4-FFF2-40B4-BE49-F238E27FC236}">
                            <a16:creationId xmlns:a16="http://schemas.microsoft.com/office/drawing/2014/main" id="{716A6D4E-7BA6-4E02-BC2C-47A4529082A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616102913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52066" cy="56455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58863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48" name="3D Model 4147" descr="Sphere">
                        <a:extLst>
                          <a:ext uri="{FF2B5EF4-FFF2-40B4-BE49-F238E27FC236}">
                            <a16:creationId xmlns:a16="http://schemas.microsoft.com/office/drawing/2014/main" id="{716A6D4E-7BA6-4E02-BC2C-47A4529082A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513203" y="1796997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149" name="Flowchart: Connector 4148">
                    <a:extLst>
                      <a:ext uri="{FF2B5EF4-FFF2-40B4-BE49-F238E27FC236}">
                        <a16:creationId xmlns:a16="http://schemas.microsoft.com/office/drawing/2014/main" id="{B5CD951D-6B94-4536-AEB4-BE13BDD4349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50" name="3D Model 4149" descr="Sphere">
                        <a:extLst>
                          <a:ext uri="{FF2B5EF4-FFF2-40B4-BE49-F238E27FC236}">
                            <a16:creationId xmlns:a16="http://schemas.microsoft.com/office/drawing/2014/main" id="{7BAC495D-8A16-4C82-BEF8-495F3619D428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008153903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53235" cy="61702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0185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50" name="3D Model 4149" descr="Sphere">
                        <a:extLst>
                          <a:ext uri="{FF2B5EF4-FFF2-40B4-BE49-F238E27FC236}">
                            <a16:creationId xmlns:a16="http://schemas.microsoft.com/office/drawing/2014/main" id="{7BAC495D-8A16-4C82-BEF8-495F3619D42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55090" y="1806013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151" name="Flowchart: Connector 4150">
                    <a:extLst>
                      <a:ext uri="{FF2B5EF4-FFF2-40B4-BE49-F238E27FC236}">
                        <a16:creationId xmlns:a16="http://schemas.microsoft.com/office/drawing/2014/main" id="{51FB2981-0220-4677-89CA-CAD063ABF3D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52" name="3D Model 4151" descr="Sphere">
                        <a:extLst>
                          <a:ext uri="{FF2B5EF4-FFF2-40B4-BE49-F238E27FC236}">
                            <a16:creationId xmlns:a16="http://schemas.microsoft.com/office/drawing/2014/main" id="{071D1DFD-D57C-4C28-A7D8-F24C8CCADA3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107532482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51045" cy="589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59555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52" name="3D Model 4151" descr="Sphere">
                        <a:extLst>
                          <a:ext uri="{FF2B5EF4-FFF2-40B4-BE49-F238E27FC236}">
                            <a16:creationId xmlns:a16="http://schemas.microsoft.com/office/drawing/2014/main" id="{071D1DFD-D57C-4C28-A7D8-F24C8CCADA3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601716" y="1822407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4042" name="Group 4041">
                <a:extLst>
                  <a:ext uri="{FF2B5EF4-FFF2-40B4-BE49-F238E27FC236}">
                    <a16:creationId xmlns:a16="http://schemas.microsoft.com/office/drawing/2014/main" id="{C1D3A851-E415-4F3F-9F0E-5721A78B3EC3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4112" name="Freeform: Shape 4111">
                  <a:extLst>
                    <a:ext uri="{FF2B5EF4-FFF2-40B4-BE49-F238E27FC236}">
                      <a16:creationId xmlns:a16="http://schemas.microsoft.com/office/drawing/2014/main" id="{A8E5E5C5-26F2-4AAF-BDF2-B4A9D522634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13" name="Rectangle: Rounded Corners 4112">
                  <a:extLst>
                    <a:ext uri="{FF2B5EF4-FFF2-40B4-BE49-F238E27FC236}">
                      <a16:creationId xmlns:a16="http://schemas.microsoft.com/office/drawing/2014/main" id="{852CDC89-D6CA-4808-9E68-863476FA9A4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3" name="Group 4042">
                <a:extLst>
                  <a:ext uri="{FF2B5EF4-FFF2-40B4-BE49-F238E27FC236}">
                    <a16:creationId xmlns:a16="http://schemas.microsoft.com/office/drawing/2014/main" id="{C1D4DFFA-049D-497C-930B-5F36184F7BF7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4110" name="Freeform: Shape 4109">
                  <a:extLst>
                    <a:ext uri="{FF2B5EF4-FFF2-40B4-BE49-F238E27FC236}">
                      <a16:creationId xmlns:a16="http://schemas.microsoft.com/office/drawing/2014/main" id="{6F8148B5-7A84-4822-8C11-A4D8A6A846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11" name="Rectangle: Rounded Corners 4110">
                  <a:extLst>
                    <a:ext uri="{FF2B5EF4-FFF2-40B4-BE49-F238E27FC236}">
                      <a16:creationId xmlns:a16="http://schemas.microsoft.com/office/drawing/2014/main" id="{53AFDABE-FCFC-4A8C-96B7-78AD0C1D681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4" name="Group 4043">
                <a:extLst>
                  <a:ext uri="{FF2B5EF4-FFF2-40B4-BE49-F238E27FC236}">
                    <a16:creationId xmlns:a16="http://schemas.microsoft.com/office/drawing/2014/main" id="{54657D26-C7EC-4E6F-AF66-06131F11B5D6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4108" name="Freeform: Shape 4107">
                  <a:extLst>
                    <a:ext uri="{FF2B5EF4-FFF2-40B4-BE49-F238E27FC236}">
                      <a16:creationId xmlns:a16="http://schemas.microsoft.com/office/drawing/2014/main" id="{FA1186AE-F9B9-4982-B6EE-337AB42443A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9" name="Rectangle: Rounded Corners 4108">
                  <a:extLst>
                    <a:ext uri="{FF2B5EF4-FFF2-40B4-BE49-F238E27FC236}">
                      <a16:creationId xmlns:a16="http://schemas.microsoft.com/office/drawing/2014/main" id="{8FE7B59B-50A4-40D9-ADD3-90C2A95A9BA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5" name="Group 4044">
                <a:extLst>
                  <a:ext uri="{FF2B5EF4-FFF2-40B4-BE49-F238E27FC236}">
                    <a16:creationId xmlns:a16="http://schemas.microsoft.com/office/drawing/2014/main" id="{588C6579-7297-4CAC-ADD9-0167F1E11B4E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4106" name="Freeform: Shape 4105">
                  <a:extLst>
                    <a:ext uri="{FF2B5EF4-FFF2-40B4-BE49-F238E27FC236}">
                      <a16:creationId xmlns:a16="http://schemas.microsoft.com/office/drawing/2014/main" id="{5DCE2872-ACC4-41A8-99AC-11C6D125D15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7" name="Rectangle: Rounded Corners 4106">
                  <a:extLst>
                    <a:ext uri="{FF2B5EF4-FFF2-40B4-BE49-F238E27FC236}">
                      <a16:creationId xmlns:a16="http://schemas.microsoft.com/office/drawing/2014/main" id="{6EE32B9C-E370-497B-89CA-6B01F8329DD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6" name="Group 4045">
                <a:extLst>
                  <a:ext uri="{FF2B5EF4-FFF2-40B4-BE49-F238E27FC236}">
                    <a16:creationId xmlns:a16="http://schemas.microsoft.com/office/drawing/2014/main" id="{2F4305BC-3B3D-433B-B105-D078A85DC2B7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4104" name="Freeform: Shape 4103">
                  <a:extLst>
                    <a:ext uri="{FF2B5EF4-FFF2-40B4-BE49-F238E27FC236}">
                      <a16:creationId xmlns:a16="http://schemas.microsoft.com/office/drawing/2014/main" id="{9698DE8D-1BF0-4EAF-85F5-606B0974834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5" name="Rectangle: Rounded Corners 4104">
                  <a:extLst>
                    <a:ext uri="{FF2B5EF4-FFF2-40B4-BE49-F238E27FC236}">
                      <a16:creationId xmlns:a16="http://schemas.microsoft.com/office/drawing/2014/main" id="{E720BA5C-AF38-4E2B-BFDB-9862C87EAB3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7" name="Group 4046">
                <a:extLst>
                  <a:ext uri="{FF2B5EF4-FFF2-40B4-BE49-F238E27FC236}">
                    <a16:creationId xmlns:a16="http://schemas.microsoft.com/office/drawing/2014/main" id="{1C7EB621-FFC1-4F4B-AE90-4AC910F6FDB8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4102" name="Freeform: Shape 4101">
                  <a:extLst>
                    <a:ext uri="{FF2B5EF4-FFF2-40B4-BE49-F238E27FC236}">
                      <a16:creationId xmlns:a16="http://schemas.microsoft.com/office/drawing/2014/main" id="{0E998E78-B507-45F0-8909-E83DE3DAFC5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3" name="Rectangle: Rounded Corners 4102">
                  <a:extLst>
                    <a:ext uri="{FF2B5EF4-FFF2-40B4-BE49-F238E27FC236}">
                      <a16:creationId xmlns:a16="http://schemas.microsoft.com/office/drawing/2014/main" id="{F88B71FA-F412-44CC-9B19-DCCAB249446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8" name="Group 4047">
                <a:extLst>
                  <a:ext uri="{FF2B5EF4-FFF2-40B4-BE49-F238E27FC236}">
                    <a16:creationId xmlns:a16="http://schemas.microsoft.com/office/drawing/2014/main" id="{00CDA549-69D0-4438-A1DF-31C9D1D3787A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4100" name="Freeform: Shape 4099">
                  <a:extLst>
                    <a:ext uri="{FF2B5EF4-FFF2-40B4-BE49-F238E27FC236}">
                      <a16:creationId xmlns:a16="http://schemas.microsoft.com/office/drawing/2014/main" id="{1A21D7D4-8B8B-4FAC-86FC-6C3CE881DAC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1" name="Rectangle: Rounded Corners 4100">
                  <a:extLst>
                    <a:ext uri="{FF2B5EF4-FFF2-40B4-BE49-F238E27FC236}">
                      <a16:creationId xmlns:a16="http://schemas.microsoft.com/office/drawing/2014/main" id="{CA4F6609-86B8-41C7-B7D9-59514859A20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9" name="Group 4048">
                <a:extLst>
                  <a:ext uri="{FF2B5EF4-FFF2-40B4-BE49-F238E27FC236}">
                    <a16:creationId xmlns:a16="http://schemas.microsoft.com/office/drawing/2014/main" id="{DD8EC531-2863-4ADF-A835-20A115BF2E7F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4098" name="Freeform: Shape 4097">
                  <a:extLst>
                    <a:ext uri="{FF2B5EF4-FFF2-40B4-BE49-F238E27FC236}">
                      <a16:creationId xmlns:a16="http://schemas.microsoft.com/office/drawing/2014/main" id="{5357DB42-77F5-4BBB-82F2-0F558CFE04B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9" name="Rectangle: Rounded Corners 4098">
                  <a:extLst>
                    <a:ext uri="{FF2B5EF4-FFF2-40B4-BE49-F238E27FC236}">
                      <a16:creationId xmlns:a16="http://schemas.microsoft.com/office/drawing/2014/main" id="{C3CE27FD-B45D-4402-B0C0-210A7287DF6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0" name="Group 4049">
                <a:extLst>
                  <a:ext uri="{FF2B5EF4-FFF2-40B4-BE49-F238E27FC236}">
                    <a16:creationId xmlns:a16="http://schemas.microsoft.com/office/drawing/2014/main" id="{C2C33F23-F4E8-4E8A-A9E4-1E15CB7DB0F8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4096" name="Freeform: Shape 4095">
                  <a:extLst>
                    <a:ext uri="{FF2B5EF4-FFF2-40B4-BE49-F238E27FC236}">
                      <a16:creationId xmlns:a16="http://schemas.microsoft.com/office/drawing/2014/main" id="{992B57C9-2A6F-4CDB-A19D-CD7AB8094C3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7" name="Rectangle: Rounded Corners 4096">
                  <a:extLst>
                    <a:ext uri="{FF2B5EF4-FFF2-40B4-BE49-F238E27FC236}">
                      <a16:creationId xmlns:a16="http://schemas.microsoft.com/office/drawing/2014/main" id="{66904D33-ADCF-4516-AD14-8AB9E0C7665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1" name="Group 4050">
                <a:extLst>
                  <a:ext uri="{FF2B5EF4-FFF2-40B4-BE49-F238E27FC236}">
                    <a16:creationId xmlns:a16="http://schemas.microsoft.com/office/drawing/2014/main" id="{0F40FC17-8882-43FF-8BDD-10B642914B4B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4094" name="Freeform: Shape 4093">
                  <a:extLst>
                    <a:ext uri="{FF2B5EF4-FFF2-40B4-BE49-F238E27FC236}">
                      <a16:creationId xmlns:a16="http://schemas.microsoft.com/office/drawing/2014/main" id="{A063FC7E-59E6-405C-A36B-A402850EBC7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5" name="Rectangle: Rounded Corners 4094">
                  <a:extLst>
                    <a:ext uri="{FF2B5EF4-FFF2-40B4-BE49-F238E27FC236}">
                      <a16:creationId xmlns:a16="http://schemas.microsoft.com/office/drawing/2014/main" id="{66ED7F55-A071-405A-AFB2-0B2E4C8BAC0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2" name="Group 4051">
                <a:extLst>
                  <a:ext uri="{FF2B5EF4-FFF2-40B4-BE49-F238E27FC236}">
                    <a16:creationId xmlns:a16="http://schemas.microsoft.com/office/drawing/2014/main" id="{751EF914-6C87-4C9C-895F-23E261DB8FEA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092" name="Freeform: Shape 4091">
                  <a:extLst>
                    <a:ext uri="{FF2B5EF4-FFF2-40B4-BE49-F238E27FC236}">
                      <a16:creationId xmlns:a16="http://schemas.microsoft.com/office/drawing/2014/main" id="{647BA3CE-92F2-47F9-8E88-3312F83A47C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3" name="Rectangle: Rounded Corners 4092">
                  <a:extLst>
                    <a:ext uri="{FF2B5EF4-FFF2-40B4-BE49-F238E27FC236}">
                      <a16:creationId xmlns:a16="http://schemas.microsoft.com/office/drawing/2014/main" id="{B6716743-E122-4746-B52F-F77FB2F112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3" name="Group 4052">
                <a:extLst>
                  <a:ext uri="{FF2B5EF4-FFF2-40B4-BE49-F238E27FC236}">
                    <a16:creationId xmlns:a16="http://schemas.microsoft.com/office/drawing/2014/main" id="{B4A61B11-D302-4A4C-A5BF-0877F9123BF4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4090" name="Freeform: Shape 4089">
                  <a:extLst>
                    <a:ext uri="{FF2B5EF4-FFF2-40B4-BE49-F238E27FC236}">
                      <a16:creationId xmlns:a16="http://schemas.microsoft.com/office/drawing/2014/main" id="{56EB3AFA-2CEE-47C1-A3CF-EE9CFDD1C02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1" name="Rectangle: Rounded Corners 4090">
                  <a:extLst>
                    <a:ext uri="{FF2B5EF4-FFF2-40B4-BE49-F238E27FC236}">
                      <a16:creationId xmlns:a16="http://schemas.microsoft.com/office/drawing/2014/main" id="{1C7D5F5E-39E2-480B-B033-F882DD42E44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4" name="Group 4053">
                <a:extLst>
                  <a:ext uri="{FF2B5EF4-FFF2-40B4-BE49-F238E27FC236}">
                    <a16:creationId xmlns:a16="http://schemas.microsoft.com/office/drawing/2014/main" id="{3849197E-2C4A-425D-80E0-A932CC74A75B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4088" name="Freeform: Shape 4087">
                  <a:extLst>
                    <a:ext uri="{FF2B5EF4-FFF2-40B4-BE49-F238E27FC236}">
                      <a16:creationId xmlns:a16="http://schemas.microsoft.com/office/drawing/2014/main" id="{465F5587-C3DE-4FB6-944C-605A2659447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9" name="Rectangle: Rounded Corners 4088">
                  <a:extLst>
                    <a:ext uri="{FF2B5EF4-FFF2-40B4-BE49-F238E27FC236}">
                      <a16:creationId xmlns:a16="http://schemas.microsoft.com/office/drawing/2014/main" id="{883D72B0-F997-4856-9001-9A7F00191FF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5" name="Group 4054">
                <a:extLst>
                  <a:ext uri="{FF2B5EF4-FFF2-40B4-BE49-F238E27FC236}">
                    <a16:creationId xmlns:a16="http://schemas.microsoft.com/office/drawing/2014/main" id="{39C05824-3159-40E0-B0A3-7441BEE9681D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4086" name="Freeform: Shape 4085">
                  <a:extLst>
                    <a:ext uri="{FF2B5EF4-FFF2-40B4-BE49-F238E27FC236}">
                      <a16:creationId xmlns:a16="http://schemas.microsoft.com/office/drawing/2014/main" id="{75ECF10F-031D-402E-9331-C715115E0B9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7" name="Rectangle: Rounded Corners 4086">
                  <a:extLst>
                    <a:ext uri="{FF2B5EF4-FFF2-40B4-BE49-F238E27FC236}">
                      <a16:creationId xmlns:a16="http://schemas.microsoft.com/office/drawing/2014/main" id="{4CA348E3-14EF-4F19-9C24-38A6C0A4E88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6" name="Group 4055">
                <a:extLst>
                  <a:ext uri="{FF2B5EF4-FFF2-40B4-BE49-F238E27FC236}">
                    <a16:creationId xmlns:a16="http://schemas.microsoft.com/office/drawing/2014/main" id="{70EC861D-FA06-4187-8EBF-401D3B610459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4084" name="Freeform: Shape 4083">
                  <a:extLst>
                    <a:ext uri="{FF2B5EF4-FFF2-40B4-BE49-F238E27FC236}">
                      <a16:creationId xmlns:a16="http://schemas.microsoft.com/office/drawing/2014/main" id="{425D2F64-A9EC-40B1-819C-459153C245D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5" name="Rectangle: Rounded Corners 4084">
                  <a:extLst>
                    <a:ext uri="{FF2B5EF4-FFF2-40B4-BE49-F238E27FC236}">
                      <a16:creationId xmlns:a16="http://schemas.microsoft.com/office/drawing/2014/main" id="{DE5D13C9-3A19-4C0E-B4AC-337FF68BF79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7" name="Group 4056">
                <a:extLst>
                  <a:ext uri="{FF2B5EF4-FFF2-40B4-BE49-F238E27FC236}">
                    <a16:creationId xmlns:a16="http://schemas.microsoft.com/office/drawing/2014/main" id="{43484B07-3B80-491F-8AB2-03E26588D65B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4082" name="Freeform: Shape 4081">
                  <a:extLst>
                    <a:ext uri="{FF2B5EF4-FFF2-40B4-BE49-F238E27FC236}">
                      <a16:creationId xmlns:a16="http://schemas.microsoft.com/office/drawing/2014/main" id="{FA761203-52E5-412A-B5FB-E4EA38F399F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3" name="Rectangle: Rounded Corners 4082">
                  <a:extLst>
                    <a:ext uri="{FF2B5EF4-FFF2-40B4-BE49-F238E27FC236}">
                      <a16:creationId xmlns:a16="http://schemas.microsoft.com/office/drawing/2014/main" id="{3CA0B9B1-C582-48BB-8CCE-34C43B037A3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8" name="Group 4057">
                <a:extLst>
                  <a:ext uri="{FF2B5EF4-FFF2-40B4-BE49-F238E27FC236}">
                    <a16:creationId xmlns:a16="http://schemas.microsoft.com/office/drawing/2014/main" id="{A6D7C730-9451-4777-AC1B-27BB5D9B303D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4080" name="Freeform: Shape 4079">
                  <a:extLst>
                    <a:ext uri="{FF2B5EF4-FFF2-40B4-BE49-F238E27FC236}">
                      <a16:creationId xmlns:a16="http://schemas.microsoft.com/office/drawing/2014/main" id="{2A00405E-F104-4CF1-90D3-916A3C6C5C4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1" name="Rectangle: Rounded Corners 4080">
                  <a:extLst>
                    <a:ext uri="{FF2B5EF4-FFF2-40B4-BE49-F238E27FC236}">
                      <a16:creationId xmlns:a16="http://schemas.microsoft.com/office/drawing/2014/main" id="{FF8F9C8D-8CCA-40A7-8961-DF5396C6A89E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9" name="Group 4058">
                <a:extLst>
                  <a:ext uri="{FF2B5EF4-FFF2-40B4-BE49-F238E27FC236}">
                    <a16:creationId xmlns:a16="http://schemas.microsoft.com/office/drawing/2014/main" id="{89BC7242-7B0C-4DF9-894D-0BEE1AB576A9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4078" name="Freeform: Shape 4077">
                  <a:extLst>
                    <a:ext uri="{FF2B5EF4-FFF2-40B4-BE49-F238E27FC236}">
                      <a16:creationId xmlns:a16="http://schemas.microsoft.com/office/drawing/2014/main" id="{D503A665-C859-4722-9F85-BA509AFFE52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9" name="Rectangle: Rounded Corners 4078">
                  <a:extLst>
                    <a:ext uri="{FF2B5EF4-FFF2-40B4-BE49-F238E27FC236}">
                      <a16:creationId xmlns:a16="http://schemas.microsoft.com/office/drawing/2014/main" id="{AF5CAE54-F6C7-40E7-B201-40936769CC7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0" name="Group 4059">
                <a:extLst>
                  <a:ext uri="{FF2B5EF4-FFF2-40B4-BE49-F238E27FC236}">
                    <a16:creationId xmlns:a16="http://schemas.microsoft.com/office/drawing/2014/main" id="{FC752FA8-A250-4611-9A9D-F66F94530121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4076" name="Freeform: Shape 4075">
                  <a:extLst>
                    <a:ext uri="{FF2B5EF4-FFF2-40B4-BE49-F238E27FC236}">
                      <a16:creationId xmlns:a16="http://schemas.microsoft.com/office/drawing/2014/main" id="{F0F80976-46B8-4F0F-8D56-804D5231131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7" name="Rectangle: Rounded Corners 4076">
                  <a:extLst>
                    <a:ext uri="{FF2B5EF4-FFF2-40B4-BE49-F238E27FC236}">
                      <a16:creationId xmlns:a16="http://schemas.microsoft.com/office/drawing/2014/main" id="{B4215FF7-E0A7-42E3-AFB2-C9B31DF3686A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1" name="Group 4060">
                <a:extLst>
                  <a:ext uri="{FF2B5EF4-FFF2-40B4-BE49-F238E27FC236}">
                    <a16:creationId xmlns:a16="http://schemas.microsoft.com/office/drawing/2014/main" id="{EA41D5BA-B8E4-45AD-9042-B4C50A563FE8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074" name="Freeform: Shape 4073">
                  <a:extLst>
                    <a:ext uri="{FF2B5EF4-FFF2-40B4-BE49-F238E27FC236}">
                      <a16:creationId xmlns:a16="http://schemas.microsoft.com/office/drawing/2014/main" id="{DC0947C6-E675-49B0-A491-61FEA280C8D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5" name="Rectangle: Rounded Corners 4074">
                  <a:extLst>
                    <a:ext uri="{FF2B5EF4-FFF2-40B4-BE49-F238E27FC236}">
                      <a16:creationId xmlns:a16="http://schemas.microsoft.com/office/drawing/2014/main" id="{352A69F4-7926-4FD6-95D7-7FCEF4ADA60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2" name="Group 4061">
                <a:extLst>
                  <a:ext uri="{FF2B5EF4-FFF2-40B4-BE49-F238E27FC236}">
                    <a16:creationId xmlns:a16="http://schemas.microsoft.com/office/drawing/2014/main" id="{9DE15B4D-1CEA-4828-952E-A7A9ABEAEE53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4072" name="Freeform: Shape 4071">
                  <a:extLst>
                    <a:ext uri="{FF2B5EF4-FFF2-40B4-BE49-F238E27FC236}">
                      <a16:creationId xmlns:a16="http://schemas.microsoft.com/office/drawing/2014/main" id="{D411ECE5-487F-4D34-BB6B-094C07BCCD5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3" name="Rectangle: Rounded Corners 4072">
                  <a:extLst>
                    <a:ext uri="{FF2B5EF4-FFF2-40B4-BE49-F238E27FC236}">
                      <a16:creationId xmlns:a16="http://schemas.microsoft.com/office/drawing/2014/main" id="{B7AB6EE4-BC3F-4F68-AF39-EB8C6850B90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3" name="Group 4062">
                <a:extLst>
                  <a:ext uri="{FF2B5EF4-FFF2-40B4-BE49-F238E27FC236}">
                    <a16:creationId xmlns:a16="http://schemas.microsoft.com/office/drawing/2014/main" id="{86624284-12EE-406D-B76D-327E3B667EE1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4070" name="Freeform: Shape 4069">
                  <a:extLst>
                    <a:ext uri="{FF2B5EF4-FFF2-40B4-BE49-F238E27FC236}">
                      <a16:creationId xmlns:a16="http://schemas.microsoft.com/office/drawing/2014/main" id="{81B02B6B-196B-4CB5-90A0-7EA27E65070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1" name="Rectangle: Rounded Corners 4070">
                  <a:extLst>
                    <a:ext uri="{FF2B5EF4-FFF2-40B4-BE49-F238E27FC236}">
                      <a16:creationId xmlns:a16="http://schemas.microsoft.com/office/drawing/2014/main" id="{B388BD43-2A9B-4520-BA5C-A0E492308E5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4" name="Group 4063">
                <a:extLst>
                  <a:ext uri="{FF2B5EF4-FFF2-40B4-BE49-F238E27FC236}">
                    <a16:creationId xmlns:a16="http://schemas.microsoft.com/office/drawing/2014/main" id="{F7B2100D-170A-4978-B0F1-7B87AE751E00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4068" name="Freeform: Shape 4067">
                  <a:extLst>
                    <a:ext uri="{FF2B5EF4-FFF2-40B4-BE49-F238E27FC236}">
                      <a16:creationId xmlns:a16="http://schemas.microsoft.com/office/drawing/2014/main" id="{8A691E0D-525C-4782-84AC-4C72A5AE6D2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69" name="Rectangle: Rounded Corners 4068">
                  <a:extLst>
                    <a:ext uri="{FF2B5EF4-FFF2-40B4-BE49-F238E27FC236}">
                      <a16:creationId xmlns:a16="http://schemas.microsoft.com/office/drawing/2014/main" id="{F3DCD26F-8D26-4E50-8EED-E545A53E10D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5" name="Group 4064">
                <a:extLst>
                  <a:ext uri="{FF2B5EF4-FFF2-40B4-BE49-F238E27FC236}">
                    <a16:creationId xmlns:a16="http://schemas.microsoft.com/office/drawing/2014/main" id="{6FB27F05-8A22-45D4-BBE5-01145D9EB810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4066" name="Freeform: Shape 4065">
                  <a:extLst>
                    <a:ext uri="{FF2B5EF4-FFF2-40B4-BE49-F238E27FC236}">
                      <a16:creationId xmlns:a16="http://schemas.microsoft.com/office/drawing/2014/main" id="{3AC53ADF-9355-4FBF-AC18-23017C0C2D4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67" name="Rectangle: Rounded Corners 4066">
                  <a:extLst>
                    <a:ext uri="{FF2B5EF4-FFF2-40B4-BE49-F238E27FC236}">
                      <a16:creationId xmlns:a16="http://schemas.microsoft.com/office/drawing/2014/main" id="{9F5DEA18-3399-47A3-9074-A0E2F104C12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4036" name="Freeform: Shape 4035">
              <a:extLst>
                <a:ext uri="{FF2B5EF4-FFF2-40B4-BE49-F238E27FC236}">
                  <a16:creationId xmlns:a16="http://schemas.microsoft.com/office/drawing/2014/main" id="{4729F4CA-D35F-4682-B3CD-35C842221979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37" name="Freeform: Shape 4036">
              <a:extLst>
                <a:ext uri="{FF2B5EF4-FFF2-40B4-BE49-F238E27FC236}">
                  <a16:creationId xmlns:a16="http://schemas.microsoft.com/office/drawing/2014/main" id="{B8B84FC7-C8A8-4A45-8569-18DE485A0294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38" name="Freeform: Shape 4037">
              <a:extLst>
                <a:ext uri="{FF2B5EF4-FFF2-40B4-BE49-F238E27FC236}">
                  <a16:creationId xmlns:a16="http://schemas.microsoft.com/office/drawing/2014/main" id="{5C7BF082-D029-4995-A19D-15711BF18843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400" name="Curved Up Arrow 1">
            <a:extLst>
              <a:ext uri="{FF2B5EF4-FFF2-40B4-BE49-F238E27FC236}">
                <a16:creationId xmlns:a16="http://schemas.microsoft.com/office/drawing/2014/main" id="{DB9BA6B1-01BC-4A99-9A05-C59278F638CB}"/>
              </a:ext>
            </a:extLst>
          </p:cNvPr>
          <p:cNvSpPr/>
          <p:nvPr/>
        </p:nvSpPr>
        <p:spPr>
          <a:xfrm rot="9442209" flipH="1">
            <a:off x="5519775" y="1068150"/>
            <a:ext cx="1383136" cy="640191"/>
          </a:xfrm>
          <a:custGeom>
            <a:avLst/>
            <a:gdLst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8075 h 731523"/>
              <a:gd name="connsiteX6" fmla="*/ 0 w 635736"/>
              <a:gd name="connsiteY6" fmla="*/ 716278 h 731523"/>
              <a:gd name="connsiteX7" fmla="*/ 361416 w 635736"/>
              <a:gd name="connsiteY7" fmla="*/ 182880 h 731523"/>
              <a:gd name="connsiteX8" fmla="*/ 269976 w 635736"/>
              <a:gd name="connsiteY8" fmla="*/ 182880 h 731523"/>
              <a:gd name="connsiteX9" fmla="*/ 467810 w 635736"/>
              <a:gd name="connsiteY9" fmla="*/ 0 h 731523"/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6278 h 731523"/>
              <a:gd name="connsiteX6" fmla="*/ 361416 w 635736"/>
              <a:gd name="connsiteY6" fmla="*/ 182880 h 731523"/>
              <a:gd name="connsiteX7" fmla="*/ 269976 w 635736"/>
              <a:gd name="connsiteY7" fmla="*/ 182880 h 731523"/>
              <a:gd name="connsiteX8" fmla="*/ 467810 w 635736"/>
              <a:gd name="connsiteY8" fmla="*/ 0 h 731523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35657 w 883989"/>
              <a:gd name="connsiteY3" fmla="*/ 731520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3989" h="946640">
                <a:moveTo>
                  <a:pt x="716063" y="0"/>
                </a:moveTo>
                <a:lnTo>
                  <a:pt x="883989" y="182880"/>
                </a:lnTo>
                <a:lnTo>
                  <a:pt x="792549" y="182880"/>
                </a:lnTo>
                <a:cubicBezTo>
                  <a:pt x="737882" y="511774"/>
                  <a:pt x="601892" y="655886"/>
                  <a:pt x="356126" y="790228"/>
                </a:cubicBezTo>
                <a:cubicBezTo>
                  <a:pt x="248733" y="843028"/>
                  <a:pt x="67527" y="944947"/>
                  <a:pt x="0" y="946640"/>
                </a:cubicBezTo>
                <a:cubicBezTo>
                  <a:pt x="38392" y="939867"/>
                  <a:pt x="169929" y="830850"/>
                  <a:pt x="255597" y="758442"/>
                </a:cubicBezTo>
                <a:cubicBezTo>
                  <a:pt x="451071" y="611157"/>
                  <a:pt x="564690" y="453492"/>
                  <a:pt x="609669" y="182880"/>
                </a:cubicBezTo>
                <a:lnTo>
                  <a:pt x="518229" y="182880"/>
                </a:lnTo>
                <a:lnTo>
                  <a:pt x="716063" y="0"/>
                </a:lnTo>
                <a:close/>
              </a:path>
            </a:pathLst>
          </a:cu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56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5C40AC60-590A-4750-88D3-B6E33BA8B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180" y="1754770"/>
            <a:ext cx="6145301" cy="517595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ED5EC78-71D0-4620-AC3C-4CBB82192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8674"/>
            <a:ext cx="6145301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9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D265F5-646B-47F3-AA73-7E9DF8C4B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562" y="133350"/>
            <a:ext cx="4040807" cy="2946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F3BE12-9F2D-4A72-8F15-EBDCE6028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8121" y="3152478"/>
            <a:ext cx="4664511" cy="3273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3FCA51-1993-4B56-84AD-803398E82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4928" y="2441"/>
            <a:ext cx="4443510" cy="3150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A355D6-CF13-46A7-BBC4-D11112D48D0B}"/>
              </a:ext>
            </a:extLst>
          </p:cNvPr>
          <p:cNvSpPr txBox="1"/>
          <p:nvPr/>
        </p:nvSpPr>
        <p:spPr>
          <a:xfrm>
            <a:off x="3038121" y="6457890"/>
            <a:ext cx="4711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Hybrid perovskite heterojunction solar cell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2DF93C-D06B-4D3B-BA95-4947B62EA8A3}"/>
              </a:ext>
            </a:extLst>
          </p:cNvPr>
          <p:cNvSpPr/>
          <p:nvPr/>
        </p:nvSpPr>
        <p:spPr>
          <a:xfrm>
            <a:off x="7405107" y="2967812"/>
            <a:ext cx="4723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solar device with perovskite NC’s as active layer.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4B815-373D-482B-8D68-A4E765FF1B00}"/>
              </a:ext>
            </a:extLst>
          </p:cNvPr>
          <p:cNvSpPr/>
          <p:nvPr/>
        </p:nvSpPr>
        <p:spPr>
          <a:xfrm>
            <a:off x="40737" y="2967812"/>
            <a:ext cx="5189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solar device with perovskite thin layer as active layer.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94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50CA3727-9B20-45CB-A1B4-CD9243E71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0565" y="2602598"/>
            <a:ext cx="5295787" cy="263705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8BBE191-3538-401C-9724-02B837225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62410" y="2295966"/>
            <a:ext cx="5224182" cy="294368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37A53C4-0425-4DA6-BE37-AEEFA1625713}"/>
              </a:ext>
            </a:extLst>
          </p:cNvPr>
          <p:cNvSpPr txBox="1"/>
          <p:nvPr/>
        </p:nvSpPr>
        <p:spPr>
          <a:xfrm>
            <a:off x="2356339" y="5964921"/>
            <a:ext cx="5966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Mesoporous scaffold for templet based NC’s  </a:t>
            </a:r>
          </a:p>
        </p:txBody>
      </p:sp>
    </p:spTree>
    <p:extLst>
      <p:ext uri="{BB962C8B-B14F-4D97-AF65-F5344CB8AC3E}">
        <p14:creationId xmlns:p14="http://schemas.microsoft.com/office/powerpoint/2010/main" val="2251071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FBD39BE2-F192-4385-A17A-FB823E3B2E86}"/>
              </a:ext>
            </a:extLst>
          </p:cNvPr>
          <p:cNvSpPr txBox="1"/>
          <p:nvPr/>
        </p:nvSpPr>
        <p:spPr>
          <a:xfrm>
            <a:off x="2426248" y="601011"/>
            <a:ext cx="7777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Better matching energy levels between perovskites and HTL by Mixed </a:t>
            </a:r>
            <a:r>
              <a:rPr lang="en-IN" b="1" dirty="0" err="1"/>
              <a:t>pero</a:t>
            </a:r>
            <a:r>
              <a:rPr lang="en-IN" b="1" dirty="0"/>
              <a:t> NC’s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D02C56-4E96-42AF-8BC1-16C40EE7F3C3}"/>
              </a:ext>
            </a:extLst>
          </p:cNvPr>
          <p:cNvGrpSpPr/>
          <p:nvPr/>
        </p:nvGrpSpPr>
        <p:grpSpPr>
          <a:xfrm>
            <a:off x="835935" y="1576028"/>
            <a:ext cx="9827536" cy="5367255"/>
            <a:chOff x="835935" y="1576028"/>
            <a:chExt cx="9827536" cy="53672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7239B70-48B8-4D42-94CB-208D6B21CEBD}"/>
                </a:ext>
              </a:extLst>
            </p:cNvPr>
            <p:cNvGrpSpPr/>
            <p:nvPr/>
          </p:nvGrpSpPr>
          <p:grpSpPr>
            <a:xfrm>
              <a:off x="1361101" y="1576028"/>
              <a:ext cx="9302370" cy="5367255"/>
              <a:chOff x="1361101" y="1576028"/>
              <a:chExt cx="9302370" cy="5367255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C4BD5BBF-2DFC-4000-B08F-0350BC5A6AFF}"/>
                  </a:ext>
                </a:extLst>
              </p:cNvPr>
              <p:cNvGrpSpPr/>
              <p:nvPr/>
            </p:nvGrpSpPr>
            <p:grpSpPr>
              <a:xfrm>
                <a:off x="1473506" y="3041668"/>
                <a:ext cx="4231148" cy="3816332"/>
                <a:chOff x="5513629" y="2967284"/>
                <a:chExt cx="4231148" cy="3816332"/>
              </a:xfrm>
            </p:grpSpPr>
            <p:sp>
              <p:nvSpPr>
                <p:cNvPr id="3" name="Rectangle: Single Corner Rounded 2">
                  <a:extLst>
                    <a:ext uri="{FF2B5EF4-FFF2-40B4-BE49-F238E27FC236}">
                      <a16:creationId xmlns:a16="http://schemas.microsoft.com/office/drawing/2014/main" id="{2B723C5A-B9D5-4C9E-AEA8-230AF7EC1A4C}"/>
                    </a:ext>
                  </a:extLst>
                </p:cNvPr>
                <p:cNvSpPr/>
                <p:nvPr/>
              </p:nvSpPr>
              <p:spPr>
                <a:xfrm>
                  <a:off x="5864592" y="4911616"/>
                  <a:ext cx="3627087" cy="1872000"/>
                </a:xfrm>
                <a:prstGeom prst="round1Rect">
                  <a:avLst>
                    <a:gd name="adj" fmla="val 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 cap="flat" cmpd="sng" algn="ctr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plastic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0DD29528-BEE8-4102-9261-4E94571F8FE0}"/>
                    </a:ext>
                  </a:extLst>
                </p:cNvPr>
                <p:cNvGrpSpPr/>
                <p:nvPr/>
              </p:nvGrpSpPr>
              <p:grpSpPr>
                <a:xfrm>
                  <a:off x="5513629" y="2967284"/>
                  <a:ext cx="4231148" cy="3416912"/>
                  <a:chOff x="5513629" y="2967284"/>
                  <a:chExt cx="4231148" cy="3416912"/>
                </a:xfrm>
              </p:grpSpPr>
              <p:sp>
                <p:nvSpPr>
                  <p:cNvPr id="4" name="Rectangle: Single Corner Rounded 3">
                    <a:extLst>
                      <a:ext uri="{FF2B5EF4-FFF2-40B4-BE49-F238E27FC236}">
                        <a16:creationId xmlns:a16="http://schemas.microsoft.com/office/drawing/2014/main" id="{9A4F7F0F-8E5B-4715-AAB8-535682E11012}"/>
                      </a:ext>
                    </a:extLst>
                  </p:cNvPr>
                  <p:cNvSpPr/>
                  <p:nvPr/>
                </p:nvSpPr>
                <p:spPr>
                  <a:xfrm>
                    <a:off x="5861065" y="4512196"/>
                    <a:ext cx="3627087" cy="1872000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7030A0"/>
                  </a:solidFill>
                  <a:ln w="1270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plastic">
                    <a:bevelT w="0" h="42545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" name="Rectangle: Single Corner Rounded 4">
                    <a:extLst>
                      <a:ext uri="{FF2B5EF4-FFF2-40B4-BE49-F238E27FC236}">
                        <a16:creationId xmlns:a16="http://schemas.microsoft.com/office/drawing/2014/main" id="{875DA07E-C594-42AE-8412-7DCFD5BF2A06}"/>
                      </a:ext>
                    </a:extLst>
                  </p:cNvPr>
                  <p:cNvSpPr/>
                  <p:nvPr/>
                </p:nvSpPr>
                <p:spPr>
                  <a:xfrm>
                    <a:off x="5858713" y="4109214"/>
                    <a:ext cx="3627087" cy="1872000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0070C0"/>
                  </a:solidFill>
                  <a:ln w="12700" cap="flat" cmpd="sng" algn="ctr">
                    <a:solidFill>
                      <a:srgbClr val="0070C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plastic">
                    <a:bevelT w="0" h="42545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CB2DB17D-71F5-42F4-9A0A-5B6CDD1C1512}"/>
                      </a:ext>
                    </a:extLst>
                  </p:cNvPr>
                  <p:cNvSpPr txBox="1"/>
                  <p:nvPr/>
                </p:nvSpPr>
                <p:spPr>
                  <a:xfrm rot="120000">
                    <a:off x="6925087" y="5625387"/>
                    <a:ext cx="99578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a:t>ITO/FTO</a:t>
                    </a:r>
                  </a:p>
                </p:txBody>
              </p:sp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2A95B66-75B6-45C2-B5FF-740D7D9E7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545" y="5229698"/>
                    <a:ext cx="5068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ETL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8AB31E9-BDE4-4240-BF90-F272D5434078}"/>
                      </a:ext>
                    </a:extLst>
                  </p:cNvPr>
                  <p:cNvSpPr txBox="1"/>
                  <p:nvPr/>
                </p:nvSpPr>
                <p:spPr>
                  <a:xfrm rot="157047">
                    <a:off x="6498116" y="4781921"/>
                    <a:ext cx="19911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Perovskite thin film</a:t>
                    </a:r>
                  </a:p>
                </p:txBody>
              </p:sp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729B3202-C080-4938-973E-E6A89BB6928A}"/>
                      </a:ext>
                    </a:extLst>
                  </p:cNvPr>
                  <p:cNvGrpSpPr/>
                  <p:nvPr/>
                </p:nvGrpSpPr>
                <p:grpSpPr>
                  <a:xfrm>
                    <a:off x="5513629" y="3421312"/>
                    <a:ext cx="4231148" cy="2143355"/>
                    <a:chOff x="1854864" y="1543183"/>
                    <a:chExt cx="4231148" cy="2143355"/>
                  </a:xfrm>
                </p:grpSpPr>
                <p:sp>
                  <p:nvSpPr>
                    <p:cNvPr id="8" name="Rectangle: Single Corner Rounded 7">
                      <a:extLst>
                        <a:ext uri="{FF2B5EF4-FFF2-40B4-BE49-F238E27FC236}">
                          <a16:creationId xmlns:a16="http://schemas.microsoft.com/office/drawing/2014/main" id="{F84D1CBA-13C8-4372-8756-C53DB66BB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9411" y="1804512"/>
                      <a:ext cx="3600000" cy="1882026"/>
                    </a:xfrm>
                    <a:prstGeom prst="round1Rect">
                      <a:avLst>
                        <a:gd name="adj" fmla="val 0"/>
                      </a:avLst>
                    </a:prstGeom>
                    <a:solidFill>
                      <a:srgbClr val="00FF00">
                        <a:alpha val="98824"/>
                      </a:srgbClr>
                    </a:solidFill>
                    <a:ln w="12700" cap="flat" cmpd="sng" algn="ctr">
                      <a:solidFill>
                        <a:srgbClr val="00FF00"/>
                      </a:solidFill>
                      <a:prstDash val="solid"/>
                      <a:miter lim="800000"/>
                    </a:ln>
                    <a:effectLst/>
                    <a:scene3d>
                      <a:camera prst="orthographicFront">
                        <a:rot lat="3880299" lon="6639842" rev="6595252"/>
                      </a:camera>
                      <a:lightRig rig="balanced" dir="t"/>
                    </a:scene3d>
                    <a:sp3d prstMaterial="softEdge">
                      <a:bevelT w="0" h="285750"/>
                    </a:sp3d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grpSp>
                  <p:nvGrpSpPr>
                    <p:cNvPr id="74" name="Group 73">
                      <a:extLst>
                        <a:ext uri="{FF2B5EF4-FFF2-40B4-BE49-F238E27FC236}">
                          <a16:creationId xmlns:a16="http://schemas.microsoft.com/office/drawing/2014/main" id="{8654046B-E77D-427B-A21F-46FAB53318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54864" y="1543183"/>
                      <a:ext cx="4231148" cy="1800000"/>
                      <a:chOff x="1869903" y="1515456"/>
                      <a:chExt cx="4231148" cy="1800000"/>
                    </a:xfrm>
                  </p:grpSpPr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F1159DC1-1E3C-48C2-9E69-95C1B3B7B09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17066" y="2104830"/>
                        <a:ext cx="76335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IN" dirty="0"/>
                          <a:t>Au/Ag</a:t>
                        </a:r>
                      </a:p>
                    </p:txBody>
                  </p:sp>
                  <p:sp>
                    <p:nvSpPr>
                      <p:cNvPr id="73" name="Rectangle: Single Corner Rounded 72">
                        <a:extLst>
                          <a:ext uri="{FF2B5EF4-FFF2-40B4-BE49-F238E27FC236}">
                            <a16:creationId xmlns:a16="http://schemas.microsoft.com/office/drawing/2014/main" id="{3FABE0D3-1795-455A-B7A1-D2C0B5B19B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28198" y="1515456"/>
                        <a:ext cx="3600000" cy="1800000"/>
                      </a:xfrm>
                      <a:prstGeom prst="round1Rect">
                        <a:avLst>
                          <a:gd name="adj" fmla="val 0"/>
                        </a:avLst>
                      </a:prstGeom>
                      <a:solidFill>
                        <a:srgbClr val="000066"/>
                      </a:solidFill>
                      <a:ln w="12700" cap="flat" cmpd="sng" algn="ctr">
                        <a:solidFill>
                          <a:srgbClr val="000066"/>
                        </a:solidFill>
                        <a:prstDash val="solid"/>
                        <a:miter lim="800000"/>
                      </a:ln>
                      <a:effectLst/>
                      <a:scene3d>
                        <a:camera prst="orthographicFront">
                          <a:rot lat="3880299" lon="6639842" rev="6595252"/>
                        </a:camera>
                        <a:lightRig rig="harsh" dir="t">
                          <a:rot lat="0" lon="0" rev="21594000"/>
                        </a:lightRig>
                      </a:scene3d>
                      <a:sp3d prstMaterial="powder">
                        <a:bevelT w="0" h="139700"/>
                      </a:sp3d>
                    </p:spPr>
                    <p:txBody>
                      <a:bodyPr rtlCol="0" anchor="ctr"/>
                      <a:lstStyle/>
                      <a:p>
                        <a:pPr marL="0" marR="0" lvl="0" indent="0" algn="ctr" defTabSz="4572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90E9446E-8B46-410F-AF58-282C740D8E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69903" y="2358785"/>
                        <a:ext cx="3451144" cy="569167"/>
                        <a:chOff x="1294859" y="1918772"/>
                        <a:chExt cx="3354445" cy="569167"/>
                      </a:xfrm>
                    </p:grpSpPr>
                    <p:cxnSp>
                      <p:nvCxnSpPr>
                        <p:cNvPr id="33" name="Straight Connector 32">
                          <a:extLst>
                            <a:ext uri="{FF2B5EF4-FFF2-40B4-BE49-F238E27FC236}">
                              <a16:creationId xmlns:a16="http://schemas.microsoft.com/office/drawing/2014/main" id="{C375959B-27FC-49C5-9808-211D2C440B9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1363" y="1927158"/>
                          <a:ext cx="3338315" cy="14571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4" name="Straight Connector 33">
                          <a:extLst>
                            <a:ext uri="{FF2B5EF4-FFF2-40B4-BE49-F238E27FC236}">
                              <a16:creationId xmlns:a16="http://schemas.microsoft.com/office/drawing/2014/main" id="{B1B39755-D918-4B7F-9BBD-213C6DAA7D3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7351" y="2043083"/>
                          <a:ext cx="3328023" cy="14525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5" name="Straight Connector 34">
                          <a:extLst>
                            <a:ext uri="{FF2B5EF4-FFF2-40B4-BE49-F238E27FC236}">
                              <a16:creationId xmlns:a16="http://schemas.microsoft.com/office/drawing/2014/main" id="{445956F3-D753-4257-92F2-C7D3F796342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1363" y="2128160"/>
                          <a:ext cx="3347941" cy="1682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6" name="Straight Connector 35">
                          <a:extLst>
                            <a:ext uri="{FF2B5EF4-FFF2-40B4-BE49-F238E27FC236}">
                              <a16:creationId xmlns:a16="http://schemas.microsoft.com/office/drawing/2014/main" id="{D5E6189C-ECB6-4A63-92C7-A527E435C1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294859" y="2227840"/>
                          <a:ext cx="3344470" cy="1667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7" name="Straight Connector 36">
                          <a:extLst>
                            <a:ext uri="{FF2B5EF4-FFF2-40B4-BE49-F238E27FC236}">
                              <a16:creationId xmlns:a16="http://schemas.microsoft.com/office/drawing/2014/main" id="{6338DBB8-0387-4F54-8969-2571493F39A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6958" y="2313548"/>
                          <a:ext cx="3326539" cy="1682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8" name="Straight Connector 37">
                          <a:extLst>
                            <a:ext uri="{FF2B5EF4-FFF2-40B4-BE49-F238E27FC236}">
                              <a16:creationId xmlns:a16="http://schemas.microsoft.com/office/drawing/2014/main" id="{D1CBC0A1-40BE-4F69-B64E-4AEA18C66A0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304592" y="1918772"/>
                          <a:ext cx="1873" cy="39950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9" name="Straight Connector 38">
                          <a:extLst>
                            <a:ext uri="{FF2B5EF4-FFF2-40B4-BE49-F238E27FC236}">
                              <a16:creationId xmlns:a16="http://schemas.microsoft.com/office/drawing/2014/main" id="{2F35D086-7413-40EA-A519-E4AC9BE91DC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490594" y="1935772"/>
                          <a:ext cx="6946" cy="39542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0" name="Straight Connector 39">
                          <a:extLst>
                            <a:ext uri="{FF2B5EF4-FFF2-40B4-BE49-F238E27FC236}">
                              <a16:creationId xmlns:a16="http://schemas.microsoft.com/office/drawing/2014/main" id="{6615BA87-32CF-43E9-9168-5F29E01487E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598155" y="1935772"/>
                          <a:ext cx="11150" cy="38748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1" name="Straight Connector 40">
                          <a:extLst>
                            <a:ext uri="{FF2B5EF4-FFF2-40B4-BE49-F238E27FC236}">
                              <a16:creationId xmlns:a16="http://schemas.microsoft.com/office/drawing/2014/main" id="{098E2520-8E51-4016-8E1B-B5D5C8452D8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695349" y="1949629"/>
                          <a:ext cx="14644" cy="37866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2" name="Straight Connector 41">
                          <a:extLst>
                            <a:ext uri="{FF2B5EF4-FFF2-40B4-BE49-F238E27FC236}">
                              <a16:creationId xmlns:a16="http://schemas.microsoft.com/office/drawing/2014/main" id="{2FA1E370-9040-4D96-98EA-FE418D60DB5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903796" y="1949629"/>
                          <a:ext cx="6775" cy="39311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3" name="Straight Connector 42">
                          <a:extLst>
                            <a:ext uri="{FF2B5EF4-FFF2-40B4-BE49-F238E27FC236}">
                              <a16:creationId xmlns:a16="http://schemas.microsoft.com/office/drawing/2014/main" id="{5BC70E3D-09C9-4FA0-B316-3A27C761B3E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805899" y="1949629"/>
                          <a:ext cx="18024" cy="38310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4" name="Straight Connector 43">
                          <a:extLst>
                            <a:ext uri="{FF2B5EF4-FFF2-40B4-BE49-F238E27FC236}">
                              <a16:creationId xmlns:a16="http://schemas.microsoft.com/office/drawing/2014/main" id="{AB22E565-32D6-40AA-9C13-72E40145A47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991033" y="1949629"/>
                          <a:ext cx="19832" cy="40407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" name="Straight Connector 44">
                          <a:extLst>
                            <a:ext uri="{FF2B5EF4-FFF2-40B4-BE49-F238E27FC236}">
                              <a16:creationId xmlns:a16="http://schemas.microsoft.com/office/drawing/2014/main" id="{06B2E450-029E-4A72-9BFF-7D375D49C95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095515" y="1971196"/>
                          <a:ext cx="15065" cy="38251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" name="Straight Connector 45">
                          <a:extLst>
                            <a:ext uri="{FF2B5EF4-FFF2-40B4-BE49-F238E27FC236}">
                              <a16:creationId xmlns:a16="http://schemas.microsoft.com/office/drawing/2014/main" id="{3F0D7C37-AF04-429F-A5E6-D25C5A63520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198938" y="1967941"/>
                          <a:ext cx="14626" cy="39731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7" name="Straight Connector 46">
                          <a:extLst>
                            <a:ext uri="{FF2B5EF4-FFF2-40B4-BE49-F238E27FC236}">
                              <a16:creationId xmlns:a16="http://schemas.microsoft.com/office/drawing/2014/main" id="{7E5A304E-3648-4B46-A729-DF7EEA5399A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398140" y="1979194"/>
                          <a:ext cx="11739" cy="39516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8" name="Straight Connector 47">
                          <a:extLst>
                            <a:ext uri="{FF2B5EF4-FFF2-40B4-BE49-F238E27FC236}">
                              <a16:creationId xmlns:a16="http://schemas.microsoft.com/office/drawing/2014/main" id="{08548FD6-92CC-4EC4-A9A1-2E33C9F873A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296753" y="1979194"/>
                          <a:ext cx="12901" cy="38606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9" name="Straight Connector 48">
                          <a:extLst>
                            <a:ext uri="{FF2B5EF4-FFF2-40B4-BE49-F238E27FC236}">
                              <a16:creationId xmlns:a16="http://schemas.microsoft.com/office/drawing/2014/main" id="{893EFF66-18D6-40E1-919B-1737CCC6B10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499038" y="1979194"/>
                          <a:ext cx="11381" cy="39516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0" name="Straight Connector 49">
                          <a:extLst>
                            <a:ext uri="{FF2B5EF4-FFF2-40B4-BE49-F238E27FC236}">
                              <a16:creationId xmlns:a16="http://schemas.microsoft.com/office/drawing/2014/main" id="{F1367B5E-18DC-40AA-8592-C44C372E701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589743" y="1976455"/>
                          <a:ext cx="14207" cy="39790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318BCF19-74E9-45A0-A07D-8DF8437E0D7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787881" y="1994304"/>
                          <a:ext cx="9054" cy="39280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EB16B1BF-B47B-4D90-BC53-7C4256E3B26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689663" y="1993371"/>
                          <a:ext cx="9347" cy="39373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Connector 52">
                          <a:extLst>
                            <a:ext uri="{FF2B5EF4-FFF2-40B4-BE49-F238E27FC236}">
                              <a16:creationId xmlns:a16="http://schemas.microsoft.com/office/drawing/2014/main" id="{2C4D76EA-5174-4F77-90BF-A2C9F3ED987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892727" y="1996373"/>
                          <a:ext cx="8932" cy="39861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4" name="Straight Connector 53">
                          <a:extLst>
                            <a:ext uri="{FF2B5EF4-FFF2-40B4-BE49-F238E27FC236}">
                              <a16:creationId xmlns:a16="http://schemas.microsoft.com/office/drawing/2014/main" id="{C2894D5D-1DFB-44E1-A0C6-CAA9C82D781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988420" y="1996373"/>
                          <a:ext cx="10476" cy="41351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5" name="Straight Connector 54">
                          <a:extLst>
                            <a:ext uri="{FF2B5EF4-FFF2-40B4-BE49-F238E27FC236}">
                              <a16:creationId xmlns:a16="http://schemas.microsoft.com/office/drawing/2014/main" id="{B5A52557-7B6B-4118-AE29-50E26631FAB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087274" y="2003742"/>
                          <a:ext cx="10003" cy="4061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6" name="Straight Connector 55">
                          <a:extLst>
                            <a:ext uri="{FF2B5EF4-FFF2-40B4-BE49-F238E27FC236}">
                              <a16:creationId xmlns:a16="http://schemas.microsoft.com/office/drawing/2014/main" id="{59458DF9-4F1F-4ACD-B191-C58B2C5A45B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284228" y="2009922"/>
                          <a:ext cx="11911" cy="3999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7" name="Straight Connector 56">
                          <a:extLst>
                            <a:ext uri="{FF2B5EF4-FFF2-40B4-BE49-F238E27FC236}">
                              <a16:creationId xmlns:a16="http://schemas.microsoft.com/office/drawing/2014/main" id="{78D4288B-A4D5-425C-AC18-1958B943F17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181363" y="2009922"/>
                          <a:ext cx="12147" cy="3999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8" name="Straight Connector 57">
                          <a:extLst>
                            <a:ext uri="{FF2B5EF4-FFF2-40B4-BE49-F238E27FC236}">
                              <a16:creationId xmlns:a16="http://schemas.microsoft.com/office/drawing/2014/main" id="{21D24BF6-F4B7-4421-ACE4-9187E685E0F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383635" y="2026279"/>
                          <a:ext cx="13410" cy="39987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9" name="Straight Connector 58">
                          <a:extLst>
                            <a:ext uri="{FF2B5EF4-FFF2-40B4-BE49-F238E27FC236}">
                              <a16:creationId xmlns:a16="http://schemas.microsoft.com/office/drawing/2014/main" id="{FBEC7758-94CD-4B57-89B1-0A9FD50C6BC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483482" y="2032958"/>
                          <a:ext cx="10499" cy="39274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0" name="Straight Connector 59">
                          <a:extLst>
                            <a:ext uri="{FF2B5EF4-FFF2-40B4-BE49-F238E27FC236}">
                              <a16:creationId xmlns:a16="http://schemas.microsoft.com/office/drawing/2014/main" id="{3FD341BA-D684-43A6-A67F-7E2CBA913A3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573415" y="2033601"/>
                          <a:ext cx="17641" cy="39209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1" name="Straight Connector 60">
                          <a:extLst>
                            <a:ext uri="{FF2B5EF4-FFF2-40B4-BE49-F238E27FC236}">
                              <a16:creationId xmlns:a16="http://schemas.microsoft.com/office/drawing/2014/main" id="{65A005AD-28B4-4B49-8742-4195145F4E1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786192" y="2047249"/>
                          <a:ext cx="15940" cy="40071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2" name="Straight Connector 61">
                          <a:extLst>
                            <a:ext uri="{FF2B5EF4-FFF2-40B4-BE49-F238E27FC236}">
                              <a16:creationId xmlns:a16="http://schemas.microsoft.com/office/drawing/2014/main" id="{8B5FF3DD-FCA2-4987-828F-1EE5CB83E17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679485" y="2032799"/>
                          <a:ext cx="14489" cy="39290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3" name="Straight Connector 62">
                          <a:extLst>
                            <a:ext uri="{FF2B5EF4-FFF2-40B4-BE49-F238E27FC236}">
                              <a16:creationId xmlns:a16="http://schemas.microsoft.com/office/drawing/2014/main" id="{FA4D3B5B-4C1B-4751-A4DB-CEDE0E82E81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889467" y="2053429"/>
                          <a:ext cx="8885" cy="3945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4" name="Straight Connector 63">
                          <a:extLst>
                            <a:ext uri="{FF2B5EF4-FFF2-40B4-BE49-F238E27FC236}">
                              <a16:creationId xmlns:a16="http://schemas.microsoft.com/office/drawing/2014/main" id="{AEF2FDEC-9D6E-4B53-AE5B-3FAB7511076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990334" y="2053759"/>
                          <a:ext cx="4954" cy="39420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5" name="Straight Connector 64">
                          <a:extLst>
                            <a:ext uri="{FF2B5EF4-FFF2-40B4-BE49-F238E27FC236}">
                              <a16:creationId xmlns:a16="http://schemas.microsoft.com/office/drawing/2014/main" id="{08CB262F-E3ED-4E7F-8301-F79B18D1680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098890" y="2053759"/>
                          <a:ext cx="12408" cy="39420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6" name="Straight Connector 65">
                          <a:extLst>
                            <a:ext uri="{FF2B5EF4-FFF2-40B4-BE49-F238E27FC236}">
                              <a16:creationId xmlns:a16="http://schemas.microsoft.com/office/drawing/2014/main" id="{2A59EDA7-A1DF-46DA-9DA6-81E9B2BC76E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320518" y="2066337"/>
                          <a:ext cx="13976" cy="41049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7" name="Straight Connector 66">
                          <a:extLst>
                            <a:ext uri="{FF2B5EF4-FFF2-40B4-BE49-F238E27FC236}">
                              <a16:creationId xmlns:a16="http://schemas.microsoft.com/office/drawing/2014/main" id="{05D8656B-1079-4F42-9370-15CDEE0DD79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209946" y="2053759"/>
                          <a:ext cx="10537" cy="41632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8" name="Straight Connector 67">
                          <a:extLst>
                            <a:ext uri="{FF2B5EF4-FFF2-40B4-BE49-F238E27FC236}">
                              <a16:creationId xmlns:a16="http://schemas.microsoft.com/office/drawing/2014/main" id="{D0F17C72-3A87-4906-84DB-93CE1FA1EB0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417224" y="2069555"/>
                          <a:ext cx="11913" cy="41838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9" name="Straight Connector 68">
                          <a:extLst>
                            <a:ext uri="{FF2B5EF4-FFF2-40B4-BE49-F238E27FC236}">
                              <a16:creationId xmlns:a16="http://schemas.microsoft.com/office/drawing/2014/main" id="{27F90285-6E32-45F7-829C-9AE3D6DE77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24657" y="2075935"/>
                          <a:ext cx="1" cy="40089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0" name="Straight Connector 69">
                          <a:extLst>
                            <a:ext uri="{FF2B5EF4-FFF2-40B4-BE49-F238E27FC236}">
                              <a16:creationId xmlns:a16="http://schemas.microsoft.com/office/drawing/2014/main" id="{7579E4D0-2523-420D-9F44-5EAD94CB007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636261" y="2071285"/>
                          <a:ext cx="2554" cy="41665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id="{38C1D31D-070C-4C0B-86E2-40BFE3E226F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04159" y="2244255"/>
                        <a:ext cx="796892" cy="685226"/>
                        <a:chOff x="4607588" y="1775111"/>
                        <a:chExt cx="782098" cy="685226"/>
                      </a:xfrm>
                    </p:grpSpPr>
                    <p:cxnSp>
                      <p:nvCxnSpPr>
                        <p:cNvPr id="18" name="Straight Connector 17">
                          <a:extLst>
                            <a:ext uri="{FF2B5EF4-FFF2-40B4-BE49-F238E27FC236}">
                              <a16:creationId xmlns:a16="http://schemas.microsoft.com/office/drawing/2014/main" id="{4CA47AFB-E896-4696-873D-1AC64377696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10474" y="1775111"/>
                          <a:ext cx="769084" cy="27305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9" name="Straight Connector 18">
                          <a:extLst>
                            <a:ext uri="{FF2B5EF4-FFF2-40B4-BE49-F238E27FC236}">
                              <a16:creationId xmlns:a16="http://schemas.microsoft.com/office/drawing/2014/main" id="{518AAF83-D5F0-4842-A677-86F44A5276D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16361" y="1895015"/>
                          <a:ext cx="773325" cy="27211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" name="Straight Connector 19">
                          <a:extLst>
                            <a:ext uri="{FF2B5EF4-FFF2-40B4-BE49-F238E27FC236}">
                              <a16:creationId xmlns:a16="http://schemas.microsoft.com/office/drawing/2014/main" id="{1A566CBA-C167-4D26-8BBA-5BCF94D3478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21345" y="1992926"/>
                          <a:ext cx="746514" cy="2738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1" name="Straight Connector 20">
                          <a:extLst>
                            <a:ext uri="{FF2B5EF4-FFF2-40B4-BE49-F238E27FC236}">
                              <a16:creationId xmlns:a16="http://schemas.microsoft.com/office/drawing/2014/main" id="{BCE59B15-6A9F-4D9C-9123-DE0A0E0CD7C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20827" y="2085543"/>
                          <a:ext cx="768859" cy="27717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2" name="Straight Connector 21">
                          <a:extLst>
                            <a:ext uri="{FF2B5EF4-FFF2-40B4-BE49-F238E27FC236}">
                              <a16:creationId xmlns:a16="http://schemas.microsoft.com/office/drawing/2014/main" id="{F8C6C3B7-6288-4427-8208-3C30C6C5FF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711832" y="2026902"/>
                          <a:ext cx="0" cy="41901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3" name="Straight Connector 22">
                          <a:extLst>
                            <a:ext uri="{FF2B5EF4-FFF2-40B4-BE49-F238E27FC236}">
                              <a16:creationId xmlns:a16="http://schemas.microsoft.com/office/drawing/2014/main" id="{1C83ACD8-EF65-4A1F-8BBB-33FD382EDC0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788965" y="1997075"/>
                          <a:ext cx="0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" name="Straight Connector 23">
                          <a:extLst>
                            <a:ext uri="{FF2B5EF4-FFF2-40B4-BE49-F238E27FC236}">
                              <a16:creationId xmlns:a16="http://schemas.microsoft.com/office/drawing/2014/main" id="{98E558FB-568D-43E4-BF0D-9332BBB2C08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872498" y="1971797"/>
                          <a:ext cx="0" cy="41091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Straight Connector 24">
                          <a:extLst>
                            <a:ext uri="{FF2B5EF4-FFF2-40B4-BE49-F238E27FC236}">
                              <a16:creationId xmlns:a16="http://schemas.microsoft.com/office/drawing/2014/main" id="{629B8626-3AD2-407C-9141-2DCBADD0666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946586" y="1946595"/>
                          <a:ext cx="1923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AA7B5131-1BB3-4D64-9A00-28AC4CA754A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016465" y="1917020"/>
                          <a:ext cx="0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88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E51BED3D-1771-4E7A-B8BD-C56BC75343E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085369" y="1891519"/>
                          <a:ext cx="2064" cy="41703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" name="Straight Connector 27">
                          <a:extLst>
                            <a:ext uri="{FF2B5EF4-FFF2-40B4-BE49-F238E27FC236}">
                              <a16:creationId xmlns:a16="http://schemas.microsoft.com/office/drawing/2014/main" id="{307AA83A-7760-4B01-83A5-F7C177A81E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158442" y="1863400"/>
                          <a:ext cx="0" cy="43040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Straight Connector 28">
                          <a:extLst>
                            <a:ext uri="{FF2B5EF4-FFF2-40B4-BE49-F238E27FC236}">
                              <a16:creationId xmlns:a16="http://schemas.microsoft.com/office/drawing/2014/main" id="{5BFD1E3A-9B24-4BD2-ACF2-C42C1A8220C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231947" y="1835550"/>
                          <a:ext cx="0" cy="42344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0" name="Straight Connector 29">
                          <a:extLst>
                            <a:ext uri="{FF2B5EF4-FFF2-40B4-BE49-F238E27FC236}">
                              <a16:creationId xmlns:a16="http://schemas.microsoft.com/office/drawing/2014/main" id="{67CE4E87-F4A1-4A10-9B78-55EAA076561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05001" y="1810272"/>
                          <a:ext cx="5132" cy="42229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1" name="Straight Connector 30">
                          <a:extLst>
                            <a:ext uri="{FF2B5EF4-FFF2-40B4-BE49-F238E27FC236}">
                              <a16:creationId xmlns:a16="http://schemas.microsoft.com/office/drawing/2014/main" id="{F28188E3-301A-49BA-B31B-23B7E977878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74628" y="1780273"/>
                          <a:ext cx="9862" cy="41440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Straight Connector 31">
                          <a:extLst>
                            <a:ext uri="{FF2B5EF4-FFF2-40B4-BE49-F238E27FC236}">
                              <a16:creationId xmlns:a16="http://schemas.microsoft.com/office/drawing/2014/main" id="{8064E86F-1DEA-4777-B50B-6BB28644BB6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07588" y="2181697"/>
                          <a:ext cx="772109" cy="27864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sp>
                <p:nvSpPr>
                  <p:cNvPr id="72" name="Rectangle: Single Corner Rounded 71">
                    <a:extLst>
                      <a:ext uri="{FF2B5EF4-FFF2-40B4-BE49-F238E27FC236}">
                        <a16:creationId xmlns:a16="http://schemas.microsoft.com/office/drawing/2014/main" id="{4DE10ABA-C8E1-4FFF-99AE-9009BBBD8F25}"/>
                      </a:ext>
                    </a:extLst>
                  </p:cNvPr>
                  <p:cNvSpPr/>
                  <p:nvPr/>
                </p:nvSpPr>
                <p:spPr>
                  <a:xfrm>
                    <a:off x="5883664" y="3260841"/>
                    <a:ext cx="3600000" cy="1882026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FDC22F">
                      <a:alpha val="98824"/>
                    </a:srgbClr>
                  </a:solidFill>
                  <a:ln w="12700" cap="flat" cmpd="sng" algn="ctr">
                    <a:solidFill>
                      <a:srgbClr val="FF7619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softEdge">
                    <a:bevelT w="0" h="285750"/>
                    <a:bevelB prst="angle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" name="Rectangle: Single Corner Rounded 8">
                    <a:extLst>
                      <a:ext uri="{FF2B5EF4-FFF2-40B4-BE49-F238E27FC236}">
                        <a16:creationId xmlns:a16="http://schemas.microsoft.com/office/drawing/2014/main" id="{4E2A1BE3-D5A7-4C80-B7CA-D44524C26B77}"/>
                      </a:ext>
                    </a:extLst>
                  </p:cNvPr>
                  <p:cNvSpPr/>
                  <p:nvPr/>
                </p:nvSpPr>
                <p:spPr>
                  <a:xfrm>
                    <a:off x="6176877" y="2967284"/>
                    <a:ext cx="3150172" cy="1882026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chemeClr val="accent4">
                      <a:lumMod val="75000"/>
                    </a:schemeClr>
                  </a:solidFill>
                  <a:ln w="12700" cap="flat" cmpd="sng" algn="ctr">
                    <a:solidFill>
                      <a:srgbClr val="FFFF0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harsh" dir="t">
                      <a:rot lat="0" lon="0" rev="21594000"/>
                    </a:lightRig>
                  </a:scene3d>
                  <a:sp3d prstMaterial="powder">
                    <a:bevelT w="0" h="139700"/>
                    <a:bevelB prst="angle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FF2A433-E0F7-4588-9E72-113C46CBC24E}"/>
                      </a:ext>
                    </a:extLst>
                  </p:cNvPr>
                  <p:cNvSpPr txBox="1"/>
                  <p:nvPr/>
                </p:nvSpPr>
                <p:spPr>
                  <a:xfrm rot="231246">
                    <a:off x="6677332" y="4326859"/>
                    <a:ext cx="16432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Perovsk</a:t>
                    </a:r>
                    <a:r>
                      <a:rPr lang="en-IN" dirty="0"/>
                      <a:t>ite NC’s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05DDCD2-0484-4FCF-B2E3-7BFD8F42F3E2}"/>
                      </a:ext>
                    </a:extLst>
                  </p:cNvPr>
                  <p:cNvSpPr txBox="1"/>
                  <p:nvPr/>
                </p:nvSpPr>
                <p:spPr>
                  <a:xfrm>
                    <a:off x="7213033" y="3956756"/>
                    <a:ext cx="53893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HTL</a:t>
                    </a: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2E3EC29-D4B6-48D3-BD56-F80070C842F4}"/>
                      </a:ext>
                    </a:extLst>
                  </p:cNvPr>
                  <p:cNvSpPr txBox="1"/>
                  <p:nvPr/>
                </p:nvSpPr>
                <p:spPr>
                  <a:xfrm rot="236790">
                    <a:off x="7190924" y="3585182"/>
                    <a:ext cx="76335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Au/Ag</a:t>
                    </a:r>
                  </a:p>
                </p:txBody>
              </p:sp>
            </p:grp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44365EC-CD8C-4DC1-82FD-BE4B760B03E9}"/>
                  </a:ext>
                </a:extLst>
              </p:cNvPr>
              <p:cNvGrpSpPr/>
              <p:nvPr/>
            </p:nvGrpSpPr>
            <p:grpSpPr>
              <a:xfrm>
                <a:off x="1361101" y="2717416"/>
                <a:ext cx="4913290" cy="636627"/>
                <a:chOff x="2871877" y="2250589"/>
                <a:chExt cx="4913290" cy="636627"/>
              </a:xfrm>
            </p:grpSpPr>
            <p:sp>
              <p:nvSpPr>
                <p:cNvPr id="89" name="Rectangle: Single Corner Rounded 88">
                  <a:extLst>
                    <a:ext uri="{FF2B5EF4-FFF2-40B4-BE49-F238E27FC236}">
                      <a16:creationId xmlns:a16="http://schemas.microsoft.com/office/drawing/2014/main" id="{3CEFC51A-374B-4E54-A9CF-343AA781F412}"/>
                    </a:ext>
                  </a:extLst>
                </p:cNvPr>
                <p:cNvSpPr/>
                <p:nvPr/>
              </p:nvSpPr>
              <p:spPr>
                <a:xfrm>
                  <a:off x="2871877" y="2556477"/>
                  <a:ext cx="270182" cy="323945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F2FD36D9-7610-4942-B980-34BE6773686D}"/>
                    </a:ext>
                  </a:extLst>
                </p:cNvPr>
                <p:cNvSpPr txBox="1"/>
                <p:nvPr/>
              </p:nvSpPr>
              <p:spPr>
                <a:xfrm>
                  <a:off x="3352152" y="2250589"/>
                  <a:ext cx="1805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 A NC’s</a:t>
                  </a:r>
                </a:p>
              </p:txBody>
            </p:sp>
            <p:sp>
              <p:nvSpPr>
                <p:cNvPr id="91" name="Rectangle: Single Corner Rounded 90">
                  <a:extLst>
                    <a:ext uri="{FF2B5EF4-FFF2-40B4-BE49-F238E27FC236}">
                      <a16:creationId xmlns:a16="http://schemas.microsoft.com/office/drawing/2014/main" id="{3677BD22-3A25-42D8-934F-A2A187645119}"/>
                    </a:ext>
                  </a:extLst>
                </p:cNvPr>
                <p:cNvSpPr/>
                <p:nvPr/>
              </p:nvSpPr>
              <p:spPr>
                <a:xfrm>
                  <a:off x="5568917" y="2563271"/>
                  <a:ext cx="270182" cy="323945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0066"/>
                </a:solidFill>
                <a:ln w="12700" cap="flat" cmpd="sng" algn="ctr">
                  <a:solidFill>
                    <a:srgbClr val="000066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6C45C6-CF6A-4046-B912-4D6F13DB3C3D}"/>
                    </a:ext>
                  </a:extLst>
                </p:cNvPr>
                <p:cNvSpPr txBox="1"/>
                <p:nvPr/>
              </p:nvSpPr>
              <p:spPr>
                <a:xfrm>
                  <a:off x="5987239" y="2305070"/>
                  <a:ext cx="17979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 B NC’s</a:t>
                  </a:r>
                </a:p>
              </p:txBody>
            </p: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73FEB81E-1805-4B34-AE47-29D3994078A4}"/>
                  </a:ext>
                </a:extLst>
              </p:cNvPr>
              <p:cNvGrpSpPr/>
              <p:nvPr/>
            </p:nvGrpSpPr>
            <p:grpSpPr>
              <a:xfrm>
                <a:off x="7322212" y="1576028"/>
                <a:ext cx="3341259" cy="5367255"/>
                <a:chOff x="7823138" y="1266349"/>
                <a:chExt cx="3341259" cy="5367255"/>
              </a:xfrm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D7A7EAC4-1AEF-41B7-AD81-32BCF1F6406F}"/>
                    </a:ext>
                  </a:extLst>
                </p:cNvPr>
                <p:cNvSpPr/>
                <p:nvPr/>
              </p:nvSpPr>
              <p:spPr>
                <a:xfrm flipH="1">
                  <a:off x="10288171" y="1891371"/>
                  <a:ext cx="809654" cy="2656213"/>
                </a:xfrm>
                <a:prstGeom prst="cub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HTL</a:t>
                  </a:r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2D1EB9F2-A97F-45A9-BC3D-8538F5B6EDE4}"/>
                    </a:ext>
                  </a:extLst>
                </p:cNvPr>
                <p:cNvSpPr/>
                <p:nvPr/>
              </p:nvSpPr>
              <p:spPr>
                <a:xfrm flipH="1">
                  <a:off x="9661424" y="2218822"/>
                  <a:ext cx="809654" cy="2572786"/>
                </a:xfrm>
                <a:prstGeom prst="cube">
                  <a:avLst/>
                </a:prstGeom>
                <a:solidFill>
                  <a:srgbClr val="000066"/>
                </a:solidFill>
                <a:ln>
                  <a:solidFill>
                    <a:srgbClr val="0000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Pero B NC’s</a:t>
                  </a:r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9920444F-9F24-447C-A717-27CB3123BCF1}"/>
                    </a:ext>
                  </a:extLst>
                </p:cNvPr>
                <p:cNvSpPr/>
                <p:nvPr/>
              </p:nvSpPr>
              <p:spPr>
                <a:xfrm flipH="1">
                  <a:off x="9036066" y="2640578"/>
                  <a:ext cx="809654" cy="2572786"/>
                </a:xfrm>
                <a:prstGeom prst="cube">
                  <a:avLst/>
                </a:prstGeom>
                <a:solidFill>
                  <a:srgbClr val="00FF00"/>
                </a:solidFill>
                <a:ln>
                  <a:solidFill>
                    <a:srgbClr val="21C1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Pero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A NC’s</a:t>
                  </a:r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15621267-008F-4B2B-8E6C-A2BF7601C9D1}"/>
                    </a:ext>
                  </a:extLst>
                </p:cNvPr>
                <p:cNvSpPr/>
                <p:nvPr/>
              </p:nvSpPr>
              <p:spPr>
                <a:xfrm flipH="1">
                  <a:off x="8429602" y="2959891"/>
                  <a:ext cx="809654" cy="2622804"/>
                </a:xfrm>
                <a:prstGeom prst="cub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Pero</a:t>
                  </a:r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9A9B2C27-0E99-418A-BDD0-37D42FDAAB9D}"/>
                    </a:ext>
                  </a:extLst>
                </p:cNvPr>
                <p:cNvSpPr/>
                <p:nvPr/>
              </p:nvSpPr>
              <p:spPr>
                <a:xfrm flipH="1">
                  <a:off x="7823138" y="3319536"/>
                  <a:ext cx="809654" cy="2760926"/>
                </a:xfrm>
                <a:prstGeom prst="cube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ETL</a:t>
                  </a:r>
                </a:p>
              </p:txBody>
            </p: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E763AD65-748C-484D-B73D-6B7CF02650EE}"/>
                    </a:ext>
                  </a:extLst>
                </p:cNvPr>
                <p:cNvGrpSpPr/>
                <p:nvPr/>
              </p:nvGrpSpPr>
              <p:grpSpPr>
                <a:xfrm>
                  <a:off x="9296093" y="1266349"/>
                  <a:ext cx="828175" cy="878590"/>
                  <a:chOff x="8456295" y="1539384"/>
                  <a:chExt cx="828175" cy="878590"/>
                </a:xfrm>
              </p:grpSpPr>
              <p:sp>
                <p:nvSpPr>
                  <p:cNvPr id="109" name="Arrow: Curved Up 108">
                    <a:extLst>
                      <a:ext uri="{FF2B5EF4-FFF2-40B4-BE49-F238E27FC236}">
                        <a16:creationId xmlns:a16="http://schemas.microsoft.com/office/drawing/2014/main" id="{8B6AADAE-F6A5-482F-A5F8-B9CB6B94BD91}"/>
                      </a:ext>
                    </a:extLst>
                  </p:cNvPr>
                  <p:cNvSpPr/>
                  <p:nvPr/>
                </p:nvSpPr>
                <p:spPr>
                  <a:xfrm rot="10071486">
                    <a:off x="8456295" y="1867790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65AA63D8-12CC-4B64-9CB1-87F57AAFC903}"/>
                      </a:ext>
                    </a:extLst>
                  </p:cNvPr>
                  <p:cNvSpPr txBox="1"/>
                  <p:nvPr/>
                </p:nvSpPr>
                <p:spPr>
                  <a:xfrm>
                    <a:off x="8767193" y="1539384"/>
                    <a:ext cx="3465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e</a:t>
                    </a:r>
                    <a:r>
                      <a:rPr lang="en-IN" b="1" baseline="30000" dirty="0"/>
                      <a:t>-</a:t>
                    </a:r>
                  </a:p>
                </p:txBody>
              </p:sp>
            </p:grp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6888A546-2524-4425-917F-078649187701}"/>
                    </a:ext>
                  </a:extLst>
                </p:cNvPr>
                <p:cNvGrpSpPr/>
                <p:nvPr/>
              </p:nvGrpSpPr>
              <p:grpSpPr>
                <a:xfrm>
                  <a:off x="7890062" y="2065098"/>
                  <a:ext cx="828175" cy="878590"/>
                  <a:chOff x="8456295" y="1539384"/>
                  <a:chExt cx="828175" cy="878590"/>
                </a:xfrm>
              </p:grpSpPr>
              <p:sp>
                <p:nvSpPr>
                  <p:cNvPr id="107" name="Arrow: Curved Up 106">
                    <a:extLst>
                      <a:ext uri="{FF2B5EF4-FFF2-40B4-BE49-F238E27FC236}">
                        <a16:creationId xmlns:a16="http://schemas.microsoft.com/office/drawing/2014/main" id="{8FC06F6C-D727-4E8A-A17C-407CBDC3159B}"/>
                      </a:ext>
                    </a:extLst>
                  </p:cNvPr>
                  <p:cNvSpPr/>
                  <p:nvPr/>
                </p:nvSpPr>
                <p:spPr>
                  <a:xfrm rot="10071486">
                    <a:off x="8456295" y="1867790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B28570FE-EB22-4493-AD88-B454C5546FC4}"/>
                      </a:ext>
                    </a:extLst>
                  </p:cNvPr>
                  <p:cNvSpPr txBox="1"/>
                  <p:nvPr/>
                </p:nvSpPr>
                <p:spPr>
                  <a:xfrm>
                    <a:off x="8767193" y="1539384"/>
                    <a:ext cx="3465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e</a:t>
                    </a:r>
                    <a:r>
                      <a:rPr lang="en-IN" b="1" baseline="30000" dirty="0"/>
                      <a:t>-</a:t>
                    </a: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1B0CE12F-0E02-413B-93B2-B9EC5AABF480}"/>
                    </a:ext>
                  </a:extLst>
                </p:cNvPr>
                <p:cNvGrpSpPr/>
                <p:nvPr/>
              </p:nvGrpSpPr>
              <p:grpSpPr>
                <a:xfrm>
                  <a:off x="9595072" y="5225637"/>
                  <a:ext cx="828175" cy="1020258"/>
                  <a:chOff x="9041911" y="4595889"/>
                  <a:chExt cx="828175" cy="1020258"/>
                </a:xfrm>
              </p:grpSpPr>
              <p:sp>
                <p:nvSpPr>
                  <p:cNvPr id="105" name="Arrow: Curved Up 104">
                    <a:extLst>
                      <a:ext uri="{FF2B5EF4-FFF2-40B4-BE49-F238E27FC236}">
                        <a16:creationId xmlns:a16="http://schemas.microsoft.com/office/drawing/2014/main" id="{9DE022B7-2000-4FD8-9EAC-8B502F0F218E}"/>
                      </a:ext>
                    </a:extLst>
                  </p:cNvPr>
                  <p:cNvSpPr/>
                  <p:nvPr/>
                </p:nvSpPr>
                <p:spPr>
                  <a:xfrm rot="20669090">
                    <a:off x="9041911" y="4595889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A500C10D-556D-4918-ACE7-8BD3E0C6B1EB}"/>
                      </a:ext>
                    </a:extLst>
                  </p:cNvPr>
                  <p:cNvSpPr txBox="1"/>
                  <p:nvPr/>
                </p:nvSpPr>
                <p:spPr>
                  <a:xfrm>
                    <a:off x="9264279" y="5246815"/>
                    <a:ext cx="3834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h</a:t>
                    </a:r>
                    <a:r>
                      <a:rPr lang="en-IN" b="1" baseline="30000" dirty="0"/>
                      <a:t>+</a:t>
                    </a:r>
                  </a:p>
                </p:txBody>
              </p:sp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CBA717-B075-4E00-886F-D446673AB356}"/>
                    </a:ext>
                  </a:extLst>
                </p:cNvPr>
                <p:cNvGrpSpPr/>
                <p:nvPr/>
              </p:nvGrpSpPr>
              <p:grpSpPr>
                <a:xfrm>
                  <a:off x="8843087" y="5613346"/>
                  <a:ext cx="828175" cy="1020258"/>
                  <a:chOff x="9041911" y="4595889"/>
                  <a:chExt cx="828175" cy="1020258"/>
                </a:xfrm>
              </p:grpSpPr>
              <p:sp>
                <p:nvSpPr>
                  <p:cNvPr id="103" name="Arrow: Curved Up 102">
                    <a:extLst>
                      <a:ext uri="{FF2B5EF4-FFF2-40B4-BE49-F238E27FC236}">
                        <a16:creationId xmlns:a16="http://schemas.microsoft.com/office/drawing/2014/main" id="{374983BC-988E-4D2D-B03F-CA00552FBE89}"/>
                      </a:ext>
                    </a:extLst>
                  </p:cNvPr>
                  <p:cNvSpPr/>
                  <p:nvPr/>
                </p:nvSpPr>
                <p:spPr>
                  <a:xfrm rot="20669090">
                    <a:off x="9041911" y="4595889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6121C650-9A57-4738-B453-370BD9BF4394}"/>
                      </a:ext>
                    </a:extLst>
                  </p:cNvPr>
                  <p:cNvSpPr txBox="1"/>
                  <p:nvPr/>
                </p:nvSpPr>
                <p:spPr>
                  <a:xfrm>
                    <a:off x="9264279" y="5246815"/>
                    <a:ext cx="3834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h</a:t>
                    </a:r>
                    <a:r>
                      <a:rPr lang="en-IN" b="1" baseline="30000" dirty="0"/>
                      <a:t>+</a:t>
                    </a: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35CFDF92-F55D-4DD1-96E6-90FF2741F91F}"/>
                    </a:ext>
                  </a:extLst>
                </p:cNvPr>
                <p:cNvGrpSpPr/>
                <p:nvPr/>
              </p:nvGrpSpPr>
              <p:grpSpPr>
                <a:xfrm>
                  <a:off x="8638625" y="1705644"/>
                  <a:ext cx="828175" cy="878590"/>
                  <a:chOff x="8456295" y="1539384"/>
                  <a:chExt cx="828175" cy="878590"/>
                </a:xfrm>
              </p:grpSpPr>
              <p:sp>
                <p:nvSpPr>
                  <p:cNvPr id="113" name="Arrow: Curved Up 112">
                    <a:extLst>
                      <a:ext uri="{FF2B5EF4-FFF2-40B4-BE49-F238E27FC236}">
                        <a16:creationId xmlns:a16="http://schemas.microsoft.com/office/drawing/2014/main" id="{BCFD02D9-F20C-4B4B-B12D-4E017C2830C2}"/>
                      </a:ext>
                    </a:extLst>
                  </p:cNvPr>
                  <p:cNvSpPr/>
                  <p:nvPr/>
                </p:nvSpPr>
                <p:spPr>
                  <a:xfrm rot="10071486">
                    <a:off x="8456295" y="1867790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C3C4721-049D-4ED7-98C0-C14EE57981D9}"/>
                      </a:ext>
                    </a:extLst>
                  </p:cNvPr>
                  <p:cNvSpPr txBox="1"/>
                  <p:nvPr/>
                </p:nvSpPr>
                <p:spPr>
                  <a:xfrm>
                    <a:off x="8767193" y="1539384"/>
                    <a:ext cx="3465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e</a:t>
                    </a:r>
                    <a:r>
                      <a:rPr lang="en-IN" b="1" baseline="30000" dirty="0"/>
                      <a:t>-</a:t>
                    </a:r>
                  </a:p>
                </p:txBody>
              </p:sp>
            </p:grpSp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CB7EB42B-D9C6-43D1-802A-ED6D76D48E26}"/>
                    </a:ext>
                  </a:extLst>
                </p:cNvPr>
                <p:cNvGrpSpPr/>
                <p:nvPr/>
              </p:nvGrpSpPr>
              <p:grpSpPr>
                <a:xfrm>
                  <a:off x="10336222" y="4837859"/>
                  <a:ext cx="828175" cy="1020258"/>
                  <a:chOff x="9041911" y="4595889"/>
                  <a:chExt cx="828175" cy="1020258"/>
                </a:xfrm>
              </p:grpSpPr>
              <p:sp>
                <p:nvSpPr>
                  <p:cNvPr id="116" name="Arrow: Curved Up 115">
                    <a:extLst>
                      <a:ext uri="{FF2B5EF4-FFF2-40B4-BE49-F238E27FC236}">
                        <a16:creationId xmlns:a16="http://schemas.microsoft.com/office/drawing/2014/main" id="{7C8FE313-4AE0-4DC2-989B-B0472D82B2EB}"/>
                      </a:ext>
                    </a:extLst>
                  </p:cNvPr>
                  <p:cNvSpPr/>
                  <p:nvPr/>
                </p:nvSpPr>
                <p:spPr>
                  <a:xfrm rot="20669090">
                    <a:off x="9041911" y="4595889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3BDDAC8E-7F42-4952-9DFE-10A5A0490CE7}"/>
                      </a:ext>
                    </a:extLst>
                  </p:cNvPr>
                  <p:cNvSpPr txBox="1"/>
                  <p:nvPr/>
                </p:nvSpPr>
                <p:spPr>
                  <a:xfrm>
                    <a:off x="9264279" y="5246815"/>
                    <a:ext cx="3834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h</a:t>
                    </a:r>
                    <a:r>
                      <a:rPr lang="en-IN" b="1" baseline="30000" dirty="0"/>
                      <a:t>+</a:t>
                    </a:r>
                  </a:p>
                </p:txBody>
              </p:sp>
            </p:grp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82554C-00D0-438C-B4CC-F4AACD6C0F3C}"/>
                </a:ext>
              </a:extLst>
            </p:cNvPr>
            <p:cNvSpPr txBox="1"/>
            <p:nvPr/>
          </p:nvSpPr>
          <p:spPr>
            <a:xfrm>
              <a:off x="835935" y="281594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32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44">
            <a:extLst>
              <a:ext uri="{FF2B5EF4-FFF2-40B4-BE49-F238E27FC236}">
                <a16:creationId xmlns:a16="http://schemas.microsoft.com/office/drawing/2014/main" id="{82ACA83F-69D1-4B91-A2A7-4B9A64B40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783" y="4876800"/>
            <a:ext cx="336232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C08C37C-FE42-4014-BBCA-2987F7E55C05}"/>
              </a:ext>
            </a:extLst>
          </p:cNvPr>
          <p:cNvGrpSpPr/>
          <p:nvPr/>
        </p:nvGrpSpPr>
        <p:grpSpPr>
          <a:xfrm>
            <a:off x="3955097" y="457200"/>
            <a:ext cx="5725160" cy="3272790"/>
            <a:chOff x="0" y="0"/>
            <a:chExt cx="12076254" cy="699212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098B693-3C49-4445-8821-2385C8054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9435" y="3026123"/>
              <a:ext cx="5306115" cy="3966005"/>
            </a:xfrm>
            <a:prstGeom prst="rect">
              <a:avLst/>
            </a:prstGeom>
          </p:spPr>
        </p:pic>
        <p:sp>
          <p:nvSpPr>
            <p:cNvPr id="16" name="Curved Up Arrow 1">
              <a:extLst>
                <a:ext uri="{FF2B5EF4-FFF2-40B4-BE49-F238E27FC236}">
                  <a16:creationId xmlns:a16="http://schemas.microsoft.com/office/drawing/2014/main" id="{AC877D9E-C4C6-432E-A843-2E23792CBFBA}"/>
                </a:ext>
              </a:extLst>
            </p:cNvPr>
            <p:cNvSpPr/>
            <p:nvPr/>
          </p:nvSpPr>
          <p:spPr>
            <a:xfrm rot="9736742" flipH="1">
              <a:off x="2066865" y="2647061"/>
              <a:ext cx="1931380" cy="1792044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7" name="Curved Up Arrow 1">
              <a:extLst>
                <a:ext uri="{FF2B5EF4-FFF2-40B4-BE49-F238E27FC236}">
                  <a16:creationId xmlns:a16="http://schemas.microsoft.com/office/drawing/2014/main" id="{806360FB-4A00-4A5F-8635-FCEEA1B154A0}"/>
                </a:ext>
              </a:extLst>
            </p:cNvPr>
            <p:cNvSpPr/>
            <p:nvPr/>
          </p:nvSpPr>
          <p:spPr>
            <a:xfrm rot="11951967">
              <a:off x="5736494" y="2257400"/>
              <a:ext cx="1768631" cy="2171625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21C11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6626D68-60D2-4745-9A09-85476C75D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2184" y="0"/>
              <a:ext cx="5134070" cy="368013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229300B-37F0-4954-A8C3-9285CAC52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60853"/>
              <a:ext cx="4851935" cy="3537869"/>
            </a:xfrm>
            <a:prstGeom prst="rect">
              <a:avLst/>
            </a:prstGeom>
          </p:spPr>
        </p:pic>
      </p:grpSp>
      <p:sp>
        <p:nvSpPr>
          <p:cNvPr id="20" name="Up Arrow 4">
            <a:extLst>
              <a:ext uri="{FF2B5EF4-FFF2-40B4-BE49-F238E27FC236}">
                <a16:creationId xmlns:a16="http://schemas.microsoft.com/office/drawing/2014/main" id="{CD002BB8-82B0-4919-8BA5-8DE4E6C8E9F5}"/>
              </a:ext>
            </a:extLst>
          </p:cNvPr>
          <p:cNvSpPr/>
          <p:nvPr/>
        </p:nvSpPr>
        <p:spPr>
          <a:xfrm flipV="1">
            <a:off x="6089269" y="3888854"/>
            <a:ext cx="332105" cy="850900"/>
          </a:xfrm>
          <a:prstGeom prst="upArrow">
            <a:avLst>
              <a:gd name="adj1" fmla="val 50000"/>
              <a:gd name="adj2" fmla="val 61937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12" name="Rectangle 20">
            <a:extLst>
              <a:ext uri="{FF2B5EF4-FFF2-40B4-BE49-F238E27FC236}">
                <a16:creationId xmlns:a16="http://schemas.microsoft.com/office/drawing/2014/main" id="{66DB3497-2406-457D-89B2-B510E80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21">
            <a:extLst>
              <a:ext uri="{FF2B5EF4-FFF2-40B4-BE49-F238E27FC236}">
                <a16:creationId xmlns:a16="http://schemas.microsoft.com/office/drawing/2014/main" id="{9263D065-6A0C-40BF-8E33-04CB92A7A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420FC3C7-437A-4BB9-B24E-B90BA6FF9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8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A1F2E-D4A5-4BAC-82D5-57A4941E106E}"/>
              </a:ext>
            </a:extLst>
          </p:cNvPr>
          <p:cNvSpPr txBox="1"/>
          <p:nvPr/>
        </p:nvSpPr>
        <p:spPr>
          <a:xfrm>
            <a:off x="3093814" y="561374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13E619-B49F-4CD7-A862-999EDD9C2402}"/>
              </a:ext>
            </a:extLst>
          </p:cNvPr>
          <p:cNvSpPr txBox="1"/>
          <p:nvPr/>
        </p:nvSpPr>
        <p:spPr>
          <a:xfrm>
            <a:off x="6750799" y="56578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8C5EA5-F1E2-4769-B15E-406617942559}"/>
              </a:ext>
            </a:extLst>
          </p:cNvPr>
          <p:cNvSpPr txBox="1"/>
          <p:nvPr/>
        </p:nvSpPr>
        <p:spPr>
          <a:xfrm>
            <a:off x="4845274" y="218141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6522E6-A3D8-44F3-A00C-F0055968EE73}"/>
              </a:ext>
            </a:extLst>
          </p:cNvPr>
          <p:cNvSpPr txBox="1"/>
          <p:nvPr/>
        </p:nvSpPr>
        <p:spPr>
          <a:xfrm>
            <a:off x="4728183" y="4876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328326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F2F3955-EAAC-427F-BFE2-B520D6C67441}"/>
              </a:ext>
            </a:extLst>
          </p:cNvPr>
          <p:cNvGrpSpPr/>
          <p:nvPr/>
        </p:nvGrpSpPr>
        <p:grpSpPr>
          <a:xfrm>
            <a:off x="2008312" y="2697084"/>
            <a:ext cx="4222864" cy="3868568"/>
            <a:chOff x="1724604" y="1181153"/>
            <a:chExt cx="4222864" cy="3868568"/>
          </a:xfrm>
        </p:grpSpPr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EBB1129D-EB56-49CD-9218-6FD7AB9AA44A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: Single Corner Rounded 9">
              <a:extLst>
                <a:ext uri="{FF2B5EF4-FFF2-40B4-BE49-F238E27FC236}">
                  <a16:creationId xmlns:a16="http://schemas.microsoft.com/office/drawing/2014/main" id="{F790CE97-EE74-4F7B-B5CE-C2234B044ECD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7030A0"/>
            </a:solidFill>
            <a:ln w="12700" cap="flat" cmpd="sng" algn="ctr">
              <a:solidFill>
                <a:srgbClr val="7030A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: Single Corner Rounded 10">
              <a:extLst>
                <a:ext uri="{FF2B5EF4-FFF2-40B4-BE49-F238E27FC236}">
                  <a16:creationId xmlns:a16="http://schemas.microsoft.com/office/drawing/2014/main" id="{26256136-1826-4CA7-9D88-01EC7BD54991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FAB955-91CA-49E2-B2E6-446EC2BC1E4E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FFD98F0-56CF-42C7-991E-C218D0D508D2}"/>
                </a:ext>
              </a:extLst>
            </p:cNvPr>
            <p:cNvGrpSpPr/>
            <p:nvPr/>
          </p:nvGrpSpPr>
          <p:grpSpPr>
            <a:xfrm>
              <a:off x="1724604" y="1903740"/>
              <a:ext cx="4222864" cy="1882026"/>
              <a:chOff x="5947468" y="3404413"/>
              <a:chExt cx="4222864" cy="1882026"/>
            </a:xfrm>
          </p:grpSpPr>
          <p:sp>
            <p:nvSpPr>
              <p:cNvPr id="21" name="Rectangle: Single Corner Rounded 20">
                <a:extLst>
                  <a:ext uri="{FF2B5EF4-FFF2-40B4-BE49-F238E27FC236}">
                    <a16:creationId xmlns:a16="http://schemas.microsoft.com/office/drawing/2014/main" id="{3AF0768A-AE17-4F2B-B7ED-473D0D7E1155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05A42F1-D9C3-4D4E-A398-5401EB54B2C5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6E00818-255F-47A3-9308-9D5DA7E2FE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0A0E375F-2278-4654-99F9-339FB2AFD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FBC5826-50CF-41B1-89E5-41FDF9BE8F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21FD63AA-60A1-4A81-8517-F2867B3D86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01604688-A046-43EE-A2A3-034B99647B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18C8E9B-82F8-44A6-8653-7A0C727F71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8B681DFD-E09C-48DA-9C5A-1B9497DE3A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D00B5A5A-321E-47A6-B4D8-BF5A18B672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7A4B461-4B71-4D7C-82E1-348E19A448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33152ABA-E21D-4209-BCD2-99D58BB14D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34218275-EC44-4FC6-88BF-D5AC3ADCB2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E05D3D2-C41D-4CEC-841F-290BB630A3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89E2B56-0261-4356-9F9F-94766404BE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907E88F3-D6F9-41AC-952A-E94779D4C3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B5A00AB3-E18C-4398-AF9A-0EBFC094E3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367487B8-2277-4FC5-AF65-1AED2AC7E0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502E1B56-476F-424F-BCD1-BA5E6FE4F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4D7A0574-7E63-4A54-AD4F-BE97C234EF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FE8797B-3BAA-4D49-A68B-DE313D797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2B11ED6E-2E88-4E33-8C52-87711DDE4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D4D91D12-702E-4E33-8F60-BB0AE11803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7C9A6F28-91B7-4CFE-9556-039082C9F6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83FDC1A-9A0F-412F-BA93-18F92F71C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E951EE14-D9E1-48B6-8AA7-E08A92079B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B0C340E2-DD06-47FD-B55B-D976FFB915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1282F544-2CA9-4FDE-A42C-7E44C7BC93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FD5F0287-177E-46E0-88B7-42B4E2A5C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645152E6-B867-4358-B702-86451812AA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72803EE-B570-44AE-AFBA-11115ACD6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19D69B16-5D21-4795-9AB3-23413706B5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E45CC639-3659-40D7-AAE8-615C40FB36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6735CAE9-0674-47B3-8D2D-5E24A4B40F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03DC3F5E-30B8-4957-B56C-7ED5BB709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A5B4999B-0368-4A9D-8AF8-90FC359C76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6A407E1-8AE5-47AD-A2C4-D9660D97DA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BAC9A2DC-FE8D-4425-A43A-F839C79242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65917E34-D1E9-4FA4-A4C2-1ACCC193AC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BC017C82-B905-4250-B103-F7E0EDE2C7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40448BF-40F7-484C-A050-EF7D09AF173C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3" cy="699114"/>
                <a:chOff x="4619788" y="1780273"/>
                <a:chExt cx="778605" cy="699114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B8CFAAD-22DF-497E-8131-C59AC275A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1FDEB29-B5E8-496A-A091-B9C155CBEF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4577483-BE3C-45AC-8DD5-9B83BE62B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A223A41-DEA4-441D-9FB7-21126412A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51FDEC4-73DA-4F4B-8207-A4621FF0D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8C31838-34BA-4112-9779-3364F0560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D2F55CA-BD43-404A-B31E-E9FCE1B0DE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2A61573-B84D-45C4-8E01-00C0A84E2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D93EA326-9DE5-4765-91D8-BAB1E4F27A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8AC5AEC-16BB-408C-81AC-F0876B9BF2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44D1245-DEC7-4C12-8CAD-210D13267E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DC9FE79-1EA6-4D64-87BD-6BF40963A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47366F16-7AE9-4B99-B445-C05347C1FA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38B0BEC3-80B6-4EF5-A06E-1DDFF29406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A090ABB-B558-4230-AD57-819B46D211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4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Rectangle: Single Corner Rounded 13">
              <a:extLst>
                <a:ext uri="{FF2B5EF4-FFF2-40B4-BE49-F238E27FC236}">
                  <a16:creationId xmlns:a16="http://schemas.microsoft.com/office/drawing/2014/main" id="{0B6E36D8-DCAC-4C97-8245-38A4BD897B97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id="{803286F5-664B-4FEE-8A7D-ABF7DE9A90B0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3DB4A4-7CFA-4860-8D55-DF83786CBB98}"/>
                </a:ext>
              </a:extLst>
            </p:cNvPr>
            <p:cNvSpPr txBox="1"/>
            <p:nvPr/>
          </p:nvSpPr>
          <p:spPr>
            <a:xfrm rot="175424">
              <a:off x="2535648" y="3428758"/>
              <a:ext cx="2056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NiO</a:t>
              </a:r>
              <a:r>
                <a:rPr lang="en-IN" dirty="0"/>
                <a:t>/ </a:t>
              </a:r>
              <a:r>
                <a:rPr lang="en-IN" dirty="0" err="1"/>
                <a:t>CuSCN</a:t>
              </a:r>
              <a:r>
                <a:rPr lang="en-IN" dirty="0"/>
                <a:t>/</a:t>
              </a:r>
              <a:r>
                <a:rPr lang="en-IN" dirty="0" err="1"/>
                <a:t>Cu:NiO</a:t>
              </a:r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D360CF-101F-43CF-BB3A-055D2F1438D5}"/>
                </a:ext>
              </a:extLst>
            </p:cNvPr>
            <p:cNvSpPr txBox="1"/>
            <p:nvPr/>
          </p:nvSpPr>
          <p:spPr>
            <a:xfrm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0905E9-271D-4335-B8B0-4E4B2363F5BD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86EE7B-2EBC-409F-97DD-6FA57CD953C8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51C0D8-121B-43FB-B607-D36A689C6D91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D421073A-20B9-4C37-A944-FD9CD18A5688}"/>
              </a:ext>
            </a:extLst>
          </p:cNvPr>
          <p:cNvSpPr txBox="1"/>
          <p:nvPr/>
        </p:nvSpPr>
        <p:spPr>
          <a:xfrm>
            <a:off x="2320351" y="1091793"/>
            <a:ext cx="800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Seeking cheap inorganic hole transport materials instead of expensive organic HTL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B692B0-B4EE-4D10-94E6-94B7B44E1656}"/>
              </a:ext>
            </a:extLst>
          </p:cNvPr>
          <p:cNvGrpSpPr/>
          <p:nvPr/>
        </p:nvGrpSpPr>
        <p:grpSpPr>
          <a:xfrm>
            <a:off x="6973496" y="1684588"/>
            <a:ext cx="3432561" cy="4899463"/>
            <a:chOff x="6973496" y="1684588"/>
            <a:chExt cx="3432561" cy="4899463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B9DA96E-DB02-4B7F-A3E1-5061336E77AB}"/>
                </a:ext>
              </a:extLst>
            </p:cNvPr>
            <p:cNvGrpSpPr/>
            <p:nvPr/>
          </p:nvGrpSpPr>
          <p:grpSpPr>
            <a:xfrm>
              <a:off x="7690839" y="1684588"/>
              <a:ext cx="2715218" cy="4899463"/>
              <a:chOff x="7228105" y="646318"/>
              <a:chExt cx="2715218" cy="4899463"/>
            </a:xfrm>
          </p:grpSpPr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73253C66-7DB3-4BC0-BFBB-1A74EEFB757E}"/>
                  </a:ext>
                </a:extLst>
              </p:cNvPr>
              <p:cNvSpPr/>
              <p:nvPr/>
            </p:nvSpPr>
            <p:spPr>
              <a:xfrm flipH="1">
                <a:off x="9060834" y="1015650"/>
                <a:ext cx="809654" cy="2965939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004A7DA8-F0FC-4073-9897-4A877264E00F}"/>
                  </a:ext>
                </a:extLst>
              </p:cNvPr>
              <p:cNvSpPr/>
              <p:nvPr/>
            </p:nvSpPr>
            <p:spPr>
              <a:xfrm flipH="1">
                <a:off x="8441033" y="1553030"/>
                <a:ext cx="809654" cy="2572786"/>
              </a:xfrm>
              <a:prstGeom prst="cube">
                <a:avLst/>
              </a:prstGeom>
              <a:solidFill>
                <a:srgbClr val="00FF00"/>
              </a:solidFill>
              <a:ln>
                <a:solidFill>
                  <a:srgbClr val="21C1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 NC’s</a:t>
                </a:r>
              </a:p>
            </p:txBody>
          </p:sp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9EA288B2-B567-4D11-9117-8A26461CDE3E}"/>
                  </a:ext>
                </a:extLst>
              </p:cNvPr>
              <p:cNvSpPr/>
              <p:nvPr/>
            </p:nvSpPr>
            <p:spPr>
              <a:xfrm flipH="1">
                <a:off x="7834569" y="1872343"/>
                <a:ext cx="809654" cy="2622804"/>
              </a:xfrm>
              <a:prstGeom prst="cub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FAE722A6-578E-4056-A65A-27CAEE054A23}"/>
                  </a:ext>
                </a:extLst>
              </p:cNvPr>
              <p:cNvSpPr/>
              <p:nvPr/>
            </p:nvSpPr>
            <p:spPr>
              <a:xfrm flipH="1">
                <a:off x="7228105" y="2231988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F92A3A45-920A-4F02-9414-21421A7EBF1F}"/>
                  </a:ext>
                </a:extLst>
              </p:cNvPr>
              <p:cNvGrpSpPr/>
              <p:nvPr/>
            </p:nvGrpSpPr>
            <p:grpSpPr>
              <a:xfrm>
                <a:off x="8017685" y="646318"/>
                <a:ext cx="828175" cy="878590"/>
                <a:chOff x="8456295" y="1539384"/>
                <a:chExt cx="828175" cy="878590"/>
              </a:xfrm>
            </p:grpSpPr>
            <p:sp>
              <p:nvSpPr>
                <p:cNvPr id="92" name="Arrow: Curved Up 91">
                  <a:extLst>
                    <a:ext uri="{FF2B5EF4-FFF2-40B4-BE49-F238E27FC236}">
                      <a16:creationId xmlns:a16="http://schemas.microsoft.com/office/drawing/2014/main" id="{A490594B-8B39-4392-9379-863CF0BE4C93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7B2C1283-A1E9-43BC-933C-6CBEE2D6E02C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D326C61-2B19-433C-8684-6AD78B1F78D0}"/>
                  </a:ext>
                </a:extLst>
              </p:cNvPr>
              <p:cNvGrpSpPr/>
              <p:nvPr/>
            </p:nvGrpSpPr>
            <p:grpSpPr>
              <a:xfrm>
                <a:off x="7295029" y="977550"/>
                <a:ext cx="828175" cy="878590"/>
                <a:chOff x="8456295" y="1539384"/>
                <a:chExt cx="828175" cy="878590"/>
              </a:xfrm>
            </p:grpSpPr>
            <p:sp>
              <p:nvSpPr>
                <p:cNvPr id="90" name="Arrow: Curved Up 89">
                  <a:extLst>
                    <a:ext uri="{FF2B5EF4-FFF2-40B4-BE49-F238E27FC236}">
                      <a16:creationId xmlns:a16="http://schemas.microsoft.com/office/drawing/2014/main" id="{FDBB3AD3-26DD-44A1-816D-FCE8DCE909D4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5BDB1A1-5107-4235-B07A-78067FB7FCB6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E3ED2048-5EF3-4AF7-A8BA-3FD0B438877E}"/>
                  </a:ext>
                </a:extLst>
              </p:cNvPr>
              <p:cNvGrpSpPr/>
              <p:nvPr/>
            </p:nvGrpSpPr>
            <p:grpSpPr>
              <a:xfrm>
                <a:off x="9115148" y="4206909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8" name="Arrow: Curved Up 87">
                  <a:extLst>
                    <a:ext uri="{FF2B5EF4-FFF2-40B4-BE49-F238E27FC236}">
                      <a16:creationId xmlns:a16="http://schemas.microsoft.com/office/drawing/2014/main" id="{A4115FD2-A5F1-4841-8D96-2C9061C5BF1E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2903EB5-3F0E-4837-ADFC-5D5E4D9DD821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9AB79E73-5E8C-442D-B4D1-4346BC609F81}"/>
                  </a:ext>
                </a:extLst>
              </p:cNvPr>
              <p:cNvGrpSpPr/>
              <p:nvPr/>
            </p:nvGrpSpPr>
            <p:grpSpPr>
              <a:xfrm>
                <a:off x="8222965" y="4525523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6" name="Arrow: Curved Up 85">
                  <a:extLst>
                    <a:ext uri="{FF2B5EF4-FFF2-40B4-BE49-F238E27FC236}">
                      <a16:creationId xmlns:a16="http://schemas.microsoft.com/office/drawing/2014/main" id="{7A646CDF-9707-4FA7-A2E8-0B451BB76E8D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7DB784B-7F1F-4617-A119-5EB8319D8222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80A1D2-91AE-4BAC-B751-F49BA9711966}"/>
                </a:ext>
              </a:extLst>
            </p:cNvPr>
            <p:cNvSpPr txBox="1"/>
            <p:nvPr/>
          </p:nvSpPr>
          <p:spPr>
            <a:xfrm>
              <a:off x="6973496" y="1918754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2979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7AFDE9-85BB-4000-A9F6-C4B8B39CEDC8}"/>
              </a:ext>
            </a:extLst>
          </p:cNvPr>
          <p:cNvGrpSpPr/>
          <p:nvPr/>
        </p:nvGrpSpPr>
        <p:grpSpPr>
          <a:xfrm>
            <a:off x="0" y="394755"/>
            <a:ext cx="4222864" cy="3868568"/>
            <a:chOff x="1724604" y="1181153"/>
            <a:chExt cx="4222864" cy="3868568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C51AE881-E4CB-481F-9573-7919B6AC2DAE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: Single Corner Rounded 3">
              <a:extLst>
                <a:ext uri="{FF2B5EF4-FFF2-40B4-BE49-F238E27FC236}">
                  <a16:creationId xmlns:a16="http://schemas.microsoft.com/office/drawing/2014/main" id="{3E8B2BAF-F4B1-4535-9762-00773059E7F1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2700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7128A9C8-40B6-4B98-9599-1AD2553ABD20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2F4EBD-E47D-4537-ABC8-C518877D6EF8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81D8E39-64A2-42D4-AD30-1AA157C10163}"/>
                </a:ext>
              </a:extLst>
            </p:cNvPr>
            <p:cNvGrpSpPr/>
            <p:nvPr/>
          </p:nvGrpSpPr>
          <p:grpSpPr>
            <a:xfrm>
              <a:off x="1724604" y="1903740"/>
              <a:ext cx="4222864" cy="1882026"/>
              <a:chOff x="5947468" y="3404413"/>
              <a:chExt cx="4222864" cy="1882026"/>
            </a:xfrm>
          </p:grpSpPr>
          <p:sp>
            <p:nvSpPr>
              <p:cNvPr id="15" name="Rectangle: Single Corner Rounded 14">
                <a:extLst>
                  <a:ext uri="{FF2B5EF4-FFF2-40B4-BE49-F238E27FC236}">
                    <a16:creationId xmlns:a16="http://schemas.microsoft.com/office/drawing/2014/main" id="{3ED461D4-38DE-4565-852E-965740605720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FA571F9-D9EA-4531-BBD9-3C3693A24369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8E9B4FD2-F22A-43F4-96EE-980BD5EA08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C4D196F-E70B-4C1E-99E6-2768F091BA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1553660D-0C64-46FA-BBDC-A37B1CE700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9B96F34B-F06A-4040-8B70-9EF8F31C1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5990689-61CC-4171-99B0-F119F0300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25E400C-5C88-462C-9AA9-516818CA74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8EEDAA4-E997-457A-8B09-109E957AFC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D65B548-69E4-4E73-B449-ECFD43EE3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30AB5AC-9B88-43EC-BFB0-16AC863F3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C69D0106-7185-4D3F-BA8F-16ED2887F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6AB4810-E8C6-4E4C-8284-F1FC7DAEB2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78686751-1828-4C37-B2A9-3D0A3150CF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A95816F-B9EA-432B-9C74-7FA5DEFBE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5A48665-502C-4853-8C07-35A4B299B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1C395E3B-3C55-42A3-9762-BA2DECD3FB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ED43C80-BBAB-4532-A229-6AF294AE87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A7856B6D-3234-49DB-87F5-531FE9587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96AB5CAE-B80E-4693-91FD-7293C347A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AAC0DBA-CD06-45B4-975F-B53F470C9F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F37293BD-E4A8-4C99-9AB6-F43E26F442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156EB0D4-17F7-4396-BE14-F31DF6FF9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0E26418-ACE7-428F-92AF-CD0F84116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7A9FE050-D1B6-4D91-83CD-7B7362EA77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F8F5698-B139-4A1E-A25A-195583C366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3E7AA101-2766-455E-9C84-64BBFD020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3086559-FCAA-4E15-A0AD-DEDB00718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F9D68F92-F8FD-4908-9FC9-38C0E2DF4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A98E458-2B8C-4A27-A555-41EA17BED7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438EB0B8-4C9B-437E-84F6-08C81C7A8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3228E5E6-1170-426F-9036-E15271F800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C5C15E0E-BA09-4AD4-B0F2-87BA6BFB9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763DBE2-2E43-4B2A-BB1E-B8DFDAF988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9505AF8A-82C4-4EA4-92B3-0D0AF41536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6DEC613D-2319-40C9-85A3-6279FBD3B9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604758B-827A-4F31-9200-028200BA78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5ED51CD-B736-4AAC-9572-E1D9DA20CC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00B3D684-EAAA-4F15-BCC1-2D8C1ECAEC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00E3F550-47DA-419F-A440-7E0E35E6B3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ADEED94-9CBC-4B79-B05F-EBD376690F0D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3" cy="699114"/>
                <a:chOff x="4619788" y="1780273"/>
                <a:chExt cx="778605" cy="699114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785210EC-8FF2-4A8D-A6FB-AC4486B3ED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455DB36-A787-4AB1-A617-097E7A112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4DD4C0B4-178C-4EDB-BD60-95485D4249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8FB0A65-DB96-4B56-8D44-F49F789F6C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9C8055EC-31C1-414E-9B01-906A1B6583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23EECEB-8E4F-417E-AE3E-A5B0C93E86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3DF48C0-A681-4F9A-B024-82B0F1FDB3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AE6F1C83-F7FC-4FE8-B9EA-34433741D4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0FF088C-4FE5-4FDC-8AE6-B0820D18F1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901E46B-7448-45F1-923D-4D52D8ADB1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9ADCC75-4E88-430F-AD22-C1E82BACDF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A956CF7-CAAF-4221-A772-42A2DDE05D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FA9095D-0D4B-437B-B8B7-C977A65D4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A150ED51-F49F-4E79-9BC0-AEF895FD19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25A7EF55-04CD-425E-B939-9C5FDAFE9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4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" name="Rectangle: Single Corner Rounded 7">
              <a:extLst>
                <a:ext uri="{FF2B5EF4-FFF2-40B4-BE49-F238E27FC236}">
                  <a16:creationId xmlns:a16="http://schemas.microsoft.com/office/drawing/2014/main" id="{BC42B1B0-A763-46B9-875B-2434855A79EA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3276F0EA-2719-496B-95C4-64B5DD34F370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9D56A2-82F7-4EB3-BE82-3DEC9F365E66}"/>
                </a:ext>
              </a:extLst>
            </p:cNvPr>
            <p:cNvSpPr txBox="1"/>
            <p:nvPr/>
          </p:nvSpPr>
          <p:spPr>
            <a:xfrm rot="175424">
              <a:off x="3294669" y="3428758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NiO</a:t>
              </a:r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84B1CF-82C9-4E3F-8505-29DF48C4E224}"/>
                </a:ext>
              </a:extLst>
            </p:cNvPr>
            <p:cNvSpPr txBox="1"/>
            <p:nvPr/>
          </p:nvSpPr>
          <p:spPr>
            <a:xfrm rot="227191"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2BF39-86A8-4D85-AB41-2AA3BA719994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C5DC38-DC0E-4B97-8349-047FB20D2A3B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DD345F-599F-47BC-AE0E-E252B8E3ECDE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20EB018-0CB8-4850-B293-A9CAA7AA5FD8}"/>
              </a:ext>
            </a:extLst>
          </p:cNvPr>
          <p:cNvGrpSpPr/>
          <p:nvPr/>
        </p:nvGrpSpPr>
        <p:grpSpPr>
          <a:xfrm>
            <a:off x="4573935" y="261845"/>
            <a:ext cx="4222863" cy="3868568"/>
            <a:chOff x="1724604" y="1181153"/>
            <a:chExt cx="4222863" cy="3868568"/>
          </a:xfrm>
        </p:grpSpPr>
        <p:sp>
          <p:nvSpPr>
            <p:cNvPr id="72" name="Rectangle: Single Corner Rounded 71">
              <a:extLst>
                <a:ext uri="{FF2B5EF4-FFF2-40B4-BE49-F238E27FC236}">
                  <a16:creationId xmlns:a16="http://schemas.microsoft.com/office/drawing/2014/main" id="{DFC30A52-6986-4545-A81C-345AB3927D04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: Single Corner Rounded 72">
              <a:extLst>
                <a:ext uri="{FF2B5EF4-FFF2-40B4-BE49-F238E27FC236}">
                  <a16:creationId xmlns:a16="http://schemas.microsoft.com/office/drawing/2014/main" id="{667C6C5B-4FD4-45C0-8F14-D2E2CEF49EA3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Rectangle: Single Corner Rounded 73">
              <a:extLst>
                <a:ext uri="{FF2B5EF4-FFF2-40B4-BE49-F238E27FC236}">
                  <a16:creationId xmlns:a16="http://schemas.microsoft.com/office/drawing/2014/main" id="{6D1BF4CD-1DF1-4E40-812C-26FEFAF19D74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D936686-2B75-4AE6-97E5-A8B6561A66BB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03C6CAF-CF66-4F8D-9FF4-52DF5E03A990}"/>
                </a:ext>
              </a:extLst>
            </p:cNvPr>
            <p:cNvGrpSpPr/>
            <p:nvPr/>
          </p:nvGrpSpPr>
          <p:grpSpPr>
            <a:xfrm>
              <a:off x="1724604" y="1903740"/>
              <a:ext cx="4222863" cy="1882026"/>
              <a:chOff x="5947468" y="3404413"/>
              <a:chExt cx="4222863" cy="1882026"/>
            </a:xfrm>
          </p:grpSpPr>
          <p:sp>
            <p:nvSpPr>
              <p:cNvPr id="84" name="Rectangle: Single Corner Rounded 83">
                <a:extLst>
                  <a:ext uri="{FF2B5EF4-FFF2-40B4-BE49-F238E27FC236}">
                    <a16:creationId xmlns:a16="http://schemas.microsoft.com/office/drawing/2014/main" id="{97C84661-0FAF-4474-B4DA-689D5380910C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C651B33C-5789-4C89-9352-AB84B4C809D9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2C461166-63D6-4C06-93BC-3AE7E44118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8326D949-66AE-436B-9D45-26D49813C6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64FBC2F-E2B4-4693-A39A-74D2D35F7C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183B8F4E-5E5D-4978-9D91-558442C24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04BD0B3D-E401-4D39-B78A-33F3D7750B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4DE1660F-BF8C-427D-92C8-280DABA90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FF477AE7-DFF1-41B9-BF7A-8C412122F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6C79B1F6-1285-4146-9C36-613E4BFFA3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3673F301-1618-4BC9-A997-BB7175A06A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1BF54C7A-D32D-4AA6-B29C-FBD011898D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E4B851E0-D0BF-4D7A-9899-526B64BE7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27F1ACDA-3E61-4352-9C0F-D99FCDF6AA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984BF32B-6F39-431A-9589-BC120539D3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D96E594D-D56B-4A12-9DB1-99118589EC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63863888-572B-4FBB-93E6-C7968368EC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376EB9BD-7BB0-494B-AEB4-0C5C5CEF3E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458A7B75-9CE7-4DB7-9C17-272E1D8A7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614DC98B-BD4A-4EFF-9CDA-DB6A5AFC9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20AB7605-BE4D-423C-88AD-EE047D07E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A2E8752F-79C0-4AE9-8286-DD2B1A191A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79E2D41E-FD60-41E5-8F36-50992B0DD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CE1C37FC-526D-4E2D-A2B7-ACEBD807CB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2FC23C53-6B37-4EA8-BDC5-1B6E24CFE5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50F7F1F6-F3CA-49FE-B09D-F47CE52ED1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BD750948-C6F2-4ACE-98DE-073E55914C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2C42AE3D-8C11-4D8E-9BED-F3052BEF4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447EDB1D-EECB-4225-B4D2-7B41AD092D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BEBE57DD-1FEE-4597-ABA4-8F3D4E1E8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5A3B78DE-4AAF-415A-BF17-AF9FC55720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C82D0FE4-628E-4CEA-B890-9DC4798D59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BB019726-20D7-4154-8B5A-920533E7C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518ADEE1-F592-4607-944F-8DF7218F9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184844DF-7598-4163-997B-B663B0DC1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721A0E26-5446-4BE7-84BD-D0D530E1A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12818C08-ED67-4492-AE36-49188BC381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9CF7E129-B5E4-459B-80F3-781DEAC9CA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87FE04CC-AB91-4152-895C-62C17B323F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FA17ACA5-4755-4C44-8CFC-379675682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289F0104-80FC-4419-8878-6C7A1C913901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2" cy="699114"/>
                <a:chOff x="4619788" y="1780273"/>
                <a:chExt cx="778604" cy="699114"/>
              </a:xfrm>
            </p:grpSpPr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DBF3B37C-1608-432F-A327-22B88FC78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D468C666-AA4A-4418-8E46-EE6644A255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4CD36E30-6171-4EA5-82FB-37000E3494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9B5B1FDC-0E41-4A29-9912-27CB2592A3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B6193FBD-CE0E-49D9-8045-E0A5C3E57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1251DC3E-9AD7-4382-9358-4E118701C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04BAD14A-D76E-4F8B-8142-87625D00D1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4883F642-BE54-4140-A00F-339B1EEFDB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BFA2EC98-3503-4F92-880E-1D998CE2C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643E3C0B-1CDB-49CC-BE72-A62F0D3005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F5D7BBC1-4180-4ED5-9D66-9EB85150E4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B8E55849-77F2-4165-AA4C-2580093FCD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5AA70EAC-68C9-44F6-BA88-1156E492EE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0A471435-5246-4434-AE2E-0A69B2DA5A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062717E9-C93B-489D-84D4-942BD3104C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3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7" name="Rectangle: Single Corner Rounded 76">
              <a:extLst>
                <a:ext uri="{FF2B5EF4-FFF2-40B4-BE49-F238E27FC236}">
                  <a16:creationId xmlns:a16="http://schemas.microsoft.com/office/drawing/2014/main" id="{9E8CC649-1CEE-410F-B9C2-23E18E819C48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: Single Corner Rounded 77">
              <a:extLst>
                <a:ext uri="{FF2B5EF4-FFF2-40B4-BE49-F238E27FC236}">
                  <a16:creationId xmlns:a16="http://schemas.microsoft.com/office/drawing/2014/main" id="{AB7D08B9-16C3-4E88-A9B1-AF407CCFC9CF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E8D804F-FB58-4BCA-ACC0-23C73573CB4E}"/>
                </a:ext>
              </a:extLst>
            </p:cNvPr>
            <p:cNvSpPr txBox="1"/>
            <p:nvPr/>
          </p:nvSpPr>
          <p:spPr>
            <a:xfrm rot="175424">
              <a:off x="3160015" y="3428758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CuSCN</a:t>
              </a:r>
              <a:endParaRPr lang="en-IN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AE4A190-49AE-47B2-AB6B-1A552FD4CFE8}"/>
                </a:ext>
              </a:extLst>
            </p:cNvPr>
            <p:cNvSpPr txBox="1"/>
            <p:nvPr/>
          </p:nvSpPr>
          <p:spPr>
            <a:xfrm rot="238889"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B554E51-B904-46B3-995A-4B98088F4448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ED4FF3E-92B3-4ACE-AF68-7355D28FDE1C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20504F2-BE5F-4540-8C8B-1F5298FC30E6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4514B4F-A943-4910-8F9C-56D586EBD5B5}"/>
              </a:ext>
            </a:extLst>
          </p:cNvPr>
          <p:cNvGrpSpPr/>
          <p:nvPr/>
        </p:nvGrpSpPr>
        <p:grpSpPr>
          <a:xfrm>
            <a:off x="-33109" y="3372685"/>
            <a:ext cx="4222864" cy="3868568"/>
            <a:chOff x="1724604" y="1181153"/>
            <a:chExt cx="4222864" cy="3868568"/>
          </a:xfrm>
        </p:grpSpPr>
        <p:sp>
          <p:nvSpPr>
            <p:cNvPr id="141" name="Rectangle: Single Corner Rounded 140">
              <a:extLst>
                <a:ext uri="{FF2B5EF4-FFF2-40B4-BE49-F238E27FC236}">
                  <a16:creationId xmlns:a16="http://schemas.microsoft.com/office/drawing/2014/main" id="{E57BB6AE-9B9F-4D54-A223-E7AA9742F8A2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Rectangle: Single Corner Rounded 141">
              <a:extLst>
                <a:ext uri="{FF2B5EF4-FFF2-40B4-BE49-F238E27FC236}">
                  <a16:creationId xmlns:a16="http://schemas.microsoft.com/office/drawing/2014/main" id="{3E8E32F9-C5B2-422F-8502-EEB2373170C9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Rectangle: Single Corner Rounded 142">
              <a:extLst>
                <a:ext uri="{FF2B5EF4-FFF2-40B4-BE49-F238E27FC236}">
                  <a16:creationId xmlns:a16="http://schemas.microsoft.com/office/drawing/2014/main" id="{61F72EC8-B810-454C-BF4D-AAD0EEFC8F9A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F7B2CA9-F4CD-405F-A24F-1581BEC902A7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C85445C-0438-4974-8825-3F14B9BF5DEC}"/>
                </a:ext>
              </a:extLst>
            </p:cNvPr>
            <p:cNvGrpSpPr/>
            <p:nvPr/>
          </p:nvGrpSpPr>
          <p:grpSpPr>
            <a:xfrm>
              <a:off x="1724604" y="1903740"/>
              <a:ext cx="4222864" cy="1882026"/>
              <a:chOff x="5947468" y="3404413"/>
              <a:chExt cx="4222864" cy="1882026"/>
            </a:xfrm>
          </p:grpSpPr>
          <p:sp>
            <p:nvSpPr>
              <p:cNvPr id="153" name="Rectangle: Single Corner Rounded 152">
                <a:extLst>
                  <a:ext uri="{FF2B5EF4-FFF2-40B4-BE49-F238E27FC236}">
                    <a16:creationId xmlns:a16="http://schemas.microsoft.com/office/drawing/2014/main" id="{253D885F-7845-4A62-8339-2F047BBF544D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42AB3FF6-549B-4759-844D-9A5A12057050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66884CFC-788D-4DB6-864F-80CD25933C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DB57CFC0-C0FD-4022-AF65-0ECEB093BB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2A594045-5342-4F46-B3C1-5D969EF46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55F3F89-9871-4B74-93BD-63F4C8B6D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6B2F7A7D-7668-4116-8D24-B01386FAC4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6858F208-5D6F-4A93-8120-6CB857CEB2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B923B5E4-46B8-43DF-9704-512474FDE9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57679D7E-768E-40A9-9299-1A91318B28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67E8D42A-D56E-413F-BC09-298C3A3CF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EF8DB13A-B8F2-4330-A408-465260C01E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680D8755-D3D5-45A9-917D-CF0061849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BA625534-43C1-4252-B6C2-0913AFB53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11A44D0B-4614-4E7A-9E26-A3B2F210E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85CF57F5-A376-4122-86B3-93876DF42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F6CCB61B-D1F2-4224-95A3-1C3EADB9A8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C5B9667D-45F1-4CA6-8022-DD59CED034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EEB41B08-E2AC-40E9-A4B0-399A2D21B6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92505F95-531A-4EA6-845F-45BBE94DBB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DF1DC049-4FE4-45D3-AD46-88677EA5D1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EC119F86-52AF-4F5E-94B1-42FD831FD7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C4969F73-309E-46FA-A1B8-6CD8B9BBB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9CCECE11-9CB9-4D71-BC66-FC947CECF3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D77945A8-16EF-4612-829F-C079B98664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DE024FC2-A966-42AE-8E48-23D6069F74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3872F87B-2B7A-4CE2-B179-3B87BE73C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31453A8B-10F0-46F2-9C5F-3D86BFD116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91AF7AD0-8280-477E-A8A7-952E1776A7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8DAC7E24-ED4C-4D1E-9BE6-8C628C599D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69D507B9-6171-4198-946D-055DE81CE2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91551119-5237-4898-81DD-81BDC5A0E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4F07CB96-779D-4256-BCC8-F6B632208B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95A17E9D-5547-4738-B608-ECCC6E2DF3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CB678EFB-C913-4FA5-B107-2ABE3C45D5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A3D09519-8090-4CCF-8771-98E4AF274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5D5D5213-2393-4D23-B6B8-02296007AB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7BD34D97-4B20-43B3-9790-EE568C95A2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FE543CE5-C42F-4A8B-8E0B-DCDEEF74F1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AD47E625-D484-4F48-89A3-A1AFF06E41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0E2A4362-8202-40CC-8D17-05FBB2376DC5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3" cy="699114"/>
                <a:chOff x="4619788" y="1780273"/>
                <a:chExt cx="778605" cy="699114"/>
              </a:xfrm>
            </p:grpSpPr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0E777317-B2E3-48FA-8DBA-6C5E925A9D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D8171042-0224-46DA-A742-EF024BFC9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7689E895-DB14-4742-B600-C560A4E7BD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1C675DAD-163B-40D6-B692-40B8ACD2E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F744D3F7-2CA4-4695-AA73-18520478B1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6BE29257-E96D-4CD5-AE02-D21E6C835D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DED13D59-8EB1-4633-B6B3-291D7B978B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D74FCCE5-C129-44A1-9B79-EE7BF6FDC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8B8AF86C-D98E-442E-8928-DC74B1D506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23040035-E78F-47D2-AEA0-8BC0A96C7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B389C0FE-404F-470D-A089-E61C8272F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A1BD96B3-4537-494D-AB54-11A958818B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A6889AA1-37D9-4E74-8241-09B27CABA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9DC5BBAA-860B-4045-9DF6-C3232108D5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00BD37D-8226-4D85-AB74-50903D8888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4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6" name="Rectangle: Single Corner Rounded 145">
              <a:extLst>
                <a:ext uri="{FF2B5EF4-FFF2-40B4-BE49-F238E27FC236}">
                  <a16:creationId xmlns:a16="http://schemas.microsoft.com/office/drawing/2014/main" id="{B1C60321-2D12-46DA-88E7-2D17F1A2A938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ectangle: Single Corner Rounded 146">
              <a:extLst>
                <a:ext uri="{FF2B5EF4-FFF2-40B4-BE49-F238E27FC236}">
                  <a16:creationId xmlns:a16="http://schemas.microsoft.com/office/drawing/2014/main" id="{5EF8CAB6-B85A-451D-9BE6-A39098B3BD2D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B19381A-B338-4D0E-B173-3F060FC0758C}"/>
                </a:ext>
              </a:extLst>
            </p:cNvPr>
            <p:cNvSpPr txBox="1"/>
            <p:nvPr/>
          </p:nvSpPr>
          <p:spPr>
            <a:xfrm rot="175424">
              <a:off x="3140779" y="3428758"/>
              <a:ext cx="8467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Cu:NiO</a:t>
              </a:r>
              <a:endParaRPr lang="en-IN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3462516-3296-4E51-84FA-A65A5B647C23}"/>
                </a:ext>
              </a:extLst>
            </p:cNvPr>
            <p:cNvSpPr txBox="1"/>
            <p:nvPr/>
          </p:nvSpPr>
          <p:spPr>
            <a:xfrm rot="221381"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1B5EE75-2266-44E1-89ED-E639AC658506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BB4698E-C4E9-4871-8922-0E66517A6D13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271C93A3-E04E-4E2D-9216-6D4FF39B4DF7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7223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281">
            <a:extLst>
              <a:ext uri="{FF2B5EF4-FFF2-40B4-BE49-F238E27FC236}">
                <a16:creationId xmlns:a16="http://schemas.microsoft.com/office/drawing/2014/main" id="{6D485F75-CEA9-4FC9-9D7F-3E006177D31A}"/>
              </a:ext>
            </a:extLst>
          </p:cNvPr>
          <p:cNvGrpSpPr/>
          <p:nvPr/>
        </p:nvGrpSpPr>
        <p:grpSpPr>
          <a:xfrm>
            <a:off x="244000" y="-83179"/>
            <a:ext cx="10511962" cy="7394566"/>
            <a:chOff x="244000" y="-83179"/>
            <a:chExt cx="10511962" cy="739456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3D6AEC3-FB01-4798-BDB9-222DE38B266E}"/>
                </a:ext>
              </a:extLst>
            </p:cNvPr>
            <p:cNvGrpSpPr/>
            <p:nvPr/>
          </p:nvGrpSpPr>
          <p:grpSpPr>
            <a:xfrm>
              <a:off x="6533098" y="3385284"/>
              <a:ext cx="4222864" cy="3868568"/>
              <a:chOff x="1724604" y="1181153"/>
              <a:chExt cx="4222864" cy="3868568"/>
            </a:xfrm>
          </p:grpSpPr>
          <p:sp>
            <p:nvSpPr>
              <p:cNvPr id="3" name="Rectangle: Single Corner Rounded 2">
                <a:extLst>
                  <a:ext uri="{FF2B5EF4-FFF2-40B4-BE49-F238E27FC236}">
                    <a16:creationId xmlns:a16="http://schemas.microsoft.com/office/drawing/2014/main" id="{01D99B7D-7CDC-44D6-891A-A33CA01D4CB4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Rectangle: Single Corner Rounded 3">
                <a:extLst>
                  <a:ext uri="{FF2B5EF4-FFF2-40B4-BE49-F238E27FC236}">
                    <a16:creationId xmlns:a16="http://schemas.microsoft.com/office/drawing/2014/main" id="{C8A5009D-F7D4-41FA-8E2D-B3482BE9D99A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Rectangle: Single Corner Rounded 4">
                <a:extLst>
                  <a:ext uri="{FF2B5EF4-FFF2-40B4-BE49-F238E27FC236}">
                    <a16:creationId xmlns:a16="http://schemas.microsoft.com/office/drawing/2014/main" id="{9D636AA5-32C4-4458-A120-A031340D5476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461A0C-10B8-47BB-BD33-7A1FB9431187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7EB27AF-8128-4350-924F-3CCBA46D90DE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15" name="Rectangle: Single Corner Rounded 14">
                  <a:extLst>
                    <a:ext uri="{FF2B5EF4-FFF2-40B4-BE49-F238E27FC236}">
                      <a16:creationId xmlns:a16="http://schemas.microsoft.com/office/drawing/2014/main" id="{8415DBC5-698A-4748-A4E8-76C49057526D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D67000F0-DB8A-499A-9050-616E577A1CEB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7067CABE-A46D-4278-B127-42E53E62F0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0E81C43A-53DB-446A-9F45-799009DF1A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0647B251-3F45-40F1-8CEE-5002B081B2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A949D1C9-9DF0-4C3F-B7C7-343C93287F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9DF03A26-63B3-4524-8C4F-54C33F541A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D01FC20F-6CAB-47A4-9416-82CF304AD8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A252DFBA-F510-4D76-BED1-048FCDA8B0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3D47563-BD44-4835-AEC1-4CCA014023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9A28B6A1-C6B9-49EC-8C6B-257F742DB9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C684AAFF-3B09-4980-AD21-7715A597A7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BE19223A-FFE2-4E38-BC93-7F20C096D7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B2F836A4-8690-4AEC-B563-7BD7083338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5EE0C0B5-CCA7-41AA-AA69-EF2C2AD5B8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08C964DC-6F41-4C4A-86DD-0D0C77C1DE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5000FB07-F2CB-4D5A-98F4-B51A03865A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A6DC23EF-9D2C-4E14-A2EF-9B4520DF24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5CFC4088-1D59-4228-9E4F-554CF302DC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A7043D5E-F1B7-4879-9970-91E81A048D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495F3D4C-82EA-47BF-A8BA-215AAEE007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F38ED5EE-EE42-4816-9A42-386BB53B0E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E7FFBC00-FA65-4CD5-952F-AA8806A216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E2204BE2-19F8-4C35-9A86-292ED7EEAE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EB512931-0EB3-4869-A78D-1AC9CCBEEF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0529C111-8D3B-4317-AE53-6BE330BDC3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2AF1F486-D5ED-43D9-97A8-1197107A87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0701BF2D-CDDD-4C39-90C9-874904B89B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F237C6D1-BF6E-4CA8-A36B-EDDBE75C2A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716DA02F-F1FD-4868-A934-D058243336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5A8EB2C8-A22D-4E3F-AE4E-98612265B2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B8557E2-9682-486D-A0CF-DBFF3677B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6006D97B-3D23-4DF0-8188-7D8163EFA1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F84DA44A-9E31-45C3-BB46-9149EB495B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D9074FAA-28FF-4596-AD0B-CEB56EE513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C7C29953-D83E-43E9-836E-B4BFBAED58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492C8F93-678C-4D11-9541-6A3B99CF3D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721CBC72-643D-443E-BC92-061A0D7009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9EB229D6-7AED-4EE0-8D2D-A6A40A1E05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31610D47-93DB-4977-96C6-0C6AB84531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AF10260-639D-44E7-860E-A6CB3495CB4D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2776BC9D-68EA-4F78-ACF0-7E41C953D3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2B294919-1A98-4BA2-9F4C-50B5E09AA9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0CFFB50C-F747-4B63-AD41-4D70922C0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F961F839-EF56-45ED-83C9-CDA34DABB5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8FFCB4AC-2C42-4227-B583-5926198EF7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9DA45CEC-058A-449E-917A-B7CD174BCB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B4B913E-5B65-45A9-AE58-A19B95D3D6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F34B4F16-47F0-414E-890F-09B732E221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3FC5BF48-A75F-409A-81DE-AED5B5365E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5944E2A3-6025-4DD3-A274-4F60264EC4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737C5246-4214-4B05-9195-1B5864B4C6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010F755B-4F6E-4E74-9F6F-3208D7A74E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878456FF-A8FF-4132-A7FA-D3544C3292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CA5B8880-4E0D-47BC-9232-FD505F346B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3BF959AB-850F-44E1-9C1C-826F1B1B8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" name="Rectangle: Single Corner Rounded 7">
                <a:extLst>
                  <a:ext uri="{FF2B5EF4-FFF2-40B4-BE49-F238E27FC236}">
                    <a16:creationId xmlns:a16="http://schemas.microsoft.com/office/drawing/2014/main" id="{43C97AD6-E46F-4492-8C35-AE015C3B6CFF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rgbClr val="FDC22F">
                  <a:alpha val="98824"/>
                </a:srgb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: Single Corner Rounded 8">
                <a:extLst>
                  <a:ext uri="{FF2B5EF4-FFF2-40B4-BE49-F238E27FC236}">
                    <a16:creationId xmlns:a16="http://schemas.microsoft.com/office/drawing/2014/main" id="{133CEA94-3AB7-4B97-89B5-3C5159F21F3E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A4C777-903E-4D32-8F5F-88A61C085F3A}"/>
                  </a:ext>
                </a:extLst>
              </p:cNvPr>
              <p:cNvSpPr txBox="1"/>
              <p:nvPr/>
            </p:nvSpPr>
            <p:spPr>
              <a:xfrm>
                <a:off x="3310697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0D06E6-66DB-46E5-AD38-99339FFAE259}"/>
                  </a:ext>
                </a:extLst>
              </p:cNvPr>
              <p:cNvSpPr txBox="1"/>
              <p:nvPr/>
            </p:nvSpPr>
            <p:spPr>
              <a:xfrm rot="271129"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1B0344-9572-452F-B330-EFD75F360C7C}"/>
                  </a:ext>
                </a:extLst>
              </p:cNvPr>
              <p:cNvSpPr txBox="1"/>
              <p:nvPr/>
            </p:nvSpPr>
            <p:spPr>
              <a:xfrm rot="159019">
                <a:off x="2956878" y="2249888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Other HTL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0E3B6A-DDBE-495E-AD05-EF78473D011A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E91FB-C080-45E9-9E94-0E1C8369E056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97BC613-D0A7-4432-88AD-F4B201EFD766}"/>
                </a:ext>
              </a:extLst>
            </p:cNvPr>
            <p:cNvGrpSpPr/>
            <p:nvPr/>
          </p:nvGrpSpPr>
          <p:grpSpPr>
            <a:xfrm>
              <a:off x="6357825" y="-83179"/>
              <a:ext cx="4222864" cy="3868568"/>
              <a:chOff x="1724604" y="1181153"/>
              <a:chExt cx="4222864" cy="3868568"/>
            </a:xfrm>
          </p:grpSpPr>
          <p:sp>
            <p:nvSpPr>
              <p:cNvPr id="72" name="Rectangle: Single Corner Rounded 71">
                <a:extLst>
                  <a:ext uri="{FF2B5EF4-FFF2-40B4-BE49-F238E27FC236}">
                    <a16:creationId xmlns:a16="http://schemas.microsoft.com/office/drawing/2014/main" id="{813E07DC-2179-4C5D-B4D9-5118A40FE6B4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Rectangle: Single Corner Rounded 72">
                <a:extLst>
                  <a:ext uri="{FF2B5EF4-FFF2-40B4-BE49-F238E27FC236}">
                    <a16:creationId xmlns:a16="http://schemas.microsoft.com/office/drawing/2014/main" id="{6E536AF5-7B7C-4C8B-B9B6-D49052425E23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Rectangle: Single Corner Rounded 73">
                <a:extLst>
                  <a:ext uri="{FF2B5EF4-FFF2-40B4-BE49-F238E27FC236}">
                    <a16:creationId xmlns:a16="http://schemas.microsoft.com/office/drawing/2014/main" id="{247706D4-4CD6-4BB8-A0E5-73EA2DACE250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E84A6B8-0C0A-41C5-ABF7-0E571D6C7116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34031C8C-613A-416A-B716-D287184B2C37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84" name="Rectangle: Single Corner Rounded 83">
                  <a:extLst>
                    <a:ext uri="{FF2B5EF4-FFF2-40B4-BE49-F238E27FC236}">
                      <a16:creationId xmlns:a16="http://schemas.microsoft.com/office/drawing/2014/main" id="{F3006B63-6044-48A1-AE33-C9867F689C54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4235D402-7E6A-4A61-A083-68E7F5DC4333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B0D4876B-D5F9-45A5-BBB1-1CFFFEAA50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8CB182F5-AC0E-4E6D-8879-A1684F0599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A069CE5D-50A4-4937-82E6-833F378774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92160ACC-99A4-4CBB-B1DC-80B3B22AFC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45AF0EF6-5386-479E-9460-8D606CBDA7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7D1AA002-D89B-466D-BEE0-C7D81E6DEE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A11062E6-7CAF-4112-A70C-4995F4578F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1F00C4F8-1D13-443F-9544-7CBBD51C00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A955681F-069D-4A95-BAB7-9ABCC727D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F49F24C3-B17D-48D7-A241-298C2E89C5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>
                    <a:extLst>
                      <a:ext uri="{FF2B5EF4-FFF2-40B4-BE49-F238E27FC236}">
                        <a16:creationId xmlns:a16="http://schemas.microsoft.com/office/drawing/2014/main" id="{C000D9B8-55A3-4DC1-8CB0-A1C25432C7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57269EDF-83A9-4A7B-8A97-2012848C33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101B42E8-6B1C-457C-90C7-7777C5A5A0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9E9F0FCA-0AE1-49B2-A5AA-A077C2BD8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675226F0-0A5E-4196-B9A4-0843817774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>
                    <a:extLst>
                      <a:ext uri="{FF2B5EF4-FFF2-40B4-BE49-F238E27FC236}">
                        <a16:creationId xmlns:a16="http://schemas.microsoft.com/office/drawing/2014/main" id="{0CE49BE2-C75F-4910-AA01-0CD483F293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3E7B28D6-D746-4EFB-885D-28430FB21A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6B884762-FDC1-4987-866C-0F2AF90D40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B82FFEDE-3681-49F0-8A13-F5D5528735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837D4072-1FB5-489D-998B-888E713EA1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BD3AE689-93B9-4A97-B6DA-EE74B5A27D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65E5F117-E6B7-4EC9-BF7D-18D1245692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08BBB661-6907-418B-9DC3-8D3CDEC5F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A48302CA-47A4-42A1-BFCB-6CFE3E48CE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80F03033-1B61-48A3-B207-2095BD2443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FF57C38E-1742-4FDC-94E6-6F754541D9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81268E86-6E07-400C-88FA-D637A8658B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7A8720C6-7D02-4AAE-8BE6-5800E45D3B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1EC69F68-9CAF-4BE0-95D7-78D14B537B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>
                    <a:extLst>
                      <a:ext uri="{FF2B5EF4-FFF2-40B4-BE49-F238E27FC236}">
                        <a16:creationId xmlns:a16="http://schemas.microsoft.com/office/drawing/2014/main" id="{67C55D9C-5D09-46B4-BE36-7D8587179E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>
                    <a:extLst>
                      <a:ext uri="{FF2B5EF4-FFF2-40B4-BE49-F238E27FC236}">
                        <a16:creationId xmlns:a16="http://schemas.microsoft.com/office/drawing/2014/main" id="{5B77E521-91E5-400C-B842-92CBC6911D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AD039F67-4DCD-46CF-95CB-7854D5F707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453F4785-4E13-4076-8116-49780D22B8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701E1E8B-D5D3-41DF-8E8A-4C80590D6E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43A66DEF-6A25-4990-956D-51E4C2AF17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EF1943C3-82D5-4700-9623-4DA564B45D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B00CE57E-DDAB-4CAD-A7E9-BE857D60F6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D4B95CB3-BA2C-44E7-8FA4-F3802559D1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5952B294-5BE7-46EA-BFAF-90624A3C91AA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8156067F-B3F9-4D98-B36F-73CFA891C5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F5D345EF-8BB2-41C6-AF8B-2318101A14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93BBA96F-C75C-4CDD-8078-8B826DE746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60AB2404-A160-41BD-B68D-C7E1639630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AD2E1A35-31D4-48E8-B7AE-2CEAA131A6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6FDDD532-AC28-441C-9C67-394CCD7B24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B9986748-61E4-4B89-A8A2-597A756647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DF232922-B990-4D98-9B32-BC206F95E7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83FCA002-AD1A-477D-98F3-FBF637B5D8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DB6E4BA8-3EBE-4724-BD19-3B11FA416B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810E1198-788D-4035-9C2A-37D410FD3D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8F052D79-E240-4F5F-9884-3265B2F6EA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29B0944B-BF13-4F3E-B4D4-ED9E917547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A48EAEFE-33B9-48A9-9F9E-161B47602F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4956E473-2AD7-41E2-A7B7-B678BC20FF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7" name="Rectangle: Single Corner Rounded 76">
                <a:extLst>
                  <a:ext uri="{FF2B5EF4-FFF2-40B4-BE49-F238E27FC236}">
                    <a16:creationId xmlns:a16="http://schemas.microsoft.com/office/drawing/2014/main" id="{403DD9AC-E150-42FA-A962-4DFCD7F55ACA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2">
                  <a:lumMod val="60000"/>
                  <a:lumOff val="40000"/>
                  <a:alpha val="98824"/>
                </a:scheme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Rectangle: Single Corner Rounded 77">
                <a:extLst>
                  <a:ext uri="{FF2B5EF4-FFF2-40B4-BE49-F238E27FC236}">
                    <a16:creationId xmlns:a16="http://schemas.microsoft.com/office/drawing/2014/main" id="{D9BF24BA-B081-470D-AB0C-00C130CC4EA5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C6008B2-BB7D-4BD4-B7ED-44716968F640}"/>
                  </a:ext>
                </a:extLst>
              </p:cNvPr>
              <p:cNvSpPr txBox="1"/>
              <p:nvPr/>
            </p:nvSpPr>
            <p:spPr>
              <a:xfrm rot="175424">
                <a:off x="3310699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8F72CA9-FA3E-494D-8D74-69F2A8313FC7}"/>
                  </a:ext>
                </a:extLst>
              </p:cNvPr>
              <p:cNvSpPr txBox="1"/>
              <p:nvPr/>
            </p:nvSpPr>
            <p:spPr>
              <a:xfrm rot="281300"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BEFC259-069C-458F-BF0F-0AEE588EFC76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604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err="1"/>
                  <a:t>NiO</a:t>
                </a:r>
                <a:r>
                  <a:rPr lang="en-IN" baseline="-25000" dirty="0" err="1"/>
                  <a:t>x</a:t>
                </a:r>
                <a:endParaRPr lang="en-IN" baseline="-25000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B511C83-CE63-4A06-A104-2EAE7AA22188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83CD1FE-FD0F-4B01-AA73-93E393BF9F1F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B86A4CB7-AEEB-48A9-8997-722ACF5943E4}"/>
                </a:ext>
              </a:extLst>
            </p:cNvPr>
            <p:cNvGrpSpPr/>
            <p:nvPr/>
          </p:nvGrpSpPr>
          <p:grpSpPr>
            <a:xfrm>
              <a:off x="964569" y="3442819"/>
              <a:ext cx="4222864" cy="3868568"/>
              <a:chOff x="1724604" y="1181153"/>
              <a:chExt cx="4222864" cy="3868568"/>
            </a:xfrm>
          </p:grpSpPr>
          <p:sp>
            <p:nvSpPr>
              <p:cNvPr id="141" name="Rectangle: Single Corner Rounded 140">
                <a:extLst>
                  <a:ext uri="{FF2B5EF4-FFF2-40B4-BE49-F238E27FC236}">
                    <a16:creationId xmlns:a16="http://schemas.microsoft.com/office/drawing/2014/main" id="{86EFC3AB-5C37-4A4B-805F-28708D1AD11D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Rectangle: Single Corner Rounded 141">
                <a:extLst>
                  <a:ext uri="{FF2B5EF4-FFF2-40B4-BE49-F238E27FC236}">
                    <a16:creationId xmlns:a16="http://schemas.microsoft.com/office/drawing/2014/main" id="{21D5824A-EAB8-44BA-ACA9-C8CDC47A5BF2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Rectangle: Single Corner Rounded 142">
                <a:extLst>
                  <a:ext uri="{FF2B5EF4-FFF2-40B4-BE49-F238E27FC236}">
                    <a16:creationId xmlns:a16="http://schemas.microsoft.com/office/drawing/2014/main" id="{D8DAC45C-3E3D-4945-BE7B-6D8E7E5FE859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1D4D4E67-42E3-463E-8976-69FBA4188042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5732E998-0573-4677-81E6-127870249596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153" name="Rectangle: Single Corner Rounded 152">
                  <a:extLst>
                    <a:ext uri="{FF2B5EF4-FFF2-40B4-BE49-F238E27FC236}">
                      <a16:creationId xmlns:a16="http://schemas.microsoft.com/office/drawing/2014/main" id="{6BF424CB-86F4-474C-9008-39B679725927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119925FF-646E-4DE7-B6F9-C6C03AC3EEBF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506B0B38-2BDD-4C94-A5BC-B8A946C7FC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B17D71FA-67B4-4870-8239-0A1151253C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4063D96B-AEF0-45A2-B900-D409343518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5E68EFC9-53E1-43BD-BA53-F92853BAEE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07C36F60-6A07-4BCD-BB86-E4979A8001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1BF40177-B175-4B52-AB82-66569840CE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F484840B-D855-47EB-8F58-C668EED8E2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Straight Connector 177">
                    <a:extLst>
                      <a:ext uri="{FF2B5EF4-FFF2-40B4-BE49-F238E27FC236}">
                        <a16:creationId xmlns:a16="http://schemas.microsoft.com/office/drawing/2014/main" id="{B63D3477-E013-4675-B354-D2C5FDB35C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B3074CC6-AD65-4B52-8222-20B67C2802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>
                    <a:extLst>
                      <a:ext uri="{FF2B5EF4-FFF2-40B4-BE49-F238E27FC236}">
                        <a16:creationId xmlns:a16="http://schemas.microsoft.com/office/drawing/2014/main" id="{92BD25F3-55C5-44C7-AD83-D8498EE43A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CB7771EE-CFFB-40D7-81F8-A63B6C119F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35FDD156-E287-475C-8A9B-55C75450C8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>
                    <a:extLst>
                      <a:ext uri="{FF2B5EF4-FFF2-40B4-BE49-F238E27FC236}">
                        <a16:creationId xmlns:a16="http://schemas.microsoft.com/office/drawing/2014/main" id="{12284BEE-8D3D-431C-AA14-5D7D02F0BF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>
                    <a:extLst>
                      <a:ext uri="{FF2B5EF4-FFF2-40B4-BE49-F238E27FC236}">
                        <a16:creationId xmlns:a16="http://schemas.microsoft.com/office/drawing/2014/main" id="{A32EE777-E301-4BD8-8C76-B18E8CBDA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>
                    <a:extLst>
                      <a:ext uri="{FF2B5EF4-FFF2-40B4-BE49-F238E27FC236}">
                        <a16:creationId xmlns:a16="http://schemas.microsoft.com/office/drawing/2014/main" id="{B4330ABC-92D7-4075-A8E3-7A2A262060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937B3E2A-CDCE-4A5D-918A-F4A184DD22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74F50490-F801-4840-A475-6AC22EE549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419084B2-4649-491A-9643-09EE4993AA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9289D9C1-B91B-448F-900B-24600B6960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DF7B1396-D796-4670-9412-CC71F97E64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F5DD27E9-977F-4A3B-8754-038D3FAE49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A9BC1863-1427-4144-86B8-9EF53249C4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Connector 192">
                    <a:extLst>
                      <a:ext uri="{FF2B5EF4-FFF2-40B4-BE49-F238E27FC236}">
                        <a16:creationId xmlns:a16="http://schemas.microsoft.com/office/drawing/2014/main" id="{8FAF2F09-AD29-4DA6-A76B-5111F946B2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79563F6E-39F1-4A5E-B052-079097FBC1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316673BB-6E12-4228-94AF-541B7BECB7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98F78AE5-F0CB-4A0D-B48C-1384CC1954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7DEB74A4-DCFC-4B67-9F6B-33852FEEDF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63F6BD0E-25EC-4991-A793-893CDA6466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69D091DC-2EA1-4716-B191-252B346812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126AC6ED-E253-4520-A4C3-48E404CBC0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CE5A602A-DD6B-4DF0-B4A8-78018AD803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17FA99D7-4F10-49B7-8CC6-2C731851AE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70F3F7AD-D794-4271-95C6-8F4FB15408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" name="Straight Connector 203">
                    <a:extLst>
                      <a:ext uri="{FF2B5EF4-FFF2-40B4-BE49-F238E27FC236}">
                        <a16:creationId xmlns:a16="http://schemas.microsoft.com/office/drawing/2014/main" id="{1C63DD9D-CE2A-45C8-AF39-DADD3F9307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FF60F692-0650-4753-8623-668C2C7624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BB5901B6-ECEF-4C51-ACDB-57FD88F885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8984E7CB-371F-42C7-88DE-1AD3976F69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2350D9F5-F382-4A7F-8303-EC44645299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75F8CFCD-2E8C-41D2-8FF1-A3CAF9584254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1CDCE115-3673-4319-BD7F-7B435D6CCC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75A74A18-CD2A-4D9C-8E09-688D2797A5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Connector 157">
                    <a:extLst>
                      <a:ext uri="{FF2B5EF4-FFF2-40B4-BE49-F238E27FC236}">
                        <a16:creationId xmlns:a16="http://schemas.microsoft.com/office/drawing/2014/main" id="{DCC46091-F615-454F-8C46-2563B1CA23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E77338EF-65CA-4016-ABE3-41EBDDDB01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DD1993C5-F9D2-4E4C-BB03-2E1D771A55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88B0880C-EFE4-4D0A-A4FA-E99AC19C06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3C6141AE-E3B9-4F2C-B11D-1083178A3A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F9DBA292-D676-4942-8728-45237EBD66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81773850-A6E5-40F6-8E93-A29865413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0189810C-CCEE-4567-8889-EF3A53D073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EFD47A61-EF06-4F10-99D1-1F1F5B27DF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2A691C24-C291-43C0-B39D-834EAFE8A8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D0227597-F62D-47ED-8762-2B904339B6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D61D816C-9D2B-4EA0-ABCA-0CB32BDFC3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3448714C-CC04-423A-B3D6-108F4E6BA0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46" name="Rectangle: Single Corner Rounded 145">
                <a:extLst>
                  <a:ext uri="{FF2B5EF4-FFF2-40B4-BE49-F238E27FC236}">
                    <a16:creationId xmlns:a16="http://schemas.microsoft.com/office/drawing/2014/main" id="{7E4E43F0-4B2C-4369-AE53-12BBEDBAC22E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  <a:alpha val="98824"/>
                </a:schemeClr>
              </a:solidFill>
              <a:ln w="12700" cap="flat" cmpd="sng" algn="ctr">
                <a:solidFill>
                  <a:schemeClr val="accent4">
                    <a:lumMod val="5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Rectangle: Single Corner Rounded 146">
                <a:extLst>
                  <a:ext uri="{FF2B5EF4-FFF2-40B4-BE49-F238E27FC236}">
                    <a16:creationId xmlns:a16="http://schemas.microsoft.com/office/drawing/2014/main" id="{57A724B9-7404-4D22-B4C8-657CB092A458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0556E65E-E442-422E-B6EF-4F6AC1EBE98F}"/>
                  </a:ext>
                </a:extLst>
              </p:cNvPr>
              <p:cNvSpPr txBox="1"/>
              <p:nvPr/>
            </p:nvSpPr>
            <p:spPr>
              <a:xfrm rot="175424">
                <a:off x="3310699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FA8C9F8-DE22-4BC5-86C5-3D6972D105B4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49AD07D-B2A4-43C6-BE7A-660F37F4A391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808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err="1"/>
                  <a:t>CuSCN</a:t>
                </a:r>
                <a:endParaRPr lang="en-IN" dirty="0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29F05E1E-2EE1-4DB1-8302-67AC92F99067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602379B2-8BDF-4402-82DB-68F84A604830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94218483-B672-4318-AB7C-C59AC5AE1C51}"/>
                </a:ext>
              </a:extLst>
            </p:cNvPr>
            <p:cNvGrpSpPr/>
            <p:nvPr/>
          </p:nvGrpSpPr>
          <p:grpSpPr>
            <a:xfrm>
              <a:off x="908640" y="-20895"/>
              <a:ext cx="4222864" cy="3868568"/>
              <a:chOff x="1724604" y="1181153"/>
              <a:chExt cx="4222864" cy="3868568"/>
            </a:xfrm>
          </p:grpSpPr>
          <p:sp>
            <p:nvSpPr>
              <p:cNvPr id="210" name="Rectangle: Single Corner Rounded 209">
                <a:extLst>
                  <a:ext uri="{FF2B5EF4-FFF2-40B4-BE49-F238E27FC236}">
                    <a16:creationId xmlns:a16="http://schemas.microsoft.com/office/drawing/2014/main" id="{E3F52EE1-A25E-40AB-8913-526A0A400974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Rectangle: Single Corner Rounded 210">
                <a:extLst>
                  <a:ext uri="{FF2B5EF4-FFF2-40B4-BE49-F238E27FC236}">
                    <a16:creationId xmlns:a16="http://schemas.microsoft.com/office/drawing/2014/main" id="{A82F7EA5-DCCF-4CB2-8F37-C93CAF096B05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Rectangle: Single Corner Rounded 211">
                <a:extLst>
                  <a:ext uri="{FF2B5EF4-FFF2-40B4-BE49-F238E27FC236}">
                    <a16:creationId xmlns:a16="http://schemas.microsoft.com/office/drawing/2014/main" id="{53E57A1F-2135-4F0D-A65C-E123929B75AE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F72B7E1-14E2-47E0-87C2-EDECC8444089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7CE579BE-B100-42CF-B797-0640695E7AD6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222" name="Rectangle: Single Corner Rounded 221">
                  <a:extLst>
                    <a:ext uri="{FF2B5EF4-FFF2-40B4-BE49-F238E27FC236}">
                      <a16:creationId xmlns:a16="http://schemas.microsoft.com/office/drawing/2014/main" id="{EDDD13C9-C85B-49D6-A6B0-C62D872CEEE4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5DA40EB0-FAF9-44D5-A07F-28949A8C0B64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AC0B0EDD-9005-499C-986D-F50D690DCB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5FD1478E-8827-4A53-951C-625A6ADDD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7CFE460F-379F-40C3-B73E-238BA16491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AFCDF122-E83C-4A55-8DAA-6E8636261D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2D9822C3-40B3-4B27-8DF8-D297C35F0A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5" name="Straight Connector 244">
                    <a:extLst>
                      <a:ext uri="{FF2B5EF4-FFF2-40B4-BE49-F238E27FC236}">
                        <a16:creationId xmlns:a16="http://schemas.microsoft.com/office/drawing/2014/main" id="{92BA65F4-FCC6-4DCB-9374-0212979605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2989228A-488F-42C4-88F0-8B4A6FF324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ADC0F3A8-55D1-495F-AF63-3D57464195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6B29D1A5-A45A-4A7C-93C0-3EF7DB89CA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Straight Connector 248">
                    <a:extLst>
                      <a:ext uri="{FF2B5EF4-FFF2-40B4-BE49-F238E27FC236}">
                        <a16:creationId xmlns:a16="http://schemas.microsoft.com/office/drawing/2014/main" id="{443CD6AE-A457-41A0-BE39-266B2863AB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E466F3A3-6C39-42EC-AFA8-4BDDE3CABB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Straight Connector 250">
                    <a:extLst>
                      <a:ext uri="{FF2B5EF4-FFF2-40B4-BE49-F238E27FC236}">
                        <a16:creationId xmlns:a16="http://schemas.microsoft.com/office/drawing/2014/main" id="{23E49627-39B2-4A62-8FBD-AF6A288A0A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84589E9E-0482-4D5C-AB14-88AEE621E7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026CF845-0E63-4BD3-A04E-ABC12884D5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4" name="Straight Connector 253">
                    <a:extLst>
                      <a:ext uri="{FF2B5EF4-FFF2-40B4-BE49-F238E27FC236}">
                        <a16:creationId xmlns:a16="http://schemas.microsoft.com/office/drawing/2014/main" id="{F8F848D6-5290-4B01-9CF3-44AB8A67EF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" name="Straight Connector 254">
                    <a:extLst>
                      <a:ext uri="{FF2B5EF4-FFF2-40B4-BE49-F238E27FC236}">
                        <a16:creationId xmlns:a16="http://schemas.microsoft.com/office/drawing/2014/main" id="{773EAC06-DA67-4FFD-A2D0-05590B150F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" name="Straight Connector 255">
                    <a:extLst>
                      <a:ext uri="{FF2B5EF4-FFF2-40B4-BE49-F238E27FC236}">
                        <a16:creationId xmlns:a16="http://schemas.microsoft.com/office/drawing/2014/main" id="{559642FC-6A2A-42C5-A2A3-3459C4DBFC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Connector 256">
                    <a:extLst>
                      <a:ext uri="{FF2B5EF4-FFF2-40B4-BE49-F238E27FC236}">
                        <a16:creationId xmlns:a16="http://schemas.microsoft.com/office/drawing/2014/main" id="{62225544-32F4-45E3-BCA5-42C1DE8DDC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>
                    <a:extLst>
                      <a:ext uri="{FF2B5EF4-FFF2-40B4-BE49-F238E27FC236}">
                        <a16:creationId xmlns:a16="http://schemas.microsoft.com/office/drawing/2014/main" id="{F68EEABC-8593-4E8D-AC2E-6915C15A67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Connector 258">
                    <a:extLst>
                      <a:ext uri="{FF2B5EF4-FFF2-40B4-BE49-F238E27FC236}">
                        <a16:creationId xmlns:a16="http://schemas.microsoft.com/office/drawing/2014/main" id="{FD6F15DF-8ABC-467F-903B-F4BF15F298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Straight Connector 259">
                    <a:extLst>
                      <a:ext uri="{FF2B5EF4-FFF2-40B4-BE49-F238E27FC236}">
                        <a16:creationId xmlns:a16="http://schemas.microsoft.com/office/drawing/2014/main" id="{1F1417CF-A4E7-4FFE-9EAE-5590950ACA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CC5E0871-C388-4086-BCE7-231ECB541F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Straight Connector 261">
                    <a:extLst>
                      <a:ext uri="{FF2B5EF4-FFF2-40B4-BE49-F238E27FC236}">
                        <a16:creationId xmlns:a16="http://schemas.microsoft.com/office/drawing/2014/main" id="{90362095-AD54-4ED9-BABA-A3B3B17385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Connector 262">
                    <a:extLst>
                      <a:ext uri="{FF2B5EF4-FFF2-40B4-BE49-F238E27FC236}">
                        <a16:creationId xmlns:a16="http://schemas.microsoft.com/office/drawing/2014/main" id="{A0E12ECF-A4E8-4ED8-8888-A0C6C24F97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Straight Connector 263">
                    <a:extLst>
                      <a:ext uri="{FF2B5EF4-FFF2-40B4-BE49-F238E27FC236}">
                        <a16:creationId xmlns:a16="http://schemas.microsoft.com/office/drawing/2014/main" id="{DA63BE92-D107-4C78-B7F6-94D6A341C9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Straight Connector 264">
                    <a:extLst>
                      <a:ext uri="{FF2B5EF4-FFF2-40B4-BE49-F238E27FC236}">
                        <a16:creationId xmlns:a16="http://schemas.microsoft.com/office/drawing/2014/main" id="{ADCC973B-48A7-4FEC-A846-6E7D3144EE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9BB2F22D-690D-4947-B241-50CDFF1273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EBB857A1-AD01-4B2A-B619-17D73D24CE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1B4F3502-C765-41F8-98C9-2A4498C046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>
                    <a:extLst>
                      <a:ext uri="{FF2B5EF4-FFF2-40B4-BE49-F238E27FC236}">
                        <a16:creationId xmlns:a16="http://schemas.microsoft.com/office/drawing/2014/main" id="{35121A75-DCC7-4228-8B04-5DCB2BB173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193B989D-B38D-49FE-9883-3E905B56B9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>
                    <a:extLst>
                      <a:ext uri="{FF2B5EF4-FFF2-40B4-BE49-F238E27FC236}">
                        <a16:creationId xmlns:a16="http://schemas.microsoft.com/office/drawing/2014/main" id="{854AC6E9-6D07-4469-B28B-5E541B158E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ED445A23-467A-49F7-9199-8E587EED98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42526499-66F1-4B36-A9FD-205E6A54F1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3359BECE-7850-401C-AF42-EF66E0E8DB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1D5858A6-22A3-4B1F-B728-EC4ACA82A9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49CF84B7-CE3C-4E3E-8C27-6EF64D3797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2466BE04-1AFA-41C0-9626-D2E2968DF6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B5F9891D-1F18-4577-8F55-80A6BC48753C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3D59D0CC-D261-4C20-BF3F-F77BBA9C0F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D23DCEE4-A4C2-494E-8013-3D35F37D66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EB6A8D52-9C04-4981-8556-AB3055E4C4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D1EA03C5-B74A-4D91-AF58-A3C84FB5C1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522B45A6-9DFB-4948-9782-54E37F439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40C3D1E9-B14D-4BFB-9647-2603713DE0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912103DF-67E1-4492-B17F-C7587E4362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640443BF-9436-4026-B6D6-6B25E2B219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CAC03138-ADDB-47C8-8ED8-63E7249CEC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A71CE8C5-BBBE-4541-AEC5-1583750B7A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4E216AA1-D498-4E60-9BFD-EF82531A4B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E99AA944-06EB-4A82-8CE5-71F71D3028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2B8ED544-F469-47C5-A663-1CF6620FB1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FD3A3B25-D18A-4243-AEA7-01213513FD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F074912A-7A04-4E71-B6E4-59E6F03BE5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5" name="Rectangle: Single Corner Rounded 214">
                <a:extLst>
                  <a:ext uri="{FF2B5EF4-FFF2-40B4-BE49-F238E27FC236}">
                    <a16:creationId xmlns:a16="http://schemas.microsoft.com/office/drawing/2014/main" id="{E149FBA8-96EB-4E20-80F4-37F82790DAD9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  <a:alpha val="98824"/>
                </a:schemeClr>
              </a:solidFill>
              <a:ln w="12700" cap="flat" cmpd="sng" algn="ctr"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Rectangle: Single Corner Rounded 215">
                <a:extLst>
                  <a:ext uri="{FF2B5EF4-FFF2-40B4-BE49-F238E27FC236}">
                    <a16:creationId xmlns:a16="http://schemas.microsoft.com/office/drawing/2014/main" id="{072D4B20-3F41-4423-837F-5030B95A9E36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0EB8CDB6-0CE0-4F9C-9E8D-0D28CC35180E}"/>
                  </a:ext>
                </a:extLst>
              </p:cNvPr>
              <p:cNvSpPr txBox="1"/>
              <p:nvPr/>
            </p:nvSpPr>
            <p:spPr>
              <a:xfrm rot="175424">
                <a:off x="3310699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DC4714F3-B17E-4F83-A5A4-11B3FBBFE0D4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248D606-4104-4A8A-B86B-C54731A13674}"/>
                  </a:ext>
                </a:extLst>
              </p:cNvPr>
              <p:cNvSpPr txBox="1"/>
              <p:nvPr/>
            </p:nvSpPr>
            <p:spPr>
              <a:xfrm rot="200416">
                <a:off x="3123306" y="2234872"/>
                <a:ext cx="846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err="1"/>
                  <a:t>Cu:NiO</a:t>
                </a:r>
                <a:endParaRPr lang="en-IN" dirty="0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2A1A0D78-2BF4-4FBF-BDDB-5443226582CB}"/>
                  </a:ext>
                </a:extLst>
              </p:cNvPr>
              <p:cNvSpPr txBox="1"/>
              <p:nvPr/>
            </p:nvSpPr>
            <p:spPr>
              <a:xfrm>
                <a:off x="3223549" y="1807613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DD75A2D3-DA5E-462C-BF7F-EB9563A34A0C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07F28FD9-455B-45BB-92B1-6A282074895B}"/>
                </a:ext>
              </a:extLst>
            </p:cNvPr>
            <p:cNvSpPr txBox="1"/>
            <p:nvPr/>
          </p:nvSpPr>
          <p:spPr>
            <a:xfrm>
              <a:off x="244000" y="607972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a)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F465A0A-7B0B-42F8-BAED-9817575BB966}"/>
                </a:ext>
              </a:extLst>
            </p:cNvPr>
            <p:cNvSpPr txBox="1"/>
            <p:nvPr/>
          </p:nvSpPr>
          <p:spPr>
            <a:xfrm>
              <a:off x="5890116" y="612025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b)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422D6CA6-2D9E-4145-AAC7-309B41624F68}"/>
                </a:ext>
              </a:extLst>
            </p:cNvPr>
            <p:cNvSpPr txBox="1"/>
            <p:nvPr/>
          </p:nvSpPr>
          <p:spPr>
            <a:xfrm>
              <a:off x="336941" y="399462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c)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96A88244-DCD1-481E-8407-E62FE3F496B6}"/>
                </a:ext>
              </a:extLst>
            </p:cNvPr>
            <p:cNvSpPr txBox="1"/>
            <p:nvPr/>
          </p:nvSpPr>
          <p:spPr>
            <a:xfrm>
              <a:off x="5912332" y="3923205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415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39DB9-EBA5-444A-B20A-21F183DDBD7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296" y="1476033"/>
            <a:ext cx="1313180" cy="2161540"/>
          </a:xfrm>
          <a:prstGeom prst="rect">
            <a:avLst/>
          </a:prstGeom>
          <a:noFill/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4DF7A12-C606-422C-890F-7AAD358241AF}"/>
              </a:ext>
            </a:extLst>
          </p:cNvPr>
          <p:cNvSpPr/>
          <p:nvPr/>
        </p:nvSpPr>
        <p:spPr>
          <a:xfrm>
            <a:off x="4029118" y="6135358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4472C4">
                    <a:lumMod val="89000"/>
                  </a:srgbClr>
                </a:gs>
                <a:gs pos="23000">
                  <a:srgbClr val="4472C4">
                    <a:lumMod val="89000"/>
                  </a:srgbClr>
                </a:gs>
                <a:gs pos="80000">
                  <a:srgbClr val="9C7FE5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" name="Rectangle 3" descr="Glass ITO&#10;" title="Glass ITO">
            <a:extLst>
              <a:ext uri="{FF2B5EF4-FFF2-40B4-BE49-F238E27FC236}">
                <a16:creationId xmlns:a16="http://schemas.microsoft.com/office/drawing/2014/main" id="{D803CF99-0D2F-4BDD-9657-C51955986D8E}"/>
              </a:ext>
            </a:extLst>
          </p:cNvPr>
          <p:cNvSpPr/>
          <p:nvPr/>
        </p:nvSpPr>
        <p:spPr>
          <a:xfrm flipV="1">
            <a:off x="5439410" y="3978143"/>
            <a:ext cx="2734056" cy="288959"/>
          </a:xfrm>
          <a:prstGeom prst="rect">
            <a:avLst/>
          </a:prstGeom>
          <a:solidFill>
            <a:schemeClr val="bg2">
              <a:lumMod val="90000"/>
              <a:alpha val="90000"/>
            </a:scheme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7A1DE-D326-42E4-B5B7-99FA296E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35" y="4696460"/>
            <a:ext cx="5450515" cy="2161540"/>
          </a:xfrm>
          <a:prstGeom prst="rect">
            <a:avLst/>
          </a:prstGeom>
        </p:spPr>
      </p:pic>
      <p:sp>
        <p:nvSpPr>
          <p:cNvPr id="7" name="Rectangle 6" descr="Glass ITO&#10;" title="Glass ITO">
            <a:extLst>
              <a:ext uri="{FF2B5EF4-FFF2-40B4-BE49-F238E27FC236}">
                <a16:creationId xmlns:a16="http://schemas.microsoft.com/office/drawing/2014/main" id="{49707CD8-75D5-477C-AE33-A561668209E5}"/>
              </a:ext>
            </a:extLst>
          </p:cNvPr>
          <p:cNvSpPr>
            <a:spLocks/>
          </p:cNvSpPr>
          <p:nvPr/>
        </p:nvSpPr>
        <p:spPr>
          <a:xfrm flipV="1">
            <a:off x="5539555" y="3783573"/>
            <a:ext cx="2390297" cy="14295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7" descr="Glass ITO&#10;" title="Glass ITO">
            <a:extLst>
              <a:ext uri="{FF2B5EF4-FFF2-40B4-BE49-F238E27FC236}">
                <a16:creationId xmlns:a16="http://schemas.microsoft.com/office/drawing/2014/main" id="{46229FE6-0B7F-4A86-9EB0-3719A52FABD4}"/>
              </a:ext>
            </a:extLst>
          </p:cNvPr>
          <p:cNvSpPr/>
          <p:nvPr/>
        </p:nvSpPr>
        <p:spPr>
          <a:xfrm flipV="1">
            <a:off x="1088571" y="2370466"/>
            <a:ext cx="2857907" cy="1142964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3" name="Rectangle 12" descr="Glass ITO&#10;" title="Glass ITO">
            <a:extLst>
              <a:ext uri="{FF2B5EF4-FFF2-40B4-BE49-F238E27FC236}">
                <a16:creationId xmlns:a16="http://schemas.microsoft.com/office/drawing/2014/main" id="{B57375F1-5801-446D-B2F9-C1C00EDDDD04}"/>
              </a:ext>
            </a:extLst>
          </p:cNvPr>
          <p:cNvSpPr>
            <a:spLocks/>
          </p:cNvSpPr>
          <p:nvPr/>
        </p:nvSpPr>
        <p:spPr>
          <a:xfrm flipV="1">
            <a:off x="5549852" y="3435322"/>
            <a:ext cx="2390297" cy="3257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4" name="Rectangle 13" descr="Glass ITO&#10;" title="Glass ITO">
            <a:extLst>
              <a:ext uri="{FF2B5EF4-FFF2-40B4-BE49-F238E27FC236}">
                <a16:creationId xmlns:a16="http://schemas.microsoft.com/office/drawing/2014/main" id="{E57BCE60-4B96-4479-8F84-492DA831281E}"/>
              </a:ext>
            </a:extLst>
          </p:cNvPr>
          <p:cNvSpPr>
            <a:spLocks noChangeAspect="1"/>
          </p:cNvSpPr>
          <p:nvPr/>
        </p:nvSpPr>
        <p:spPr>
          <a:xfrm>
            <a:off x="5625410" y="3037813"/>
            <a:ext cx="2304000" cy="442015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 descr="Glass ITO&#10;" title="Glass ITO">
            <a:extLst>
              <a:ext uri="{FF2B5EF4-FFF2-40B4-BE49-F238E27FC236}">
                <a16:creationId xmlns:a16="http://schemas.microsoft.com/office/drawing/2014/main" id="{A43BD414-7683-4E92-AF3B-95752FA36252}"/>
              </a:ext>
            </a:extLst>
          </p:cNvPr>
          <p:cNvSpPr>
            <a:spLocks noChangeAspect="1"/>
          </p:cNvSpPr>
          <p:nvPr/>
        </p:nvSpPr>
        <p:spPr>
          <a:xfrm>
            <a:off x="5611731" y="2712030"/>
            <a:ext cx="2304000" cy="325783"/>
          </a:xfrm>
          <a:prstGeom prst="rect">
            <a:avLst/>
          </a:prstGeom>
          <a:solidFill>
            <a:srgbClr val="C0000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2" name="Rectangle 11" descr="Glass ITO&#10;" title="Glass ITO">
            <a:extLst>
              <a:ext uri="{FF2B5EF4-FFF2-40B4-BE49-F238E27FC236}">
                <a16:creationId xmlns:a16="http://schemas.microsoft.com/office/drawing/2014/main" id="{324E68E9-DCDC-4FA4-9605-7A5923A038B4}"/>
              </a:ext>
            </a:extLst>
          </p:cNvPr>
          <p:cNvSpPr>
            <a:spLocks noChangeAspect="1"/>
          </p:cNvSpPr>
          <p:nvPr/>
        </p:nvSpPr>
        <p:spPr>
          <a:xfrm flipV="1">
            <a:off x="5997106" y="2370466"/>
            <a:ext cx="1313180" cy="354221"/>
          </a:xfrm>
          <a:prstGeom prst="rect">
            <a:avLst/>
          </a:prstGeom>
          <a:solidFill>
            <a:srgbClr val="FDC22F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5A30FC-CB5E-45C2-8CAA-A6B4D3E69B07}"/>
              </a:ext>
            </a:extLst>
          </p:cNvPr>
          <p:cNvSpPr/>
          <p:nvPr/>
        </p:nvSpPr>
        <p:spPr>
          <a:xfrm>
            <a:off x="3737696" y="5706000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0070C0"/>
                </a:gs>
                <a:gs pos="0">
                  <a:srgbClr val="4472C4">
                    <a:lumMod val="89000"/>
                  </a:srgbClr>
                </a:gs>
                <a:gs pos="0">
                  <a:srgbClr val="4472C4">
                    <a:lumMod val="75000"/>
                  </a:srgbClr>
                </a:gs>
                <a:gs pos="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6DA14D-0401-4D5B-917C-FC9C0206916B}"/>
              </a:ext>
            </a:extLst>
          </p:cNvPr>
          <p:cNvSpPr/>
          <p:nvPr/>
        </p:nvSpPr>
        <p:spPr>
          <a:xfrm>
            <a:off x="3180000" y="5178113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0070C0"/>
                </a:gs>
                <a:gs pos="0">
                  <a:srgbClr val="4472C4">
                    <a:lumMod val="89000"/>
                  </a:srgbClr>
                </a:gs>
                <a:gs pos="0">
                  <a:srgbClr val="4472C4">
                    <a:lumMod val="75000"/>
                  </a:srgbClr>
                </a:gs>
                <a:gs pos="0">
                  <a:srgbClr val="FFFF0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IN" dirty="0"/>
              <a:t>v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A6AB43F-033B-4746-94C1-55BB61B5B769}"/>
              </a:ext>
            </a:extLst>
          </p:cNvPr>
          <p:cNvSpPr/>
          <p:nvPr/>
        </p:nvSpPr>
        <p:spPr>
          <a:xfrm>
            <a:off x="2279696" y="4952328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0070C0"/>
                </a:gs>
                <a:gs pos="0">
                  <a:srgbClr val="4472C4">
                    <a:lumMod val="89000"/>
                  </a:srgbClr>
                </a:gs>
                <a:gs pos="0">
                  <a:srgbClr val="C00000"/>
                </a:gs>
                <a:gs pos="100000">
                  <a:srgbClr val="FFFF0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32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CBFEDAA-9B7F-4F97-86A3-B6EB299C1B90}"/>
              </a:ext>
            </a:extLst>
          </p:cNvPr>
          <p:cNvGrpSpPr/>
          <p:nvPr/>
        </p:nvGrpSpPr>
        <p:grpSpPr>
          <a:xfrm>
            <a:off x="6613567" y="3390187"/>
            <a:ext cx="4401925" cy="2795351"/>
            <a:chOff x="6613567" y="3390187"/>
            <a:chExt cx="4401925" cy="2795351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D0CF044-A5B4-4126-AB93-C436B5C4B42A}"/>
                </a:ext>
              </a:extLst>
            </p:cNvPr>
            <p:cNvGrpSpPr/>
            <p:nvPr/>
          </p:nvGrpSpPr>
          <p:grpSpPr>
            <a:xfrm rot="10632457">
              <a:off x="6958857" y="4754320"/>
              <a:ext cx="1774041" cy="1431218"/>
              <a:chOff x="1238816" y="4973347"/>
              <a:chExt cx="1774041" cy="1431218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08C96B4-2273-46AF-90F0-B7ED1BE7A88E}"/>
                  </a:ext>
                </a:extLst>
              </p:cNvPr>
              <p:cNvGrpSpPr/>
              <p:nvPr/>
            </p:nvGrpSpPr>
            <p:grpSpPr>
              <a:xfrm>
                <a:off x="2340050" y="5226898"/>
                <a:ext cx="145291" cy="1092916"/>
                <a:chOff x="2232859" y="508934"/>
                <a:chExt cx="746274" cy="1990047"/>
              </a:xfrm>
            </p:grpSpPr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DB9B20A9-E4B9-42A6-BE91-63EA8C11FCA1}"/>
                    </a:ext>
                  </a:extLst>
                </p:cNvPr>
                <p:cNvSpPr/>
                <p:nvPr/>
              </p:nvSpPr>
              <p:spPr>
                <a:xfrm>
                  <a:off x="2232859" y="653925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8015EA21-6122-46B0-8AC3-EC98AFB320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88243" y="508934"/>
                  <a:ext cx="0" cy="26679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F9EAFC1D-558D-48C4-BFE4-ED02EAC82FBA}"/>
                  </a:ext>
                </a:extLst>
              </p:cNvPr>
              <p:cNvGrpSpPr/>
              <p:nvPr/>
            </p:nvGrpSpPr>
            <p:grpSpPr>
              <a:xfrm>
                <a:off x="2082571" y="5161660"/>
                <a:ext cx="145291" cy="1060448"/>
                <a:chOff x="2649519" y="405494"/>
                <a:chExt cx="746274" cy="1930926"/>
              </a:xfrm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CFC9C045-873A-481B-B995-52E9DF387AF0}"/>
                    </a:ext>
                  </a:extLst>
                </p:cNvPr>
                <p:cNvSpPr/>
                <p:nvPr/>
              </p:nvSpPr>
              <p:spPr>
                <a:xfrm>
                  <a:off x="2649519" y="491364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A06B1BD1-98CF-4836-8C68-99476FAE44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90988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3A8BF3A7-30A7-4576-8D27-D1BB304014A8}"/>
                  </a:ext>
                </a:extLst>
              </p:cNvPr>
              <p:cNvGrpSpPr/>
              <p:nvPr/>
            </p:nvGrpSpPr>
            <p:grpSpPr>
              <a:xfrm>
                <a:off x="1522127" y="5056665"/>
                <a:ext cx="145291" cy="1060447"/>
                <a:chOff x="2112045" y="405494"/>
                <a:chExt cx="746274" cy="1930924"/>
              </a:xfrm>
            </p:grpSpPr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A0F94AD3-651F-4073-A195-2DB4A7CD1907}"/>
                    </a:ext>
                  </a:extLst>
                </p:cNvPr>
                <p:cNvSpPr/>
                <p:nvPr/>
              </p:nvSpPr>
              <p:spPr>
                <a:xfrm>
                  <a:off x="2112045" y="491364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F6AA8B22-F08A-4345-A3C1-5371989BD7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10517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1EFC8CA6-3F9F-4C5D-9269-D5F450CF57AC}"/>
                  </a:ext>
                </a:extLst>
              </p:cNvPr>
              <p:cNvGrpSpPr/>
              <p:nvPr/>
            </p:nvGrpSpPr>
            <p:grpSpPr>
              <a:xfrm>
                <a:off x="1238816" y="4973347"/>
                <a:ext cx="145291" cy="1060447"/>
                <a:chOff x="2761776" y="405494"/>
                <a:chExt cx="746273" cy="1930924"/>
              </a:xfrm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2C0EA03A-8C6A-476C-8D8E-255CEF3B972E}"/>
                    </a:ext>
                  </a:extLst>
                </p:cNvPr>
                <p:cNvSpPr/>
                <p:nvPr/>
              </p:nvSpPr>
              <p:spPr>
                <a:xfrm>
                  <a:off x="2761776" y="491364"/>
                  <a:ext cx="746273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836D129A-1D1E-45BF-8F7D-D32EF30957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9704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C341A2A1-D570-4B6C-9E7A-2743F3A90DC4}"/>
                  </a:ext>
                </a:extLst>
              </p:cNvPr>
              <p:cNvGrpSpPr/>
              <p:nvPr/>
            </p:nvGrpSpPr>
            <p:grpSpPr>
              <a:xfrm>
                <a:off x="2622317" y="5290484"/>
                <a:ext cx="145291" cy="1060447"/>
                <a:chOff x="2316238" y="405494"/>
                <a:chExt cx="746274" cy="1930924"/>
              </a:xfrm>
            </p:grpSpPr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468DE7BA-3794-46D1-8BE9-FD2D03F25BFD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7C1ECF78-7E17-4F9B-818A-3DC211DFA5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1BA46DDD-BC70-46AF-B9EF-C8FCC32ECF0A}"/>
                  </a:ext>
                </a:extLst>
              </p:cNvPr>
              <p:cNvGrpSpPr/>
              <p:nvPr/>
            </p:nvGrpSpPr>
            <p:grpSpPr>
              <a:xfrm>
                <a:off x="2867566" y="5344118"/>
                <a:ext cx="145291" cy="1060447"/>
                <a:chOff x="2316238" y="405494"/>
                <a:chExt cx="746274" cy="1930924"/>
              </a:xfrm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B838C50B-D2A6-42CF-A8EB-63D39CCCA21F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EFF6E4BB-F519-41C7-BFC4-7F45CD97C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022DEE45-64B1-454B-BC34-4B5B12780D89}"/>
                  </a:ext>
                </a:extLst>
              </p:cNvPr>
              <p:cNvGrpSpPr/>
              <p:nvPr/>
            </p:nvGrpSpPr>
            <p:grpSpPr>
              <a:xfrm>
                <a:off x="1794328" y="5108540"/>
                <a:ext cx="145291" cy="1057742"/>
                <a:chOff x="2316238" y="405494"/>
                <a:chExt cx="746274" cy="1925998"/>
              </a:xfrm>
            </p:grpSpPr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7F312514-6231-4F36-B5E3-F25B4D85B0FA}"/>
                    </a:ext>
                  </a:extLst>
                </p:cNvPr>
                <p:cNvSpPr/>
                <p:nvPr/>
              </p:nvSpPr>
              <p:spPr>
                <a:xfrm>
                  <a:off x="2316238" y="486438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F2FD15D5-3343-4064-B514-16E6208F1F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165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4E966C5-C028-4F3B-AF62-615FC3D3EFD5}"/>
                </a:ext>
              </a:extLst>
            </p:cNvPr>
            <p:cNvGrpSpPr/>
            <p:nvPr/>
          </p:nvGrpSpPr>
          <p:grpSpPr>
            <a:xfrm rot="284443">
              <a:off x="6613567" y="3390187"/>
              <a:ext cx="4401925" cy="1612566"/>
              <a:chOff x="731027" y="3451662"/>
              <a:chExt cx="6229500" cy="2951489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F499CB5-85F2-4F2A-A9A9-0D573713B337}"/>
                  </a:ext>
                </a:extLst>
              </p:cNvPr>
              <p:cNvSpPr/>
              <p:nvPr/>
            </p:nvSpPr>
            <p:spPr>
              <a:xfrm>
                <a:off x="3746157" y="4835073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>
                <a:glow rad="228600">
                  <a:srgbClr val="00B0F0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D3A9100-92E0-4586-944A-44E54C1FBA32}"/>
                  </a:ext>
                </a:extLst>
              </p:cNvPr>
              <p:cNvSpPr/>
              <p:nvPr/>
            </p:nvSpPr>
            <p:spPr>
              <a:xfrm>
                <a:off x="3672886" y="4575777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4472C4">
                        <a:lumMod val="89000"/>
                      </a:srgbClr>
                    </a:gs>
                    <a:gs pos="23000">
                      <a:srgbClr val="4472C4">
                        <a:lumMod val="89000"/>
                      </a:srgbClr>
                    </a:gs>
                    <a:gs pos="0">
                      <a:srgbClr val="4472C4">
                        <a:lumMod val="75000"/>
                      </a:srgbClr>
                    </a:gs>
                    <a:gs pos="97000">
                      <a:srgbClr val="4472C4">
                        <a:lumMod val="7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3C499B6-44CD-4A4A-8B21-4646E96DBC23}"/>
                  </a:ext>
                </a:extLst>
              </p:cNvPr>
              <p:cNvSpPr/>
              <p:nvPr/>
            </p:nvSpPr>
            <p:spPr>
              <a:xfrm>
                <a:off x="3619094" y="4306839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rgbClr val="00FF00"/>
                </a:solidFill>
                <a:prstDash val="solid"/>
                <a:miter lim="800000"/>
              </a:ln>
              <a:effectLst>
                <a:glow rad="368300">
                  <a:srgbClr val="4472C4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8B8DDFB-4186-4EAA-927F-4436BA08C8F6}"/>
                  </a:ext>
                </a:extLst>
              </p:cNvPr>
              <p:cNvSpPr/>
              <p:nvPr/>
            </p:nvSpPr>
            <p:spPr>
              <a:xfrm>
                <a:off x="3555992" y="4029799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1000">
                      <a:srgbClr val="FFC000"/>
                    </a:gs>
                    <a:gs pos="0">
                      <a:srgbClr val="F3DD04"/>
                    </a:gs>
                    <a:gs pos="0">
                      <a:srgbClr val="FFFF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glow rad="368300">
                  <a:srgbClr val="4472C4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0DBC8D7-24B2-49B6-8BA5-472876CBED77}"/>
                  </a:ext>
                </a:extLst>
              </p:cNvPr>
              <p:cNvSpPr/>
              <p:nvPr/>
            </p:nvSpPr>
            <p:spPr>
              <a:xfrm>
                <a:off x="3491082" y="3770503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rgbClr val="00B0F0"/>
                </a:solidFill>
                <a:prstDash val="solid"/>
                <a:miter lim="800000"/>
              </a:ln>
              <a:effectLst>
                <a:glow rad="368300">
                  <a:srgbClr val="4472C4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9832622-0A52-4DD0-B3C0-C86AE2A68C34}"/>
                  </a:ext>
                </a:extLst>
              </p:cNvPr>
              <p:cNvSpPr/>
              <p:nvPr/>
            </p:nvSpPr>
            <p:spPr>
              <a:xfrm>
                <a:off x="3412906" y="3451662"/>
                <a:ext cx="3214371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22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6A5B4A-EC0A-49B6-8889-1A793D71FE92}"/>
                  </a:ext>
                </a:extLst>
              </p:cNvPr>
              <p:cNvSpPr txBox="1"/>
              <p:nvPr/>
            </p:nvSpPr>
            <p:spPr>
              <a:xfrm rot="223206">
                <a:off x="1282437" y="6095374"/>
                <a:ext cx="14622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Flexible substrate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4F315F-8137-4CB0-818B-EF19495852F4}"/>
                  </a:ext>
                </a:extLst>
              </p:cNvPr>
              <p:cNvSpPr txBox="1"/>
              <p:nvPr/>
            </p:nvSpPr>
            <p:spPr>
              <a:xfrm rot="167653">
                <a:off x="903757" y="5053732"/>
                <a:ext cx="18626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Electron injection layer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808D30-6FB8-49D1-BD98-14FA96D9C8C4}"/>
                  </a:ext>
                </a:extLst>
              </p:cNvPr>
              <p:cNvSpPr txBox="1"/>
              <p:nvPr/>
            </p:nvSpPr>
            <p:spPr>
              <a:xfrm rot="233832">
                <a:off x="1743081" y="5885753"/>
                <a:ext cx="7836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ITO/FTO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E93906-328A-43BD-9073-278BD18FEBF6}"/>
                  </a:ext>
                </a:extLst>
              </p:cNvPr>
              <p:cNvSpPr txBox="1"/>
              <p:nvPr/>
            </p:nvSpPr>
            <p:spPr>
              <a:xfrm rot="150578">
                <a:off x="731027" y="5338267"/>
                <a:ext cx="23653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Perovskite QDs emission layer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6D89FF-9555-428F-8903-77C5405BF54A}"/>
                  </a:ext>
                </a:extLst>
              </p:cNvPr>
              <p:cNvSpPr txBox="1"/>
              <p:nvPr/>
            </p:nvSpPr>
            <p:spPr>
              <a:xfrm rot="214667">
                <a:off x="1097485" y="5576886"/>
                <a:ext cx="15962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Hole injection layer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60C12F-6DD8-4E8D-8385-F9E459D916AF}"/>
                  </a:ext>
                </a:extLst>
              </p:cNvPr>
              <p:cNvSpPr txBox="1"/>
              <p:nvPr/>
            </p:nvSpPr>
            <p:spPr>
              <a:xfrm>
                <a:off x="1732174" y="4764826"/>
                <a:ext cx="6353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Au/Ag</a:t>
                </a: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A4C9138-5FA3-46F5-943C-BC17BDE7AD0C}"/>
              </a:ext>
            </a:extLst>
          </p:cNvPr>
          <p:cNvGrpSpPr/>
          <p:nvPr/>
        </p:nvGrpSpPr>
        <p:grpSpPr>
          <a:xfrm>
            <a:off x="1391216" y="3578702"/>
            <a:ext cx="4312157" cy="2779483"/>
            <a:chOff x="1391216" y="3578702"/>
            <a:chExt cx="4312157" cy="277948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C1141D8-48F1-47DF-AD70-E70B71AAD953}"/>
                </a:ext>
              </a:extLst>
            </p:cNvPr>
            <p:cNvGrpSpPr/>
            <p:nvPr/>
          </p:nvGrpSpPr>
          <p:grpSpPr>
            <a:xfrm>
              <a:off x="1479152" y="3578702"/>
              <a:ext cx="4224221" cy="1372586"/>
              <a:chOff x="1479152" y="3578702"/>
              <a:chExt cx="4224221" cy="1372586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2F02D60-007B-41E6-8A16-406DDC217139}"/>
                  </a:ext>
                </a:extLst>
              </p:cNvPr>
              <p:cNvSpPr/>
              <p:nvPr/>
            </p:nvSpPr>
            <p:spPr>
              <a:xfrm rot="392269">
                <a:off x="3291975" y="4338022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4472C4">
                        <a:lumMod val="89000"/>
                      </a:srgbClr>
                    </a:gs>
                    <a:gs pos="0">
                      <a:srgbClr val="4472C4">
                        <a:lumMod val="89000"/>
                      </a:srgbClr>
                    </a:gs>
                    <a:gs pos="0">
                      <a:srgbClr val="00B0F0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dirty="0"/>
              </a:p>
            </p:txBody>
          </p:sp>
          <p:sp>
            <p:nvSpPr>
              <p:cNvPr id="2" name="Freeform: Shape 1">
                <a:extLst>
                  <a:ext uri="{FF2B5EF4-FFF2-40B4-BE49-F238E27FC236}">
                    <a16:creationId xmlns:a16="http://schemas.microsoft.com/office/drawing/2014/main" id="{1D74AA59-9655-495C-8BE5-DAB762D13242}"/>
                  </a:ext>
                </a:extLst>
              </p:cNvPr>
              <p:cNvSpPr/>
              <p:nvPr/>
            </p:nvSpPr>
            <p:spPr>
              <a:xfrm rot="392269">
                <a:off x="3253707" y="4189164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4472C4">
                        <a:lumMod val="89000"/>
                      </a:srgbClr>
                    </a:gs>
                    <a:gs pos="23000">
                      <a:srgbClr val="4472C4">
                        <a:lumMod val="89000"/>
                      </a:srgbClr>
                    </a:gs>
                    <a:gs pos="0">
                      <a:srgbClr val="4472C4">
                        <a:lumMod val="75000"/>
                      </a:srgbClr>
                    </a:gs>
                    <a:gs pos="97000">
                      <a:srgbClr val="4472C4">
                        <a:lumMod val="7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82FBD0AD-2B2B-45A6-9BEE-346E17F315F6}"/>
                  </a:ext>
                </a:extLst>
              </p:cNvPr>
              <p:cNvSpPr/>
              <p:nvPr/>
            </p:nvSpPr>
            <p:spPr>
              <a:xfrm rot="392269">
                <a:off x="3230566" y="4036667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13000">
                      <a:srgbClr val="C00000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A82F2A53-E63F-43A0-87E9-445A38BFB447}"/>
                  </a:ext>
                </a:extLst>
              </p:cNvPr>
              <p:cNvSpPr/>
              <p:nvPr/>
            </p:nvSpPr>
            <p:spPr>
              <a:xfrm rot="392269">
                <a:off x="3200996" y="3878920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1000">
                      <a:srgbClr val="FFC000"/>
                    </a:gs>
                    <a:gs pos="0">
                      <a:srgbClr val="F3DD04"/>
                    </a:gs>
                    <a:gs pos="0">
                      <a:srgbClr val="FFFF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BFAA3D9C-3252-4349-A691-68C5460B698C}"/>
                  </a:ext>
                </a:extLst>
              </p:cNvPr>
              <p:cNvSpPr/>
              <p:nvPr/>
            </p:nvSpPr>
            <p:spPr>
              <a:xfrm rot="392269">
                <a:off x="3168960" y="3730776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C00000"/>
                    </a:gs>
                    <a:gs pos="0">
                      <a:srgbClr val="897424"/>
                    </a:gs>
                    <a:gs pos="100000">
                      <a:srgbClr val="00B05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2FC82E8-4BC3-470C-A646-4B666E690F00}"/>
                  </a:ext>
                </a:extLst>
              </p:cNvPr>
              <p:cNvSpPr/>
              <p:nvPr/>
            </p:nvSpPr>
            <p:spPr>
              <a:xfrm rot="392269">
                <a:off x="3145378" y="3578702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1BB330-BE1C-4578-814C-94E6D86C0E8E}"/>
                  </a:ext>
                </a:extLst>
              </p:cNvPr>
              <p:cNvSpPr txBox="1"/>
              <p:nvPr/>
            </p:nvSpPr>
            <p:spPr>
              <a:xfrm rot="614291">
                <a:off x="1479152" y="4780919"/>
                <a:ext cx="1096977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Flexible substrate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E20DCA-34DC-4917-A8A7-27A5A4843A44}"/>
                  </a:ext>
                </a:extLst>
              </p:cNvPr>
              <p:cNvSpPr txBox="1"/>
              <p:nvPr/>
            </p:nvSpPr>
            <p:spPr>
              <a:xfrm rot="715486">
                <a:off x="1948434" y="4521302"/>
                <a:ext cx="327338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ETL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02D2DE-5DE9-4B65-BD73-D7C14DE86DCB}"/>
                  </a:ext>
                </a:extLst>
              </p:cNvPr>
              <p:cNvSpPr txBox="1"/>
              <p:nvPr/>
            </p:nvSpPr>
            <p:spPr>
              <a:xfrm rot="620881">
                <a:off x="1729421" y="4651619"/>
                <a:ext cx="587908" cy="170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ITO/FTO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C1662D-9838-4930-B18D-06801AFBF8BA}"/>
                  </a:ext>
                </a:extLst>
              </p:cNvPr>
              <p:cNvSpPr txBox="1"/>
              <p:nvPr/>
            </p:nvSpPr>
            <p:spPr>
              <a:xfrm rot="620077">
                <a:off x="1565895" y="4372209"/>
                <a:ext cx="962049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Perovskite QDs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FE7952-CB9A-4655-AB3C-21AA2BB7E7A0}"/>
                  </a:ext>
                </a:extLst>
              </p:cNvPr>
              <p:cNvSpPr txBox="1"/>
              <p:nvPr/>
            </p:nvSpPr>
            <p:spPr>
              <a:xfrm rot="674265">
                <a:off x="1987467" y="4229635"/>
                <a:ext cx="345375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HTL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C408F-1A73-44BB-A46A-BF856B0427CC}"/>
                  </a:ext>
                </a:extLst>
              </p:cNvPr>
              <p:cNvSpPr txBox="1"/>
              <p:nvPr/>
            </p:nvSpPr>
            <p:spPr>
              <a:xfrm rot="633606">
                <a:off x="1924559" y="4038133"/>
                <a:ext cx="635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Au/Ag</a:t>
                </a: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5A9EACD-48FE-47C8-9CA6-57C06AF1E540}"/>
                </a:ext>
              </a:extLst>
            </p:cNvPr>
            <p:cNvGrpSpPr/>
            <p:nvPr/>
          </p:nvGrpSpPr>
          <p:grpSpPr>
            <a:xfrm>
              <a:off x="1391216" y="4926967"/>
              <a:ext cx="1774041" cy="1431218"/>
              <a:chOff x="1238816" y="4973347"/>
              <a:chExt cx="1774041" cy="1431218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448270CE-BFF0-45BF-A39A-5A4F682047CF}"/>
                  </a:ext>
                </a:extLst>
              </p:cNvPr>
              <p:cNvGrpSpPr/>
              <p:nvPr/>
            </p:nvGrpSpPr>
            <p:grpSpPr>
              <a:xfrm>
                <a:off x="2340050" y="5226898"/>
                <a:ext cx="145291" cy="1092916"/>
                <a:chOff x="2232859" y="508934"/>
                <a:chExt cx="746274" cy="1990047"/>
              </a:xfrm>
            </p:grpSpPr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2AAEAF95-8DE0-4238-AC2F-017A00C7A327}"/>
                    </a:ext>
                  </a:extLst>
                </p:cNvPr>
                <p:cNvSpPr/>
                <p:nvPr/>
              </p:nvSpPr>
              <p:spPr>
                <a:xfrm>
                  <a:off x="2232859" y="653925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6542B8C9-11F2-4925-91E9-BA36BFF3B3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88243" y="508934"/>
                  <a:ext cx="0" cy="26679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37B10EB5-5209-4CFC-BB49-E976AB0C0BEB}"/>
                  </a:ext>
                </a:extLst>
              </p:cNvPr>
              <p:cNvGrpSpPr/>
              <p:nvPr/>
            </p:nvGrpSpPr>
            <p:grpSpPr>
              <a:xfrm>
                <a:off x="2082571" y="5161660"/>
                <a:ext cx="145291" cy="1060448"/>
                <a:chOff x="2649519" y="405494"/>
                <a:chExt cx="746274" cy="1930926"/>
              </a:xfrm>
            </p:grpSpPr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897D3A14-4440-4FAF-84FF-E6194E82FFCF}"/>
                    </a:ext>
                  </a:extLst>
                </p:cNvPr>
                <p:cNvSpPr/>
                <p:nvPr/>
              </p:nvSpPr>
              <p:spPr>
                <a:xfrm>
                  <a:off x="2649519" y="491364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52DCF734-D72E-4F15-8D6B-1CD852D1AD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90988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EAE1AB4F-9B35-429F-A0E1-0B80C83AEC72}"/>
                  </a:ext>
                </a:extLst>
              </p:cNvPr>
              <p:cNvGrpSpPr/>
              <p:nvPr/>
            </p:nvGrpSpPr>
            <p:grpSpPr>
              <a:xfrm>
                <a:off x="1522127" y="5056665"/>
                <a:ext cx="145291" cy="1060447"/>
                <a:chOff x="2112045" y="405494"/>
                <a:chExt cx="746274" cy="1930924"/>
              </a:xfrm>
            </p:grpSpPr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F7284A10-CA1B-4E81-B954-644D3EFA56A2}"/>
                    </a:ext>
                  </a:extLst>
                </p:cNvPr>
                <p:cNvSpPr/>
                <p:nvPr/>
              </p:nvSpPr>
              <p:spPr>
                <a:xfrm>
                  <a:off x="2112045" y="491364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CF78AA1C-26FE-48C9-9A9F-A2FBD9CE25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10517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C70D345-CFBB-4C42-86EA-4AF18E8A8B6B}"/>
                  </a:ext>
                </a:extLst>
              </p:cNvPr>
              <p:cNvGrpSpPr/>
              <p:nvPr/>
            </p:nvGrpSpPr>
            <p:grpSpPr>
              <a:xfrm>
                <a:off x="1238816" y="4973347"/>
                <a:ext cx="145291" cy="1060447"/>
                <a:chOff x="2761776" y="405494"/>
                <a:chExt cx="746273" cy="1930924"/>
              </a:xfrm>
            </p:grpSpPr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6E2970F4-1C77-404C-A15E-A4AFC5E4305A}"/>
                    </a:ext>
                  </a:extLst>
                </p:cNvPr>
                <p:cNvSpPr/>
                <p:nvPr/>
              </p:nvSpPr>
              <p:spPr>
                <a:xfrm>
                  <a:off x="2761776" y="491364"/>
                  <a:ext cx="746273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E6CA0C0D-F47A-489D-851B-EA69CB3C6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9704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7410DED3-D31B-4331-AAAD-89EF5E068AF8}"/>
                  </a:ext>
                </a:extLst>
              </p:cNvPr>
              <p:cNvGrpSpPr/>
              <p:nvPr/>
            </p:nvGrpSpPr>
            <p:grpSpPr>
              <a:xfrm>
                <a:off x="2622317" y="5290484"/>
                <a:ext cx="145291" cy="1060447"/>
                <a:chOff x="2316238" y="405494"/>
                <a:chExt cx="746274" cy="1930924"/>
              </a:xfrm>
            </p:grpSpPr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4AD780FD-D55D-4D6B-80B6-E0EDA9C73E52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5973841B-31BB-4C82-AAD4-C6CB0731EF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25E0E690-1521-4E39-B139-59DC116658B6}"/>
                  </a:ext>
                </a:extLst>
              </p:cNvPr>
              <p:cNvGrpSpPr/>
              <p:nvPr/>
            </p:nvGrpSpPr>
            <p:grpSpPr>
              <a:xfrm>
                <a:off x="2867566" y="5344118"/>
                <a:ext cx="145291" cy="1060447"/>
                <a:chOff x="2316238" y="405494"/>
                <a:chExt cx="746274" cy="1930924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77E292-07E5-49E4-B2A7-21072AAAA26B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788699ED-C0D9-4EBD-B0E6-DC9F6048B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C8539E56-009B-49D1-85A9-D9115C745050}"/>
                  </a:ext>
                </a:extLst>
              </p:cNvPr>
              <p:cNvGrpSpPr/>
              <p:nvPr/>
            </p:nvGrpSpPr>
            <p:grpSpPr>
              <a:xfrm>
                <a:off x="1794328" y="5108540"/>
                <a:ext cx="145291" cy="1057742"/>
                <a:chOff x="2316238" y="405494"/>
                <a:chExt cx="746274" cy="1925998"/>
              </a:xfrm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712D0796-2545-409E-98A5-9D8515F2A8E1}"/>
                    </a:ext>
                  </a:extLst>
                </p:cNvPr>
                <p:cNvSpPr/>
                <p:nvPr/>
              </p:nvSpPr>
              <p:spPr>
                <a:xfrm>
                  <a:off x="2316238" y="486438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16" name="Straight Arrow Connector 115">
                  <a:extLst>
                    <a:ext uri="{FF2B5EF4-FFF2-40B4-BE49-F238E27FC236}">
                      <a16:creationId xmlns:a16="http://schemas.microsoft.com/office/drawing/2014/main" id="{D8CA368F-C37E-4F75-8EBB-333260BA93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165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35AB0F-53C2-40FA-B145-3DB45DF8C3A5}"/>
              </a:ext>
            </a:extLst>
          </p:cNvPr>
          <p:cNvSpPr/>
          <p:nvPr/>
        </p:nvSpPr>
        <p:spPr>
          <a:xfrm>
            <a:off x="2160154" y="6424784"/>
            <a:ext cx="8891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Flexible solar cell and LED devices using perovskite QDs</a:t>
            </a:r>
          </a:p>
        </p:txBody>
      </p:sp>
    </p:spTree>
    <p:extLst>
      <p:ext uri="{BB962C8B-B14F-4D97-AF65-F5344CB8AC3E}">
        <p14:creationId xmlns:p14="http://schemas.microsoft.com/office/powerpoint/2010/main" val="3722322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2D6D89C4-6D45-4C75-8FA7-B41B16B6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515" y="1762489"/>
            <a:ext cx="5507485" cy="3788119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BE97CC51-D436-47CD-BD25-F3E28FC548D8}"/>
              </a:ext>
            </a:extLst>
          </p:cNvPr>
          <p:cNvSpPr txBox="1"/>
          <p:nvPr/>
        </p:nvSpPr>
        <p:spPr>
          <a:xfrm>
            <a:off x="6684515" y="5550608"/>
            <a:ext cx="550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solar device utilizing NCs on top of  perovskite thin ﬁlm.</a:t>
            </a:r>
            <a:endParaRPr lang="en-IN" dirty="0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AF29329-1CA2-455C-972A-11F05964C0B9}"/>
              </a:ext>
            </a:extLst>
          </p:cNvPr>
          <p:cNvGrpSpPr/>
          <p:nvPr/>
        </p:nvGrpSpPr>
        <p:grpSpPr>
          <a:xfrm>
            <a:off x="0" y="1762489"/>
            <a:ext cx="5334000" cy="4136871"/>
            <a:chOff x="6569425" y="2090918"/>
            <a:chExt cx="5034060" cy="3918520"/>
          </a:xfrm>
        </p:grpSpPr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83269419-8920-47AD-827C-059676E28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9425" y="2090918"/>
              <a:ext cx="5034060" cy="3568682"/>
            </a:xfrm>
            <a:prstGeom prst="rect">
              <a:avLst/>
            </a:prstGeom>
          </p:spPr>
        </p:pic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6CF7AC6-B2DD-4C6F-8EB0-1E751053651C}"/>
                </a:ext>
              </a:extLst>
            </p:cNvPr>
            <p:cNvSpPr/>
            <p:nvPr/>
          </p:nvSpPr>
          <p:spPr>
            <a:xfrm>
              <a:off x="6569425" y="5659600"/>
              <a:ext cx="174343" cy="3498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121100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E2C88F3-5336-404C-AE5B-DD9C77A036E3}"/>
              </a:ext>
            </a:extLst>
          </p:cNvPr>
          <p:cNvGrpSpPr/>
          <p:nvPr/>
        </p:nvGrpSpPr>
        <p:grpSpPr>
          <a:xfrm>
            <a:off x="5251084" y="2091217"/>
            <a:ext cx="3245560" cy="3228648"/>
            <a:chOff x="5028344" y="1277636"/>
            <a:chExt cx="3245560" cy="3228648"/>
          </a:xfrm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49350A0E-5341-42B7-A2E1-914EFAD257A0}"/>
                </a:ext>
              </a:extLst>
            </p:cNvPr>
            <p:cNvSpPr/>
            <p:nvPr/>
          </p:nvSpPr>
          <p:spPr>
            <a:xfrm flipH="1">
              <a:off x="6242049" y="2485871"/>
              <a:ext cx="809654" cy="809654"/>
            </a:xfrm>
            <a:prstGeom prst="cub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58C627A6-28BC-410F-8F06-972245CC7C5E}"/>
                </a:ext>
              </a:extLst>
            </p:cNvPr>
            <p:cNvSpPr/>
            <p:nvPr/>
          </p:nvSpPr>
          <p:spPr>
            <a:xfrm flipH="1">
              <a:off x="5028344" y="3696630"/>
              <a:ext cx="809654" cy="809654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2161C3AC-E273-4966-85E4-62A748715887}"/>
                </a:ext>
              </a:extLst>
            </p:cNvPr>
            <p:cNvSpPr/>
            <p:nvPr/>
          </p:nvSpPr>
          <p:spPr>
            <a:xfrm flipH="1">
              <a:off x="5634808" y="3088439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156B6127-29C0-4924-AC03-E8F4233B8064}"/>
                </a:ext>
              </a:extLst>
            </p:cNvPr>
            <p:cNvSpPr/>
            <p:nvPr/>
          </p:nvSpPr>
          <p:spPr>
            <a:xfrm flipH="1">
              <a:off x="7464250" y="1277636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C049F42E-E48C-4CCB-903A-2FF4A73A9029}"/>
                </a:ext>
              </a:extLst>
            </p:cNvPr>
            <p:cNvSpPr/>
            <p:nvPr/>
          </p:nvSpPr>
          <p:spPr>
            <a:xfrm flipH="1">
              <a:off x="6858469" y="1884201"/>
              <a:ext cx="809654" cy="809654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A332EB-C0EC-4758-8648-BE6DB10B592A}"/>
              </a:ext>
            </a:extLst>
          </p:cNvPr>
          <p:cNvGrpSpPr/>
          <p:nvPr/>
        </p:nvGrpSpPr>
        <p:grpSpPr>
          <a:xfrm>
            <a:off x="5225293" y="1446447"/>
            <a:ext cx="3245560" cy="3228648"/>
            <a:chOff x="5028344" y="1277636"/>
            <a:chExt cx="3245560" cy="3228648"/>
          </a:xfrm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CFD7C71A-6C0B-448E-B120-7E49647E5E70}"/>
                </a:ext>
              </a:extLst>
            </p:cNvPr>
            <p:cNvSpPr/>
            <p:nvPr/>
          </p:nvSpPr>
          <p:spPr>
            <a:xfrm flipH="1">
              <a:off x="6242049" y="2485871"/>
              <a:ext cx="809654" cy="809654"/>
            </a:xfrm>
            <a:prstGeom prst="cub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495D925D-5228-4ED2-8D1B-288BC4F97AD0}"/>
                </a:ext>
              </a:extLst>
            </p:cNvPr>
            <p:cNvSpPr/>
            <p:nvPr/>
          </p:nvSpPr>
          <p:spPr>
            <a:xfrm flipH="1">
              <a:off x="5028344" y="3696630"/>
              <a:ext cx="809654" cy="809654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18483E3A-7E33-4A7C-84D6-124FE0E32772}"/>
                </a:ext>
              </a:extLst>
            </p:cNvPr>
            <p:cNvSpPr/>
            <p:nvPr/>
          </p:nvSpPr>
          <p:spPr>
            <a:xfrm flipH="1">
              <a:off x="5634808" y="3088439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FA3D7BC-4757-495C-95F4-C9C261B2988A}"/>
                </a:ext>
              </a:extLst>
            </p:cNvPr>
            <p:cNvSpPr/>
            <p:nvPr/>
          </p:nvSpPr>
          <p:spPr>
            <a:xfrm flipH="1">
              <a:off x="7464250" y="1277636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7C82EBFB-A086-4214-A475-69BC32D0DA19}"/>
                </a:ext>
              </a:extLst>
            </p:cNvPr>
            <p:cNvSpPr/>
            <p:nvPr/>
          </p:nvSpPr>
          <p:spPr>
            <a:xfrm flipH="1">
              <a:off x="6858469" y="1884201"/>
              <a:ext cx="809654" cy="809654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2FC95CE-326C-47C2-B9B5-4E01B031CE29}"/>
              </a:ext>
            </a:extLst>
          </p:cNvPr>
          <p:cNvGrpSpPr/>
          <p:nvPr/>
        </p:nvGrpSpPr>
        <p:grpSpPr>
          <a:xfrm>
            <a:off x="2046505" y="1286547"/>
            <a:ext cx="3245560" cy="4033318"/>
            <a:chOff x="5028344" y="1277636"/>
            <a:chExt cx="3245560" cy="4033318"/>
          </a:xfrm>
        </p:grpSpPr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04B38ECA-6F53-4EAD-81C8-BAB16880B85D}"/>
                </a:ext>
              </a:extLst>
            </p:cNvPr>
            <p:cNvSpPr/>
            <p:nvPr/>
          </p:nvSpPr>
          <p:spPr>
            <a:xfrm flipH="1">
              <a:off x="6242049" y="2485870"/>
              <a:ext cx="809654" cy="1370659"/>
            </a:xfrm>
            <a:prstGeom prst="cub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AB222231-46FA-4343-979C-C9072335FD2E}"/>
                </a:ext>
              </a:extLst>
            </p:cNvPr>
            <p:cNvSpPr/>
            <p:nvPr/>
          </p:nvSpPr>
          <p:spPr>
            <a:xfrm flipH="1">
              <a:off x="5634808" y="3088438"/>
              <a:ext cx="809654" cy="1577745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8BB3DFB-C386-46A3-8204-9AC5AFAC62AB}"/>
                </a:ext>
              </a:extLst>
            </p:cNvPr>
            <p:cNvSpPr/>
            <p:nvPr/>
          </p:nvSpPr>
          <p:spPr>
            <a:xfrm flipH="1">
              <a:off x="5028344" y="3696630"/>
              <a:ext cx="809654" cy="1614324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3EF4FD7-554C-4206-9FD0-9279924E40E0}"/>
                </a:ext>
              </a:extLst>
            </p:cNvPr>
            <p:cNvSpPr/>
            <p:nvPr/>
          </p:nvSpPr>
          <p:spPr>
            <a:xfrm flipH="1">
              <a:off x="7464250" y="1277636"/>
              <a:ext cx="809654" cy="1706012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0163899B-F8DE-4D8B-9BC2-41F4BB2711B3}"/>
                </a:ext>
              </a:extLst>
            </p:cNvPr>
            <p:cNvSpPr/>
            <p:nvPr/>
          </p:nvSpPr>
          <p:spPr>
            <a:xfrm flipH="1">
              <a:off x="6858469" y="1884201"/>
              <a:ext cx="809654" cy="1614324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5882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B71C872-4F0A-438C-8708-94FA315D995D}"/>
              </a:ext>
            </a:extLst>
          </p:cNvPr>
          <p:cNvGrpSpPr/>
          <p:nvPr/>
        </p:nvGrpSpPr>
        <p:grpSpPr>
          <a:xfrm>
            <a:off x="677262" y="-161102"/>
            <a:ext cx="7273720" cy="3779232"/>
            <a:chOff x="677262" y="-161102"/>
            <a:chExt cx="7273720" cy="377923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801C53B-9C29-4175-843E-1B1B68BA75AE}"/>
                </a:ext>
              </a:extLst>
            </p:cNvPr>
            <p:cNvGrpSpPr/>
            <p:nvPr/>
          </p:nvGrpSpPr>
          <p:grpSpPr>
            <a:xfrm>
              <a:off x="899617" y="502483"/>
              <a:ext cx="3803489" cy="3115647"/>
              <a:chOff x="2625456" y="1174080"/>
              <a:chExt cx="3803489" cy="3115647"/>
            </a:xfrm>
          </p:grpSpPr>
          <p:sp>
            <p:nvSpPr>
              <p:cNvPr id="89" name="Rectangle: Single Corner Rounded 88">
                <a:extLst>
                  <a:ext uri="{FF2B5EF4-FFF2-40B4-BE49-F238E27FC236}">
                    <a16:creationId xmlns:a16="http://schemas.microsoft.com/office/drawing/2014/main" id="{3C1A9D3F-341F-4185-B773-FB541F99331C}"/>
                  </a:ext>
                </a:extLst>
              </p:cNvPr>
              <p:cNvSpPr/>
              <p:nvPr/>
            </p:nvSpPr>
            <p:spPr>
              <a:xfrm>
                <a:off x="2631965" y="2188464"/>
                <a:ext cx="3627087" cy="2101263"/>
              </a:xfrm>
              <a:prstGeom prst="round1Rect">
                <a:avLst/>
              </a:prstGeom>
              <a:solidFill>
                <a:srgbClr val="002060"/>
              </a:solidFill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contrasting" dir="t"/>
              </a:scene3d>
              <a:sp3d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6D0DD87F-E3F7-42DE-87E6-577DFA5A310D}"/>
                  </a:ext>
                </a:extLst>
              </p:cNvPr>
              <p:cNvGrpSpPr/>
              <p:nvPr/>
            </p:nvGrpSpPr>
            <p:grpSpPr>
              <a:xfrm>
                <a:off x="2625456" y="1174080"/>
                <a:ext cx="3803489" cy="2598042"/>
                <a:chOff x="2625456" y="1174080"/>
                <a:chExt cx="3803489" cy="2598042"/>
              </a:xfrm>
            </p:grpSpPr>
            <p:sp>
              <p:nvSpPr>
                <p:cNvPr id="121" name="Rectangle: Single Corner Rounded 120">
                  <a:extLst>
                    <a:ext uri="{FF2B5EF4-FFF2-40B4-BE49-F238E27FC236}">
                      <a16:creationId xmlns:a16="http://schemas.microsoft.com/office/drawing/2014/main" id="{76A54404-6EAE-4CE9-BC19-AF94B11A5CDF}"/>
                    </a:ext>
                  </a:extLst>
                </p:cNvPr>
                <p:cNvSpPr/>
                <p:nvPr/>
              </p:nvSpPr>
              <p:spPr>
                <a:xfrm>
                  <a:off x="2625456" y="1890096"/>
                  <a:ext cx="3627087" cy="1882026"/>
                </a:xfrm>
                <a:prstGeom prst="round1Rect">
                  <a:avLst/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: Single Corner Rounded 121">
                  <a:extLst>
                    <a:ext uri="{FF2B5EF4-FFF2-40B4-BE49-F238E27FC236}">
                      <a16:creationId xmlns:a16="http://schemas.microsoft.com/office/drawing/2014/main" id="{A1B2077A-BCCD-4B37-86EE-C337191E53CC}"/>
                    </a:ext>
                  </a:extLst>
                </p:cNvPr>
                <p:cNvSpPr/>
                <p:nvPr/>
              </p:nvSpPr>
              <p:spPr>
                <a:xfrm>
                  <a:off x="2913108" y="1473206"/>
                  <a:ext cx="3162321" cy="1882026"/>
                </a:xfrm>
                <a:prstGeom prst="round1Rect">
                  <a:avLst/>
                </a:prstGeom>
                <a:solidFill>
                  <a:srgbClr val="FDC22F">
                    <a:alpha val="98824"/>
                  </a:srgbClr>
                </a:solidFill>
                <a:ln w="12700" cap="flat" cmpd="sng" algn="ctr">
                  <a:solidFill>
                    <a:srgbClr val="FF7619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2857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: Single Corner Rounded 122">
                  <a:extLst>
                    <a:ext uri="{FF2B5EF4-FFF2-40B4-BE49-F238E27FC236}">
                      <a16:creationId xmlns:a16="http://schemas.microsoft.com/office/drawing/2014/main" id="{AB3D6061-7199-439F-ABB7-C7BD6C79D9D6}"/>
                    </a:ext>
                  </a:extLst>
                </p:cNvPr>
                <p:cNvSpPr/>
                <p:nvPr/>
              </p:nvSpPr>
              <p:spPr>
                <a:xfrm>
                  <a:off x="3186649" y="1174080"/>
                  <a:ext cx="2681846" cy="1882026"/>
                </a:xfrm>
                <a:prstGeom prst="round1Rect">
                  <a:avLst/>
                </a:prstGeom>
                <a:solidFill>
                  <a:schemeClr val="accent4">
                    <a:lumMod val="75000"/>
                  </a:schemeClr>
                </a:solidFill>
                <a:ln w="127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harsh" dir="t">
                    <a:rot lat="0" lon="0" rev="21594000"/>
                  </a:lightRig>
                </a:scene3d>
                <a:sp3d prstMaterial="powder">
                  <a:bevelT w="0" h="13970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78ABD10-AC5E-4F19-BD0F-351B336379AB}"/>
                    </a:ext>
                  </a:extLst>
                </p:cNvPr>
                <p:cNvSpPr txBox="1"/>
                <p:nvPr/>
              </p:nvSpPr>
              <p:spPr>
                <a:xfrm rot="120000">
                  <a:off x="3530627" y="3021954"/>
                  <a:ext cx="99578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Unicode MS" panose="020B0604020202020204" pitchFamily="34" charset="-128"/>
                      <a:ea typeface="Arial Unicode MS" panose="020B0604020202020204" pitchFamily="34" charset="-128"/>
                      <a:cs typeface="Arial Unicode MS" panose="020B0604020202020204" pitchFamily="34" charset="-128"/>
                    </a:rPr>
                    <a:t>ITO/FTO</a:t>
                  </a:r>
                </a:p>
              </p:txBody>
            </p:sp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DD67A576-3630-47FC-894A-96854233C2B5}"/>
                    </a:ext>
                  </a:extLst>
                </p:cNvPr>
                <p:cNvGrpSpPr/>
                <p:nvPr/>
              </p:nvGrpSpPr>
              <p:grpSpPr>
                <a:xfrm rot="17926048">
                  <a:off x="5507547" y="2351166"/>
                  <a:ext cx="921657" cy="921138"/>
                  <a:chOff x="9100456" y="3607073"/>
                  <a:chExt cx="921657" cy="921138"/>
                </a:xfrm>
              </p:grpSpPr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252747C8-EF30-4FE2-AE21-D01A08497095}"/>
                      </a:ext>
                    </a:extLst>
                  </p:cNvPr>
                  <p:cNvSpPr/>
                  <p:nvPr/>
                </p:nvSpPr>
                <p:spPr>
                  <a:xfrm>
                    <a:off x="9100456" y="36070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E6727D9F-2A74-4103-B9BE-66A7FD629E3C}"/>
                      </a:ext>
                    </a:extLst>
                  </p:cNvPr>
                  <p:cNvSpPr/>
                  <p:nvPr/>
                </p:nvSpPr>
                <p:spPr>
                  <a:xfrm>
                    <a:off x="9252856" y="37594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4585E04E-A5F6-4316-A9DD-4C3DDD2D4C88}"/>
                      </a:ext>
                    </a:extLst>
                  </p:cNvPr>
                  <p:cNvSpPr/>
                  <p:nvPr/>
                </p:nvSpPr>
                <p:spPr>
                  <a:xfrm>
                    <a:off x="9405256" y="39118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FB64278F-F987-49A2-AB97-406E0D48A9FA}"/>
                      </a:ext>
                    </a:extLst>
                  </p:cNvPr>
                  <p:cNvSpPr/>
                  <p:nvPr/>
                </p:nvSpPr>
                <p:spPr>
                  <a:xfrm>
                    <a:off x="9557656" y="40642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05C76050-3C6C-4C7D-A4C0-5F957272248C}"/>
                      </a:ext>
                    </a:extLst>
                  </p:cNvPr>
                  <p:cNvSpPr/>
                  <p:nvPr/>
                </p:nvSpPr>
                <p:spPr>
                  <a:xfrm>
                    <a:off x="9710056" y="42166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F48F7DA2-BB6E-4ECF-A689-97E23DF9C772}"/>
                      </a:ext>
                    </a:extLst>
                  </p:cNvPr>
                  <p:cNvSpPr/>
                  <p:nvPr/>
                </p:nvSpPr>
                <p:spPr>
                  <a:xfrm>
                    <a:off x="9862456" y="43690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E94D97BD-B9F3-48F8-A66E-5C24DD12CCF7}"/>
                    </a:ext>
                  </a:extLst>
                </p:cNvPr>
                <p:cNvGrpSpPr/>
                <p:nvPr/>
              </p:nvGrpSpPr>
              <p:grpSpPr>
                <a:xfrm rot="17806165">
                  <a:off x="5590882" y="2212601"/>
                  <a:ext cx="769257" cy="768738"/>
                  <a:chOff x="9100456" y="3607073"/>
                  <a:chExt cx="769257" cy="768738"/>
                </a:xfrm>
              </p:grpSpPr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EA1FAC2D-BEC3-449B-86B0-FA0936C169E8}"/>
                      </a:ext>
                    </a:extLst>
                  </p:cNvPr>
                  <p:cNvSpPr/>
                  <p:nvPr/>
                </p:nvSpPr>
                <p:spPr>
                  <a:xfrm>
                    <a:off x="9100456" y="36070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45943DE7-D92F-4DAF-97AB-81530B702CE8}"/>
                      </a:ext>
                    </a:extLst>
                  </p:cNvPr>
                  <p:cNvSpPr/>
                  <p:nvPr/>
                </p:nvSpPr>
                <p:spPr>
                  <a:xfrm>
                    <a:off x="9252856" y="37594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D1C0DE01-63CF-43F3-9CD8-5A22C2E886A9}"/>
                      </a:ext>
                    </a:extLst>
                  </p:cNvPr>
                  <p:cNvSpPr/>
                  <p:nvPr/>
                </p:nvSpPr>
                <p:spPr>
                  <a:xfrm>
                    <a:off x="9405256" y="39118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C00E1069-9E89-4D5F-B5BE-7D4D6F998F7D}"/>
                      </a:ext>
                    </a:extLst>
                  </p:cNvPr>
                  <p:cNvSpPr/>
                  <p:nvPr/>
                </p:nvSpPr>
                <p:spPr>
                  <a:xfrm>
                    <a:off x="9557656" y="40642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71E04759-211A-4C79-97EA-E5C928295457}"/>
                      </a:ext>
                    </a:extLst>
                  </p:cNvPr>
                  <p:cNvSpPr/>
                  <p:nvPr/>
                </p:nvSpPr>
                <p:spPr>
                  <a:xfrm>
                    <a:off x="9710056" y="42166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BB8B27DE-7A78-4279-974C-36D7894609E6}"/>
                  </a:ext>
                </a:extLst>
              </p:cNvPr>
              <p:cNvGrpSpPr/>
              <p:nvPr/>
            </p:nvGrpSpPr>
            <p:grpSpPr>
              <a:xfrm rot="19117211">
                <a:off x="2867442" y="1613450"/>
                <a:ext cx="2140857" cy="2140338"/>
                <a:chOff x="9100456" y="3607073"/>
                <a:chExt cx="2140857" cy="2140338"/>
              </a:xfrm>
            </p:grpSpPr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73720AAF-D8F0-48CC-9A1D-D793F46E81B9}"/>
                    </a:ext>
                  </a:extLst>
                </p:cNvPr>
                <p:cNvSpPr/>
                <p:nvPr/>
              </p:nvSpPr>
              <p:spPr>
                <a:xfrm>
                  <a:off x="9100456" y="3607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4E2DC54-E4C9-45F5-A872-D8C0CC4B5FA6}"/>
                    </a:ext>
                  </a:extLst>
                </p:cNvPr>
                <p:cNvSpPr/>
                <p:nvPr/>
              </p:nvSpPr>
              <p:spPr>
                <a:xfrm>
                  <a:off x="9252856" y="3759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53D52019-8FC0-4E9E-A4AB-A8F22B1FB5CF}"/>
                    </a:ext>
                  </a:extLst>
                </p:cNvPr>
                <p:cNvSpPr/>
                <p:nvPr/>
              </p:nvSpPr>
              <p:spPr>
                <a:xfrm>
                  <a:off x="9405256" y="3911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CC7044A9-3998-44A5-BD5B-79E791507386}"/>
                    </a:ext>
                  </a:extLst>
                </p:cNvPr>
                <p:cNvSpPr/>
                <p:nvPr/>
              </p:nvSpPr>
              <p:spPr>
                <a:xfrm>
                  <a:off x="9557656" y="4064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CA400483-E95F-43E8-8D46-83544C147D77}"/>
                    </a:ext>
                  </a:extLst>
                </p:cNvPr>
                <p:cNvSpPr/>
                <p:nvPr/>
              </p:nvSpPr>
              <p:spPr>
                <a:xfrm>
                  <a:off x="9710056" y="4216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056D626C-4108-4590-816F-B64EF45214A9}"/>
                    </a:ext>
                  </a:extLst>
                </p:cNvPr>
                <p:cNvSpPr/>
                <p:nvPr/>
              </p:nvSpPr>
              <p:spPr>
                <a:xfrm>
                  <a:off x="9862456" y="4369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76C4683F-AD5C-4B97-A3D6-E8BA12DBC29D}"/>
                    </a:ext>
                  </a:extLst>
                </p:cNvPr>
                <p:cNvSpPr/>
                <p:nvPr/>
              </p:nvSpPr>
              <p:spPr>
                <a:xfrm>
                  <a:off x="10014856" y="4521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4BDBAF08-CDC4-4673-B0A7-659B53F02096}"/>
                    </a:ext>
                  </a:extLst>
                </p:cNvPr>
                <p:cNvSpPr/>
                <p:nvPr/>
              </p:nvSpPr>
              <p:spPr>
                <a:xfrm>
                  <a:off x="10167256" y="4673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4284F599-E6B8-4142-96B6-D3A359966B32}"/>
                    </a:ext>
                  </a:extLst>
                </p:cNvPr>
                <p:cNvSpPr/>
                <p:nvPr/>
              </p:nvSpPr>
              <p:spPr>
                <a:xfrm>
                  <a:off x="10319656" y="4826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1EEF4127-3C2D-428D-BA4D-99C826020C34}"/>
                    </a:ext>
                  </a:extLst>
                </p:cNvPr>
                <p:cNvSpPr/>
                <p:nvPr/>
              </p:nvSpPr>
              <p:spPr>
                <a:xfrm>
                  <a:off x="10472056" y="4978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21119CF7-E783-4065-A6D7-78D905565ACD}"/>
                    </a:ext>
                  </a:extLst>
                </p:cNvPr>
                <p:cNvSpPr/>
                <p:nvPr/>
              </p:nvSpPr>
              <p:spPr>
                <a:xfrm>
                  <a:off x="10624456" y="5131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D98E0732-CFBC-4FF4-ADE8-4B8733D2140D}"/>
                    </a:ext>
                  </a:extLst>
                </p:cNvPr>
                <p:cNvSpPr/>
                <p:nvPr/>
              </p:nvSpPr>
              <p:spPr>
                <a:xfrm>
                  <a:off x="10776856" y="5283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C2B5FEC-D173-4360-80ED-4021FB315810}"/>
                    </a:ext>
                  </a:extLst>
                </p:cNvPr>
                <p:cNvSpPr/>
                <p:nvPr/>
              </p:nvSpPr>
              <p:spPr>
                <a:xfrm>
                  <a:off x="10929256" y="5435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EA0BC00B-281B-4A1A-B791-E362E958DAE1}"/>
                    </a:ext>
                  </a:extLst>
                </p:cNvPr>
                <p:cNvSpPr/>
                <p:nvPr/>
              </p:nvSpPr>
              <p:spPr>
                <a:xfrm>
                  <a:off x="11081656" y="5588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3A552FC5-9E98-46FD-90C1-6F3DE1FAD2E4}"/>
                  </a:ext>
                </a:extLst>
              </p:cNvPr>
              <p:cNvGrpSpPr/>
              <p:nvPr/>
            </p:nvGrpSpPr>
            <p:grpSpPr>
              <a:xfrm rot="19078181">
                <a:off x="2758252" y="1808623"/>
                <a:ext cx="2140857" cy="2140338"/>
                <a:chOff x="9100456" y="3607073"/>
                <a:chExt cx="2140857" cy="2140338"/>
              </a:xfrm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D4086601-87E7-4D33-B3CB-479228100F97}"/>
                    </a:ext>
                  </a:extLst>
                </p:cNvPr>
                <p:cNvSpPr/>
                <p:nvPr/>
              </p:nvSpPr>
              <p:spPr>
                <a:xfrm>
                  <a:off x="9100456" y="3607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ADF32514-C6BD-4778-8B4A-2166121BC257}"/>
                    </a:ext>
                  </a:extLst>
                </p:cNvPr>
                <p:cNvSpPr/>
                <p:nvPr/>
              </p:nvSpPr>
              <p:spPr>
                <a:xfrm>
                  <a:off x="9252856" y="3759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DE27B540-244B-4670-BEE8-747A05973051}"/>
                    </a:ext>
                  </a:extLst>
                </p:cNvPr>
                <p:cNvSpPr/>
                <p:nvPr/>
              </p:nvSpPr>
              <p:spPr>
                <a:xfrm>
                  <a:off x="9405256" y="3911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2B61649A-C71F-4ECE-B810-36E83CAB0DEF}"/>
                    </a:ext>
                  </a:extLst>
                </p:cNvPr>
                <p:cNvSpPr/>
                <p:nvPr/>
              </p:nvSpPr>
              <p:spPr>
                <a:xfrm>
                  <a:off x="9557656" y="4064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AF6870BA-4CBD-4535-9A42-9CD8C45A78E4}"/>
                    </a:ext>
                  </a:extLst>
                </p:cNvPr>
                <p:cNvSpPr/>
                <p:nvPr/>
              </p:nvSpPr>
              <p:spPr>
                <a:xfrm>
                  <a:off x="9710056" y="4216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48B44F78-ED45-4DA8-A3C2-9D32DEA2BB96}"/>
                    </a:ext>
                  </a:extLst>
                </p:cNvPr>
                <p:cNvSpPr/>
                <p:nvPr/>
              </p:nvSpPr>
              <p:spPr>
                <a:xfrm>
                  <a:off x="9862456" y="4369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177A135D-AB55-49B5-B760-4A6911858DC3}"/>
                    </a:ext>
                  </a:extLst>
                </p:cNvPr>
                <p:cNvSpPr/>
                <p:nvPr/>
              </p:nvSpPr>
              <p:spPr>
                <a:xfrm>
                  <a:off x="10014856" y="4521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75370CBD-84C5-402A-823D-6FBE4C8FD47B}"/>
                    </a:ext>
                  </a:extLst>
                </p:cNvPr>
                <p:cNvSpPr/>
                <p:nvPr/>
              </p:nvSpPr>
              <p:spPr>
                <a:xfrm>
                  <a:off x="10167256" y="4673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6ADE4F9-F9CC-43D7-9971-22CF03478BF2}"/>
                    </a:ext>
                  </a:extLst>
                </p:cNvPr>
                <p:cNvSpPr/>
                <p:nvPr/>
              </p:nvSpPr>
              <p:spPr>
                <a:xfrm>
                  <a:off x="10319656" y="4826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2862F691-3382-4E2D-9BA8-335B62DBBD76}"/>
                    </a:ext>
                  </a:extLst>
                </p:cNvPr>
                <p:cNvSpPr/>
                <p:nvPr/>
              </p:nvSpPr>
              <p:spPr>
                <a:xfrm>
                  <a:off x="10472056" y="4978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63B4DC4A-3818-4CBF-B121-FA1C4A0E5926}"/>
                    </a:ext>
                  </a:extLst>
                </p:cNvPr>
                <p:cNvSpPr/>
                <p:nvPr/>
              </p:nvSpPr>
              <p:spPr>
                <a:xfrm>
                  <a:off x="10624456" y="5131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D2F8F6EF-840F-4129-B1AD-FDE4F7824AAE}"/>
                    </a:ext>
                  </a:extLst>
                </p:cNvPr>
                <p:cNvSpPr/>
                <p:nvPr/>
              </p:nvSpPr>
              <p:spPr>
                <a:xfrm>
                  <a:off x="10776856" y="5283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0BD7C240-DCC2-412D-8A6A-F1B8DEB8169F}"/>
                    </a:ext>
                  </a:extLst>
                </p:cNvPr>
                <p:cNvSpPr/>
                <p:nvPr/>
              </p:nvSpPr>
              <p:spPr>
                <a:xfrm>
                  <a:off x="10929256" y="5435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564A4CC1-FE83-4D29-B204-D2F1665F0CE0}"/>
                    </a:ext>
                  </a:extLst>
                </p:cNvPr>
                <p:cNvSpPr/>
                <p:nvPr/>
              </p:nvSpPr>
              <p:spPr>
                <a:xfrm>
                  <a:off x="11081656" y="5588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044C879-8AA9-4D50-A459-864A7B611176}"/>
                </a:ext>
              </a:extLst>
            </p:cNvPr>
            <p:cNvGrpSpPr/>
            <p:nvPr/>
          </p:nvGrpSpPr>
          <p:grpSpPr>
            <a:xfrm>
              <a:off x="677262" y="-161102"/>
              <a:ext cx="7273720" cy="2867287"/>
              <a:chOff x="677262" y="-161102"/>
              <a:chExt cx="7273720" cy="2867287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13B98A9-95B3-4C2C-BFE8-86C54F452C01}"/>
                  </a:ext>
                </a:extLst>
              </p:cNvPr>
              <p:cNvSpPr/>
              <p:nvPr/>
            </p:nvSpPr>
            <p:spPr>
              <a:xfrm>
                <a:off x="4688873" y="1415661"/>
                <a:ext cx="195388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 Mesoporous      scaﬀold</a:t>
                </a:r>
                <a:endParaRPr lang="en-IN" baseline="-25000" dirty="0"/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88001D28-DE4F-44E2-B49F-B3129711F39A}"/>
                  </a:ext>
                </a:extLst>
              </p:cNvPr>
              <p:cNvCxnSpPr>
                <a:cxnSpLocks/>
                <a:stCxn id="131" idx="5"/>
              </p:cNvCxnSpPr>
              <p:nvPr/>
            </p:nvCxnSpPr>
            <p:spPr>
              <a:xfrm>
                <a:off x="4734745" y="1765466"/>
                <a:ext cx="33411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ED2AC04-C1C3-43BF-94E8-630EDFA18ADE}"/>
                  </a:ext>
                </a:extLst>
              </p:cNvPr>
              <p:cNvSpPr txBox="1"/>
              <p:nvPr/>
            </p:nvSpPr>
            <p:spPr>
              <a:xfrm>
                <a:off x="2189686" y="1141350"/>
                <a:ext cx="11328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Au/Ag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FBEA09E-2983-4826-88C4-DCA554BDCEF4}"/>
                  </a:ext>
                </a:extLst>
              </p:cNvPr>
              <p:cNvSpPr txBox="1"/>
              <p:nvPr/>
            </p:nvSpPr>
            <p:spPr>
              <a:xfrm>
                <a:off x="2197309" y="1546751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HTL</a:t>
                </a:r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B3789621-D1F8-4855-A72F-5390D26EE9F1}"/>
                  </a:ext>
                </a:extLst>
              </p:cNvPr>
              <p:cNvSpPr/>
              <p:nvPr/>
            </p:nvSpPr>
            <p:spPr>
              <a:xfrm flipH="1">
                <a:off x="7141328" y="483669"/>
                <a:ext cx="809654" cy="1577745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9154A72B-610B-42A8-B2F0-ECE1BD3DE656}"/>
                  </a:ext>
                </a:extLst>
              </p:cNvPr>
              <p:cNvSpPr/>
              <p:nvPr/>
            </p:nvSpPr>
            <p:spPr>
              <a:xfrm flipH="1">
                <a:off x="6534864" y="1091861"/>
                <a:ext cx="809654" cy="1614324"/>
              </a:xfrm>
              <a:prstGeom prst="cub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9CBDBA17-9423-4249-9C24-E3BF5136F144}"/>
                  </a:ext>
                </a:extLst>
              </p:cNvPr>
              <p:cNvGrpSpPr/>
              <p:nvPr/>
            </p:nvGrpSpPr>
            <p:grpSpPr>
              <a:xfrm>
                <a:off x="6618594" y="-161102"/>
                <a:ext cx="828175" cy="878590"/>
                <a:chOff x="8456295" y="1539384"/>
                <a:chExt cx="828175" cy="878590"/>
              </a:xfrm>
            </p:grpSpPr>
            <p:sp>
              <p:nvSpPr>
                <p:cNvPr id="83" name="Arrow: Curved Up 82">
                  <a:extLst>
                    <a:ext uri="{FF2B5EF4-FFF2-40B4-BE49-F238E27FC236}">
                      <a16:creationId xmlns:a16="http://schemas.microsoft.com/office/drawing/2014/main" id="{5CDFCF6B-07B8-4D0B-B855-9F2074015481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88D4718A-2FF2-452F-908A-41FF675C3E27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e</a:t>
                  </a:r>
                  <a:r>
                    <a:rPr lang="en-IN" baseline="30000" dirty="0"/>
                    <a:t>-</a:t>
                  </a: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6C42EE18-A09F-49B7-9CC7-6F5316D273DE}"/>
                  </a:ext>
                </a:extLst>
              </p:cNvPr>
              <p:cNvGrpSpPr/>
              <p:nvPr/>
            </p:nvGrpSpPr>
            <p:grpSpPr>
              <a:xfrm>
                <a:off x="677262" y="182104"/>
                <a:ext cx="3085031" cy="432712"/>
                <a:chOff x="1837617" y="883615"/>
                <a:chExt cx="3085031" cy="432712"/>
              </a:xfrm>
            </p:grpSpPr>
            <p:sp>
              <p:nvSpPr>
                <p:cNvPr id="79" name="Rectangle: Single Corner Rounded 78">
                  <a:extLst>
                    <a:ext uri="{FF2B5EF4-FFF2-40B4-BE49-F238E27FC236}">
                      <a16:creationId xmlns:a16="http://schemas.microsoft.com/office/drawing/2014/main" id="{E5CCB8DF-DF10-4E84-8182-7CE031F166FB}"/>
                    </a:ext>
                  </a:extLst>
                </p:cNvPr>
                <p:cNvSpPr/>
                <p:nvPr/>
              </p:nvSpPr>
              <p:spPr>
                <a:xfrm flipV="1">
                  <a:off x="1837617" y="1270608"/>
                  <a:ext cx="322840" cy="45719"/>
                </a:xfrm>
                <a:prstGeom prst="round1Rect">
                  <a:avLst/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42D1C9-7E5D-4EC8-A343-B5D8D7CA5468}"/>
                    </a:ext>
                  </a:extLst>
                </p:cNvPr>
                <p:cNvSpPr txBox="1"/>
                <p:nvPr/>
              </p:nvSpPr>
              <p:spPr>
                <a:xfrm>
                  <a:off x="2188375" y="909703"/>
                  <a:ext cx="11512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</a:t>
                  </a: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B0388AD1-E2C7-4DED-8D65-EBEF39223B01}"/>
                    </a:ext>
                  </a:extLst>
                </p:cNvPr>
                <p:cNvSpPr/>
                <p:nvPr/>
              </p:nvSpPr>
              <p:spPr>
                <a:xfrm rot="17806165">
                  <a:off x="3573907" y="1014800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1AE35D9E-C80C-4595-B95F-0F1FA41918B8}"/>
                    </a:ext>
                  </a:extLst>
                </p:cNvPr>
                <p:cNvSpPr txBox="1"/>
                <p:nvPr/>
              </p:nvSpPr>
              <p:spPr>
                <a:xfrm>
                  <a:off x="3760473" y="883615"/>
                  <a:ext cx="11621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/>
                    <a:t>TiO</a:t>
                  </a:r>
                  <a:r>
                    <a:rPr lang="en-IN" baseline="-25000" dirty="0"/>
                    <a:t>2 </a:t>
                  </a:r>
                  <a:r>
                    <a:rPr lang="en-IN" dirty="0"/>
                    <a:t>/</a:t>
                  </a:r>
                  <a:r>
                    <a:rPr lang="en-IN" dirty="0" err="1"/>
                    <a:t>NiO</a:t>
                  </a:r>
                  <a:endParaRPr lang="en-IN" baseline="-25000" dirty="0"/>
                </a:p>
              </p:txBody>
            </p:sp>
          </p:grp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B6CEDA7-B3CD-4B61-BBE0-C5B1172689E2}"/>
              </a:ext>
            </a:extLst>
          </p:cNvPr>
          <p:cNvSpPr txBox="1"/>
          <p:nvPr/>
        </p:nvSpPr>
        <p:spPr>
          <a:xfrm>
            <a:off x="565615" y="3050128"/>
            <a:ext cx="5003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Perovskite sensitized in an active scaﬀold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69614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69">
            <a:extLst>
              <a:ext uri="{FF2B5EF4-FFF2-40B4-BE49-F238E27FC236}">
                <a16:creationId xmlns:a16="http://schemas.microsoft.com/office/drawing/2014/main" id="{25F1E482-6BB8-4FF6-BBF0-00290D650600}"/>
              </a:ext>
            </a:extLst>
          </p:cNvPr>
          <p:cNvSpPr txBox="1"/>
          <p:nvPr/>
        </p:nvSpPr>
        <p:spPr>
          <a:xfrm>
            <a:off x="2403316" y="4993448"/>
            <a:ext cx="5003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Perovskite sensitized in an passive scaﬀold</a:t>
            </a:r>
            <a:endParaRPr lang="en-IN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7969AF-97A1-4469-AE85-DB0C25C07448}"/>
              </a:ext>
            </a:extLst>
          </p:cNvPr>
          <p:cNvGrpSpPr/>
          <p:nvPr/>
        </p:nvGrpSpPr>
        <p:grpSpPr>
          <a:xfrm>
            <a:off x="2597865" y="1296550"/>
            <a:ext cx="7190818" cy="4264900"/>
            <a:chOff x="2597865" y="1296550"/>
            <a:chExt cx="7190818" cy="4264900"/>
          </a:xfrm>
        </p:grpSpPr>
        <p:sp>
          <p:nvSpPr>
            <p:cNvPr id="53" name="Rectangle: Single Corner Rounded 52">
              <a:extLst>
                <a:ext uri="{FF2B5EF4-FFF2-40B4-BE49-F238E27FC236}">
                  <a16:creationId xmlns:a16="http://schemas.microsoft.com/office/drawing/2014/main" id="{CF90C0D0-8939-4AD5-B390-71B2AC0AA851}"/>
                </a:ext>
              </a:extLst>
            </p:cNvPr>
            <p:cNvSpPr/>
            <p:nvPr/>
          </p:nvSpPr>
          <p:spPr>
            <a:xfrm>
              <a:off x="2743827" y="3460187"/>
              <a:ext cx="3627087" cy="2101263"/>
            </a:xfrm>
            <a:prstGeom prst="round1Rect">
              <a:avLst/>
            </a:prstGeom>
            <a:solidFill>
              <a:srgbClr val="002060"/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contrasting" dir="t"/>
            </a:scene3d>
            <a:sp3d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Rectangle: Single Corner Rounded 84">
              <a:extLst>
                <a:ext uri="{FF2B5EF4-FFF2-40B4-BE49-F238E27FC236}">
                  <a16:creationId xmlns:a16="http://schemas.microsoft.com/office/drawing/2014/main" id="{99247616-28B9-43D1-A5B2-7EB366B0A9AA}"/>
                </a:ext>
              </a:extLst>
            </p:cNvPr>
            <p:cNvSpPr/>
            <p:nvPr/>
          </p:nvSpPr>
          <p:spPr>
            <a:xfrm>
              <a:off x="2737318" y="3161819"/>
              <a:ext cx="3627087" cy="1882026"/>
            </a:xfrm>
            <a:prstGeom prst="round1Rect">
              <a:avLst/>
            </a:prstGeom>
            <a:solidFill>
              <a:srgbClr val="00FF00"/>
            </a:solidFill>
            <a:ln w="12700" cap="flat" cmpd="sng" algn="ctr">
              <a:solidFill>
                <a:srgbClr val="33CC33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Rectangle: Single Corner Rounded 85">
              <a:extLst>
                <a:ext uri="{FF2B5EF4-FFF2-40B4-BE49-F238E27FC236}">
                  <a16:creationId xmlns:a16="http://schemas.microsoft.com/office/drawing/2014/main" id="{C8188051-9F83-422F-ACF9-B13645061DBF}"/>
                </a:ext>
              </a:extLst>
            </p:cNvPr>
            <p:cNvSpPr/>
            <p:nvPr/>
          </p:nvSpPr>
          <p:spPr>
            <a:xfrm>
              <a:off x="3024970" y="2744929"/>
              <a:ext cx="3162321" cy="1882026"/>
            </a:xfrm>
            <a:prstGeom prst="round1Rect">
              <a:avLst/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Rectangle: Single Corner Rounded 86">
              <a:extLst>
                <a:ext uri="{FF2B5EF4-FFF2-40B4-BE49-F238E27FC236}">
                  <a16:creationId xmlns:a16="http://schemas.microsoft.com/office/drawing/2014/main" id="{B5A3AD3A-F036-4866-9074-7CFAF49744CD}"/>
                </a:ext>
              </a:extLst>
            </p:cNvPr>
            <p:cNvSpPr/>
            <p:nvPr/>
          </p:nvSpPr>
          <p:spPr>
            <a:xfrm>
              <a:off x="3298511" y="2445803"/>
              <a:ext cx="2681846" cy="1882026"/>
            </a:xfrm>
            <a:prstGeom prst="round1Rect">
              <a:avLst/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CFA6B5-17D2-4252-9B6A-12DFC8A86978}"/>
                </a:ext>
              </a:extLst>
            </p:cNvPr>
            <p:cNvSpPr txBox="1"/>
            <p:nvPr/>
          </p:nvSpPr>
          <p:spPr>
            <a:xfrm rot="120000">
              <a:off x="3642489" y="4293677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886FED-4674-4CC2-AFA9-534E0CF30FB6}"/>
                </a:ext>
              </a:extLst>
            </p:cNvPr>
            <p:cNvGrpSpPr/>
            <p:nvPr/>
          </p:nvGrpSpPr>
          <p:grpSpPr>
            <a:xfrm rot="19117211">
              <a:off x="2919797" y="3091435"/>
              <a:ext cx="2140857" cy="2140338"/>
              <a:chOff x="9100456" y="3607073"/>
              <a:chExt cx="2140857" cy="21403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1F76F1C-762C-43BD-989E-1610AE8B2B01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9C85300-91FC-4069-B534-481383068A01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184701-66DF-47AD-9244-ECCA078DCB92}"/>
                  </a:ext>
                </a:extLst>
              </p:cNvPr>
              <p:cNvSpPr/>
              <p:nvPr/>
            </p:nvSpPr>
            <p:spPr>
              <a:xfrm>
                <a:off x="9405256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BF0EC43-6051-4CE0-9343-141C44058F15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5F3324F-CB19-46A0-BFB1-58A0E4740396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228FFE4-B64E-4491-9249-C5742529BC97}"/>
                  </a:ext>
                </a:extLst>
              </p:cNvPr>
              <p:cNvSpPr/>
              <p:nvPr/>
            </p:nvSpPr>
            <p:spPr>
              <a:xfrm>
                <a:off x="9862456" y="4369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E70FE18-2570-4CD2-9E02-6B50B95ED29C}"/>
                  </a:ext>
                </a:extLst>
              </p:cNvPr>
              <p:cNvSpPr/>
              <p:nvPr/>
            </p:nvSpPr>
            <p:spPr>
              <a:xfrm>
                <a:off x="10014856" y="4521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02AFEC0-14FF-4203-A336-A246D7712F56}"/>
                  </a:ext>
                </a:extLst>
              </p:cNvPr>
              <p:cNvSpPr/>
              <p:nvPr/>
            </p:nvSpPr>
            <p:spPr>
              <a:xfrm>
                <a:off x="10167256" y="4673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64A4D1A-8A01-45F5-BCD7-F2A964C06B4A}"/>
                  </a:ext>
                </a:extLst>
              </p:cNvPr>
              <p:cNvSpPr/>
              <p:nvPr/>
            </p:nvSpPr>
            <p:spPr>
              <a:xfrm>
                <a:off x="10319656" y="4826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9FF4747-C316-4B71-8DD2-E49133A90107}"/>
                  </a:ext>
                </a:extLst>
              </p:cNvPr>
              <p:cNvSpPr/>
              <p:nvPr/>
            </p:nvSpPr>
            <p:spPr>
              <a:xfrm>
                <a:off x="10472056" y="4978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0FE51C1-41D2-413A-8D7E-A890E8B64C0F}"/>
                  </a:ext>
                </a:extLst>
              </p:cNvPr>
              <p:cNvSpPr/>
              <p:nvPr/>
            </p:nvSpPr>
            <p:spPr>
              <a:xfrm>
                <a:off x="10624456" y="5131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79A2E10-83EA-4B5B-B3F5-58EBD6D09EA8}"/>
                  </a:ext>
                </a:extLst>
              </p:cNvPr>
              <p:cNvSpPr/>
              <p:nvPr/>
            </p:nvSpPr>
            <p:spPr>
              <a:xfrm>
                <a:off x="10776856" y="5283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F412135-6942-4A7E-89D9-A3AE2553DEA1}"/>
                  </a:ext>
                </a:extLst>
              </p:cNvPr>
              <p:cNvSpPr/>
              <p:nvPr/>
            </p:nvSpPr>
            <p:spPr>
              <a:xfrm>
                <a:off x="10929256" y="5435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913629D-419C-4B17-9AB7-9E2FA1D275FB}"/>
                  </a:ext>
                </a:extLst>
              </p:cNvPr>
              <p:cNvSpPr/>
              <p:nvPr/>
            </p:nvSpPr>
            <p:spPr>
              <a:xfrm>
                <a:off x="11081656" y="5588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650CB6B-A72A-4B9E-9D3A-A6B8C85CB554}"/>
                </a:ext>
              </a:extLst>
            </p:cNvPr>
            <p:cNvGrpSpPr/>
            <p:nvPr/>
          </p:nvGrpSpPr>
          <p:grpSpPr>
            <a:xfrm rot="19078181">
              <a:off x="2981810" y="2904112"/>
              <a:ext cx="2140857" cy="2140338"/>
              <a:chOff x="9100456" y="3607073"/>
              <a:chExt cx="2140857" cy="21403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647816-456E-44EC-99DA-F326D83B3C8B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054EBAA-1207-485E-AAF4-841FDE4294C4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B6F857-6DE3-469F-B420-F01EFA8B1CFE}"/>
                  </a:ext>
                </a:extLst>
              </p:cNvPr>
              <p:cNvSpPr/>
              <p:nvPr/>
            </p:nvSpPr>
            <p:spPr>
              <a:xfrm>
                <a:off x="9405256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462AAD-9C01-44B5-8F36-3667C9D09CF2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92CC52D-0BBE-418F-A991-C0A7AAC5A9A4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2E0DB34-E263-43BC-8C41-59FDBDA302CF}"/>
                  </a:ext>
                </a:extLst>
              </p:cNvPr>
              <p:cNvSpPr/>
              <p:nvPr/>
            </p:nvSpPr>
            <p:spPr>
              <a:xfrm>
                <a:off x="9862456" y="43690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954D0EF-1D3A-41E1-8A3B-D91B08829E18}"/>
                  </a:ext>
                </a:extLst>
              </p:cNvPr>
              <p:cNvSpPr/>
              <p:nvPr/>
            </p:nvSpPr>
            <p:spPr>
              <a:xfrm>
                <a:off x="10014856" y="45214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2AFE7DD-B25D-4D17-AA13-1A83A1F5FD66}"/>
                  </a:ext>
                </a:extLst>
              </p:cNvPr>
              <p:cNvSpPr/>
              <p:nvPr/>
            </p:nvSpPr>
            <p:spPr>
              <a:xfrm>
                <a:off x="10167256" y="46738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B855A4C-247B-443D-A964-AF01E34A2A44}"/>
                  </a:ext>
                </a:extLst>
              </p:cNvPr>
              <p:cNvSpPr/>
              <p:nvPr/>
            </p:nvSpPr>
            <p:spPr>
              <a:xfrm>
                <a:off x="10319656" y="48262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99D6EBC-F3B4-4F6B-8B6B-654BAE5D54DC}"/>
                  </a:ext>
                </a:extLst>
              </p:cNvPr>
              <p:cNvSpPr/>
              <p:nvPr/>
            </p:nvSpPr>
            <p:spPr>
              <a:xfrm>
                <a:off x="10472056" y="49786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23AA6CF-CCFA-4D9F-BD70-F03BDEF8E28B}"/>
                  </a:ext>
                </a:extLst>
              </p:cNvPr>
              <p:cNvSpPr/>
              <p:nvPr/>
            </p:nvSpPr>
            <p:spPr>
              <a:xfrm>
                <a:off x="10624456" y="51310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A36970A-249E-4F4C-81A1-E3C25D7C5D51}"/>
                  </a:ext>
                </a:extLst>
              </p:cNvPr>
              <p:cNvSpPr/>
              <p:nvPr/>
            </p:nvSpPr>
            <p:spPr>
              <a:xfrm>
                <a:off x="10776856" y="52834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D2A77D4-8EB2-4FDB-975E-21A5BB2FDE23}"/>
                  </a:ext>
                </a:extLst>
              </p:cNvPr>
              <p:cNvSpPr/>
              <p:nvPr/>
            </p:nvSpPr>
            <p:spPr>
              <a:xfrm>
                <a:off x="10929256" y="54358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87AEF33-2BDE-4965-BC88-4B197E26EE52}"/>
                  </a:ext>
                </a:extLst>
              </p:cNvPr>
              <p:cNvSpPr/>
              <p:nvPr/>
            </p:nvSpPr>
            <p:spPr>
              <a:xfrm>
                <a:off x="11081656" y="55882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81518AB-9EA7-4331-840B-AC28FCB759CF}"/>
                </a:ext>
              </a:extLst>
            </p:cNvPr>
            <p:cNvGrpSpPr/>
            <p:nvPr/>
          </p:nvGrpSpPr>
          <p:grpSpPr>
            <a:xfrm rot="17806165">
              <a:off x="5734518" y="3488307"/>
              <a:ext cx="769257" cy="768738"/>
              <a:chOff x="9100456" y="3607073"/>
              <a:chExt cx="769257" cy="7687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EAA4317-F341-47CC-BEF2-3066AD2BFEF6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D0B4425-FB50-4153-B6F0-212E46BE85E1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C14F170-EC78-48E4-8627-49F775F9F514}"/>
                  </a:ext>
                </a:extLst>
              </p:cNvPr>
              <p:cNvSpPr/>
              <p:nvPr/>
            </p:nvSpPr>
            <p:spPr>
              <a:xfrm>
                <a:off x="9405255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E0FABD6-A0EB-4069-BB1C-3DB89C2545AA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B1C9AB4-0CF4-4EBF-8B39-CDF84FE23F56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0C0800E-CED3-468A-9F9B-0E00A3FEBC90}"/>
                </a:ext>
              </a:extLst>
            </p:cNvPr>
            <p:cNvGrpSpPr/>
            <p:nvPr/>
          </p:nvGrpSpPr>
          <p:grpSpPr>
            <a:xfrm rot="17926048">
              <a:off x="5615951" y="3649799"/>
              <a:ext cx="921657" cy="921138"/>
              <a:chOff x="9100456" y="3607073"/>
              <a:chExt cx="921657" cy="9211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D04ED7-25F8-4D55-967B-A89B9F25D657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A5DE025-AFBA-41E2-95CA-44E07EA0681B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978A8A9-95C0-40B4-9797-BC4704CF3DC0}"/>
                  </a:ext>
                </a:extLst>
              </p:cNvPr>
              <p:cNvSpPr/>
              <p:nvPr/>
            </p:nvSpPr>
            <p:spPr>
              <a:xfrm>
                <a:off x="9405256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A870FFC-90D3-41AA-884C-ABA350E20820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6304E3B-E985-4996-966F-2804F939744D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2B3A123-E91A-4B0F-BD78-919DD3299ADB}"/>
                  </a:ext>
                </a:extLst>
              </p:cNvPr>
              <p:cNvSpPr/>
              <p:nvPr/>
            </p:nvSpPr>
            <p:spPr>
              <a:xfrm>
                <a:off x="9862456" y="4369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59B9A25D-1212-4D27-B14B-E9952C838A71}"/>
                </a:ext>
              </a:extLst>
            </p:cNvPr>
            <p:cNvGrpSpPr/>
            <p:nvPr/>
          </p:nvGrpSpPr>
          <p:grpSpPr>
            <a:xfrm>
              <a:off x="2597865" y="1928198"/>
              <a:ext cx="4174425" cy="432712"/>
              <a:chOff x="1837617" y="883615"/>
              <a:chExt cx="4174425" cy="432712"/>
            </a:xfrm>
          </p:grpSpPr>
          <p:sp>
            <p:nvSpPr>
              <p:cNvPr id="154" name="Rectangle: Single Corner Rounded 153">
                <a:extLst>
                  <a:ext uri="{FF2B5EF4-FFF2-40B4-BE49-F238E27FC236}">
                    <a16:creationId xmlns:a16="http://schemas.microsoft.com/office/drawing/2014/main" id="{654E3B9B-AFB0-4E2B-8531-BC2030884537}"/>
                  </a:ext>
                </a:extLst>
              </p:cNvPr>
              <p:cNvSpPr/>
              <p:nvPr/>
            </p:nvSpPr>
            <p:spPr>
              <a:xfrm flipV="1">
                <a:off x="1837617" y="1270608"/>
                <a:ext cx="322840" cy="45719"/>
              </a:xfrm>
              <a:prstGeom prst="round1Rect">
                <a:avLst/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EAB13E27-A161-4A2A-8A09-5DE672406717}"/>
                  </a:ext>
                </a:extLst>
              </p:cNvPr>
              <p:cNvSpPr txBox="1"/>
              <p:nvPr/>
            </p:nvSpPr>
            <p:spPr>
              <a:xfrm>
                <a:off x="2188375" y="909703"/>
                <a:ext cx="11512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</a:t>
                </a: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D1B4B8C4-A565-4667-9A62-EFE98027C997}"/>
                  </a:ext>
                </a:extLst>
              </p:cNvPr>
              <p:cNvSpPr/>
              <p:nvPr/>
            </p:nvSpPr>
            <p:spPr>
              <a:xfrm rot="17806165">
                <a:off x="3573907" y="1014800"/>
                <a:ext cx="159657" cy="15913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0B6EC12-B465-4B10-B5B1-12FA2568C6FA}"/>
                  </a:ext>
                </a:extLst>
              </p:cNvPr>
              <p:cNvSpPr txBox="1"/>
              <p:nvPr/>
            </p:nvSpPr>
            <p:spPr>
              <a:xfrm>
                <a:off x="3760473" y="883615"/>
                <a:ext cx="2251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Al</a:t>
                </a:r>
                <a:r>
                  <a:rPr lang="en-IN" baseline="-25000" dirty="0"/>
                  <a:t>2</a:t>
                </a:r>
                <a:r>
                  <a:rPr lang="en-IN" dirty="0"/>
                  <a:t>O</a:t>
                </a:r>
                <a:r>
                  <a:rPr lang="en-IN" baseline="-25000" dirty="0"/>
                  <a:t>3</a:t>
                </a:r>
                <a:r>
                  <a:rPr lang="en-IN" dirty="0"/>
                  <a:t>/SiO</a:t>
                </a:r>
                <a:r>
                  <a:rPr lang="en-IN" baseline="-25000" dirty="0"/>
                  <a:t>2</a:t>
                </a:r>
                <a:r>
                  <a:rPr lang="en-IN" dirty="0"/>
                  <a:t>/ZrO</a:t>
                </a:r>
                <a:r>
                  <a:rPr lang="en-IN" baseline="-25000" dirty="0"/>
                  <a:t>2</a:t>
                </a:r>
              </a:p>
            </p:txBody>
          </p:sp>
        </p:grp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D49292C-8375-49F3-B249-D0FC8629AF8E}"/>
                </a:ext>
              </a:extLst>
            </p:cNvPr>
            <p:cNvSpPr/>
            <p:nvPr/>
          </p:nvSpPr>
          <p:spPr>
            <a:xfrm flipH="1">
              <a:off x="8979029" y="2426989"/>
              <a:ext cx="809654" cy="1577745"/>
            </a:xfrm>
            <a:prstGeom prst="cube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Pero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56F147B6-2CC9-4359-9BA9-B042F01D0C16}"/>
                </a:ext>
              </a:extLst>
            </p:cNvPr>
            <p:cNvSpPr/>
            <p:nvPr/>
          </p:nvSpPr>
          <p:spPr>
            <a:xfrm flipH="1">
              <a:off x="8372565" y="2175140"/>
              <a:ext cx="809654" cy="2101263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bg1"/>
                </a:solidFill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22D3AB0F-B268-4F59-921B-AC1E1ACD8887}"/>
                </a:ext>
              </a:extLst>
            </p:cNvPr>
            <p:cNvGrpSpPr/>
            <p:nvPr/>
          </p:nvGrpSpPr>
          <p:grpSpPr>
            <a:xfrm>
              <a:off x="8496106" y="1296550"/>
              <a:ext cx="828175" cy="878590"/>
              <a:chOff x="6979867" y="974729"/>
              <a:chExt cx="828175" cy="878590"/>
            </a:xfrm>
          </p:grpSpPr>
          <p:sp>
            <p:nvSpPr>
              <p:cNvPr id="161" name="Arrow: Curved Up 160">
                <a:extLst>
                  <a:ext uri="{FF2B5EF4-FFF2-40B4-BE49-F238E27FC236}">
                    <a16:creationId xmlns:a16="http://schemas.microsoft.com/office/drawing/2014/main" id="{AB97005D-C496-4FA2-857C-2AAAD5F1162F}"/>
                  </a:ext>
                </a:extLst>
              </p:cNvPr>
              <p:cNvSpPr/>
              <p:nvPr/>
            </p:nvSpPr>
            <p:spPr>
              <a:xfrm rot="10071486">
                <a:off x="6979867" y="1303135"/>
                <a:ext cx="828175" cy="550184"/>
              </a:xfrm>
              <a:prstGeom prst="curvedUpArrow">
                <a:avLst>
                  <a:gd name="adj1" fmla="val 25000"/>
                  <a:gd name="adj2" fmla="val 75263"/>
                  <a:gd name="adj3" fmla="val 250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6D99224-61E8-4462-A24B-442CD32DAF5D}"/>
                  </a:ext>
                </a:extLst>
              </p:cNvPr>
              <p:cNvSpPr txBox="1"/>
              <p:nvPr/>
            </p:nvSpPr>
            <p:spPr>
              <a:xfrm>
                <a:off x="7290765" y="974729"/>
                <a:ext cx="346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</a:t>
                </a:r>
                <a:r>
                  <a:rPr lang="en-IN" baseline="30000" dirty="0"/>
                  <a:t>-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46B0ED2-588B-422E-BE0D-122E854D86D4}"/>
                </a:ext>
              </a:extLst>
            </p:cNvPr>
            <p:cNvSpPr txBox="1"/>
            <p:nvPr/>
          </p:nvSpPr>
          <p:spPr>
            <a:xfrm>
              <a:off x="9054048" y="1617051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  <a:latin typeface="Agency FB" panose="020B0503020202020204" pitchFamily="34" charset="0"/>
                </a:rPr>
                <a:t>X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425E8FF-E84C-49C7-A037-87B2A00BC551}"/>
                </a:ext>
              </a:extLst>
            </p:cNvPr>
            <p:cNvSpPr/>
            <p:nvPr/>
          </p:nvSpPr>
          <p:spPr>
            <a:xfrm>
              <a:off x="6528619" y="3428233"/>
              <a:ext cx="195388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 Mesoporous      scaﬀold</a:t>
              </a:r>
              <a:endParaRPr lang="en-IN" baseline="-25000" dirty="0"/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5474AAC1-939A-4C35-862E-B62C94EC698C}"/>
                </a:ext>
              </a:extLst>
            </p:cNvPr>
            <p:cNvCxnSpPr>
              <a:stCxn id="45" idx="3"/>
            </p:cNvCxnSpPr>
            <p:nvPr/>
          </p:nvCxnSpPr>
          <p:spPr>
            <a:xfrm>
              <a:off x="6553372" y="3813564"/>
              <a:ext cx="409456" cy="90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F6CC12F-FE82-48DC-BA66-A7EC65879023}"/>
                </a:ext>
              </a:extLst>
            </p:cNvPr>
            <p:cNvSpPr txBox="1"/>
            <p:nvPr/>
          </p:nvSpPr>
          <p:spPr>
            <a:xfrm>
              <a:off x="4035010" y="3490071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BE944D8-E036-4CCB-8B8C-299FA6EAA00F}"/>
                </a:ext>
              </a:extLst>
            </p:cNvPr>
            <p:cNvSpPr txBox="1"/>
            <p:nvPr/>
          </p:nvSpPr>
          <p:spPr>
            <a:xfrm>
              <a:off x="4027387" y="3084670"/>
              <a:ext cx="11328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Au/Ag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8D0DA4E-559F-44B3-B697-F28063CABB9E}"/>
                </a:ext>
              </a:extLst>
            </p:cNvPr>
            <p:cNvSpPr/>
            <p:nvPr/>
          </p:nvSpPr>
          <p:spPr>
            <a:xfrm>
              <a:off x="8618512" y="3091479"/>
              <a:ext cx="47160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baseline="-25000" dirty="0"/>
                <a:t>ETL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2940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roup 352">
            <a:extLst>
              <a:ext uri="{FF2B5EF4-FFF2-40B4-BE49-F238E27FC236}">
                <a16:creationId xmlns:a16="http://schemas.microsoft.com/office/drawing/2014/main" id="{930E8132-4706-48AB-8F6F-DE93AD38D0C1}"/>
              </a:ext>
            </a:extLst>
          </p:cNvPr>
          <p:cNvGrpSpPr/>
          <p:nvPr/>
        </p:nvGrpSpPr>
        <p:grpSpPr>
          <a:xfrm>
            <a:off x="354893" y="1361889"/>
            <a:ext cx="6161347" cy="4568231"/>
            <a:chOff x="354893" y="1361889"/>
            <a:chExt cx="6161347" cy="4568231"/>
          </a:xfrm>
        </p:grpSpPr>
        <p:sp>
          <p:nvSpPr>
            <p:cNvPr id="319" name="Rectangle: Single Corner Rounded 318">
              <a:extLst>
                <a:ext uri="{FF2B5EF4-FFF2-40B4-BE49-F238E27FC236}">
                  <a16:creationId xmlns:a16="http://schemas.microsoft.com/office/drawing/2014/main" id="{1CFE22B3-DF3A-4B71-A612-588BF0380898}"/>
                </a:ext>
              </a:extLst>
            </p:cNvPr>
            <p:cNvSpPr/>
            <p:nvPr/>
          </p:nvSpPr>
          <p:spPr>
            <a:xfrm>
              <a:off x="369187" y="393928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Single Corner Rounded 16">
              <a:extLst>
                <a:ext uri="{FF2B5EF4-FFF2-40B4-BE49-F238E27FC236}">
                  <a16:creationId xmlns:a16="http://schemas.microsoft.com/office/drawing/2014/main" id="{82096DAA-CDC0-4DB2-A804-49E957AA4B15}"/>
                </a:ext>
              </a:extLst>
            </p:cNvPr>
            <p:cNvSpPr/>
            <p:nvPr/>
          </p:nvSpPr>
          <p:spPr>
            <a:xfrm>
              <a:off x="362040" y="353683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7030A0"/>
            </a:solidFill>
            <a:ln w="12700" cap="flat" cmpd="sng" algn="ctr">
              <a:solidFill>
                <a:srgbClr val="7030A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Rectangle: Single Corner Rounded 324">
              <a:extLst>
                <a:ext uri="{FF2B5EF4-FFF2-40B4-BE49-F238E27FC236}">
                  <a16:creationId xmlns:a16="http://schemas.microsoft.com/office/drawing/2014/main" id="{E1159188-EBCF-4D21-A193-E4592B74811A}"/>
                </a:ext>
              </a:extLst>
            </p:cNvPr>
            <p:cNvSpPr/>
            <p:nvPr/>
          </p:nvSpPr>
          <p:spPr>
            <a:xfrm>
              <a:off x="354893" y="309898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92473C-3D73-47F4-B6C3-9C4B444EB0B7}"/>
                </a:ext>
              </a:extLst>
            </p:cNvPr>
            <p:cNvSpPr txBox="1"/>
            <p:nvPr/>
          </p:nvSpPr>
          <p:spPr>
            <a:xfrm rot="120000">
              <a:off x="1261128" y="465600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974E4194-C3D8-4C60-A764-A5CD752F6E1F}"/>
                </a:ext>
              </a:extLst>
            </p:cNvPr>
            <p:cNvSpPr/>
            <p:nvPr/>
          </p:nvSpPr>
          <p:spPr>
            <a:xfrm>
              <a:off x="381961" y="2668293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: Single Corner Rounded 6">
              <a:extLst>
                <a:ext uri="{FF2B5EF4-FFF2-40B4-BE49-F238E27FC236}">
                  <a16:creationId xmlns:a16="http://schemas.microsoft.com/office/drawing/2014/main" id="{93829716-4D9F-4912-9326-F197EBBFFB76}"/>
                </a:ext>
              </a:extLst>
            </p:cNvPr>
            <p:cNvSpPr/>
            <p:nvPr/>
          </p:nvSpPr>
          <p:spPr>
            <a:xfrm>
              <a:off x="900732" y="2400617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CBABA890-E971-4801-BC06-E0AA9F7E55B0}"/>
                </a:ext>
              </a:extLst>
            </p:cNvPr>
            <p:cNvSpPr txBox="1"/>
            <p:nvPr/>
          </p:nvSpPr>
          <p:spPr>
            <a:xfrm>
              <a:off x="1546597" y="4171628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ETL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BBCBE8-32A4-4A05-8869-CB31B3C70E6E}"/>
                </a:ext>
              </a:extLst>
            </p:cNvPr>
            <p:cNvSpPr txBox="1"/>
            <p:nvPr/>
          </p:nvSpPr>
          <p:spPr>
            <a:xfrm>
              <a:off x="1629506" y="3429817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99B52CAE-61CB-4CC0-A7B0-61BFD5068FB9}"/>
                </a:ext>
              </a:extLst>
            </p:cNvPr>
            <p:cNvSpPr txBox="1"/>
            <p:nvPr/>
          </p:nvSpPr>
          <p:spPr>
            <a:xfrm>
              <a:off x="1575414" y="2972070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D743AE22-4454-494A-87DF-14D103D52B93}"/>
                </a:ext>
              </a:extLst>
            </p:cNvPr>
            <p:cNvSpPr txBox="1"/>
            <p:nvPr/>
          </p:nvSpPr>
          <p:spPr>
            <a:xfrm>
              <a:off x="903502" y="379504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10F4C3A9-E3F4-42EB-864B-670F6FEEE365}"/>
                </a:ext>
              </a:extLst>
            </p:cNvPr>
            <p:cNvGrpSpPr/>
            <p:nvPr/>
          </p:nvGrpSpPr>
          <p:grpSpPr>
            <a:xfrm>
              <a:off x="4483199" y="1361889"/>
              <a:ext cx="2033041" cy="4568231"/>
              <a:chOff x="7228105" y="977550"/>
              <a:chExt cx="2033041" cy="4568231"/>
            </a:xfrm>
          </p:grpSpPr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D8DE6D37-92DA-444F-AADE-94C5924B6096}"/>
                  </a:ext>
                </a:extLst>
              </p:cNvPr>
              <p:cNvSpPr/>
              <p:nvPr/>
            </p:nvSpPr>
            <p:spPr>
              <a:xfrm flipH="1">
                <a:off x="8451492" y="1162216"/>
                <a:ext cx="809654" cy="2965939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4BE99C38-C479-4530-A5A6-FF3137BAC8C2}"/>
                  </a:ext>
                </a:extLst>
              </p:cNvPr>
              <p:cNvSpPr/>
              <p:nvPr/>
            </p:nvSpPr>
            <p:spPr>
              <a:xfrm flipH="1">
                <a:off x="7834569" y="1872343"/>
                <a:ext cx="809654" cy="2622804"/>
              </a:xfrm>
              <a:prstGeom prst="cub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9CBD3AE6-B553-4371-9D71-55A7236783AB}"/>
                  </a:ext>
                </a:extLst>
              </p:cNvPr>
              <p:cNvSpPr/>
              <p:nvPr/>
            </p:nvSpPr>
            <p:spPr>
              <a:xfrm flipH="1">
                <a:off x="7228105" y="2231988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116D8B21-28FF-4286-AB9E-D4339B175AD2}"/>
                  </a:ext>
                </a:extLst>
              </p:cNvPr>
              <p:cNvGrpSpPr/>
              <p:nvPr/>
            </p:nvGrpSpPr>
            <p:grpSpPr>
              <a:xfrm>
                <a:off x="7295029" y="977550"/>
                <a:ext cx="828175" cy="878590"/>
                <a:chOff x="8456295" y="1539384"/>
                <a:chExt cx="828175" cy="878590"/>
              </a:xfrm>
            </p:grpSpPr>
            <p:sp>
              <p:nvSpPr>
                <p:cNvPr id="338" name="Arrow: Curved Up 337">
                  <a:extLst>
                    <a:ext uri="{FF2B5EF4-FFF2-40B4-BE49-F238E27FC236}">
                      <a16:creationId xmlns:a16="http://schemas.microsoft.com/office/drawing/2014/main" id="{0EED1062-2BB4-4861-A21C-ADB829B3767E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9" name="TextBox 338">
                  <a:extLst>
                    <a:ext uri="{FF2B5EF4-FFF2-40B4-BE49-F238E27FC236}">
                      <a16:creationId xmlns:a16="http://schemas.microsoft.com/office/drawing/2014/main" id="{7F312D2E-29FC-43C5-96C2-E4F3C0DB8FF3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346" name="Group 345">
                <a:extLst>
                  <a:ext uri="{FF2B5EF4-FFF2-40B4-BE49-F238E27FC236}">
                    <a16:creationId xmlns:a16="http://schemas.microsoft.com/office/drawing/2014/main" id="{4213F0B4-1509-4791-AFB2-2000B213E9CB}"/>
                  </a:ext>
                </a:extLst>
              </p:cNvPr>
              <p:cNvGrpSpPr/>
              <p:nvPr/>
            </p:nvGrpSpPr>
            <p:grpSpPr>
              <a:xfrm>
                <a:off x="8222965" y="4525523"/>
                <a:ext cx="828175" cy="1020258"/>
                <a:chOff x="9041911" y="4595889"/>
                <a:chExt cx="828175" cy="1020258"/>
              </a:xfrm>
            </p:grpSpPr>
            <p:sp>
              <p:nvSpPr>
                <p:cNvPr id="347" name="Arrow: Curved Up 346">
                  <a:extLst>
                    <a:ext uri="{FF2B5EF4-FFF2-40B4-BE49-F238E27FC236}">
                      <a16:creationId xmlns:a16="http://schemas.microsoft.com/office/drawing/2014/main" id="{A86632AC-83A2-4F43-A9F6-D225100908F6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EAD0FB05-CEF1-4DE5-BFD5-511E8C129107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27786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5D8C2216-9D23-4972-896F-1EEDBB21B806}"/>
              </a:ext>
            </a:extLst>
          </p:cNvPr>
          <p:cNvGrpSpPr/>
          <p:nvPr/>
        </p:nvGrpSpPr>
        <p:grpSpPr>
          <a:xfrm>
            <a:off x="0" y="1030657"/>
            <a:ext cx="7138783" cy="5237394"/>
            <a:chOff x="0" y="1030657"/>
            <a:chExt cx="7138783" cy="523739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80572B-81BE-4A8A-BCB9-7B14125DA6E6}"/>
                </a:ext>
              </a:extLst>
            </p:cNvPr>
            <p:cNvGrpSpPr/>
            <p:nvPr/>
          </p:nvGrpSpPr>
          <p:grpSpPr>
            <a:xfrm>
              <a:off x="0" y="1942713"/>
              <a:ext cx="4222864" cy="3868568"/>
              <a:chOff x="1724604" y="1181153"/>
              <a:chExt cx="4222864" cy="3868568"/>
            </a:xfrm>
          </p:grpSpPr>
          <p:sp>
            <p:nvSpPr>
              <p:cNvPr id="21" name="Rectangle: Single Corner Rounded 20">
                <a:extLst>
                  <a:ext uri="{FF2B5EF4-FFF2-40B4-BE49-F238E27FC236}">
                    <a16:creationId xmlns:a16="http://schemas.microsoft.com/office/drawing/2014/main" id="{B10ADCD1-D484-4895-BC98-4738DB51CC9A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>
                <a:softEdge rad="0"/>
              </a:effectLst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 prst="riblet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: Single Corner Rounded 21">
                <a:extLst>
                  <a:ext uri="{FF2B5EF4-FFF2-40B4-BE49-F238E27FC236}">
                    <a16:creationId xmlns:a16="http://schemas.microsoft.com/office/drawing/2014/main" id="{5372BBA5-B31D-418A-A0A3-DE468CA59182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: Single Corner Rounded 22">
                <a:extLst>
                  <a:ext uri="{FF2B5EF4-FFF2-40B4-BE49-F238E27FC236}">
                    <a16:creationId xmlns:a16="http://schemas.microsoft.com/office/drawing/2014/main" id="{8B743692-6B19-4261-BD0C-A36DD7D6ED6E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FA7A61-B79D-4851-9C87-DD26C8AF282B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4C004B6-3C04-4900-90DA-5CB85362631C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33" name="Rectangle: Single Corner Rounded 32">
                  <a:extLst>
                    <a:ext uri="{FF2B5EF4-FFF2-40B4-BE49-F238E27FC236}">
                      <a16:creationId xmlns:a16="http://schemas.microsoft.com/office/drawing/2014/main" id="{7D2EE115-325A-4BB7-ACBE-0EA7A96B1219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0BE8DFE2-896F-494E-9A2A-1867A765E2DE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3C5082B4-54AB-42B7-A117-67D99ACE3E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8A2937BC-89C5-47B5-90E6-3C8868F045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FFABB481-9193-48F7-8E40-6B3E564C28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0121116A-1922-401A-9ED5-A723E5ED03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5883D82F-E541-4809-9A64-CE4BD2151C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3DCBD33F-0575-48DA-92FB-43673FE0DA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080226A7-8BC9-4EF5-89C4-9F76914142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1614C9D3-5AD7-41D8-8AAA-471FC06338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215AED5D-3ECF-45DA-9436-FC6AAFEA5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3CD24B1C-DFBC-43F6-9C31-0455B121E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67FC9EC-3A38-4DC2-B877-C8D59CBD0F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166AB74D-E12D-4DEA-A6B8-E616183A6D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E8CDFFFA-E9B4-41E5-84FF-F561221565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E9121F26-6767-4923-8CF2-FFE6D12A36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8CDEF048-DFD5-4D1B-8017-F8288B2DF3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9493BA1F-A7F3-4C29-8AA1-92A8B7D315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A2F15088-288C-4246-BDFB-2EB8AFDB26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EC3B5E76-E2FE-4076-81D9-5F9A8473C7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AEAF8450-51B2-46D9-BFCD-1248E862B5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3865DDB7-5ABD-4CF5-8245-2DB2B1E27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8DDDDEB2-FBAF-4433-B824-C637300898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C1FBC987-2A79-4E48-9D0B-970354670C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86B34FF3-AAE6-4E60-BDBA-B9D1BE1E32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79C10370-B925-4CD8-8306-37013BF347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55B7012E-433A-4759-8E76-7D369B9021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023E549A-BFA9-4062-A441-7D77CA6443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BA8A7336-2A80-4DCC-9832-2C1173FE02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03BDD739-D40B-42B2-8DEC-88D94EF96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E02830A2-7545-4286-BFB4-ED2DCA53B8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7BD49689-4117-47DD-BC6A-3D013945F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6A46762B-221C-43C3-A478-20B0885CC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84A1DF45-A172-4EDF-9150-A6C801253F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48324A82-6CDC-45B2-BFAC-A8E2FC1B7B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12815AE3-CE1F-4547-BFCD-F38A40F7B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36739F21-F07E-4025-A268-4A323DADDB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B6895477-9348-4594-86A0-439192F5CD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EDC168A5-D26C-4732-A949-ABB0AD1604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F8238A8F-D004-4962-898B-98D479918A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7608A472-8670-4D75-92BF-02D6027DD31C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51251FE2-4C82-49DD-AAC2-BBBF61A206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832E9977-E7E4-4C32-A6E5-37ED576FE6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9D10D1B6-DA90-420C-B759-4421F7BE6A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8C5C5E56-EE01-4CF1-91D2-D762F1DF0E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4419E79D-0F73-471B-93B5-84A7031768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ECE06FEB-53C4-405D-A056-0183E96855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FB1F221E-F2B4-4FFF-9AAF-31E9CE5EDB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F6DEE2C6-7142-4FCC-9EAF-F4ECD6A0CD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C66C7260-AAE2-4E2E-A9C8-C749383F23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225F27CC-BF64-4B28-B9FB-9DBAA564CB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2245E456-2231-40D2-A47E-7ACBBE6AC0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019320C3-14D2-421D-A622-A3ADEE4D0F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4C218437-64FA-4392-A976-F192450A78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7B1FBD0B-37B3-4BCF-9526-2DCFD99C6E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6B29AE9B-C736-4552-919A-3B56DAAE27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6" name="Rectangle: Single Corner Rounded 25">
                <a:extLst>
                  <a:ext uri="{FF2B5EF4-FFF2-40B4-BE49-F238E27FC236}">
                    <a16:creationId xmlns:a16="http://schemas.microsoft.com/office/drawing/2014/main" id="{140696E7-991B-4A8C-8E85-E3471C2FF36C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rgbClr val="FDC22F">
                  <a:alpha val="98824"/>
                </a:srgb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 prst="cross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: Single Corner Rounded 26">
                <a:extLst>
                  <a:ext uri="{FF2B5EF4-FFF2-40B4-BE49-F238E27FC236}">
                    <a16:creationId xmlns:a16="http://schemas.microsoft.com/office/drawing/2014/main" id="{0C316195-C35E-458B-85E0-142C49024CB4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83F1A7-FF64-498F-A5D9-CC47A1D47225}"/>
                  </a:ext>
                </a:extLst>
              </p:cNvPr>
              <p:cNvSpPr txBox="1"/>
              <p:nvPr/>
            </p:nvSpPr>
            <p:spPr>
              <a:xfrm>
                <a:off x="3271201" y="341006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2892F3-ECC1-426F-8F8F-2EFF9991FE83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015DD7B-EEC1-4440-B6DC-BB12DCFA15DC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HTL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F30FA9-46E9-47E3-9F23-4F5A08E59A9E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B3DAD63-9933-4ECA-A2DD-35D435F5F47E}"/>
                  </a:ext>
                </a:extLst>
              </p:cNvPr>
              <p:cNvSpPr txBox="1"/>
              <p:nvPr/>
            </p:nvSpPr>
            <p:spPr>
              <a:xfrm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9E78767-4CFF-4CF6-B10E-DD2853687F15}"/>
                </a:ext>
              </a:extLst>
            </p:cNvPr>
            <p:cNvGrpSpPr/>
            <p:nvPr/>
          </p:nvGrpSpPr>
          <p:grpSpPr>
            <a:xfrm>
              <a:off x="4483199" y="1030657"/>
              <a:ext cx="2655584" cy="5237394"/>
              <a:chOff x="4483199" y="1030657"/>
              <a:chExt cx="2655584" cy="5237394"/>
            </a:xfrm>
          </p:grpSpPr>
          <p:sp>
            <p:nvSpPr>
              <p:cNvPr id="5" name="Cube 4">
                <a:extLst>
                  <a:ext uri="{FF2B5EF4-FFF2-40B4-BE49-F238E27FC236}">
                    <a16:creationId xmlns:a16="http://schemas.microsoft.com/office/drawing/2014/main" id="{00C25403-4CDB-4CA0-A92B-A3AE62B651E6}"/>
                  </a:ext>
                </a:extLst>
              </p:cNvPr>
              <p:cNvSpPr/>
              <p:nvPr/>
            </p:nvSpPr>
            <p:spPr>
              <a:xfrm flipH="1">
                <a:off x="6315928" y="1399989"/>
                <a:ext cx="809654" cy="2965939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916E4F46-AA4B-421A-A7FA-1D4F0CDB39FD}"/>
                  </a:ext>
                </a:extLst>
              </p:cNvPr>
              <p:cNvSpPr/>
              <p:nvPr/>
            </p:nvSpPr>
            <p:spPr>
              <a:xfrm flipH="1">
                <a:off x="5696127" y="1937368"/>
                <a:ext cx="809654" cy="3304806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 NC’s</a:t>
                </a:r>
              </a:p>
            </p:txBody>
          </p:sp>
          <p:sp>
            <p:nvSpPr>
              <p:cNvPr id="7" name="Cube 6">
                <a:extLst>
                  <a:ext uri="{FF2B5EF4-FFF2-40B4-BE49-F238E27FC236}">
                    <a16:creationId xmlns:a16="http://schemas.microsoft.com/office/drawing/2014/main" id="{F37C45A0-414B-41CF-8C71-0ECB3409C110}"/>
                  </a:ext>
                </a:extLst>
              </p:cNvPr>
              <p:cNvSpPr/>
              <p:nvPr/>
            </p:nvSpPr>
            <p:spPr>
              <a:xfrm flipH="1">
                <a:off x="5089663" y="2256682"/>
                <a:ext cx="809654" cy="2622804"/>
              </a:xfrm>
              <a:prstGeom prst="cub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8" name="Cube 7">
                <a:extLst>
                  <a:ext uri="{FF2B5EF4-FFF2-40B4-BE49-F238E27FC236}">
                    <a16:creationId xmlns:a16="http://schemas.microsoft.com/office/drawing/2014/main" id="{4BA4CA86-344E-4A97-BF3E-995BED3D8311}"/>
                  </a:ext>
                </a:extLst>
              </p:cNvPr>
              <p:cNvSpPr/>
              <p:nvPr/>
            </p:nvSpPr>
            <p:spPr>
              <a:xfrm flipH="1">
                <a:off x="4483199" y="2616327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C9EC681-EEF8-42A6-A2FF-04F179716204}"/>
                  </a:ext>
                </a:extLst>
              </p:cNvPr>
              <p:cNvGrpSpPr/>
              <p:nvPr/>
            </p:nvGrpSpPr>
            <p:grpSpPr>
              <a:xfrm>
                <a:off x="5272779" y="1030657"/>
                <a:ext cx="828175" cy="878590"/>
                <a:chOff x="8456295" y="1539384"/>
                <a:chExt cx="828175" cy="878590"/>
              </a:xfrm>
            </p:grpSpPr>
            <p:sp>
              <p:nvSpPr>
                <p:cNvPr id="19" name="Arrow: Curved Up 18">
                  <a:extLst>
                    <a:ext uri="{FF2B5EF4-FFF2-40B4-BE49-F238E27FC236}">
                      <a16:creationId xmlns:a16="http://schemas.microsoft.com/office/drawing/2014/main" id="{C57452F9-7DFC-4495-B962-C7D13DCA8D5B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8BF12D0-7B31-4902-AF08-2C72B4CDBC6A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105A7FD-E046-4505-A8FC-AE167BCE7835}"/>
                  </a:ext>
                </a:extLst>
              </p:cNvPr>
              <p:cNvGrpSpPr/>
              <p:nvPr/>
            </p:nvGrpSpPr>
            <p:grpSpPr>
              <a:xfrm>
                <a:off x="4550123" y="1361889"/>
                <a:ext cx="828175" cy="878590"/>
                <a:chOff x="8456295" y="1539384"/>
                <a:chExt cx="828175" cy="878590"/>
              </a:xfrm>
            </p:grpSpPr>
            <p:sp>
              <p:nvSpPr>
                <p:cNvPr id="17" name="Arrow: Curved Up 16">
                  <a:extLst>
                    <a:ext uri="{FF2B5EF4-FFF2-40B4-BE49-F238E27FC236}">
                      <a16:creationId xmlns:a16="http://schemas.microsoft.com/office/drawing/2014/main" id="{F2852F9C-8ACA-4EF4-9551-671DCAEC2507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42C59B4-6B7B-401F-A6D8-5030C33578C9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10BD5B0-EADE-46A7-B5E4-67047D203F14}"/>
                  </a:ext>
                </a:extLst>
              </p:cNvPr>
              <p:cNvGrpSpPr/>
              <p:nvPr/>
            </p:nvGrpSpPr>
            <p:grpSpPr>
              <a:xfrm>
                <a:off x="6310608" y="5207472"/>
                <a:ext cx="828175" cy="1020258"/>
                <a:chOff x="9041911" y="4595889"/>
                <a:chExt cx="828175" cy="1020258"/>
              </a:xfrm>
            </p:grpSpPr>
            <p:sp>
              <p:nvSpPr>
                <p:cNvPr id="15" name="Arrow: Curved Up 14">
                  <a:extLst>
                    <a:ext uri="{FF2B5EF4-FFF2-40B4-BE49-F238E27FC236}">
                      <a16:creationId xmlns:a16="http://schemas.microsoft.com/office/drawing/2014/main" id="{C316AF74-5A7E-4FAD-A8E9-99F610011737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14920A1-391C-4114-A852-4936134CCC97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1C55EC1-9854-42B3-BD24-CF2A02433A82}"/>
                  </a:ext>
                </a:extLst>
              </p:cNvPr>
              <p:cNvGrpSpPr/>
              <p:nvPr/>
            </p:nvGrpSpPr>
            <p:grpSpPr>
              <a:xfrm rot="1194492">
                <a:off x="5338910" y="5247793"/>
                <a:ext cx="828175" cy="1020258"/>
                <a:chOff x="9041911" y="4595889"/>
                <a:chExt cx="828175" cy="1020258"/>
              </a:xfrm>
            </p:grpSpPr>
            <p:sp>
              <p:nvSpPr>
                <p:cNvPr id="13" name="Arrow: Curved Up 12">
                  <a:extLst>
                    <a:ext uri="{FF2B5EF4-FFF2-40B4-BE49-F238E27FC236}">
                      <a16:creationId xmlns:a16="http://schemas.microsoft.com/office/drawing/2014/main" id="{A21DBB6D-A612-4025-980B-F4F6D4F38064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11FB741-3DA1-41F5-8197-EA63C1029370}"/>
                    </a:ext>
                  </a:extLst>
                </p:cNvPr>
                <p:cNvSpPr txBox="1"/>
                <p:nvPr/>
              </p:nvSpPr>
              <p:spPr>
                <a:xfrm rot="20405508"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91982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F39AC1FF-82AC-4090-8A8D-DD37AC0E4A01}"/>
              </a:ext>
            </a:extLst>
          </p:cNvPr>
          <p:cNvGrpSpPr/>
          <p:nvPr/>
        </p:nvGrpSpPr>
        <p:grpSpPr>
          <a:xfrm>
            <a:off x="0" y="1312080"/>
            <a:ext cx="6610194" cy="4580849"/>
            <a:chOff x="0" y="1312080"/>
            <a:chExt cx="6610194" cy="458084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EB917-841A-40A1-BBDA-437800E90DE3}"/>
                </a:ext>
              </a:extLst>
            </p:cNvPr>
            <p:cNvGrpSpPr/>
            <p:nvPr/>
          </p:nvGrpSpPr>
          <p:grpSpPr>
            <a:xfrm>
              <a:off x="0" y="1868269"/>
              <a:ext cx="4222864" cy="3444661"/>
              <a:chOff x="1724604" y="1181153"/>
              <a:chExt cx="4222864" cy="3444661"/>
            </a:xfrm>
          </p:grpSpPr>
          <p:sp>
            <p:nvSpPr>
              <p:cNvPr id="3" name="Rectangle: Single Corner Rounded 2">
                <a:extLst>
                  <a:ext uri="{FF2B5EF4-FFF2-40B4-BE49-F238E27FC236}">
                    <a16:creationId xmlns:a16="http://schemas.microsoft.com/office/drawing/2014/main" id="{41D01950-DF48-4372-950E-9B5DABAC87A5}"/>
                  </a:ext>
                </a:extLst>
              </p:cNvPr>
              <p:cNvSpPr/>
              <p:nvPr/>
            </p:nvSpPr>
            <p:spPr>
              <a:xfrm>
                <a:off x="2091777" y="2753814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 prst="angle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C83321-4809-4895-846D-7C6FCEF2E8D7}"/>
                  </a:ext>
                </a:extLst>
              </p:cNvPr>
              <p:cNvSpPr txBox="1"/>
              <p:nvPr/>
            </p:nvSpPr>
            <p:spPr>
              <a:xfrm rot="120000">
                <a:off x="3055592" y="3446212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sp>
            <p:nvSpPr>
              <p:cNvPr id="5" name="Rectangle: Single Corner Rounded 4">
                <a:extLst>
                  <a:ext uri="{FF2B5EF4-FFF2-40B4-BE49-F238E27FC236}">
                    <a16:creationId xmlns:a16="http://schemas.microsoft.com/office/drawing/2014/main" id="{765DB3B9-08D9-44EE-B95E-F269E50328E8}"/>
                  </a:ext>
                </a:extLst>
              </p:cNvPr>
              <p:cNvSpPr/>
              <p:nvPr/>
            </p:nvSpPr>
            <p:spPr>
              <a:xfrm>
                <a:off x="2084630" y="2329527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E0C3F57-EF9F-4095-9225-B05EBAB7CACD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13" name="Rectangle: Single Corner Rounded 12">
                  <a:extLst>
                    <a:ext uri="{FF2B5EF4-FFF2-40B4-BE49-F238E27FC236}">
                      <a16:creationId xmlns:a16="http://schemas.microsoft.com/office/drawing/2014/main" id="{D1230B02-224E-4A20-A09E-C770AB20CE82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  <a:bevelB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DEA4C1D-831D-4C1E-9559-309C219EFC27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266A26D3-C709-433A-A470-221EA4B4D6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5772C67C-41D7-470E-98EE-2BA8C8F36C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7FB90786-3876-4BA9-873C-13DF2D7502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67E68C05-8E6B-4735-94A3-5E222288A5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70505F9F-335D-4E00-BB16-FF41A74373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E251B4CB-43F7-4FE3-863C-B83519D5B3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6690E2DB-5EF7-4149-B64E-6F78ABD35B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CCFBA235-10A3-47AC-889A-B4A2CB6D8F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841E523A-A325-4D46-BE72-4DA08F8FFF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3D43BAAC-F462-4475-AA48-F10B522EC2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08DA6D8B-85AC-46D7-9F9C-970987D7E5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E9A7B2D6-0E95-4614-AAF2-3E339223A2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08207B74-8D47-4C9D-9C86-B0D9DE484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A2691968-0C74-4D2A-9C04-84C129283C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1C4193F0-05A3-4EAC-BDD5-10C5B8CCD8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2F386839-797D-4BEF-AD52-789C05FC40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E1146687-FE5C-4430-B14C-3FBCE6CC8F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8B405AA4-4696-48C5-977C-CFAF1E9EDD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E1A2616E-3AEA-4F89-A836-CE00102818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602C22F6-0648-45D9-AF6B-DB95F7E2AB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7BC2E47D-1F78-4905-9302-B6283ABB2F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299DB08B-420B-49CD-B7B3-0FBDEDD977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B0EAD1EF-B63A-4B61-8869-2422132F3C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2E52C8E0-4EFB-4CE5-9204-9BD62337FE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C9D1D8CA-C348-45D4-85F9-8EA9EF1025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7E3A7614-9F79-4D92-8883-F569534F6F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6A9C9F9F-0D86-4762-9623-15E7C132AB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B5D9FCD3-9B2D-46DE-A719-CB66C0F742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9E0CC2F2-C1EE-4A0C-8EBA-4521AC83AB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6CCCA01-F150-4451-A9A8-EE7BD5A329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95BBEBF-6C1C-4EAE-8A2E-340B3B56AD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99C4F3E3-8127-49B0-AD54-FE12FF8856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440C04B4-ED95-4FCF-8FDD-D46620AA44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EEC69055-FD8A-48A5-BA9E-92A455D7A1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B96CECC3-8293-4FBF-8790-A77B5EA819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5B28C6F4-D6EE-4B0D-8EAA-F9259A7BC7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A9666EAD-02A8-4068-B054-27A95C5F45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0CA43979-1AE1-449B-8A9F-DE9D65D8F1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994BCB00-25AD-4C81-8DA9-21F06E8FD25C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33998B0F-75E7-4466-B229-7ABF6500D2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655B8F64-2341-4902-A901-55838CFE5B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4698C15C-4796-4CBA-BBEB-40E47A49BB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95041BC9-5BB7-479D-B508-782640115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C9281E9A-73BE-417A-BE9F-36195DEE44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1A33EE18-22CF-441D-8086-CCFEAB50D8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BCA219CB-3209-4074-B6EE-ABF9EE85D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3BBADA5-DA8D-4BBA-9A84-F43CA111C5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FA8C4BA0-DED5-4B75-9995-4B1DBBEA4E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F5210C7-B40A-45D2-852D-49DA9A471C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3B0023D6-1476-4464-AA2B-FAED713D4C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5FC73881-C383-401D-B2A0-47FDC4AB32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1F4C490-E866-4983-AD81-BBD455A325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C485DC0E-A8A1-4C1F-859A-15D349624C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A22DCD65-3EF9-49CA-81AA-A0661D6063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" name="Rectangle: Single Corner Rounded 6">
                <a:extLst>
                  <a:ext uri="{FF2B5EF4-FFF2-40B4-BE49-F238E27FC236}">
                    <a16:creationId xmlns:a16="http://schemas.microsoft.com/office/drawing/2014/main" id="{4A00AB70-0280-4E2B-A8BB-1E806DCB7988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rgbClr val="FDC22F">
                  <a:alpha val="98824"/>
                </a:srgb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: Single Corner Rounded 7">
                <a:extLst>
                  <a:ext uri="{FF2B5EF4-FFF2-40B4-BE49-F238E27FC236}">
                    <a16:creationId xmlns:a16="http://schemas.microsoft.com/office/drawing/2014/main" id="{14320031-D2A8-43AB-8F49-780AEE7B836C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741748-D0DC-4F7F-9B1B-A37FE7D95567}"/>
                  </a:ext>
                </a:extLst>
              </p:cNvPr>
              <p:cNvSpPr txBox="1"/>
              <p:nvPr/>
            </p:nvSpPr>
            <p:spPr>
              <a:xfrm>
                <a:off x="3319372" y="3031027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83DCC-5B82-4397-8213-DB57DACB5812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592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QDs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6BFD85-248A-410C-B6EA-64A5BE491B75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HTL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89D27F-3FE5-4C31-AFBA-A52CA04B3747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C58BC01-9B7E-4C68-8549-CCA81EB4B93A}"/>
                </a:ext>
              </a:extLst>
            </p:cNvPr>
            <p:cNvGrpSpPr/>
            <p:nvPr/>
          </p:nvGrpSpPr>
          <p:grpSpPr>
            <a:xfrm>
              <a:off x="4504132" y="1312080"/>
              <a:ext cx="2106062" cy="4580849"/>
              <a:chOff x="7655385" y="1181153"/>
              <a:chExt cx="2106062" cy="4580849"/>
            </a:xfrm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AE614975-D141-4C7C-A1B4-8DE351CEE101}"/>
                  </a:ext>
                </a:extLst>
              </p:cNvPr>
              <p:cNvSpPr/>
              <p:nvPr/>
            </p:nvSpPr>
            <p:spPr>
              <a:xfrm flipH="1">
                <a:off x="8878958" y="1550485"/>
                <a:ext cx="809654" cy="2760927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7AE837C-FBED-46CE-9F15-743E6855FFF9}"/>
                  </a:ext>
                </a:extLst>
              </p:cNvPr>
              <p:cNvSpPr/>
              <p:nvPr/>
            </p:nvSpPr>
            <p:spPr>
              <a:xfrm flipH="1">
                <a:off x="8259157" y="2087865"/>
                <a:ext cx="809654" cy="2572786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 NC’s</a:t>
                </a:r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EE608B24-8E3C-47DE-8B7B-8D42B58F73B7}"/>
                  </a:ext>
                </a:extLst>
              </p:cNvPr>
              <p:cNvSpPr/>
              <p:nvPr/>
            </p:nvSpPr>
            <p:spPr>
              <a:xfrm flipH="1">
                <a:off x="7655385" y="2480176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88D94CCB-C337-409C-BA8F-DF3D72AA9356}"/>
                  </a:ext>
                </a:extLst>
              </p:cNvPr>
              <p:cNvGrpSpPr/>
              <p:nvPr/>
            </p:nvGrpSpPr>
            <p:grpSpPr>
              <a:xfrm>
                <a:off x="7835809" y="1181153"/>
                <a:ext cx="828175" cy="878590"/>
                <a:chOff x="8456295" y="1539384"/>
                <a:chExt cx="828175" cy="878590"/>
              </a:xfrm>
            </p:grpSpPr>
            <p:sp>
              <p:nvSpPr>
                <p:cNvPr id="84" name="Arrow: Curved Up 83">
                  <a:extLst>
                    <a:ext uri="{FF2B5EF4-FFF2-40B4-BE49-F238E27FC236}">
                      <a16:creationId xmlns:a16="http://schemas.microsoft.com/office/drawing/2014/main" id="{D149A34F-2429-42BF-973A-B4C59CD6E9E2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983260C-60AB-4ECD-B881-F8F89A1CD772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4789FBBF-B8F6-436F-9F2D-98E2F8DA4215}"/>
                  </a:ext>
                </a:extLst>
              </p:cNvPr>
              <p:cNvGrpSpPr/>
              <p:nvPr/>
            </p:nvGrpSpPr>
            <p:grpSpPr>
              <a:xfrm>
                <a:off x="8933272" y="4741744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0" name="Arrow: Curved Up 79">
                  <a:extLst>
                    <a:ext uri="{FF2B5EF4-FFF2-40B4-BE49-F238E27FC236}">
                      <a16:creationId xmlns:a16="http://schemas.microsoft.com/office/drawing/2014/main" id="{6272F8A4-0B3C-47B2-B380-718092947463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064987B-52C8-4D1C-9F71-7E56A850BDF7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</p:grpSp>
      <p:sp>
        <p:nvSpPr>
          <p:cNvPr id="83" name="Curved Up Arrow 1">
            <a:extLst>
              <a:ext uri="{FF2B5EF4-FFF2-40B4-BE49-F238E27FC236}">
                <a16:creationId xmlns:a16="http://schemas.microsoft.com/office/drawing/2014/main" id="{3BCCABCF-22C9-483D-B1D6-31DE3BAD83B7}"/>
              </a:ext>
            </a:extLst>
          </p:cNvPr>
          <p:cNvSpPr/>
          <p:nvPr/>
        </p:nvSpPr>
        <p:spPr>
          <a:xfrm rot="1577781">
            <a:off x="8780588" y="3654152"/>
            <a:ext cx="1623613" cy="1993261"/>
          </a:xfrm>
          <a:custGeom>
            <a:avLst/>
            <a:gdLst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8075 h 731523"/>
              <a:gd name="connsiteX6" fmla="*/ 0 w 635736"/>
              <a:gd name="connsiteY6" fmla="*/ 716278 h 731523"/>
              <a:gd name="connsiteX7" fmla="*/ 361416 w 635736"/>
              <a:gd name="connsiteY7" fmla="*/ 182880 h 731523"/>
              <a:gd name="connsiteX8" fmla="*/ 269976 w 635736"/>
              <a:gd name="connsiteY8" fmla="*/ 182880 h 731523"/>
              <a:gd name="connsiteX9" fmla="*/ 467810 w 635736"/>
              <a:gd name="connsiteY9" fmla="*/ 0 h 731523"/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6278 h 731523"/>
              <a:gd name="connsiteX6" fmla="*/ 361416 w 635736"/>
              <a:gd name="connsiteY6" fmla="*/ 182880 h 731523"/>
              <a:gd name="connsiteX7" fmla="*/ 269976 w 635736"/>
              <a:gd name="connsiteY7" fmla="*/ 182880 h 731523"/>
              <a:gd name="connsiteX8" fmla="*/ 467810 w 635736"/>
              <a:gd name="connsiteY8" fmla="*/ 0 h 731523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35657 w 883989"/>
              <a:gd name="connsiteY3" fmla="*/ 731520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3989" h="946640">
                <a:moveTo>
                  <a:pt x="716063" y="0"/>
                </a:moveTo>
                <a:lnTo>
                  <a:pt x="883989" y="182880"/>
                </a:lnTo>
                <a:lnTo>
                  <a:pt x="792549" y="182880"/>
                </a:lnTo>
                <a:cubicBezTo>
                  <a:pt x="737882" y="511774"/>
                  <a:pt x="601892" y="655886"/>
                  <a:pt x="356126" y="790228"/>
                </a:cubicBezTo>
                <a:cubicBezTo>
                  <a:pt x="248733" y="843028"/>
                  <a:pt x="67527" y="944947"/>
                  <a:pt x="0" y="946640"/>
                </a:cubicBezTo>
                <a:cubicBezTo>
                  <a:pt x="38392" y="939867"/>
                  <a:pt x="169929" y="830850"/>
                  <a:pt x="255597" y="758442"/>
                </a:cubicBezTo>
                <a:cubicBezTo>
                  <a:pt x="451071" y="611157"/>
                  <a:pt x="564690" y="453492"/>
                  <a:pt x="609669" y="182880"/>
                </a:cubicBezTo>
                <a:lnTo>
                  <a:pt x="518229" y="182880"/>
                </a:lnTo>
                <a:lnTo>
                  <a:pt x="716063" y="0"/>
                </a:lnTo>
                <a:close/>
              </a:path>
            </a:pathLst>
          </a:custGeom>
          <a:solidFill>
            <a:srgbClr val="EA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464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98C2E7A8-5955-4667-BB65-8E548D478A9D}"/>
              </a:ext>
            </a:extLst>
          </p:cNvPr>
          <p:cNvGrpSpPr/>
          <p:nvPr/>
        </p:nvGrpSpPr>
        <p:grpSpPr>
          <a:xfrm>
            <a:off x="86449" y="-25753"/>
            <a:ext cx="12076254" cy="6992128"/>
            <a:chOff x="86449" y="-25753"/>
            <a:chExt cx="12076254" cy="6992128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872CCB8-96C9-4EEF-91BE-047E962BCC09}"/>
                </a:ext>
              </a:extLst>
            </p:cNvPr>
            <p:cNvGrpSpPr/>
            <p:nvPr/>
          </p:nvGrpSpPr>
          <p:grpSpPr>
            <a:xfrm>
              <a:off x="86449" y="-25753"/>
              <a:ext cx="12076254" cy="6992128"/>
              <a:chOff x="86449" y="-25753"/>
              <a:chExt cx="12076254" cy="6992128"/>
            </a:xfrm>
          </p:grpSpPr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B4A224CF-CB5F-4363-8A24-9E05A66EF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5884" y="3000370"/>
                <a:ext cx="5306115" cy="3966005"/>
              </a:xfrm>
              <a:prstGeom prst="rect">
                <a:avLst/>
              </a:prstGeom>
            </p:spPr>
          </p:pic>
          <p:sp>
            <p:nvSpPr>
              <p:cNvPr id="5" name="Curved Up Arrow 1">
                <a:extLst>
                  <a:ext uri="{FF2B5EF4-FFF2-40B4-BE49-F238E27FC236}">
                    <a16:creationId xmlns:a16="http://schemas.microsoft.com/office/drawing/2014/main" id="{F80AD025-C67A-4E29-AC0E-BCE438C59310}"/>
                  </a:ext>
                </a:extLst>
              </p:cNvPr>
              <p:cNvSpPr/>
              <p:nvPr/>
            </p:nvSpPr>
            <p:spPr>
              <a:xfrm rot="9736742" flipH="1">
                <a:off x="2153314" y="2621308"/>
                <a:ext cx="1931380" cy="1792044"/>
              </a:xfrm>
              <a:custGeom>
                <a:avLst/>
                <a:gdLst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8075 h 731523"/>
                  <a:gd name="connsiteX6" fmla="*/ 0 w 635736"/>
                  <a:gd name="connsiteY6" fmla="*/ 716278 h 731523"/>
                  <a:gd name="connsiteX7" fmla="*/ 361416 w 635736"/>
                  <a:gd name="connsiteY7" fmla="*/ 182880 h 731523"/>
                  <a:gd name="connsiteX8" fmla="*/ 269976 w 635736"/>
                  <a:gd name="connsiteY8" fmla="*/ 182880 h 731523"/>
                  <a:gd name="connsiteX9" fmla="*/ 467810 w 635736"/>
                  <a:gd name="connsiteY9" fmla="*/ 0 h 731523"/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6278 h 731523"/>
                  <a:gd name="connsiteX6" fmla="*/ 361416 w 635736"/>
                  <a:gd name="connsiteY6" fmla="*/ 182880 h 731523"/>
                  <a:gd name="connsiteX7" fmla="*/ 269976 w 635736"/>
                  <a:gd name="connsiteY7" fmla="*/ 182880 h 731523"/>
                  <a:gd name="connsiteX8" fmla="*/ 467810 w 635736"/>
                  <a:gd name="connsiteY8" fmla="*/ 0 h 731523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35657 w 883989"/>
                  <a:gd name="connsiteY3" fmla="*/ 731520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3989" h="946640">
                    <a:moveTo>
                      <a:pt x="716063" y="0"/>
                    </a:moveTo>
                    <a:lnTo>
                      <a:pt x="883989" y="182880"/>
                    </a:lnTo>
                    <a:lnTo>
                      <a:pt x="792549" y="182880"/>
                    </a:lnTo>
                    <a:cubicBezTo>
                      <a:pt x="737882" y="511774"/>
                      <a:pt x="601892" y="655886"/>
                      <a:pt x="356126" y="790228"/>
                    </a:cubicBezTo>
                    <a:cubicBezTo>
                      <a:pt x="248733" y="843028"/>
                      <a:pt x="67527" y="944947"/>
                      <a:pt x="0" y="946640"/>
                    </a:cubicBezTo>
                    <a:cubicBezTo>
                      <a:pt x="38392" y="939867"/>
                      <a:pt x="169929" y="830850"/>
                      <a:pt x="255597" y="758442"/>
                    </a:cubicBezTo>
                    <a:cubicBezTo>
                      <a:pt x="451071" y="611157"/>
                      <a:pt x="564690" y="453492"/>
                      <a:pt x="609669" y="182880"/>
                    </a:cubicBezTo>
                    <a:lnTo>
                      <a:pt x="518229" y="182880"/>
                    </a:lnTo>
                    <a:lnTo>
                      <a:pt x="716063" y="0"/>
                    </a:lnTo>
                    <a:close/>
                  </a:path>
                </a:pathLst>
              </a:cu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286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429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571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715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2857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00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2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7" name="Curved Up Arrow 1">
                <a:extLst>
                  <a:ext uri="{FF2B5EF4-FFF2-40B4-BE49-F238E27FC236}">
                    <a16:creationId xmlns:a16="http://schemas.microsoft.com/office/drawing/2014/main" id="{C4818FA9-A1EA-490E-A20D-17304983803A}"/>
                  </a:ext>
                </a:extLst>
              </p:cNvPr>
              <p:cNvSpPr/>
              <p:nvPr/>
            </p:nvSpPr>
            <p:spPr>
              <a:xfrm rot="11951967">
                <a:off x="5822943" y="2231647"/>
                <a:ext cx="1768631" cy="2171625"/>
              </a:xfrm>
              <a:custGeom>
                <a:avLst/>
                <a:gdLst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8075 h 731523"/>
                  <a:gd name="connsiteX6" fmla="*/ 0 w 635736"/>
                  <a:gd name="connsiteY6" fmla="*/ 716278 h 731523"/>
                  <a:gd name="connsiteX7" fmla="*/ 361416 w 635736"/>
                  <a:gd name="connsiteY7" fmla="*/ 182880 h 731523"/>
                  <a:gd name="connsiteX8" fmla="*/ 269976 w 635736"/>
                  <a:gd name="connsiteY8" fmla="*/ 182880 h 731523"/>
                  <a:gd name="connsiteX9" fmla="*/ 467810 w 635736"/>
                  <a:gd name="connsiteY9" fmla="*/ 0 h 731523"/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6278 h 731523"/>
                  <a:gd name="connsiteX6" fmla="*/ 361416 w 635736"/>
                  <a:gd name="connsiteY6" fmla="*/ 182880 h 731523"/>
                  <a:gd name="connsiteX7" fmla="*/ 269976 w 635736"/>
                  <a:gd name="connsiteY7" fmla="*/ 182880 h 731523"/>
                  <a:gd name="connsiteX8" fmla="*/ 467810 w 635736"/>
                  <a:gd name="connsiteY8" fmla="*/ 0 h 731523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35657 w 883989"/>
                  <a:gd name="connsiteY3" fmla="*/ 731520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3989" h="946640">
                    <a:moveTo>
                      <a:pt x="716063" y="0"/>
                    </a:moveTo>
                    <a:lnTo>
                      <a:pt x="883989" y="182880"/>
                    </a:lnTo>
                    <a:lnTo>
                      <a:pt x="792549" y="182880"/>
                    </a:lnTo>
                    <a:cubicBezTo>
                      <a:pt x="737882" y="511774"/>
                      <a:pt x="601892" y="655886"/>
                      <a:pt x="356126" y="790228"/>
                    </a:cubicBezTo>
                    <a:cubicBezTo>
                      <a:pt x="248733" y="843028"/>
                      <a:pt x="67527" y="944947"/>
                      <a:pt x="0" y="946640"/>
                    </a:cubicBezTo>
                    <a:cubicBezTo>
                      <a:pt x="38392" y="939867"/>
                      <a:pt x="169929" y="830850"/>
                      <a:pt x="255597" y="758442"/>
                    </a:cubicBezTo>
                    <a:cubicBezTo>
                      <a:pt x="451071" y="611157"/>
                      <a:pt x="564690" y="453492"/>
                      <a:pt x="609669" y="182880"/>
                    </a:cubicBezTo>
                    <a:lnTo>
                      <a:pt x="518229" y="182880"/>
                    </a:lnTo>
                    <a:lnTo>
                      <a:pt x="716063" y="0"/>
                    </a:lnTo>
                    <a:close/>
                  </a:path>
                </a:pathLst>
              </a:custGeom>
              <a:solidFill>
                <a:srgbClr val="21C11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286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429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571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715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2857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00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2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EA1E0336-84D3-4827-B677-8D921B1ECE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8633" y="-25753"/>
                <a:ext cx="5134070" cy="3680132"/>
              </a:xfrm>
              <a:prstGeom prst="rect">
                <a:avLst/>
              </a:prstGeom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45BEBABA-EC82-44B8-95F8-D843F39FC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49" y="35100"/>
                <a:ext cx="4851935" cy="3537869"/>
              </a:xfrm>
              <a:prstGeom prst="rect">
                <a:avLst/>
              </a:prstGeom>
            </p:spPr>
          </p:pic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F21CC83-550C-42F4-BB20-7B132BDAC543}"/>
                </a:ext>
              </a:extLst>
            </p:cNvPr>
            <p:cNvSpPr txBox="1"/>
            <p:nvPr/>
          </p:nvSpPr>
          <p:spPr>
            <a:xfrm>
              <a:off x="86449" y="277586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a)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7FB5AC8-CDA7-411B-9396-54299CAB8064}"/>
                </a:ext>
              </a:extLst>
            </p:cNvPr>
            <p:cNvSpPr txBox="1"/>
            <p:nvPr/>
          </p:nvSpPr>
          <p:spPr>
            <a:xfrm>
              <a:off x="7068887" y="277586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b)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F1EF1E0-784F-48F1-BB8C-CB51AD69A250}"/>
                </a:ext>
              </a:extLst>
            </p:cNvPr>
            <p:cNvSpPr txBox="1"/>
            <p:nvPr/>
          </p:nvSpPr>
          <p:spPr>
            <a:xfrm>
              <a:off x="2766022" y="4169771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031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6B4CFF-3716-4044-88C3-8695589A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047806-F29E-4825-A15B-FC591C04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19F118-B393-4CAF-8485-4B71D0E89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70B4BB-06F0-4D6C-B86F-B644401AE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29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=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 + rx</a:t>
            </a:r>
            <a:r>
              <a:rPr kumimoji="0" lang="en-US" altLang="en-US" sz="12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))/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√2(rb+ rx)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113314-07AA-4B6E-BC25-5AF85350B0AF}"/>
              </a:ext>
            </a:extLst>
          </p:cNvPr>
          <p:cNvGrpSpPr/>
          <p:nvPr/>
        </p:nvGrpSpPr>
        <p:grpSpPr>
          <a:xfrm>
            <a:off x="2662518" y="1728068"/>
            <a:ext cx="5106979" cy="3401863"/>
            <a:chOff x="2662518" y="1728068"/>
            <a:chExt cx="5106979" cy="340186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79EBB63-6DF4-4232-A837-548079E7F1EF}"/>
                </a:ext>
              </a:extLst>
            </p:cNvPr>
            <p:cNvGrpSpPr/>
            <p:nvPr/>
          </p:nvGrpSpPr>
          <p:grpSpPr>
            <a:xfrm>
              <a:off x="2662518" y="2138082"/>
              <a:ext cx="1943161" cy="1969770"/>
              <a:chOff x="2662518" y="2138082"/>
              <a:chExt cx="1943161" cy="1969770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4E7096F-49C1-4907-94E4-C02A5C019ECD}"/>
                  </a:ext>
                </a:extLst>
              </p:cNvPr>
              <p:cNvSpPr txBox="1"/>
              <p:nvPr/>
            </p:nvSpPr>
            <p:spPr>
              <a:xfrm>
                <a:off x="2662518" y="2138082"/>
                <a:ext cx="1943161" cy="1969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Perovskite ABX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  <a:p>
                <a:endParaRPr lang="en-IN" baseline="-25000" dirty="0"/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dirty="0"/>
                  <a:t>=</a:t>
                </a:r>
              </a:p>
              <a:p>
                <a:endParaRPr lang="en-IN" dirty="0"/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dirty="0"/>
                  <a:t>= </a:t>
                </a:r>
              </a:p>
              <a:p>
                <a:endParaRPr lang="en-IN" dirty="0"/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dirty="0"/>
                  <a:t>= 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67A3D6-D2C5-4BC2-AF70-3E94B564FDA3}"/>
                  </a:ext>
                </a:extLst>
              </p:cNvPr>
              <p:cNvSpPr/>
              <p:nvPr/>
            </p:nvSpPr>
            <p:spPr>
              <a:xfrm rot="2498836">
                <a:off x="3175474" y="2593876"/>
                <a:ext cx="276711" cy="293533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  <a:scene3d>
                <a:camera prst="orthographicFront">
                  <a:rot lat="0" lon="299836" rev="0"/>
                </a:camera>
                <a:lightRig rig="threePt" dir="t"/>
              </a:scene3d>
              <a:sp3d>
                <a:bevelT w="209550" h="171450"/>
                <a:bevelB w="196850" h="171450"/>
              </a:sp3d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9304740-D1F3-4E31-9AEC-ABCDD3301342}"/>
                  </a:ext>
                </a:extLst>
              </p:cNvPr>
              <p:cNvSpPr/>
              <p:nvPr/>
            </p:nvSpPr>
            <p:spPr>
              <a:xfrm rot="2498836">
                <a:off x="3188780" y="3176246"/>
                <a:ext cx="250097" cy="263610"/>
              </a:xfrm>
              <a:prstGeom prst="ellipse">
                <a:avLst/>
              </a:prstGeom>
              <a:solidFill>
                <a:srgbClr val="21C119"/>
              </a:solidFill>
              <a:ln w="12700" cap="flat" cmpd="sng" algn="ctr">
                <a:solidFill>
                  <a:srgbClr val="21C119"/>
                </a:solidFill>
                <a:prstDash val="solid"/>
                <a:miter lim="800000"/>
              </a:ln>
              <a:effectLst/>
              <a:scene3d>
                <a:camera prst="orthographicFront">
                  <a:rot lat="0" lon="299836" rev="0"/>
                </a:camera>
                <a:lightRig rig="threePt" dir="t"/>
              </a:scene3d>
              <a:sp3d>
                <a:bevelT w="209550" h="171450"/>
                <a:bevelB w="196850" h="171450"/>
              </a:sp3d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A8B119F-4450-48FC-9996-88DB686F6EFE}"/>
                  </a:ext>
                </a:extLst>
              </p:cNvPr>
              <p:cNvSpPr/>
              <p:nvPr/>
            </p:nvSpPr>
            <p:spPr>
              <a:xfrm rot="2498836">
                <a:off x="3264406" y="3776563"/>
                <a:ext cx="122310" cy="125079"/>
              </a:xfrm>
              <a:prstGeom prst="ellipse">
                <a:avLst/>
              </a:prstGeom>
              <a:solidFill>
                <a:srgbClr val="A91756"/>
              </a:solidFill>
              <a:ln w="12700" cap="flat" cmpd="sng" algn="ctr">
                <a:solidFill>
                  <a:srgbClr val="A91756"/>
                </a:solidFill>
                <a:prstDash val="solid"/>
                <a:miter lim="800000"/>
              </a:ln>
              <a:effectLst/>
              <a:scene3d>
                <a:camera prst="orthographicFront">
                  <a:rot lat="0" lon="299836" rev="0"/>
                </a:camera>
                <a:lightRig rig="threePt" dir="t"/>
              </a:scene3d>
              <a:sp3d>
                <a:bevelT w="209550" h="171450"/>
                <a:bevelB w="196850" h="171450"/>
              </a:sp3d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D8F4462-C09B-470D-B566-02408511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695964">
              <a:off x="4422503" y="1728068"/>
              <a:ext cx="3346994" cy="3401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5433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0C2EE3C1-7E7D-4792-8976-74BA1A3A77D5}"/>
              </a:ext>
            </a:extLst>
          </p:cNvPr>
          <p:cNvSpPr/>
          <p:nvPr/>
        </p:nvSpPr>
        <p:spPr>
          <a:xfrm>
            <a:off x="5440040" y="3875380"/>
            <a:ext cx="3627087" cy="2101263"/>
          </a:xfrm>
          <a:prstGeom prst="round1Rect">
            <a:avLst>
              <a:gd name="adj" fmla="val 24478"/>
            </a:avLst>
          </a:prstGeom>
          <a:solidFill>
            <a:srgbClr val="002060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contrasting" dir="t"/>
          </a:scene3d>
          <a:sp3d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19C289FE-66F2-47B7-B43C-B41C5EED5903}"/>
              </a:ext>
            </a:extLst>
          </p:cNvPr>
          <p:cNvSpPr/>
          <p:nvPr/>
        </p:nvSpPr>
        <p:spPr>
          <a:xfrm>
            <a:off x="1849899" y="1308413"/>
            <a:ext cx="3162321" cy="1882026"/>
          </a:xfrm>
          <a:prstGeom prst="round1Rect">
            <a:avLst/>
          </a:prstGeom>
          <a:solidFill>
            <a:srgbClr val="FDC22F">
              <a:alpha val="98824"/>
            </a:srgbClr>
          </a:solidFill>
          <a:ln w="12700" cap="flat" cmpd="sng" algn="ctr">
            <a:solidFill>
              <a:srgbClr val="FF7619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2857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0C7DF1B9-0F24-4FDB-A5FA-2540BA016FE9}"/>
              </a:ext>
            </a:extLst>
          </p:cNvPr>
          <p:cNvSpPr/>
          <p:nvPr/>
        </p:nvSpPr>
        <p:spPr>
          <a:xfrm>
            <a:off x="5382888" y="3585558"/>
            <a:ext cx="3708000" cy="1872000"/>
          </a:xfrm>
          <a:prstGeom prst="round1Rect">
            <a:avLst/>
          </a:prstGeom>
          <a:solidFill>
            <a:srgbClr val="7030A0"/>
          </a:solidFill>
          <a:ln w="12700" cap="flat" cmpd="sng" algn="ctr">
            <a:solidFill>
              <a:srgbClr val="7030A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113B0746-16B1-4D90-8705-F1D8DF121AC3}"/>
              </a:ext>
            </a:extLst>
          </p:cNvPr>
          <p:cNvSpPr/>
          <p:nvPr/>
        </p:nvSpPr>
        <p:spPr>
          <a:xfrm>
            <a:off x="1849900" y="4381660"/>
            <a:ext cx="337488" cy="548928"/>
          </a:xfrm>
          <a:prstGeom prst="round1Rect">
            <a:avLst>
              <a:gd name="adj" fmla="val 0"/>
            </a:avLst>
          </a:prstGeom>
          <a:solidFill>
            <a:srgbClr val="00FF00"/>
          </a:solidFill>
          <a:ln w="12700" cap="flat" cmpd="sng" algn="ctr">
            <a:solidFill>
              <a:srgbClr val="33CC33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0831116-4BF7-4740-9C3F-2C99F0815DB1}"/>
              </a:ext>
            </a:extLst>
          </p:cNvPr>
          <p:cNvSpPr/>
          <p:nvPr/>
        </p:nvSpPr>
        <p:spPr>
          <a:xfrm>
            <a:off x="573741" y="4381660"/>
            <a:ext cx="705974" cy="1212316"/>
          </a:xfrm>
          <a:prstGeom prst="round1Rect">
            <a:avLst>
              <a:gd name="adj" fmla="val 50000"/>
            </a:avLst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2603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F109CB2A-B574-471A-91E0-1C571D1F1528}"/>
              </a:ext>
            </a:extLst>
          </p:cNvPr>
          <p:cNvSpPr/>
          <p:nvPr/>
        </p:nvSpPr>
        <p:spPr>
          <a:xfrm>
            <a:off x="5815096" y="2499634"/>
            <a:ext cx="2681846" cy="1882026"/>
          </a:xfrm>
          <a:prstGeom prst="round1Rect">
            <a:avLst>
              <a:gd name="adj" fmla="val 0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harsh" dir="t">
              <a:rot lat="0" lon="0" rev="21594000"/>
            </a:lightRig>
          </a:scene3d>
          <a:sp3d prstMaterial="powder">
            <a:bevelT w="0" h="13970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44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2982</TotalTime>
  <Words>482</Words>
  <Application>Microsoft Office PowerPoint</Application>
  <PresentationFormat>Widescreen</PresentationFormat>
  <Paragraphs>200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Agency FB</vt:lpstr>
      <vt:lpstr>Arial</vt:lpstr>
      <vt:lpstr>Arial Rounded MT Bold</vt:lpstr>
      <vt:lpstr>Arial Unicode MS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Ranadeep raj sumukam</dc:creator>
  <cp:lastModifiedBy>Ranadeep raj sumukam</cp:lastModifiedBy>
  <cp:revision>151</cp:revision>
  <dcterms:created xsi:type="dcterms:W3CDTF">2019-05-22T18:37:37Z</dcterms:created>
  <dcterms:modified xsi:type="dcterms:W3CDTF">2019-06-06T04:40:21Z</dcterms:modified>
</cp:coreProperties>
</file>