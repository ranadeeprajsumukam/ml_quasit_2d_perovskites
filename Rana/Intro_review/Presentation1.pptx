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10799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3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57C67-793E-465A-9B9A-BCB9D56A0276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4488" y="1143000"/>
            <a:ext cx="6169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0561C-66CA-430D-A88E-CF0B286D2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25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1pPr>
    <a:lvl2pPr marL="357896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2pPr>
    <a:lvl3pPr marL="715792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3pPr>
    <a:lvl4pPr marL="1073688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4pPr>
    <a:lvl5pPr marL="1431585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5pPr>
    <a:lvl6pPr marL="1789481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6pPr>
    <a:lvl7pPr marL="2147377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7pPr>
    <a:lvl8pPr marL="2505273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8pPr>
    <a:lvl9pPr marL="2863169" algn="l" defTabSz="715792" rtl="0" eaLnBrk="1" latinLnBrk="0" hangingPunct="1">
      <a:defRPr sz="9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4488" y="1143000"/>
            <a:ext cx="61690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0561C-66CA-430D-A88E-CF0B286D214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1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23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56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63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41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93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16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0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9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05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D56C2-2B8B-4A35-AB96-FBF21ED039F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A4866-2D67-447E-98FB-2A09E035C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1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8514-A0E9-2B9B-5221-880BF457E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DCCF3-7B30-2898-BE18-1C151A8B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5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A42BBA2F-26F7-24B9-8F8C-052490A89BC5}"/>
              </a:ext>
            </a:extLst>
          </p:cNvPr>
          <p:cNvGrpSpPr/>
          <p:nvPr/>
        </p:nvGrpSpPr>
        <p:grpSpPr>
          <a:xfrm>
            <a:off x="-99433" y="-1275446"/>
            <a:ext cx="11017817" cy="8638686"/>
            <a:chOff x="596686" y="1424098"/>
            <a:chExt cx="11017817" cy="86386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8D99D8A-FB52-D89B-0BC8-8D914E8C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74" r="3012" b="13574"/>
            <a:stretch>
              <a:fillRect/>
            </a:stretch>
          </p:blipFill>
          <p:spPr>
            <a:xfrm>
              <a:off x="596686" y="5555040"/>
              <a:ext cx="6340141" cy="4136092"/>
            </a:xfrm>
            <a:prstGeom prst="rect">
              <a:avLst/>
            </a:prstGeom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E35098AA-CAB0-D741-FC6F-8F26FCAEE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0528" y="5555040"/>
              <a:ext cx="3970361" cy="4507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0650C1-E93F-82A8-D9FD-532A4E5D2115}"/>
                </a:ext>
              </a:extLst>
            </p:cNvPr>
            <p:cNvSpPr txBox="1"/>
            <p:nvPr/>
          </p:nvSpPr>
          <p:spPr>
            <a:xfrm>
              <a:off x="596687" y="1424098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a)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0CA028E-FA76-34D9-81C4-A86A46745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834" y="9537264"/>
              <a:ext cx="6234386" cy="4605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74B189-ADB1-97DD-5BA6-7C2141CF2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7614" y="1624153"/>
              <a:ext cx="4948263" cy="385449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EE8599-03DF-8C75-3DA5-B26BD3E2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37524" y="1539955"/>
              <a:ext cx="4776979" cy="393869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4F2C00-A010-A229-623B-D5613CEF76F6}"/>
                </a:ext>
              </a:extLst>
            </p:cNvPr>
            <p:cNvSpPr txBox="1"/>
            <p:nvPr/>
          </p:nvSpPr>
          <p:spPr>
            <a:xfrm>
              <a:off x="6936827" y="1424098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b)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216103-DCC8-2C85-6559-335789351675}"/>
                </a:ext>
              </a:extLst>
            </p:cNvPr>
            <p:cNvSpPr txBox="1"/>
            <p:nvPr/>
          </p:nvSpPr>
          <p:spPr>
            <a:xfrm>
              <a:off x="596687" y="5651988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c)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8D4020-5AF6-CBDA-37D1-87458728345C}"/>
                </a:ext>
              </a:extLst>
            </p:cNvPr>
            <p:cNvSpPr txBox="1"/>
            <p:nvPr/>
          </p:nvSpPr>
          <p:spPr>
            <a:xfrm>
              <a:off x="6946684" y="5651988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014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8926AD-06DF-8142-14AE-78C0BA36AF08}"/>
              </a:ext>
            </a:extLst>
          </p:cNvPr>
          <p:cNvGrpSpPr>
            <a:grpSpLocks noChangeAspect="1"/>
          </p:cNvGrpSpPr>
          <p:nvPr/>
        </p:nvGrpSpPr>
        <p:grpSpPr>
          <a:xfrm>
            <a:off x="249796" y="299137"/>
            <a:ext cx="10300171" cy="4802400"/>
            <a:chOff x="2606760" y="2715768"/>
            <a:chExt cx="3981240" cy="1856232"/>
          </a:xfrm>
        </p:grpSpPr>
        <p:pic>
          <p:nvPicPr>
            <p:cNvPr id="3" name="Main graphic">
              <a:extLst>
                <a:ext uri="{FF2B5EF4-FFF2-40B4-BE49-F238E27FC236}">
                  <a16:creationId xmlns:a16="http://schemas.microsoft.com/office/drawing/2014/main" id="{EC9E0FEA-9B35-E8E5-94EA-84BC999C0947}"/>
                </a:ext>
              </a:extLst>
            </p:cNvPr>
            <p:cNvPicPr/>
            <p:nvPr/>
          </p:nvPicPr>
          <p:blipFill>
            <a:blip r:embed="rId2"/>
            <a:srcRect t="51278"/>
            <a:stretch>
              <a:fillRect/>
            </a:stretch>
          </p:blipFill>
          <p:spPr>
            <a:xfrm>
              <a:off x="2606760" y="2715768"/>
              <a:ext cx="3981240" cy="1856232"/>
            </a:xfrm>
            <a:prstGeom prst="rect">
              <a:avLst/>
            </a:prstGeom>
            <a:ln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294FF2-3355-39FA-F412-B63A722B82C9}"/>
                </a:ext>
              </a:extLst>
            </p:cNvPr>
            <p:cNvSpPr/>
            <p:nvPr/>
          </p:nvSpPr>
          <p:spPr>
            <a:xfrm>
              <a:off x="2624152" y="2745198"/>
              <a:ext cx="301752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18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1073</TotalTime>
  <Words>10</Words>
  <Application>Microsoft Office PowerPoint</Application>
  <PresentationFormat>Custom</PresentationFormat>
  <Paragraphs>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18chph20@uohyd.ac.in</dc:creator>
  <cp:lastModifiedBy>18chph20@uohyd.ac.in</cp:lastModifiedBy>
  <cp:revision>2</cp:revision>
  <dcterms:created xsi:type="dcterms:W3CDTF">2026-06-14T11:32:23Z</dcterms:created>
  <dcterms:modified xsi:type="dcterms:W3CDTF">2026-06-19T06:40:22Z</dcterms:modified>
</cp:coreProperties>
</file>